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18E"/>
    <a:srgbClr val="972E06"/>
    <a:srgbClr val="FF496E"/>
    <a:srgbClr val="0C060B"/>
    <a:srgbClr val="FD4867"/>
    <a:srgbClr val="FDBA66"/>
    <a:srgbClr val="A7BCFF"/>
    <a:srgbClr val="C8D5FF"/>
    <a:srgbClr val="CA896B"/>
    <a:srgbClr val="683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40996" autoAdjust="0"/>
  </p:normalViewPr>
  <p:slideViewPr>
    <p:cSldViewPr snapToGrid="0">
      <p:cViewPr>
        <p:scale>
          <a:sx n="33" d="100"/>
          <a:sy n="33" d="100"/>
        </p:scale>
        <p:origin x="2394" y="774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374DE-8932-45D2-9753-6EF3CF368B3C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821D6-948C-4500-94BA-0D4535A1FB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23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821D6-948C-4500-94BA-0D4535A1FB0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5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W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i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d 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n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53"/>
                </a:solidFill>
                <a:latin typeface="Arial Black" panose="020B0A04020102020204" pitchFamily="34" charset="0"/>
              </a:rPr>
              <a:t>i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m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DBA66"/>
                </a:solidFill>
                <a:latin typeface="Arial Black" panose="020B0A04020102020204" pitchFamily="34" charset="0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D4867"/>
                </a:solidFill>
                <a:latin typeface="Arial Black" panose="020B0A04020102020204" pitchFamily="34" charset="0"/>
              </a:rPr>
              <a:t>s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FD4867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404" name="Picture 403">
            <a:extLst>
              <a:ext uri="{FF2B5EF4-FFF2-40B4-BE49-F238E27FC236}">
                <a16:creationId xmlns:a16="http://schemas.microsoft.com/office/drawing/2014/main" id="{BA7846ED-B632-DBFD-70AE-45D3290D7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219" y="547057"/>
            <a:ext cx="4337483" cy="5105986"/>
          </a:xfrm>
          <a:prstGeom prst="rect">
            <a:avLst/>
          </a:prstGeom>
        </p:spPr>
      </p:pic>
      <p:pic>
        <p:nvPicPr>
          <p:cNvPr id="407" name="Picture 406">
            <a:extLst>
              <a:ext uri="{FF2B5EF4-FFF2-40B4-BE49-F238E27FC236}">
                <a16:creationId xmlns:a16="http://schemas.microsoft.com/office/drawing/2014/main" id="{9CF6BE76-EAF9-DFC4-7BDC-7D7F1CA41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14" y="951396"/>
            <a:ext cx="3395766" cy="3694496"/>
          </a:xfrm>
          <a:prstGeom prst="rect">
            <a:avLst/>
          </a:prstGeom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D3F0E347-BB59-0D88-A850-655A2D1EF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144" y="2018160"/>
            <a:ext cx="5542150" cy="5257168"/>
          </a:xfrm>
          <a:prstGeom prst="rect">
            <a:avLst/>
          </a:prstGeom>
        </p:spPr>
      </p:pic>
      <p:pic>
        <p:nvPicPr>
          <p:cNvPr id="405" name="Picture 404">
            <a:extLst>
              <a:ext uri="{FF2B5EF4-FFF2-40B4-BE49-F238E27FC236}">
                <a16:creationId xmlns:a16="http://schemas.microsoft.com/office/drawing/2014/main" id="{16049A24-A74D-450E-342E-CF727AA60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" y="3246567"/>
            <a:ext cx="3865847" cy="4359179"/>
          </a:xfrm>
          <a:prstGeom prst="rect">
            <a:avLst/>
          </a:prstGeom>
        </p:spPr>
      </p:pic>
      <p:pic>
        <p:nvPicPr>
          <p:cNvPr id="406" name="Picture 405">
            <a:extLst>
              <a:ext uri="{FF2B5EF4-FFF2-40B4-BE49-F238E27FC236}">
                <a16:creationId xmlns:a16="http://schemas.microsoft.com/office/drawing/2014/main" id="{7C925567-1D0A-3C30-7F5B-8980BDC63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8422" y="3456220"/>
            <a:ext cx="3388873" cy="421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81C43F17-2D53-D078-3E70-B5E41EA6B6FC}"/>
              </a:ext>
            </a:extLst>
          </p:cNvPr>
          <p:cNvGrpSpPr/>
          <p:nvPr/>
        </p:nvGrpSpPr>
        <p:grpSpPr>
          <a:xfrm>
            <a:off x="215076" y="938589"/>
            <a:ext cx="4814124" cy="5224231"/>
            <a:chOff x="1296164" y="1272418"/>
            <a:chExt cx="4814124" cy="522423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9F1BED0-8333-F96A-DD7B-BE539CCD6062}"/>
                </a:ext>
              </a:extLst>
            </p:cNvPr>
            <p:cNvSpPr/>
            <p:nvPr/>
          </p:nvSpPr>
          <p:spPr>
            <a:xfrm>
              <a:off x="4506086" y="4651140"/>
              <a:ext cx="1007332" cy="1661330"/>
            </a:xfrm>
            <a:custGeom>
              <a:avLst/>
              <a:gdLst>
                <a:gd name="connsiteX0" fmla="*/ 0 w 378682"/>
                <a:gd name="connsiteY0" fmla="*/ 0 h 315047"/>
                <a:gd name="connsiteX1" fmla="*/ 378682 w 378682"/>
                <a:gd name="connsiteY1" fmla="*/ 0 h 315047"/>
                <a:gd name="connsiteX2" fmla="*/ 378682 w 378682"/>
                <a:gd name="connsiteY2" fmla="*/ 315047 h 315047"/>
                <a:gd name="connsiteX3" fmla="*/ 0 w 378682"/>
                <a:gd name="connsiteY3" fmla="*/ 315047 h 315047"/>
                <a:gd name="connsiteX4" fmla="*/ 0 w 378682"/>
                <a:gd name="connsiteY4" fmla="*/ 0 h 315047"/>
                <a:gd name="connsiteX0" fmla="*/ 0 w 1070832"/>
                <a:gd name="connsiteY0" fmla="*/ 1282700 h 1597747"/>
                <a:gd name="connsiteX1" fmla="*/ 1070832 w 1070832"/>
                <a:gd name="connsiteY1" fmla="*/ 0 h 1597747"/>
                <a:gd name="connsiteX2" fmla="*/ 378682 w 1070832"/>
                <a:gd name="connsiteY2" fmla="*/ 1597747 h 1597747"/>
                <a:gd name="connsiteX3" fmla="*/ 0 w 1070832"/>
                <a:gd name="connsiteY3" fmla="*/ 1597747 h 1597747"/>
                <a:gd name="connsiteX4" fmla="*/ 0 w 1070832"/>
                <a:gd name="connsiteY4" fmla="*/ 1282700 h 1597747"/>
                <a:gd name="connsiteX0" fmla="*/ 0 w 1070832"/>
                <a:gd name="connsiteY0" fmla="*/ 1282700 h 1597747"/>
                <a:gd name="connsiteX1" fmla="*/ 1070832 w 1070832"/>
                <a:gd name="connsiteY1" fmla="*/ 0 h 1597747"/>
                <a:gd name="connsiteX2" fmla="*/ 0 w 1070832"/>
                <a:gd name="connsiteY2" fmla="*/ 1597747 h 1597747"/>
                <a:gd name="connsiteX3" fmla="*/ 0 w 1070832"/>
                <a:gd name="connsiteY3" fmla="*/ 1282700 h 1597747"/>
                <a:gd name="connsiteX0" fmla="*/ 0 w 1070832"/>
                <a:gd name="connsiteY0" fmla="*/ 1282700 h 1623147"/>
                <a:gd name="connsiteX1" fmla="*/ 1070832 w 1070832"/>
                <a:gd name="connsiteY1" fmla="*/ 0 h 1623147"/>
                <a:gd name="connsiteX2" fmla="*/ 146050 w 1070832"/>
                <a:gd name="connsiteY2" fmla="*/ 1623147 h 1623147"/>
                <a:gd name="connsiteX3" fmla="*/ 0 w 1070832"/>
                <a:gd name="connsiteY3" fmla="*/ 1282700 h 1623147"/>
                <a:gd name="connsiteX0" fmla="*/ 0 w 931132"/>
                <a:gd name="connsiteY0" fmla="*/ 1409700 h 1623147"/>
                <a:gd name="connsiteX1" fmla="*/ 931132 w 931132"/>
                <a:gd name="connsiteY1" fmla="*/ 0 h 1623147"/>
                <a:gd name="connsiteX2" fmla="*/ 6350 w 931132"/>
                <a:gd name="connsiteY2" fmla="*/ 1623147 h 1623147"/>
                <a:gd name="connsiteX3" fmla="*/ 0 w 931132"/>
                <a:gd name="connsiteY3" fmla="*/ 1409700 h 1623147"/>
                <a:gd name="connsiteX0" fmla="*/ 0 w 931132"/>
                <a:gd name="connsiteY0" fmla="*/ 1409700 h 1623147"/>
                <a:gd name="connsiteX1" fmla="*/ 931132 w 931132"/>
                <a:gd name="connsiteY1" fmla="*/ 0 h 1623147"/>
                <a:gd name="connsiteX2" fmla="*/ 6350 w 931132"/>
                <a:gd name="connsiteY2" fmla="*/ 1623147 h 1623147"/>
                <a:gd name="connsiteX3" fmla="*/ 0 w 931132"/>
                <a:gd name="connsiteY3" fmla="*/ 1409700 h 16231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1007332"/>
                <a:gd name="connsiteY0" fmla="*/ 1447800 h 1661247"/>
                <a:gd name="connsiteX1" fmla="*/ 1007332 w 1007332"/>
                <a:gd name="connsiteY1" fmla="*/ 0 h 1661247"/>
                <a:gd name="connsiteX2" fmla="*/ 6350 w 1007332"/>
                <a:gd name="connsiteY2" fmla="*/ 1661247 h 1661247"/>
                <a:gd name="connsiteX3" fmla="*/ 0 w 1007332"/>
                <a:gd name="connsiteY3" fmla="*/ 1447800 h 1661247"/>
                <a:gd name="connsiteX0" fmla="*/ 0 w 1007332"/>
                <a:gd name="connsiteY0" fmla="*/ 1447882 h 1661329"/>
                <a:gd name="connsiteX1" fmla="*/ 1007332 w 1007332"/>
                <a:gd name="connsiteY1" fmla="*/ 82 h 1661329"/>
                <a:gd name="connsiteX2" fmla="*/ 6350 w 1007332"/>
                <a:gd name="connsiteY2" fmla="*/ 1661329 h 1661329"/>
                <a:gd name="connsiteX3" fmla="*/ 0 w 1007332"/>
                <a:gd name="connsiteY3" fmla="*/ 1447882 h 1661329"/>
                <a:gd name="connsiteX0" fmla="*/ 0 w 1007332"/>
                <a:gd name="connsiteY0" fmla="*/ 1447883 h 1661330"/>
                <a:gd name="connsiteX1" fmla="*/ 1007332 w 1007332"/>
                <a:gd name="connsiteY1" fmla="*/ 83 h 1661330"/>
                <a:gd name="connsiteX2" fmla="*/ 6350 w 1007332"/>
                <a:gd name="connsiteY2" fmla="*/ 1661330 h 1661330"/>
                <a:gd name="connsiteX3" fmla="*/ 0 w 1007332"/>
                <a:gd name="connsiteY3" fmla="*/ 1447883 h 1661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332" h="1661330">
                  <a:moveTo>
                    <a:pt x="0" y="1447883"/>
                  </a:moveTo>
                  <a:cubicBezTo>
                    <a:pt x="915744" y="1435183"/>
                    <a:pt x="612288" y="-12617"/>
                    <a:pt x="1007332" y="83"/>
                  </a:cubicBezTo>
                  <a:cubicBezTo>
                    <a:pt x="699071" y="541132"/>
                    <a:pt x="1108361" y="1456831"/>
                    <a:pt x="6350" y="1661330"/>
                  </a:cubicBezTo>
                  <a:lnTo>
                    <a:pt x="0" y="1447883"/>
                  </a:lnTo>
                  <a:close/>
                </a:path>
              </a:pathLst>
            </a:custGeom>
            <a:solidFill>
              <a:srgbClr val="FFAA1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8EB228D-F519-4DDC-CF31-C2104092B219}"/>
                </a:ext>
              </a:extLst>
            </p:cNvPr>
            <p:cNvGrpSpPr/>
            <p:nvPr/>
          </p:nvGrpSpPr>
          <p:grpSpPr>
            <a:xfrm>
              <a:off x="2207328" y="4671060"/>
              <a:ext cx="2616171" cy="1825589"/>
              <a:chOff x="2207328" y="4671060"/>
              <a:chExt cx="2616171" cy="182558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A400E89-0E5E-8BC3-744B-B53A8DBCFB11}"/>
                  </a:ext>
                </a:extLst>
              </p:cNvPr>
              <p:cNvSpPr/>
              <p:nvPr/>
            </p:nvSpPr>
            <p:spPr>
              <a:xfrm>
                <a:off x="2212725" y="4671060"/>
                <a:ext cx="2610774" cy="1781679"/>
              </a:xfrm>
              <a:custGeom>
                <a:avLst/>
                <a:gdLst>
                  <a:gd name="connsiteX0" fmla="*/ 0 w 1036320"/>
                  <a:gd name="connsiteY0" fmla="*/ 0 h 1562100"/>
                  <a:gd name="connsiteX1" fmla="*/ 1036320 w 1036320"/>
                  <a:gd name="connsiteY1" fmla="*/ 0 h 1562100"/>
                  <a:gd name="connsiteX2" fmla="*/ 1036320 w 1036320"/>
                  <a:gd name="connsiteY2" fmla="*/ 1562100 h 1562100"/>
                  <a:gd name="connsiteX3" fmla="*/ 0 w 1036320"/>
                  <a:gd name="connsiteY3" fmla="*/ 1562100 h 1562100"/>
                  <a:gd name="connsiteX4" fmla="*/ 0 w 1036320"/>
                  <a:gd name="connsiteY4" fmla="*/ 0 h 1562100"/>
                  <a:gd name="connsiteX0" fmla="*/ 0 w 1394460"/>
                  <a:gd name="connsiteY0" fmla="*/ 0 h 1714500"/>
                  <a:gd name="connsiteX1" fmla="*/ 1036320 w 1394460"/>
                  <a:gd name="connsiteY1" fmla="*/ 0 h 1714500"/>
                  <a:gd name="connsiteX2" fmla="*/ 1394460 w 1394460"/>
                  <a:gd name="connsiteY2" fmla="*/ 1714500 h 1714500"/>
                  <a:gd name="connsiteX3" fmla="*/ 0 w 1394460"/>
                  <a:gd name="connsiteY3" fmla="*/ 1562100 h 1714500"/>
                  <a:gd name="connsiteX4" fmla="*/ 0 w 1394460"/>
                  <a:gd name="connsiteY4" fmla="*/ 0 h 1714500"/>
                  <a:gd name="connsiteX0" fmla="*/ 266700 w 1661160"/>
                  <a:gd name="connsiteY0" fmla="*/ 0 h 1760220"/>
                  <a:gd name="connsiteX1" fmla="*/ 1303020 w 1661160"/>
                  <a:gd name="connsiteY1" fmla="*/ 0 h 1760220"/>
                  <a:gd name="connsiteX2" fmla="*/ 1661160 w 1661160"/>
                  <a:gd name="connsiteY2" fmla="*/ 1714500 h 1760220"/>
                  <a:gd name="connsiteX3" fmla="*/ 0 w 1661160"/>
                  <a:gd name="connsiteY3" fmla="*/ 1760220 h 1760220"/>
                  <a:gd name="connsiteX4" fmla="*/ 266700 w 1661160"/>
                  <a:gd name="connsiteY4" fmla="*/ 0 h 1760220"/>
                  <a:gd name="connsiteX0" fmla="*/ 266700 w 1661160"/>
                  <a:gd name="connsiteY0" fmla="*/ 0 h 1774647"/>
                  <a:gd name="connsiteX1" fmla="*/ 1303020 w 1661160"/>
                  <a:gd name="connsiteY1" fmla="*/ 0 h 1774647"/>
                  <a:gd name="connsiteX2" fmla="*/ 1661160 w 1661160"/>
                  <a:gd name="connsiteY2" fmla="*/ 1714500 h 1774647"/>
                  <a:gd name="connsiteX3" fmla="*/ 0 w 1661160"/>
                  <a:gd name="connsiteY3" fmla="*/ 1760220 h 1774647"/>
                  <a:gd name="connsiteX4" fmla="*/ 266700 w 1661160"/>
                  <a:gd name="connsiteY4" fmla="*/ 0 h 1774647"/>
                  <a:gd name="connsiteX0" fmla="*/ 266700 w 1661160"/>
                  <a:gd name="connsiteY0" fmla="*/ 0 h 1774647"/>
                  <a:gd name="connsiteX1" fmla="*/ 1303020 w 1661160"/>
                  <a:gd name="connsiteY1" fmla="*/ 0 h 1774647"/>
                  <a:gd name="connsiteX2" fmla="*/ 1661160 w 1661160"/>
                  <a:gd name="connsiteY2" fmla="*/ 1714500 h 1774647"/>
                  <a:gd name="connsiteX3" fmla="*/ 0 w 1661160"/>
                  <a:gd name="connsiteY3" fmla="*/ 1760220 h 1774647"/>
                  <a:gd name="connsiteX4" fmla="*/ 266700 w 1661160"/>
                  <a:gd name="connsiteY4" fmla="*/ 0 h 1774647"/>
                  <a:gd name="connsiteX0" fmla="*/ 266700 w 1661160"/>
                  <a:gd name="connsiteY0" fmla="*/ 0 h 1780017"/>
                  <a:gd name="connsiteX1" fmla="*/ 1303020 w 1661160"/>
                  <a:gd name="connsiteY1" fmla="*/ 0 h 1780017"/>
                  <a:gd name="connsiteX2" fmla="*/ 1661160 w 1661160"/>
                  <a:gd name="connsiteY2" fmla="*/ 1744980 h 1780017"/>
                  <a:gd name="connsiteX3" fmla="*/ 0 w 1661160"/>
                  <a:gd name="connsiteY3" fmla="*/ 1760220 h 1780017"/>
                  <a:gd name="connsiteX4" fmla="*/ 266700 w 1661160"/>
                  <a:gd name="connsiteY4" fmla="*/ 0 h 1780017"/>
                  <a:gd name="connsiteX0" fmla="*/ 266700 w 1661160"/>
                  <a:gd name="connsiteY0" fmla="*/ 0 h 1781679"/>
                  <a:gd name="connsiteX1" fmla="*/ 1303020 w 1661160"/>
                  <a:gd name="connsiteY1" fmla="*/ 0 h 1781679"/>
                  <a:gd name="connsiteX2" fmla="*/ 1661160 w 1661160"/>
                  <a:gd name="connsiteY2" fmla="*/ 1744980 h 1781679"/>
                  <a:gd name="connsiteX3" fmla="*/ 0 w 1661160"/>
                  <a:gd name="connsiteY3" fmla="*/ 1760220 h 1781679"/>
                  <a:gd name="connsiteX4" fmla="*/ 266700 w 1661160"/>
                  <a:gd name="connsiteY4" fmla="*/ 0 h 1781679"/>
                  <a:gd name="connsiteX0" fmla="*/ 266700 w 1661160"/>
                  <a:gd name="connsiteY0" fmla="*/ 0 h 1781679"/>
                  <a:gd name="connsiteX1" fmla="*/ 1303020 w 1661160"/>
                  <a:gd name="connsiteY1" fmla="*/ 0 h 1781679"/>
                  <a:gd name="connsiteX2" fmla="*/ 1661160 w 1661160"/>
                  <a:gd name="connsiteY2" fmla="*/ 1744980 h 1781679"/>
                  <a:gd name="connsiteX3" fmla="*/ 0 w 1661160"/>
                  <a:gd name="connsiteY3" fmla="*/ 1760220 h 1781679"/>
                  <a:gd name="connsiteX4" fmla="*/ 60960 w 1661160"/>
                  <a:gd name="connsiteY4" fmla="*/ 845820 h 1781679"/>
                  <a:gd name="connsiteX5" fmla="*/ 266700 w 1661160"/>
                  <a:gd name="connsiteY5" fmla="*/ 0 h 1781679"/>
                  <a:gd name="connsiteX0" fmla="*/ 481961 w 1876421"/>
                  <a:gd name="connsiteY0" fmla="*/ 0 h 1781679"/>
                  <a:gd name="connsiteX1" fmla="*/ 1518281 w 1876421"/>
                  <a:gd name="connsiteY1" fmla="*/ 0 h 1781679"/>
                  <a:gd name="connsiteX2" fmla="*/ 1876421 w 1876421"/>
                  <a:gd name="connsiteY2" fmla="*/ 1744980 h 1781679"/>
                  <a:gd name="connsiteX3" fmla="*/ 215261 w 1876421"/>
                  <a:gd name="connsiteY3" fmla="*/ 1760220 h 1781679"/>
                  <a:gd name="connsiteX4" fmla="*/ 276221 w 1876421"/>
                  <a:gd name="connsiteY4" fmla="*/ 845820 h 1781679"/>
                  <a:gd name="connsiteX5" fmla="*/ 481961 w 1876421"/>
                  <a:gd name="connsiteY5" fmla="*/ 0 h 1781679"/>
                  <a:gd name="connsiteX0" fmla="*/ 712765 w 2107225"/>
                  <a:gd name="connsiteY0" fmla="*/ 0 h 1781679"/>
                  <a:gd name="connsiteX1" fmla="*/ 1749085 w 2107225"/>
                  <a:gd name="connsiteY1" fmla="*/ 0 h 1781679"/>
                  <a:gd name="connsiteX2" fmla="*/ 2107225 w 2107225"/>
                  <a:gd name="connsiteY2" fmla="*/ 1744980 h 1781679"/>
                  <a:gd name="connsiteX3" fmla="*/ 446065 w 2107225"/>
                  <a:gd name="connsiteY3" fmla="*/ 1760220 h 1781679"/>
                  <a:gd name="connsiteX4" fmla="*/ 507025 w 2107225"/>
                  <a:gd name="connsiteY4" fmla="*/ 845820 h 1781679"/>
                  <a:gd name="connsiteX5" fmla="*/ 712765 w 2107225"/>
                  <a:gd name="connsiteY5" fmla="*/ 0 h 1781679"/>
                  <a:gd name="connsiteX0" fmla="*/ 756459 w 2150919"/>
                  <a:gd name="connsiteY0" fmla="*/ 0 h 1781679"/>
                  <a:gd name="connsiteX1" fmla="*/ 1792779 w 2150919"/>
                  <a:gd name="connsiteY1" fmla="*/ 0 h 1781679"/>
                  <a:gd name="connsiteX2" fmla="*/ 2150919 w 2150919"/>
                  <a:gd name="connsiteY2" fmla="*/ 1744980 h 1781679"/>
                  <a:gd name="connsiteX3" fmla="*/ 489759 w 2150919"/>
                  <a:gd name="connsiteY3" fmla="*/ 1760220 h 1781679"/>
                  <a:gd name="connsiteX4" fmla="*/ 550719 w 2150919"/>
                  <a:gd name="connsiteY4" fmla="*/ 845820 h 1781679"/>
                  <a:gd name="connsiteX5" fmla="*/ 756459 w 2150919"/>
                  <a:gd name="connsiteY5" fmla="*/ 0 h 1781679"/>
                  <a:gd name="connsiteX0" fmla="*/ 741890 w 2136350"/>
                  <a:gd name="connsiteY0" fmla="*/ 0 h 1781679"/>
                  <a:gd name="connsiteX1" fmla="*/ 1778210 w 2136350"/>
                  <a:gd name="connsiteY1" fmla="*/ 0 h 1781679"/>
                  <a:gd name="connsiteX2" fmla="*/ 2136350 w 2136350"/>
                  <a:gd name="connsiteY2" fmla="*/ 1744980 h 1781679"/>
                  <a:gd name="connsiteX3" fmla="*/ 475190 w 2136350"/>
                  <a:gd name="connsiteY3" fmla="*/ 1760220 h 1781679"/>
                  <a:gd name="connsiteX4" fmla="*/ 566630 w 2136350"/>
                  <a:gd name="connsiteY4" fmla="*/ 807720 h 1781679"/>
                  <a:gd name="connsiteX5" fmla="*/ 741890 w 2136350"/>
                  <a:gd name="connsiteY5" fmla="*/ 0 h 1781679"/>
                  <a:gd name="connsiteX0" fmla="*/ 761269 w 2155729"/>
                  <a:gd name="connsiteY0" fmla="*/ 0 h 1781679"/>
                  <a:gd name="connsiteX1" fmla="*/ 1797589 w 2155729"/>
                  <a:gd name="connsiteY1" fmla="*/ 0 h 1781679"/>
                  <a:gd name="connsiteX2" fmla="*/ 2155729 w 2155729"/>
                  <a:gd name="connsiteY2" fmla="*/ 1744980 h 1781679"/>
                  <a:gd name="connsiteX3" fmla="*/ 494569 w 2155729"/>
                  <a:gd name="connsiteY3" fmla="*/ 1760220 h 1781679"/>
                  <a:gd name="connsiteX4" fmla="*/ 586009 w 2155729"/>
                  <a:gd name="connsiteY4" fmla="*/ 807720 h 1781679"/>
                  <a:gd name="connsiteX5" fmla="*/ 761269 w 2155729"/>
                  <a:gd name="connsiteY5" fmla="*/ 0 h 1781679"/>
                  <a:gd name="connsiteX0" fmla="*/ 761269 w 2155729"/>
                  <a:gd name="connsiteY0" fmla="*/ 0 h 1781679"/>
                  <a:gd name="connsiteX1" fmla="*/ 1797589 w 2155729"/>
                  <a:gd name="connsiteY1" fmla="*/ 0 h 1781679"/>
                  <a:gd name="connsiteX2" fmla="*/ 2102390 w 2155729"/>
                  <a:gd name="connsiteY2" fmla="*/ 891540 h 1781679"/>
                  <a:gd name="connsiteX3" fmla="*/ 2155729 w 2155729"/>
                  <a:gd name="connsiteY3" fmla="*/ 1744980 h 1781679"/>
                  <a:gd name="connsiteX4" fmla="*/ 494569 w 2155729"/>
                  <a:gd name="connsiteY4" fmla="*/ 1760220 h 1781679"/>
                  <a:gd name="connsiteX5" fmla="*/ 586009 w 2155729"/>
                  <a:gd name="connsiteY5" fmla="*/ 807720 h 1781679"/>
                  <a:gd name="connsiteX6" fmla="*/ 761269 w 2155729"/>
                  <a:gd name="connsiteY6" fmla="*/ 0 h 1781679"/>
                  <a:gd name="connsiteX0" fmla="*/ 761269 w 2435468"/>
                  <a:gd name="connsiteY0" fmla="*/ 0 h 1781679"/>
                  <a:gd name="connsiteX1" fmla="*/ 1797589 w 2435468"/>
                  <a:gd name="connsiteY1" fmla="*/ 0 h 1781679"/>
                  <a:gd name="connsiteX2" fmla="*/ 2102390 w 2435468"/>
                  <a:gd name="connsiteY2" fmla="*/ 891540 h 1781679"/>
                  <a:gd name="connsiteX3" fmla="*/ 2155729 w 2435468"/>
                  <a:gd name="connsiteY3" fmla="*/ 1744980 h 1781679"/>
                  <a:gd name="connsiteX4" fmla="*/ 494569 w 2435468"/>
                  <a:gd name="connsiteY4" fmla="*/ 1760220 h 1781679"/>
                  <a:gd name="connsiteX5" fmla="*/ 586009 w 2435468"/>
                  <a:gd name="connsiteY5" fmla="*/ 807720 h 1781679"/>
                  <a:gd name="connsiteX6" fmla="*/ 761269 w 2435468"/>
                  <a:gd name="connsiteY6" fmla="*/ 0 h 1781679"/>
                  <a:gd name="connsiteX0" fmla="*/ 761269 w 2435468"/>
                  <a:gd name="connsiteY0" fmla="*/ 0 h 1781679"/>
                  <a:gd name="connsiteX1" fmla="*/ 1797589 w 2435468"/>
                  <a:gd name="connsiteY1" fmla="*/ 0 h 1781679"/>
                  <a:gd name="connsiteX2" fmla="*/ 2102390 w 2435468"/>
                  <a:gd name="connsiteY2" fmla="*/ 868680 h 1781679"/>
                  <a:gd name="connsiteX3" fmla="*/ 2155729 w 2435468"/>
                  <a:gd name="connsiteY3" fmla="*/ 1744980 h 1781679"/>
                  <a:gd name="connsiteX4" fmla="*/ 494569 w 2435468"/>
                  <a:gd name="connsiteY4" fmla="*/ 1760220 h 1781679"/>
                  <a:gd name="connsiteX5" fmla="*/ 586009 w 2435468"/>
                  <a:gd name="connsiteY5" fmla="*/ 807720 h 1781679"/>
                  <a:gd name="connsiteX6" fmla="*/ 761269 w 2435468"/>
                  <a:gd name="connsiteY6" fmla="*/ 0 h 1781679"/>
                  <a:gd name="connsiteX0" fmla="*/ 761269 w 2620639"/>
                  <a:gd name="connsiteY0" fmla="*/ 0 h 1781679"/>
                  <a:gd name="connsiteX1" fmla="*/ 1797589 w 2620639"/>
                  <a:gd name="connsiteY1" fmla="*/ 0 h 1781679"/>
                  <a:gd name="connsiteX2" fmla="*/ 2102390 w 2620639"/>
                  <a:gd name="connsiteY2" fmla="*/ 868680 h 1781679"/>
                  <a:gd name="connsiteX3" fmla="*/ 2155729 w 2620639"/>
                  <a:gd name="connsiteY3" fmla="*/ 1744980 h 1781679"/>
                  <a:gd name="connsiteX4" fmla="*/ 494569 w 2620639"/>
                  <a:gd name="connsiteY4" fmla="*/ 1760220 h 1781679"/>
                  <a:gd name="connsiteX5" fmla="*/ 586009 w 2620639"/>
                  <a:gd name="connsiteY5" fmla="*/ 807720 h 1781679"/>
                  <a:gd name="connsiteX6" fmla="*/ 761269 w 2620639"/>
                  <a:gd name="connsiteY6" fmla="*/ 0 h 1781679"/>
                  <a:gd name="connsiteX0" fmla="*/ 761269 w 2583714"/>
                  <a:gd name="connsiteY0" fmla="*/ 0 h 1781679"/>
                  <a:gd name="connsiteX1" fmla="*/ 1797589 w 2583714"/>
                  <a:gd name="connsiteY1" fmla="*/ 0 h 1781679"/>
                  <a:gd name="connsiteX2" fmla="*/ 2102390 w 2583714"/>
                  <a:gd name="connsiteY2" fmla="*/ 868680 h 1781679"/>
                  <a:gd name="connsiteX3" fmla="*/ 2155729 w 2583714"/>
                  <a:gd name="connsiteY3" fmla="*/ 1744980 h 1781679"/>
                  <a:gd name="connsiteX4" fmla="*/ 494569 w 2583714"/>
                  <a:gd name="connsiteY4" fmla="*/ 1760220 h 1781679"/>
                  <a:gd name="connsiteX5" fmla="*/ 586009 w 2583714"/>
                  <a:gd name="connsiteY5" fmla="*/ 807720 h 1781679"/>
                  <a:gd name="connsiteX6" fmla="*/ 761269 w 2583714"/>
                  <a:gd name="connsiteY6" fmla="*/ 0 h 1781679"/>
                  <a:gd name="connsiteX0" fmla="*/ 761269 w 2616399"/>
                  <a:gd name="connsiteY0" fmla="*/ 0 h 1781679"/>
                  <a:gd name="connsiteX1" fmla="*/ 1797589 w 2616399"/>
                  <a:gd name="connsiteY1" fmla="*/ 0 h 1781679"/>
                  <a:gd name="connsiteX2" fmla="*/ 2102390 w 2616399"/>
                  <a:gd name="connsiteY2" fmla="*/ 868680 h 1781679"/>
                  <a:gd name="connsiteX3" fmla="*/ 2155729 w 2616399"/>
                  <a:gd name="connsiteY3" fmla="*/ 1744980 h 1781679"/>
                  <a:gd name="connsiteX4" fmla="*/ 494569 w 2616399"/>
                  <a:gd name="connsiteY4" fmla="*/ 1760220 h 1781679"/>
                  <a:gd name="connsiteX5" fmla="*/ 586009 w 2616399"/>
                  <a:gd name="connsiteY5" fmla="*/ 807720 h 1781679"/>
                  <a:gd name="connsiteX6" fmla="*/ 761269 w 2616399"/>
                  <a:gd name="connsiteY6" fmla="*/ 0 h 1781679"/>
                  <a:gd name="connsiteX0" fmla="*/ 761269 w 2628487"/>
                  <a:gd name="connsiteY0" fmla="*/ 0 h 1781679"/>
                  <a:gd name="connsiteX1" fmla="*/ 1797589 w 2628487"/>
                  <a:gd name="connsiteY1" fmla="*/ 0 h 1781679"/>
                  <a:gd name="connsiteX2" fmla="*/ 2102390 w 2628487"/>
                  <a:gd name="connsiteY2" fmla="*/ 868680 h 1781679"/>
                  <a:gd name="connsiteX3" fmla="*/ 2155729 w 2628487"/>
                  <a:gd name="connsiteY3" fmla="*/ 1744980 h 1781679"/>
                  <a:gd name="connsiteX4" fmla="*/ 494569 w 2628487"/>
                  <a:gd name="connsiteY4" fmla="*/ 1760220 h 1781679"/>
                  <a:gd name="connsiteX5" fmla="*/ 586009 w 2628487"/>
                  <a:gd name="connsiteY5" fmla="*/ 807720 h 1781679"/>
                  <a:gd name="connsiteX6" fmla="*/ 761269 w 2628487"/>
                  <a:gd name="connsiteY6" fmla="*/ 0 h 1781679"/>
                  <a:gd name="connsiteX0" fmla="*/ 761269 w 2612741"/>
                  <a:gd name="connsiteY0" fmla="*/ 0 h 1781679"/>
                  <a:gd name="connsiteX1" fmla="*/ 1797589 w 2612741"/>
                  <a:gd name="connsiteY1" fmla="*/ 0 h 1781679"/>
                  <a:gd name="connsiteX2" fmla="*/ 2102390 w 2612741"/>
                  <a:gd name="connsiteY2" fmla="*/ 868680 h 1781679"/>
                  <a:gd name="connsiteX3" fmla="*/ 2155729 w 2612741"/>
                  <a:gd name="connsiteY3" fmla="*/ 1744980 h 1781679"/>
                  <a:gd name="connsiteX4" fmla="*/ 494569 w 2612741"/>
                  <a:gd name="connsiteY4" fmla="*/ 1760220 h 1781679"/>
                  <a:gd name="connsiteX5" fmla="*/ 586009 w 2612741"/>
                  <a:gd name="connsiteY5" fmla="*/ 807720 h 1781679"/>
                  <a:gd name="connsiteX6" fmla="*/ 761269 w 2612741"/>
                  <a:gd name="connsiteY6" fmla="*/ 0 h 1781679"/>
                  <a:gd name="connsiteX0" fmla="*/ 761269 w 2628206"/>
                  <a:gd name="connsiteY0" fmla="*/ 0 h 1781679"/>
                  <a:gd name="connsiteX1" fmla="*/ 1797589 w 2628206"/>
                  <a:gd name="connsiteY1" fmla="*/ 0 h 1781679"/>
                  <a:gd name="connsiteX2" fmla="*/ 2102390 w 2628206"/>
                  <a:gd name="connsiteY2" fmla="*/ 868680 h 1781679"/>
                  <a:gd name="connsiteX3" fmla="*/ 2155729 w 2628206"/>
                  <a:gd name="connsiteY3" fmla="*/ 1744980 h 1781679"/>
                  <a:gd name="connsiteX4" fmla="*/ 494569 w 2628206"/>
                  <a:gd name="connsiteY4" fmla="*/ 1760220 h 1781679"/>
                  <a:gd name="connsiteX5" fmla="*/ 586009 w 2628206"/>
                  <a:gd name="connsiteY5" fmla="*/ 807720 h 1781679"/>
                  <a:gd name="connsiteX6" fmla="*/ 761269 w 2628206"/>
                  <a:gd name="connsiteY6" fmla="*/ 0 h 1781679"/>
                  <a:gd name="connsiteX0" fmla="*/ 756725 w 2623662"/>
                  <a:gd name="connsiteY0" fmla="*/ 0 h 1781679"/>
                  <a:gd name="connsiteX1" fmla="*/ 1793045 w 2623662"/>
                  <a:gd name="connsiteY1" fmla="*/ 0 h 1781679"/>
                  <a:gd name="connsiteX2" fmla="*/ 2097846 w 2623662"/>
                  <a:gd name="connsiteY2" fmla="*/ 868680 h 1781679"/>
                  <a:gd name="connsiteX3" fmla="*/ 2151185 w 2623662"/>
                  <a:gd name="connsiteY3" fmla="*/ 1744980 h 1781679"/>
                  <a:gd name="connsiteX4" fmla="*/ 490025 w 2623662"/>
                  <a:gd name="connsiteY4" fmla="*/ 1760220 h 1781679"/>
                  <a:gd name="connsiteX5" fmla="*/ 581465 w 2623662"/>
                  <a:gd name="connsiteY5" fmla="*/ 807720 h 1781679"/>
                  <a:gd name="connsiteX6" fmla="*/ 756725 w 2623662"/>
                  <a:gd name="connsiteY6" fmla="*/ 0 h 1781679"/>
                  <a:gd name="connsiteX0" fmla="*/ 744511 w 2611448"/>
                  <a:gd name="connsiteY0" fmla="*/ 0 h 1781679"/>
                  <a:gd name="connsiteX1" fmla="*/ 1780831 w 2611448"/>
                  <a:gd name="connsiteY1" fmla="*/ 0 h 1781679"/>
                  <a:gd name="connsiteX2" fmla="*/ 2085632 w 2611448"/>
                  <a:gd name="connsiteY2" fmla="*/ 868680 h 1781679"/>
                  <a:gd name="connsiteX3" fmla="*/ 2138971 w 2611448"/>
                  <a:gd name="connsiteY3" fmla="*/ 1744980 h 1781679"/>
                  <a:gd name="connsiteX4" fmla="*/ 477811 w 2611448"/>
                  <a:gd name="connsiteY4" fmla="*/ 1760220 h 1781679"/>
                  <a:gd name="connsiteX5" fmla="*/ 569251 w 2611448"/>
                  <a:gd name="connsiteY5" fmla="*/ 807720 h 1781679"/>
                  <a:gd name="connsiteX6" fmla="*/ 744511 w 2611448"/>
                  <a:gd name="connsiteY6" fmla="*/ 0 h 1781679"/>
                  <a:gd name="connsiteX0" fmla="*/ 739326 w 2606263"/>
                  <a:gd name="connsiteY0" fmla="*/ 0 h 1781679"/>
                  <a:gd name="connsiteX1" fmla="*/ 1775646 w 2606263"/>
                  <a:gd name="connsiteY1" fmla="*/ 0 h 1781679"/>
                  <a:gd name="connsiteX2" fmla="*/ 2080447 w 2606263"/>
                  <a:gd name="connsiteY2" fmla="*/ 868680 h 1781679"/>
                  <a:gd name="connsiteX3" fmla="*/ 2133786 w 2606263"/>
                  <a:gd name="connsiteY3" fmla="*/ 1744980 h 1781679"/>
                  <a:gd name="connsiteX4" fmla="*/ 472626 w 2606263"/>
                  <a:gd name="connsiteY4" fmla="*/ 1760220 h 1781679"/>
                  <a:gd name="connsiteX5" fmla="*/ 564066 w 2606263"/>
                  <a:gd name="connsiteY5" fmla="*/ 807720 h 1781679"/>
                  <a:gd name="connsiteX6" fmla="*/ 739326 w 2606263"/>
                  <a:gd name="connsiteY6" fmla="*/ 0 h 1781679"/>
                  <a:gd name="connsiteX0" fmla="*/ 752302 w 2619239"/>
                  <a:gd name="connsiteY0" fmla="*/ 0 h 1781679"/>
                  <a:gd name="connsiteX1" fmla="*/ 1788622 w 2619239"/>
                  <a:gd name="connsiteY1" fmla="*/ 0 h 1781679"/>
                  <a:gd name="connsiteX2" fmla="*/ 2093423 w 2619239"/>
                  <a:gd name="connsiteY2" fmla="*/ 868680 h 1781679"/>
                  <a:gd name="connsiteX3" fmla="*/ 2146762 w 2619239"/>
                  <a:gd name="connsiteY3" fmla="*/ 1744980 h 1781679"/>
                  <a:gd name="connsiteX4" fmla="*/ 485602 w 2619239"/>
                  <a:gd name="connsiteY4" fmla="*/ 1760220 h 1781679"/>
                  <a:gd name="connsiteX5" fmla="*/ 577042 w 2619239"/>
                  <a:gd name="connsiteY5" fmla="*/ 807720 h 1781679"/>
                  <a:gd name="connsiteX6" fmla="*/ 752302 w 2619239"/>
                  <a:gd name="connsiteY6" fmla="*/ 0 h 1781679"/>
                  <a:gd name="connsiteX0" fmla="*/ 743837 w 2610774"/>
                  <a:gd name="connsiteY0" fmla="*/ 0 h 1781679"/>
                  <a:gd name="connsiteX1" fmla="*/ 1780157 w 2610774"/>
                  <a:gd name="connsiteY1" fmla="*/ 0 h 1781679"/>
                  <a:gd name="connsiteX2" fmla="*/ 2084958 w 2610774"/>
                  <a:gd name="connsiteY2" fmla="*/ 868680 h 1781679"/>
                  <a:gd name="connsiteX3" fmla="*/ 2138297 w 2610774"/>
                  <a:gd name="connsiteY3" fmla="*/ 1744980 h 1781679"/>
                  <a:gd name="connsiteX4" fmla="*/ 477137 w 2610774"/>
                  <a:gd name="connsiteY4" fmla="*/ 1760220 h 1781679"/>
                  <a:gd name="connsiteX5" fmla="*/ 568577 w 2610774"/>
                  <a:gd name="connsiteY5" fmla="*/ 807720 h 1781679"/>
                  <a:gd name="connsiteX6" fmla="*/ 743837 w 2610774"/>
                  <a:gd name="connsiteY6" fmla="*/ 0 h 1781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10774" h="1781679">
                    <a:moveTo>
                      <a:pt x="743837" y="0"/>
                    </a:moveTo>
                    <a:lnTo>
                      <a:pt x="1780157" y="0"/>
                    </a:lnTo>
                    <a:cubicBezTo>
                      <a:pt x="1848737" y="353060"/>
                      <a:pt x="2016378" y="515620"/>
                      <a:pt x="2084958" y="868680"/>
                    </a:cubicBezTo>
                    <a:cubicBezTo>
                      <a:pt x="2666618" y="254000"/>
                      <a:pt x="2874897" y="1430020"/>
                      <a:pt x="2138297" y="1744980"/>
                    </a:cubicBezTo>
                    <a:cubicBezTo>
                      <a:pt x="1515997" y="1767840"/>
                      <a:pt x="1526157" y="1805940"/>
                      <a:pt x="477137" y="1760220"/>
                    </a:cubicBezTo>
                    <a:cubicBezTo>
                      <a:pt x="-202154" y="1545273"/>
                      <a:pt x="-142306" y="247332"/>
                      <a:pt x="568577" y="807720"/>
                    </a:cubicBezTo>
                    <a:lnTo>
                      <a:pt x="743837" y="0"/>
                    </a:lnTo>
                    <a:close/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ED88007-C405-75A4-C041-03FE0BC82F26}"/>
                  </a:ext>
                </a:extLst>
              </p:cNvPr>
              <p:cNvSpPr/>
              <p:nvPr/>
            </p:nvSpPr>
            <p:spPr>
              <a:xfrm>
                <a:off x="2207328" y="6192605"/>
                <a:ext cx="516472" cy="304044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472" h="304044">
                    <a:moveTo>
                      <a:pt x="15330" y="104848"/>
                    </a:moveTo>
                    <a:cubicBezTo>
                      <a:pt x="151422" y="-84859"/>
                      <a:pt x="411338" y="34998"/>
                      <a:pt x="495042" y="64367"/>
                    </a:cubicBezTo>
                    <a:lnTo>
                      <a:pt x="516472" y="289158"/>
                    </a:lnTo>
                    <a:cubicBezTo>
                      <a:pt x="362919" y="290745"/>
                      <a:pt x="245084" y="318527"/>
                      <a:pt x="55812" y="293920"/>
                    </a:cubicBezTo>
                    <a:cubicBezTo>
                      <a:pt x="32794" y="288046"/>
                      <a:pt x="-28326" y="201210"/>
                      <a:pt x="15330" y="10484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88A7AB33-6301-4F11-E031-6DD1C5843C40}"/>
                  </a:ext>
                </a:extLst>
              </p:cNvPr>
              <p:cNvSpPr/>
              <p:nvPr/>
            </p:nvSpPr>
            <p:spPr>
              <a:xfrm flipH="1">
                <a:off x="4389185" y="6243763"/>
                <a:ext cx="428626" cy="252330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472" h="304044">
                    <a:moveTo>
                      <a:pt x="15330" y="104848"/>
                    </a:moveTo>
                    <a:cubicBezTo>
                      <a:pt x="151422" y="-84859"/>
                      <a:pt x="411338" y="34998"/>
                      <a:pt x="495042" y="64367"/>
                    </a:cubicBezTo>
                    <a:lnTo>
                      <a:pt x="516472" y="289158"/>
                    </a:lnTo>
                    <a:cubicBezTo>
                      <a:pt x="362919" y="290745"/>
                      <a:pt x="245084" y="318527"/>
                      <a:pt x="55812" y="293920"/>
                    </a:cubicBezTo>
                    <a:cubicBezTo>
                      <a:pt x="32794" y="288046"/>
                      <a:pt x="-28326" y="201210"/>
                      <a:pt x="15330" y="10484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6809B42-B071-ABE6-24C5-F8E01CA06682}"/>
                </a:ext>
              </a:extLst>
            </p:cNvPr>
            <p:cNvGrpSpPr/>
            <p:nvPr/>
          </p:nvGrpSpPr>
          <p:grpSpPr>
            <a:xfrm>
              <a:off x="2626432" y="4494249"/>
              <a:ext cx="846192" cy="1995451"/>
              <a:chOff x="2626432" y="4494249"/>
              <a:chExt cx="846192" cy="199545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BE9D00-CEF5-04E9-32A2-DF0ED006E107}"/>
                  </a:ext>
                </a:extLst>
              </p:cNvPr>
              <p:cNvSpPr/>
              <p:nvPr/>
            </p:nvSpPr>
            <p:spPr>
              <a:xfrm>
                <a:off x="2626432" y="4494249"/>
                <a:ext cx="761928" cy="1797331"/>
              </a:xfrm>
              <a:custGeom>
                <a:avLst/>
                <a:gdLst>
                  <a:gd name="connsiteX0" fmla="*/ 0 w 1524000"/>
                  <a:gd name="connsiteY0" fmla="*/ 0 h 1545871"/>
                  <a:gd name="connsiteX1" fmla="*/ 1524000 w 1524000"/>
                  <a:gd name="connsiteY1" fmla="*/ 0 h 1545871"/>
                  <a:gd name="connsiteX2" fmla="*/ 1524000 w 1524000"/>
                  <a:gd name="connsiteY2" fmla="*/ 1545871 h 1545871"/>
                  <a:gd name="connsiteX3" fmla="*/ 0 w 1524000"/>
                  <a:gd name="connsiteY3" fmla="*/ 1545871 h 1545871"/>
                  <a:gd name="connsiteX4" fmla="*/ 0 w 1524000"/>
                  <a:gd name="connsiteY4" fmla="*/ 0 h 1545871"/>
                  <a:gd name="connsiteX0" fmla="*/ 99060 w 1623060"/>
                  <a:gd name="connsiteY0" fmla="*/ 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99060 w 1623060"/>
                  <a:gd name="connsiteY4" fmla="*/ 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1653468 w 1653468"/>
                  <a:gd name="connsiteY2" fmla="*/ 1545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761928 w 1653468"/>
                  <a:gd name="connsiteY2" fmla="*/ 1926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761928"/>
                  <a:gd name="connsiteY0" fmla="*/ 45720 h 1843051"/>
                  <a:gd name="connsiteX1" fmla="*/ 617148 w 761928"/>
                  <a:gd name="connsiteY1" fmla="*/ 0 h 1843051"/>
                  <a:gd name="connsiteX2" fmla="*/ 761928 w 761928"/>
                  <a:gd name="connsiteY2" fmla="*/ 1774471 h 1843051"/>
                  <a:gd name="connsiteX3" fmla="*/ 30408 w 761928"/>
                  <a:gd name="connsiteY3" fmla="*/ 1843051 h 1843051"/>
                  <a:gd name="connsiteX4" fmla="*/ 327588 w 761928"/>
                  <a:gd name="connsiteY4" fmla="*/ 45720 h 1843051"/>
                  <a:gd name="connsiteX0" fmla="*/ 327588 w 761928"/>
                  <a:gd name="connsiteY0" fmla="*/ 0 h 1797331"/>
                  <a:gd name="connsiteX1" fmla="*/ 617148 w 761928"/>
                  <a:gd name="connsiteY1" fmla="*/ 1005840 h 1797331"/>
                  <a:gd name="connsiteX2" fmla="*/ 761928 w 761928"/>
                  <a:gd name="connsiteY2" fmla="*/ 1728751 h 1797331"/>
                  <a:gd name="connsiteX3" fmla="*/ 30408 w 761928"/>
                  <a:gd name="connsiteY3" fmla="*/ 1797331 h 1797331"/>
                  <a:gd name="connsiteX4" fmla="*/ 327588 w 761928"/>
                  <a:gd name="connsiteY4" fmla="*/ 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  <a:gd name="connsiteX4" fmla="*/ 708588 w 761928"/>
                  <a:gd name="connsiteY4" fmla="*/ 109728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28" h="1797331">
                    <a:moveTo>
                      <a:pt x="617148" y="1005840"/>
                    </a:moveTo>
                    <a:lnTo>
                      <a:pt x="761928" y="1728751"/>
                    </a:lnTo>
                    <a:lnTo>
                      <a:pt x="30408" y="1797331"/>
                    </a:lnTo>
                    <a:cubicBezTo>
                      <a:pt x="-30552" y="1457301"/>
                      <a:pt x="-30552" y="644830"/>
                      <a:pt x="327588" y="0"/>
                    </a:cubicBez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14A91AA2-F29A-6DF2-829A-86B0D7AF2C03}"/>
                  </a:ext>
                </a:extLst>
              </p:cNvPr>
              <p:cNvSpPr/>
              <p:nvPr/>
            </p:nvSpPr>
            <p:spPr>
              <a:xfrm>
                <a:off x="2626432" y="6174653"/>
                <a:ext cx="846192" cy="315047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  <a:gd name="connsiteX0" fmla="*/ 15330 w 516472"/>
                  <a:gd name="connsiteY0" fmla="*/ 4 h 199200"/>
                  <a:gd name="connsiteX1" fmla="*/ 516472 w 516472"/>
                  <a:gd name="connsiteY1" fmla="*/ 184314 h 199200"/>
                  <a:gd name="connsiteX2" fmla="*/ 55812 w 516472"/>
                  <a:gd name="connsiteY2" fmla="*/ 189076 h 199200"/>
                  <a:gd name="connsiteX3" fmla="*/ 15330 w 516472"/>
                  <a:gd name="connsiteY3" fmla="*/ 4 h 199200"/>
                  <a:gd name="connsiteX0" fmla="*/ 329839 w 461887"/>
                  <a:gd name="connsiteY0" fmla="*/ 1 h 318260"/>
                  <a:gd name="connsiteX1" fmla="*/ 461887 w 461887"/>
                  <a:gd name="connsiteY1" fmla="*/ 303374 h 318260"/>
                  <a:gd name="connsiteX2" fmla="*/ 1227 w 461887"/>
                  <a:gd name="connsiteY2" fmla="*/ 308136 h 318260"/>
                  <a:gd name="connsiteX3" fmla="*/ 329839 w 461887"/>
                  <a:gd name="connsiteY3" fmla="*/ 1 h 318260"/>
                  <a:gd name="connsiteX0" fmla="*/ 329839 w 752399"/>
                  <a:gd name="connsiteY0" fmla="*/ 1 h 317758"/>
                  <a:gd name="connsiteX1" fmla="*/ 752399 w 752399"/>
                  <a:gd name="connsiteY1" fmla="*/ 300993 h 317758"/>
                  <a:gd name="connsiteX2" fmla="*/ 1227 w 752399"/>
                  <a:gd name="connsiteY2" fmla="*/ 308136 h 317758"/>
                  <a:gd name="connsiteX3" fmla="*/ 329839 w 752399"/>
                  <a:gd name="connsiteY3" fmla="*/ 1 h 317758"/>
                  <a:gd name="connsiteX0" fmla="*/ 317980 w 740540"/>
                  <a:gd name="connsiteY0" fmla="*/ 1 h 317758"/>
                  <a:gd name="connsiteX1" fmla="*/ 740540 w 740540"/>
                  <a:gd name="connsiteY1" fmla="*/ 300993 h 317758"/>
                  <a:gd name="connsiteX2" fmla="*/ 1274 w 740540"/>
                  <a:gd name="connsiteY2" fmla="*/ 308136 h 317758"/>
                  <a:gd name="connsiteX3" fmla="*/ 317980 w 740540"/>
                  <a:gd name="connsiteY3" fmla="*/ 1 h 317758"/>
                  <a:gd name="connsiteX0" fmla="*/ 376280 w 798840"/>
                  <a:gd name="connsiteY0" fmla="*/ 1 h 317758"/>
                  <a:gd name="connsiteX1" fmla="*/ 798840 w 798840"/>
                  <a:gd name="connsiteY1" fmla="*/ 300993 h 317758"/>
                  <a:gd name="connsiteX2" fmla="*/ 59574 w 798840"/>
                  <a:gd name="connsiteY2" fmla="*/ 308136 h 317758"/>
                  <a:gd name="connsiteX3" fmla="*/ 376280 w 798840"/>
                  <a:gd name="connsiteY3" fmla="*/ 1 h 317758"/>
                  <a:gd name="connsiteX0" fmla="*/ 376280 w 820550"/>
                  <a:gd name="connsiteY0" fmla="*/ 1460 h 319217"/>
                  <a:gd name="connsiteX1" fmla="*/ 798840 w 820550"/>
                  <a:gd name="connsiteY1" fmla="*/ 302452 h 319217"/>
                  <a:gd name="connsiteX2" fmla="*/ 59574 w 820550"/>
                  <a:gd name="connsiteY2" fmla="*/ 309595 h 319217"/>
                  <a:gd name="connsiteX3" fmla="*/ 376280 w 820550"/>
                  <a:gd name="connsiteY3" fmla="*/ 1460 h 319217"/>
                  <a:gd name="connsiteX0" fmla="*/ 376280 w 838386"/>
                  <a:gd name="connsiteY0" fmla="*/ 1428 h 319185"/>
                  <a:gd name="connsiteX1" fmla="*/ 798840 w 838386"/>
                  <a:gd name="connsiteY1" fmla="*/ 302420 h 319185"/>
                  <a:gd name="connsiteX2" fmla="*/ 59574 w 838386"/>
                  <a:gd name="connsiteY2" fmla="*/ 309563 h 319185"/>
                  <a:gd name="connsiteX3" fmla="*/ 376280 w 838386"/>
                  <a:gd name="connsiteY3" fmla="*/ 1428 h 319185"/>
                  <a:gd name="connsiteX0" fmla="*/ 384086 w 846192"/>
                  <a:gd name="connsiteY0" fmla="*/ 1428 h 319185"/>
                  <a:gd name="connsiteX1" fmla="*/ 806646 w 846192"/>
                  <a:gd name="connsiteY1" fmla="*/ 302420 h 319185"/>
                  <a:gd name="connsiteX2" fmla="*/ 67380 w 846192"/>
                  <a:gd name="connsiteY2" fmla="*/ 309563 h 319185"/>
                  <a:gd name="connsiteX3" fmla="*/ 384086 w 846192"/>
                  <a:gd name="connsiteY3" fmla="*/ 1428 h 319185"/>
                  <a:gd name="connsiteX0" fmla="*/ 384086 w 846192"/>
                  <a:gd name="connsiteY0" fmla="*/ 1428 h 315047"/>
                  <a:gd name="connsiteX1" fmla="*/ 806646 w 846192"/>
                  <a:gd name="connsiteY1" fmla="*/ 302420 h 315047"/>
                  <a:gd name="connsiteX2" fmla="*/ 67380 w 846192"/>
                  <a:gd name="connsiteY2" fmla="*/ 309563 h 315047"/>
                  <a:gd name="connsiteX3" fmla="*/ 384086 w 846192"/>
                  <a:gd name="connsiteY3" fmla="*/ 1428 h 31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6192" h="315047">
                    <a:moveTo>
                      <a:pt x="384086" y="1428"/>
                    </a:moveTo>
                    <a:cubicBezTo>
                      <a:pt x="984738" y="-23178"/>
                      <a:pt x="840380" y="278051"/>
                      <a:pt x="806646" y="302420"/>
                    </a:cubicBezTo>
                    <a:cubicBezTo>
                      <a:pt x="653093" y="304007"/>
                      <a:pt x="268559" y="324645"/>
                      <a:pt x="67380" y="309563"/>
                    </a:cubicBezTo>
                    <a:cubicBezTo>
                      <a:pt x="25312" y="303689"/>
                      <a:pt x="-169158" y="7303"/>
                      <a:pt x="384086" y="142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F8B8D60-35B5-605C-0024-AC2A6AC9B1EE}"/>
                </a:ext>
              </a:extLst>
            </p:cNvPr>
            <p:cNvGrpSpPr/>
            <p:nvPr/>
          </p:nvGrpSpPr>
          <p:grpSpPr>
            <a:xfrm flipH="1">
              <a:off x="3596343" y="4500642"/>
              <a:ext cx="846192" cy="1995451"/>
              <a:chOff x="2626432" y="4494249"/>
              <a:chExt cx="846192" cy="1995451"/>
            </a:xfrm>
          </p:grpSpPr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22F9468D-F14A-9863-2DC1-D10651B7BD67}"/>
                  </a:ext>
                </a:extLst>
              </p:cNvPr>
              <p:cNvSpPr/>
              <p:nvPr/>
            </p:nvSpPr>
            <p:spPr>
              <a:xfrm>
                <a:off x="2626432" y="4494249"/>
                <a:ext cx="761928" cy="1797331"/>
              </a:xfrm>
              <a:custGeom>
                <a:avLst/>
                <a:gdLst>
                  <a:gd name="connsiteX0" fmla="*/ 0 w 1524000"/>
                  <a:gd name="connsiteY0" fmla="*/ 0 h 1545871"/>
                  <a:gd name="connsiteX1" fmla="*/ 1524000 w 1524000"/>
                  <a:gd name="connsiteY1" fmla="*/ 0 h 1545871"/>
                  <a:gd name="connsiteX2" fmla="*/ 1524000 w 1524000"/>
                  <a:gd name="connsiteY2" fmla="*/ 1545871 h 1545871"/>
                  <a:gd name="connsiteX3" fmla="*/ 0 w 1524000"/>
                  <a:gd name="connsiteY3" fmla="*/ 1545871 h 1545871"/>
                  <a:gd name="connsiteX4" fmla="*/ 0 w 1524000"/>
                  <a:gd name="connsiteY4" fmla="*/ 0 h 1545871"/>
                  <a:gd name="connsiteX0" fmla="*/ 99060 w 1623060"/>
                  <a:gd name="connsiteY0" fmla="*/ 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99060 w 1623060"/>
                  <a:gd name="connsiteY4" fmla="*/ 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1653468 w 1653468"/>
                  <a:gd name="connsiteY2" fmla="*/ 1545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761928 w 1653468"/>
                  <a:gd name="connsiteY2" fmla="*/ 1926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761928"/>
                  <a:gd name="connsiteY0" fmla="*/ 45720 h 1843051"/>
                  <a:gd name="connsiteX1" fmla="*/ 617148 w 761928"/>
                  <a:gd name="connsiteY1" fmla="*/ 0 h 1843051"/>
                  <a:gd name="connsiteX2" fmla="*/ 761928 w 761928"/>
                  <a:gd name="connsiteY2" fmla="*/ 1774471 h 1843051"/>
                  <a:gd name="connsiteX3" fmla="*/ 30408 w 761928"/>
                  <a:gd name="connsiteY3" fmla="*/ 1843051 h 1843051"/>
                  <a:gd name="connsiteX4" fmla="*/ 327588 w 761928"/>
                  <a:gd name="connsiteY4" fmla="*/ 45720 h 1843051"/>
                  <a:gd name="connsiteX0" fmla="*/ 327588 w 761928"/>
                  <a:gd name="connsiteY0" fmla="*/ 0 h 1797331"/>
                  <a:gd name="connsiteX1" fmla="*/ 617148 w 761928"/>
                  <a:gd name="connsiteY1" fmla="*/ 1005840 h 1797331"/>
                  <a:gd name="connsiteX2" fmla="*/ 761928 w 761928"/>
                  <a:gd name="connsiteY2" fmla="*/ 1728751 h 1797331"/>
                  <a:gd name="connsiteX3" fmla="*/ 30408 w 761928"/>
                  <a:gd name="connsiteY3" fmla="*/ 1797331 h 1797331"/>
                  <a:gd name="connsiteX4" fmla="*/ 327588 w 761928"/>
                  <a:gd name="connsiteY4" fmla="*/ 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  <a:gd name="connsiteX4" fmla="*/ 708588 w 761928"/>
                  <a:gd name="connsiteY4" fmla="*/ 109728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28" h="1797331">
                    <a:moveTo>
                      <a:pt x="617148" y="1005840"/>
                    </a:moveTo>
                    <a:lnTo>
                      <a:pt x="761928" y="1728751"/>
                    </a:lnTo>
                    <a:lnTo>
                      <a:pt x="30408" y="1797331"/>
                    </a:lnTo>
                    <a:cubicBezTo>
                      <a:pt x="-30552" y="1457301"/>
                      <a:pt x="-30552" y="644830"/>
                      <a:pt x="327588" y="0"/>
                    </a:cubicBez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11">
                <a:extLst>
                  <a:ext uri="{FF2B5EF4-FFF2-40B4-BE49-F238E27FC236}">
                    <a16:creationId xmlns:a16="http://schemas.microsoft.com/office/drawing/2014/main" id="{ADF6DB39-ED3F-7753-76BC-5D9DB7B7AE0D}"/>
                  </a:ext>
                </a:extLst>
              </p:cNvPr>
              <p:cNvSpPr/>
              <p:nvPr/>
            </p:nvSpPr>
            <p:spPr>
              <a:xfrm>
                <a:off x="2626432" y="6174653"/>
                <a:ext cx="846192" cy="315047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  <a:gd name="connsiteX0" fmla="*/ 15330 w 516472"/>
                  <a:gd name="connsiteY0" fmla="*/ 4 h 199200"/>
                  <a:gd name="connsiteX1" fmla="*/ 516472 w 516472"/>
                  <a:gd name="connsiteY1" fmla="*/ 184314 h 199200"/>
                  <a:gd name="connsiteX2" fmla="*/ 55812 w 516472"/>
                  <a:gd name="connsiteY2" fmla="*/ 189076 h 199200"/>
                  <a:gd name="connsiteX3" fmla="*/ 15330 w 516472"/>
                  <a:gd name="connsiteY3" fmla="*/ 4 h 199200"/>
                  <a:gd name="connsiteX0" fmla="*/ 329839 w 461887"/>
                  <a:gd name="connsiteY0" fmla="*/ 1 h 318260"/>
                  <a:gd name="connsiteX1" fmla="*/ 461887 w 461887"/>
                  <a:gd name="connsiteY1" fmla="*/ 303374 h 318260"/>
                  <a:gd name="connsiteX2" fmla="*/ 1227 w 461887"/>
                  <a:gd name="connsiteY2" fmla="*/ 308136 h 318260"/>
                  <a:gd name="connsiteX3" fmla="*/ 329839 w 461887"/>
                  <a:gd name="connsiteY3" fmla="*/ 1 h 318260"/>
                  <a:gd name="connsiteX0" fmla="*/ 329839 w 752399"/>
                  <a:gd name="connsiteY0" fmla="*/ 1 h 317758"/>
                  <a:gd name="connsiteX1" fmla="*/ 752399 w 752399"/>
                  <a:gd name="connsiteY1" fmla="*/ 300993 h 317758"/>
                  <a:gd name="connsiteX2" fmla="*/ 1227 w 752399"/>
                  <a:gd name="connsiteY2" fmla="*/ 308136 h 317758"/>
                  <a:gd name="connsiteX3" fmla="*/ 329839 w 752399"/>
                  <a:gd name="connsiteY3" fmla="*/ 1 h 317758"/>
                  <a:gd name="connsiteX0" fmla="*/ 317980 w 740540"/>
                  <a:gd name="connsiteY0" fmla="*/ 1 h 317758"/>
                  <a:gd name="connsiteX1" fmla="*/ 740540 w 740540"/>
                  <a:gd name="connsiteY1" fmla="*/ 300993 h 317758"/>
                  <a:gd name="connsiteX2" fmla="*/ 1274 w 740540"/>
                  <a:gd name="connsiteY2" fmla="*/ 308136 h 317758"/>
                  <a:gd name="connsiteX3" fmla="*/ 317980 w 740540"/>
                  <a:gd name="connsiteY3" fmla="*/ 1 h 317758"/>
                  <a:gd name="connsiteX0" fmla="*/ 376280 w 798840"/>
                  <a:gd name="connsiteY0" fmla="*/ 1 h 317758"/>
                  <a:gd name="connsiteX1" fmla="*/ 798840 w 798840"/>
                  <a:gd name="connsiteY1" fmla="*/ 300993 h 317758"/>
                  <a:gd name="connsiteX2" fmla="*/ 59574 w 798840"/>
                  <a:gd name="connsiteY2" fmla="*/ 308136 h 317758"/>
                  <a:gd name="connsiteX3" fmla="*/ 376280 w 798840"/>
                  <a:gd name="connsiteY3" fmla="*/ 1 h 317758"/>
                  <a:gd name="connsiteX0" fmla="*/ 376280 w 820550"/>
                  <a:gd name="connsiteY0" fmla="*/ 1460 h 319217"/>
                  <a:gd name="connsiteX1" fmla="*/ 798840 w 820550"/>
                  <a:gd name="connsiteY1" fmla="*/ 302452 h 319217"/>
                  <a:gd name="connsiteX2" fmla="*/ 59574 w 820550"/>
                  <a:gd name="connsiteY2" fmla="*/ 309595 h 319217"/>
                  <a:gd name="connsiteX3" fmla="*/ 376280 w 820550"/>
                  <a:gd name="connsiteY3" fmla="*/ 1460 h 319217"/>
                  <a:gd name="connsiteX0" fmla="*/ 376280 w 838386"/>
                  <a:gd name="connsiteY0" fmla="*/ 1428 h 319185"/>
                  <a:gd name="connsiteX1" fmla="*/ 798840 w 838386"/>
                  <a:gd name="connsiteY1" fmla="*/ 302420 h 319185"/>
                  <a:gd name="connsiteX2" fmla="*/ 59574 w 838386"/>
                  <a:gd name="connsiteY2" fmla="*/ 309563 h 319185"/>
                  <a:gd name="connsiteX3" fmla="*/ 376280 w 838386"/>
                  <a:gd name="connsiteY3" fmla="*/ 1428 h 319185"/>
                  <a:gd name="connsiteX0" fmla="*/ 384086 w 846192"/>
                  <a:gd name="connsiteY0" fmla="*/ 1428 h 319185"/>
                  <a:gd name="connsiteX1" fmla="*/ 806646 w 846192"/>
                  <a:gd name="connsiteY1" fmla="*/ 302420 h 319185"/>
                  <a:gd name="connsiteX2" fmla="*/ 67380 w 846192"/>
                  <a:gd name="connsiteY2" fmla="*/ 309563 h 319185"/>
                  <a:gd name="connsiteX3" fmla="*/ 384086 w 846192"/>
                  <a:gd name="connsiteY3" fmla="*/ 1428 h 319185"/>
                  <a:gd name="connsiteX0" fmla="*/ 384086 w 846192"/>
                  <a:gd name="connsiteY0" fmla="*/ 1428 h 315047"/>
                  <a:gd name="connsiteX1" fmla="*/ 806646 w 846192"/>
                  <a:gd name="connsiteY1" fmla="*/ 302420 h 315047"/>
                  <a:gd name="connsiteX2" fmla="*/ 67380 w 846192"/>
                  <a:gd name="connsiteY2" fmla="*/ 309563 h 315047"/>
                  <a:gd name="connsiteX3" fmla="*/ 384086 w 846192"/>
                  <a:gd name="connsiteY3" fmla="*/ 1428 h 31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6192" h="315047">
                    <a:moveTo>
                      <a:pt x="384086" y="1428"/>
                    </a:moveTo>
                    <a:cubicBezTo>
                      <a:pt x="984738" y="-23178"/>
                      <a:pt x="840380" y="278051"/>
                      <a:pt x="806646" y="302420"/>
                    </a:cubicBezTo>
                    <a:cubicBezTo>
                      <a:pt x="653093" y="304007"/>
                      <a:pt x="268559" y="324645"/>
                      <a:pt x="67380" y="309563"/>
                    </a:cubicBezTo>
                    <a:cubicBezTo>
                      <a:pt x="25312" y="303689"/>
                      <a:pt x="-169158" y="7303"/>
                      <a:pt x="384086" y="142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58E314C-131A-FE74-1820-DB4239D70620}"/>
                </a:ext>
              </a:extLst>
            </p:cNvPr>
            <p:cNvSpPr/>
            <p:nvPr/>
          </p:nvSpPr>
          <p:spPr>
            <a:xfrm>
              <a:off x="1296164" y="1272418"/>
              <a:ext cx="4204063" cy="3885320"/>
            </a:xfrm>
            <a:custGeom>
              <a:avLst/>
              <a:gdLst>
                <a:gd name="connsiteX0" fmla="*/ 0 w 1208868"/>
                <a:gd name="connsiteY0" fmla="*/ 0 h 929898"/>
                <a:gd name="connsiteX1" fmla="*/ 1208868 w 1208868"/>
                <a:gd name="connsiteY1" fmla="*/ 0 h 929898"/>
                <a:gd name="connsiteX2" fmla="*/ 1208868 w 1208868"/>
                <a:gd name="connsiteY2" fmla="*/ 929898 h 929898"/>
                <a:gd name="connsiteX3" fmla="*/ 0 w 1208868"/>
                <a:gd name="connsiteY3" fmla="*/ 929898 h 929898"/>
                <a:gd name="connsiteX4" fmla="*/ 0 w 1208868"/>
                <a:gd name="connsiteY4" fmla="*/ 0 h 929898"/>
                <a:gd name="connsiteX0" fmla="*/ 1052513 w 1208868"/>
                <a:gd name="connsiteY0" fmla="*/ 0 h 1668085"/>
                <a:gd name="connsiteX1" fmla="*/ 1208868 w 1208868"/>
                <a:gd name="connsiteY1" fmla="*/ 738187 h 1668085"/>
                <a:gd name="connsiteX2" fmla="*/ 1208868 w 1208868"/>
                <a:gd name="connsiteY2" fmla="*/ 1668085 h 1668085"/>
                <a:gd name="connsiteX3" fmla="*/ 0 w 1208868"/>
                <a:gd name="connsiteY3" fmla="*/ 1668085 h 1668085"/>
                <a:gd name="connsiteX4" fmla="*/ 1052513 w 1208868"/>
                <a:gd name="connsiteY4" fmla="*/ 0 h 1668085"/>
                <a:gd name="connsiteX0" fmla="*/ 1221700 w 1378055"/>
                <a:gd name="connsiteY0" fmla="*/ 0 h 1668085"/>
                <a:gd name="connsiteX1" fmla="*/ 1378055 w 1378055"/>
                <a:gd name="connsiteY1" fmla="*/ 738187 h 1668085"/>
                <a:gd name="connsiteX2" fmla="*/ 1378055 w 1378055"/>
                <a:gd name="connsiteY2" fmla="*/ 1668085 h 1668085"/>
                <a:gd name="connsiteX3" fmla="*/ 169187 w 1378055"/>
                <a:gd name="connsiteY3" fmla="*/ 1668085 h 1668085"/>
                <a:gd name="connsiteX4" fmla="*/ 26716 w 1378055"/>
                <a:gd name="connsiteY4" fmla="*/ 496108 h 1668085"/>
                <a:gd name="connsiteX5" fmla="*/ 1221700 w 1378055"/>
                <a:gd name="connsiteY5" fmla="*/ 0 h 1668085"/>
                <a:gd name="connsiteX0" fmla="*/ 1800744 w 1957099"/>
                <a:gd name="connsiteY0" fmla="*/ 0 h 1668085"/>
                <a:gd name="connsiteX1" fmla="*/ 1957099 w 1957099"/>
                <a:gd name="connsiteY1" fmla="*/ 738187 h 1668085"/>
                <a:gd name="connsiteX2" fmla="*/ 1957099 w 1957099"/>
                <a:gd name="connsiteY2" fmla="*/ 1668085 h 1668085"/>
                <a:gd name="connsiteX3" fmla="*/ 748231 w 1957099"/>
                <a:gd name="connsiteY3" fmla="*/ 1668085 h 1668085"/>
                <a:gd name="connsiteX4" fmla="*/ 923 w 1957099"/>
                <a:gd name="connsiteY4" fmla="*/ 1105708 h 1668085"/>
                <a:gd name="connsiteX5" fmla="*/ 605760 w 1957099"/>
                <a:gd name="connsiteY5" fmla="*/ 496108 h 1668085"/>
                <a:gd name="connsiteX6" fmla="*/ 1800744 w 1957099"/>
                <a:gd name="connsiteY6" fmla="*/ 0 h 1668085"/>
                <a:gd name="connsiteX0" fmla="*/ 2008634 w 2164989"/>
                <a:gd name="connsiteY0" fmla="*/ 0 h 2110998"/>
                <a:gd name="connsiteX1" fmla="*/ 2164989 w 2164989"/>
                <a:gd name="connsiteY1" fmla="*/ 738187 h 2110998"/>
                <a:gd name="connsiteX2" fmla="*/ 2164989 w 2164989"/>
                <a:gd name="connsiteY2" fmla="*/ 1668085 h 2110998"/>
                <a:gd name="connsiteX3" fmla="*/ 65533 w 2164989"/>
                <a:gd name="connsiteY3" fmla="*/ 2110998 h 2110998"/>
                <a:gd name="connsiteX4" fmla="*/ 208813 w 2164989"/>
                <a:gd name="connsiteY4" fmla="*/ 1105708 h 2110998"/>
                <a:gd name="connsiteX5" fmla="*/ 813650 w 2164989"/>
                <a:gd name="connsiteY5" fmla="*/ 496108 h 2110998"/>
                <a:gd name="connsiteX6" fmla="*/ 2008634 w 2164989"/>
                <a:gd name="connsiteY6" fmla="*/ 0 h 2110998"/>
                <a:gd name="connsiteX0" fmla="*/ 2008634 w 3102249"/>
                <a:gd name="connsiteY0" fmla="*/ 0 h 2110998"/>
                <a:gd name="connsiteX1" fmla="*/ 3102249 w 3102249"/>
                <a:gd name="connsiteY1" fmla="*/ 479107 h 2110998"/>
                <a:gd name="connsiteX2" fmla="*/ 2164989 w 3102249"/>
                <a:gd name="connsiteY2" fmla="*/ 1668085 h 2110998"/>
                <a:gd name="connsiteX3" fmla="*/ 65533 w 3102249"/>
                <a:gd name="connsiteY3" fmla="*/ 2110998 h 2110998"/>
                <a:gd name="connsiteX4" fmla="*/ 208813 w 3102249"/>
                <a:gd name="connsiteY4" fmla="*/ 1105708 h 2110998"/>
                <a:gd name="connsiteX5" fmla="*/ 813650 w 3102249"/>
                <a:gd name="connsiteY5" fmla="*/ 496108 h 2110998"/>
                <a:gd name="connsiteX6" fmla="*/ 2008634 w 3102249"/>
                <a:gd name="connsiteY6" fmla="*/ 0 h 2110998"/>
                <a:gd name="connsiteX0" fmla="*/ 2008634 w 3721802"/>
                <a:gd name="connsiteY0" fmla="*/ 0 h 2110998"/>
                <a:gd name="connsiteX1" fmla="*/ 3102249 w 3721802"/>
                <a:gd name="connsiteY1" fmla="*/ 479107 h 2110998"/>
                <a:gd name="connsiteX2" fmla="*/ 3704488 w 3721802"/>
                <a:gd name="connsiteY2" fmla="*/ 1320019 h 2110998"/>
                <a:gd name="connsiteX3" fmla="*/ 2164989 w 3721802"/>
                <a:gd name="connsiteY3" fmla="*/ 1668085 h 2110998"/>
                <a:gd name="connsiteX4" fmla="*/ 65533 w 3721802"/>
                <a:gd name="connsiteY4" fmla="*/ 2110998 h 2110998"/>
                <a:gd name="connsiteX5" fmla="*/ 208813 w 3721802"/>
                <a:gd name="connsiteY5" fmla="*/ 1105708 h 2110998"/>
                <a:gd name="connsiteX6" fmla="*/ 813650 w 3721802"/>
                <a:gd name="connsiteY6" fmla="*/ 496108 h 2110998"/>
                <a:gd name="connsiteX7" fmla="*/ 2008634 w 3721802"/>
                <a:gd name="connsiteY7" fmla="*/ 0 h 2110998"/>
                <a:gd name="connsiteX0" fmla="*/ 2008634 w 3899716"/>
                <a:gd name="connsiteY0" fmla="*/ 0 h 2280139"/>
                <a:gd name="connsiteX1" fmla="*/ 3102249 w 3899716"/>
                <a:gd name="connsiteY1" fmla="*/ 479107 h 2280139"/>
                <a:gd name="connsiteX2" fmla="*/ 3704488 w 3899716"/>
                <a:gd name="connsiteY2" fmla="*/ 1320019 h 2280139"/>
                <a:gd name="connsiteX3" fmla="*/ 3818787 w 3899716"/>
                <a:gd name="connsiteY3" fmla="*/ 2280139 h 2280139"/>
                <a:gd name="connsiteX4" fmla="*/ 2164989 w 3899716"/>
                <a:gd name="connsiteY4" fmla="*/ 1668085 h 2280139"/>
                <a:gd name="connsiteX5" fmla="*/ 65533 w 3899716"/>
                <a:gd name="connsiteY5" fmla="*/ 2110998 h 2280139"/>
                <a:gd name="connsiteX6" fmla="*/ 208813 w 3899716"/>
                <a:gd name="connsiteY6" fmla="*/ 1105708 h 2280139"/>
                <a:gd name="connsiteX7" fmla="*/ 813650 w 3899716"/>
                <a:gd name="connsiteY7" fmla="*/ 496108 h 2280139"/>
                <a:gd name="connsiteX8" fmla="*/ 2008634 w 3899716"/>
                <a:gd name="connsiteY8" fmla="*/ 0 h 2280139"/>
                <a:gd name="connsiteX0" fmla="*/ 2008634 w 3899716"/>
                <a:gd name="connsiteY0" fmla="*/ 0 h 2887285"/>
                <a:gd name="connsiteX1" fmla="*/ 3102249 w 3899716"/>
                <a:gd name="connsiteY1" fmla="*/ 479107 h 2887285"/>
                <a:gd name="connsiteX2" fmla="*/ 3704488 w 3899716"/>
                <a:gd name="connsiteY2" fmla="*/ 1320019 h 2887285"/>
                <a:gd name="connsiteX3" fmla="*/ 3818787 w 3899716"/>
                <a:gd name="connsiteY3" fmla="*/ 2280139 h 2887285"/>
                <a:gd name="connsiteX4" fmla="*/ 2485029 w 3899716"/>
                <a:gd name="connsiteY4" fmla="*/ 2887285 h 2887285"/>
                <a:gd name="connsiteX5" fmla="*/ 65533 w 3899716"/>
                <a:gd name="connsiteY5" fmla="*/ 2110998 h 2887285"/>
                <a:gd name="connsiteX6" fmla="*/ 208813 w 3899716"/>
                <a:gd name="connsiteY6" fmla="*/ 1105708 h 2887285"/>
                <a:gd name="connsiteX7" fmla="*/ 813650 w 3899716"/>
                <a:gd name="connsiteY7" fmla="*/ 496108 h 2887285"/>
                <a:gd name="connsiteX8" fmla="*/ 2008634 w 3899716"/>
                <a:gd name="connsiteY8" fmla="*/ 0 h 2887285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2035086 w 3899716"/>
                <a:gd name="connsiteY4" fmla="*/ 3772656 h 3772656"/>
                <a:gd name="connsiteX5" fmla="*/ 65533 w 3899716"/>
                <a:gd name="connsiteY5" fmla="*/ 2110998 h 3772656"/>
                <a:gd name="connsiteX6" fmla="*/ 208813 w 3899716"/>
                <a:gd name="connsiteY6" fmla="*/ 1105708 h 3772656"/>
                <a:gd name="connsiteX7" fmla="*/ 813650 w 3899716"/>
                <a:gd name="connsiteY7" fmla="*/ 496108 h 3772656"/>
                <a:gd name="connsiteX8" fmla="*/ 2008634 w 3899716"/>
                <a:gd name="connsiteY8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5533 w 3899716"/>
                <a:gd name="connsiteY6" fmla="*/ 2110998 h 3772656"/>
                <a:gd name="connsiteX7" fmla="*/ 208813 w 3899716"/>
                <a:gd name="connsiteY7" fmla="*/ 1105708 h 3772656"/>
                <a:gd name="connsiteX8" fmla="*/ 813650 w 3899716"/>
                <a:gd name="connsiteY8" fmla="*/ 496108 h 3772656"/>
                <a:gd name="connsiteX9" fmla="*/ 2008634 w 3899716"/>
                <a:gd name="connsiteY9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132209 w 4023291"/>
                <a:gd name="connsiteY0" fmla="*/ 0 h 3772656"/>
                <a:gd name="connsiteX1" fmla="*/ 3225824 w 4023291"/>
                <a:gd name="connsiteY1" fmla="*/ 479107 h 3772656"/>
                <a:gd name="connsiteX2" fmla="*/ 3828063 w 4023291"/>
                <a:gd name="connsiteY2" fmla="*/ 1320019 h 3772656"/>
                <a:gd name="connsiteX3" fmla="*/ 3942362 w 4023291"/>
                <a:gd name="connsiteY3" fmla="*/ 2280139 h 3772656"/>
                <a:gd name="connsiteX4" fmla="*/ 3475637 w 4023291"/>
                <a:gd name="connsiteY4" fmla="*/ 3139293 h 3772656"/>
                <a:gd name="connsiteX5" fmla="*/ 2158661 w 4023291"/>
                <a:gd name="connsiteY5" fmla="*/ 3772656 h 3772656"/>
                <a:gd name="connsiteX6" fmla="*/ 808637 w 4023291"/>
                <a:gd name="connsiteY6" fmla="*/ 3167868 h 3772656"/>
                <a:gd name="connsiteX7" fmla="*/ 189108 w 4023291"/>
                <a:gd name="connsiteY7" fmla="*/ 2110998 h 3772656"/>
                <a:gd name="connsiteX8" fmla="*/ 332388 w 4023291"/>
                <a:gd name="connsiteY8" fmla="*/ 1105708 h 3772656"/>
                <a:gd name="connsiteX9" fmla="*/ 937225 w 4023291"/>
                <a:gd name="connsiteY9" fmla="*/ 496108 h 3772656"/>
                <a:gd name="connsiteX10" fmla="*/ 2132209 w 4023291"/>
                <a:gd name="connsiteY10" fmla="*/ 0 h 3772656"/>
                <a:gd name="connsiteX0" fmla="*/ 2164822 w 4055904"/>
                <a:gd name="connsiteY0" fmla="*/ 0 h 3772656"/>
                <a:gd name="connsiteX1" fmla="*/ 3258437 w 4055904"/>
                <a:gd name="connsiteY1" fmla="*/ 479107 h 3772656"/>
                <a:gd name="connsiteX2" fmla="*/ 3860676 w 4055904"/>
                <a:gd name="connsiteY2" fmla="*/ 1320019 h 3772656"/>
                <a:gd name="connsiteX3" fmla="*/ 3974975 w 4055904"/>
                <a:gd name="connsiteY3" fmla="*/ 2280139 h 3772656"/>
                <a:gd name="connsiteX4" fmla="*/ 3508250 w 4055904"/>
                <a:gd name="connsiteY4" fmla="*/ 3139293 h 3772656"/>
                <a:gd name="connsiteX5" fmla="*/ 2191274 w 4055904"/>
                <a:gd name="connsiteY5" fmla="*/ 3772656 h 3772656"/>
                <a:gd name="connsiteX6" fmla="*/ 841250 w 4055904"/>
                <a:gd name="connsiteY6" fmla="*/ 3167868 h 3772656"/>
                <a:gd name="connsiteX7" fmla="*/ 221721 w 4055904"/>
                <a:gd name="connsiteY7" fmla="*/ 2110998 h 3772656"/>
                <a:gd name="connsiteX8" fmla="*/ 365001 w 4055904"/>
                <a:gd name="connsiteY8" fmla="*/ 1105708 h 3772656"/>
                <a:gd name="connsiteX9" fmla="*/ 969838 w 4055904"/>
                <a:gd name="connsiteY9" fmla="*/ 496108 h 3772656"/>
                <a:gd name="connsiteX10" fmla="*/ 2164822 w 4055904"/>
                <a:gd name="connsiteY10" fmla="*/ 0 h 3772656"/>
                <a:gd name="connsiteX0" fmla="*/ 2138308 w 4029390"/>
                <a:gd name="connsiteY0" fmla="*/ 0 h 3772656"/>
                <a:gd name="connsiteX1" fmla="*/ 3231923 w 4029390"/>
                <a:gd name="connsiteY1" fmla="*/ 479107 h 3772656"/>
                <a:gd name="connsiteX2" fmla="*/ 3834162 w 4029390"/>
                <a:gd name="connsiteY2" fmla="*/ 1320019 h 3772656"/>
                <a:gd name="connsiteX3" fmla="*/ 3948461 w 4029390"/>
                <a:gd name="connsiteY3" fmla="*/ 2280139 h 3772656"/>
                <a:gd name="connsiteX4" fmla="*/ 3481736 w 4029390"/>
                <a:gd name="connsiteY4" fmla="*/ 3139293 h 3772656"/>
                <a:gd name="connsiteX5" fmla="*/ 2164760 w 4029390"/>
                <a:gd name="connsiteY5" fmla="*/ 3772656 h 3772656"/>
                <a:gd name="connsiteX6" fmla="*/ 814736 w 4029390"/>
                <a:gd name="connsiteY6" fmla="*/ 3167868 h 3772656"/>
                <a:gd name="connsiteX7" fmla="*/ 195207 w 4029390"/>
                <a:gd name="connsiteY7" fmla="*/ 2110998 h 3772656"/>
                <a:gd name="connsiteX8" fmla="*/ 338487 w 4029390"/>
                <a:gd name="connsiteY8" fmla="*/ 1105708 h 3772656"/>
                <a:gd name="connsiteX9" fmla="*/ 943324 w 4029390"/>
                <a:gd name="connsiteY9" fmla="*/ 496108 h 3772656"/>
                <a:gd name="connsiteX10" fmla="*/ 2138308 w 4029390"/>
                <a:gd name="connsiteY10" fmla="*/ 0 h 3772656"/>
                <a:gd name="connsiteX0" fmla="*/ 2189581 w 4080663"/>
                <a:gd name="connsiteY0" fmla="*/ 0 h 3772656"/>
                <a:gd name="connsiteX1" fmla="*/ 3283196 w 4080663"/>
                <a:gd name="connsiteY1" fmla="*/ 479107 h 3772656"/>
                <a:gd name="connsiteX2" fmla="*/ 3885435 w 4080663"/>
                <a:gd name="connsiteY2" fmla="*/ 1320019 h 3772656"/>
                <a:gd name="connsiteX3" fmla="*/ 3999734 w 4080663"/>
                <a:gd name="connsiteY3" fmla="*/ 2280139 h 3772656"/>
                <a:gd name="connsiteX4" fmla="*/ 3533009 w 4080663"/>
                <a:gd name="connsiteY4" fmla="*/ 3139293 h 3772656"/>
                <a:gd name="connsiteX5" fmla="*/ 2216033 w 4080663"/>
                <a:gd name="connsiteY5" fmla="*/ 3772656 h 3772656"/>
                <a:gd name="connsiteX6" fmla="*/ 866009 w 4080663"/>
                <a:gd name="connsiteY6" fmla="*/ 3167868 h 3772656"/>
                <a:gd name="connsiteX7" fmla="*/ 246480 w 4080663"/>
                <a:gd name="connsiteY7" fmla="*/ 2110998 h 3772656"/>
                <a:gd name="connsiteX8" fmla="*/ 389760 w 4080663"/>
                <a:gd name="connsiteY8" fmla="*/ 1105708 h 3772656"/>
                <a:gd name="connsiteX9" fmla="*/ 994597 w 4080663"/>
                <a:gd name="connsiteY9" fmla="*/ 496108 h 3772656"/>
                <a:gd name="connsiteX10" fmla="*/ 2189581 w 4080663"/>
                <a:gd name="connsiteY10" fmla="*/ 0 h 3772656"/>
                <a:gd name="connsiteX0" fmla="*/ 2189581 w 4080663"/>
                <a:gd name="connsiteY0" fmla="*/ 0 h 3772656"/>
                <a:gd name="connsiteX1" fmla="*/ 3283196 w 4080663"/>
                <a:gd name="connsiteY1" fmla="*/ 479107 h 3772656"/>
                <a:gd name="connsiteX2" fmla="*/ 3885435 w 4080663"/>
                <a:gd name="connsiteY2" fmla="*/ 1320019 h 3772656"/>
                <a:gd name="connsiteX3" fmla="*/ 3999734 w 4080663"/>
                <a:gd name="connsiteY3" fmla="*/ 2280139 h 3772656"/>
                <a:gd name="connsiteX4" fmla="*/ 3533009 w 4080663"/>
                <a:gd name="connsiteY4" fmla="*/ 3139293 h 3772656"/>
                <a:gd name="connsiteX5" fmla="*/ 2216033 w 4080663"/>
                <a:gd name="connsiteY5" fmla="*/ 3772656 h 3772656"/>
                <a:gd name="connsiteX6" fmla="*/ 866009 w 4080663"/>
                <a:gd name="connsiteY6" fmla="*/ 3167868 h 3772656"/>
                <a:gd name="connsiteX7" fmla="*/ 246480 w 4080663"/>
                <a:gd name="connsiteY7" fmla="*/ 2110998 h 3772656"/>
                <a:gd name="connsiteX8" fmla="*/ 389760 w 4080663"/>
                <a:gd name="connsiteY8" fmla="*/ 1105708 h 3772656"/>
                <a:gd name="connsiteX9" fmla="*/ 994597 w 4080663"/>
                <a:gd name="connsiteY9" fmla="*/ 496108 h 3772656"/>
                <a:gd name="connsiteX10" fmla="*/ 2189581 w 4080663"/>
                <a:gd name="connsiteY10" fmla="*/ 0 h 3772656"/>
                <a:gd name="connsiteX0" fmla="*/ 2189581 w 4080663"/>
                <a:gd name="connsiteY0" fmla="*/ 87424 h 3860080"/>
                <a:gd name="connsiteX1" fmla="*/ 3283196 w 4080663"/>
                <a:gd name="connsiteY1" fmla="*/ 566531 h 3860080"/>
                <a:gd name="connsiteX2" fmla="*/ 3885435 w 4080663"/>
                <a:gd name="connsiteY2" fmla="*/ 1407443 h 3860080"/>
                <a:gd name="connsiteX3" fmla="*/ 3999734 w 4080663"/>
                <a:gd name="connsiteY3" fmla="*/ 2367563 h 3860080"/>
                <a:gd name="connsiteX4" fmla="*/ 3533009 w 4080663"/>
                <a:gd name="connsiteY4" fmla="*/ 3226717 h 3860080"/>
                <a:gd name="connsiteX5" fmla="*/ 2216033 w 4080663"/>
                <a:gd name="connsiteY5" fmla="*/ 3860080 h 3860080"/>
                <a:gd name="connsiteX6" fmla="*/ 866009 w 4080663"/>
                <a:gd name="connsiteY6" fmla="*/ 3255292 h 3860080"/>
                <a:gd name="connsiteX7" fmla="*/ 246480 w 4080663"/>
                <a:gd name="connsiteY7" fmla="*/ 2198422 h 3860080"/>
                <a:gd name="connsiteX8" fmla="*/ 389760 w 4080663"/>
                <a:gd name="connsiteY8" fmla="*/ 1193132 h 3860080"/>
                <a:gd name="connsiteX9" fmla="*/ 994597 w 4080663"/>
                <a:gd name="connsiteY9" fmla="*/ 583532 h 3860080"/>
                <a:gd name="connsiteX10" fmla="*/ 2189581 w 4080663"/>
                <a:gd name="connsiteY10" fmla="*/ 87424 h 3860080"/>
                <a:gd name="connsiteX0" fmla="*/ 2189581 w 4080663"/>
                <a:gd name="connsiteY0" fmla="*/ 82537 h 3855193"/>
                <a:gd name="connsiteX1" fmla="*/ 3283196 w 4080663"/>
                <a:gd name="connsiteY1" fmla="*/ 561644 h 3855193"/>
                <a:gd name="connsiteX2" fmla="*/ 3885435 w 4080663"/>
                <a:gd name="connsiteY2" fmla="*/ 1402556 h 3855193"/>
                <a:gd name="connsiteX3" fmla="*/ 3999734 w 4080663"/>
                <a:gd name="connsiteY3" fmla="*/ 2362676 h 3855193"/>
                <a:gd name="connsiteX4" fmla="*/ 3533009 w 4080663"/>
                <a:gd name="connsiteY4" fmla="*/ 3221830 h 3855193"/>
                <a:gd name="connsiteX5" fmla="*/ 2216033 w 4080663"/>
                <a:gd name="connsiteY5" fmla="*/ 3855193 h 3855193"/>
                <a:gd name="connsiteX6" fmla="*/ 866009 w 4080663"/>
                <a:gd name="connsiteY6" fmla="*/ 3250405 h 3855193"/>
                <a:gd name="connsiteX7" fmla="*/ 246480 w 4080663"/>
                <a:gd name="connsiteY7" fmla="*/ 2193535 h 3855193"/>
                <a:gd name="connsiteX8" fmla="*/ 389760 w 4080663"/>
                <a:gd name="connsiteY8" fmla="*/ 1188245 h 3855193"/>
                <a:gd name="connsiteX9" fmla="*/ 994597 w 4080663"/>
                <a:gd name="connsiteY9" fmla="*/ 578645 h 3855193"/>
                <a:gd name="connsiteX10" fmla="*/ 2189581 w 4080663"/>
                <a:gd name="connsiteY10" fmla="*/ 82537 h 3855193"/>
                <a:gd name="connsiteX0" fmla="*/ 2189581 w 4080663"/>
                <a:gd name="connsiteY0" fmla="*/ 120366 h 3893022"/>
                <a:gd name="connsiteX1" fmla="*/ 3283196 w 4080663"/>
                <a:gd name="connsiteY1" fmla="*/ 599473 h 3893022"/>
                <a:gd name="connsiteX2" fmla="*/ 3885435 w 4080663"/>
                <a:gd name="connsiteY2" fmla="*/ 1440385 h 3893022"/>
                <a:gd name="connsiteX3" fmla="*/ 3999734 w 4080663"/>
                <a:gd name="connsiteY3" fmla="*/ 2400505 h 3893022"/>
                <a:gd name="connsiteX4" fmla="*/ 3533009 w 4080663"/>
                <a:gd name="connsiteY4" fmla="*/ 3259659 h 3893022"/>
                <a:gd name="connsiteX5" fmla="*/ 2216033 w 4080663"/>
                <a:gd name="connsiteY5" fmla="*/ 3893022 h 3893022"/>
                <a:gd name="connsiteX6" fmla="*/ 866009 w 4080663"/>
                <a:gd name="connsiteY6" fmla="*/ 3288234 h 3893022"/>
                <a:gd name="connsiteX7" fmla="*/ 246480 w 4080663"/>
                <a:gd name="connsiteY7" fmla="*/ 2231364 h 3893022"/>
                <a:gd name="connsiteX8" fmla="*/ 389760 w 4080663"/>
                <a:gd name="connsiteY8" fmla="*/ 1226074 h 3893022"/>
                <a:gd name="connsiteX9" fmla="*/ 994597 w 4080663"/>
                <a:gd name="connsiteY9" fmla="*/ 616474 h 3893022"/>
                <a:gd name="connsiteX10" fmla="*/ 2189581 w 4080663"/>
                <a:gd name="connsiteY10" fmla="*/ 120366 h 3893022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250047"/>
                <a:gd name="connsiteY0" fmla="*/ 112664 h 3885320"/>
                <a:gd name="connsiteX1" fmla="*/ 3283196 w 4250047"/>
                <a:gd name="connsiteY1" fmla="*/ 591771 h 3885320"/>
                <a:gd name="connsiteX2" fmla="*/ 3885435 w 4250047"/>
                <a:gd name="connsiteY2" fmla="*/ 1432683 h 3885320"/>
                <a:gd name="connsiteX3" fmla="*/ 3999734 w 4250047"/>
                <a:gd name="connsiteY3" fmla="*/ 2392803 h 3885320"/>
                <a:gd name="connsiteX4" fmla="*/ 3533009 w 4250047"/>
                <a:gd name="connsiteY4" fmla="*/ 3251957 h 3885320"/>
                <a:gd name="connsiteX5" fmla="*/ 2216033 w 4250047"/>
                <a:gd name="connsiteY5" fmla="*/ 3885320 h 3885320"/>
                <a:gd name="connsiteX6" fmla="*/ 866009 w 4250047"/>
                <a:gd name="connsiteY6" fmla="*/ 3280532 h 3885320"/>
                <a:gd name="connsiteX7" fmla="*/ 246480 w 4250047"/>
                <a:gd name="connsiteY7" fmla="*/ 2223662 h 3885320"/>
                <a:gd name="connsiteX8" fmla="*/ 389760 w 4250047"/>
                <a:gd name="connsiteY8" fmla="*/ 1218372 h 3885320"/>
                <a:gd name="connsiteX9" fmla="*/ 994597 w 4250047"/>
                <a:gd name="connsiteY9" fmla="*/ 608772 h 3885320"/>
                <a:gd name="connsiteX10" fmla="*/ 2189581 w 4250047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4063" h="3885320">
                  <a:moveTo>
                    <a:pt x="2189581" y="112664"/>
                  </a:moveTo>
                  <a:cubicBezTo>
                    <a:pt x="2992269" y="-289609"/>
                    <a:pt x="3271083" y="508269"/>
                    <a:pt x="3283196" y="591771"/>
                  </a:cubicBezTo>
                  <a:cubicBezTo>
                    <a:pt x="3178507" y="652365"/>
                    <a:pt x="4047274" y="600564"/>
                    <a:pt x="3885435" y="1432683"/>
                  </a:cubicBezTo>
                  <a:cubicBezTo>
                    <a:pt x="4384545" y="1718433"/>
                    <a:pt x="4195949" y="2268978"/>
                    <a:pt x="3999734" y="2392803"/>
                  </a:cubicBezTo>
                  <a:cubicBezTo>
                    <a:pt x="4136259" y="3018913"/>
                    <a:pt x="3834634" y="3006847"/>
                    <a:pt x="3533009" y="3251957"/>
                  </a:cubicBezTo>
                  <a:cubicBezTo>
                    <a:pt x="3294042" y="3920278"/>
                    <a:pt x="2350225" y="3293199"/>
                    <a:pt x="2216033" y="3885320"/>
                  </a:cubicBezTo>
                  <a:cubicBezTo>
                    <a:pt x="1966050" y="3378924"/>
                    <a:pt x="1249342" y="3844078"/>
                    <a:pt x="866009" y="3280532"/>
                  </a:cubicBezTo>
                  <a:cubicBezTo>
                    <a:pt x="659499" y="2928242"/>
                    <a:pt x="-32785" y="3652277"/>
                    <a:pt x="246480" y="2223662"/>
                  </a:cubicBezTo>
                  <a:cubicBezTo>
                    <a:pt x="108569" y="2078339"/>
                    <a:pt x="-300870" y="1661351"/>
                    <a:pt x="389760" y="1218372"/>
                  </a:cubicBezTo>
                  <a:cubicBezTo>
                    <a:pt x="366015" y="1023043"/>
                    <a:pt x="301721" y="731938"/>
                    <a:pt x="994597" y="608772"/>
                  </a:cubicBezTo>
                  <a:cubicBezTo>
                    <a:pt x="1278625" y="500553"/>
                    <a:pt x="943528" y="-207742"/>
                    <a:pt x="2189581" y="112664"/>
                  </a:cubicBezTo>
                  <a:close/>
                </a:path>
              </a:pathLst>
            </a:custGeom>
            <a:solidFill>
              <a:srgbClr val="E45218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C000A7-2CFF-AC53-BE58-B750384C3E08}"/>
                </a:ext>
              </a:extLst>
            </p:cNvPr>
            <p:cNvSpPr/>
            <p:nvPr/>
          </p:nvSpPr>
          <p:spPr>
            <a:xfrm>
              <a:off x="1975873" y="1791617"/>
              <a:ext cx="2844644" cy="2504512"/>
            </a:xfrm>
            <a:custGeom>
              <a:avLst/>
              <a:gdLst>
                <a:gd name="connsiteX0" fmla="*/ 0 w 1571625"/>
                <a:gd name="connsiteY0" fmla="*/ 0 h 2133600"/>
                <a:gd name="connsiteX1" fmla="*/ 1571625 w 1571625"/>
                <a:gd name="connsiteY1" fmla="*/ 0 h 2133600"/>
                <a:gd name="connsiteX2" fmla="*/ 1571625 w 1571625"/>
                <a:gd name="connsiteY2" fmla="*/ 2133600 h 2133600"/>
                <a:gd name="connsiteX3" fmla="*/ 0 w 1571625"/>
                <a:gd name="connsiteY3" fmla="*/ 2133600 h 2133600"/>
                <a:gd name="connsiteX4" fmla="*/ 0 w 1571625"/>
                <a:gd name="connsiteY4" fmla="*/ 0 h 2133600"/>
                <a:gd name="connsiteX0" fmla="*/ 0 w 1704975"/>
                <a:gd name="connsiteY0" fmla="*/ 9525 h 2133600"/>
                <a:gd name="connsiteX1" fmla="*/ 1704975 w 1704975"/>
                <a:gd name="connsiteY1" fmla="*/ 0 h 2133600"/>
                <a:gd name="connsiteX2" fmla="*/ 1704975 w 1704975"/>
                <a:gd name="connsiteY2" fmla="*/ 2133600 h 2133600"/>
                <a:gd name="connsiteX3" fmla="*/ 133350 w 1704975"/>
                <a:gd name="connsiteY3" fmla="*/ 2133600 h 2133600"/>
                <a:gd name="connsiteX4" fmla="*/ 0 w 1704975"/>
                <a:gd name="connsiteY4" fmla="*/ 9525 h 2133600"/>
                <a:gd name="connsiteX0" fmla="*/ 0 w 1962150"/>
                <a:gd name="connsiteY0" fmla="*/ 28575 h 2152650"/>
                <a:gd name="connsiteX1" fmla="*/ 1962150 w 1962150"/>
                <a:gd name="connsiteY1" fmla="*/ 0 h 2152650"/>
                <a:gd name="connsiteX2" fmla="*/ 1704975 w 1962150"/>
                <a:gd name="connsiteY2" fmla="*/ 2152650 h 2152650"/>
                <a:gd name="connsiteX3" fmla="*/ 133350 w 1962150"/>
                <a:gd name="connsiteY3" fmla="*/ 2152650 h 2152650"/>
                <a:gd name="connsiteX4" fmla="*/ 0 w 1962150"/>
                <a:gd name="connsiteY4" fmla="*/ 28575 h 2152650"/>
                <a:gd name="connsiteX0" fmla="*/ 0 w 1962150"/>
                <a:gd name="connsiteY0" fmla="*/ 28575 h 2219325"/>
                <a:gd name="connsiteX1" fmla="*/ 1962150 w 1962150"/>
                <a:gd name="connsiteY1" fmla="*/ 0 h 2219325"/>
                <a:gd name="connsiteX2" fmla="*/ 1038225 w 1962150"/>
                <a:gd name="connsiteY2" fmla="*/ 2219325 h 2219325"/>
                <a:gd name="connsiteX3" fmla="*/ 133350 w 1962150"/>
                <a:gd name="connsiteY3" fmla="*/ 2152650 h 2219325"/>
                <a:gd name="connsiteX4" fmla="*/ 0 w 1962150"/>
                <a:gd name="connsiteY4" fmla="*/ 28575 h 2219325"/>
                <a:gd name="connsiteX0" fmla="*/ 0 w 1962150"/>
                <a:gd name="connsiteY0" fmla="*/ 28575 h 2219325"/>
                <a:gd name="connsiteX1" fmla="*/ 1962150 w 1962150"/>
                <a:gd name="connsiteY1" fmla="*/ 0 h 2219325"/>
                <a:gd name="connsiteX2" fmla="*/ 1038225 w 1962150"/>
                <a:gd name="connsiteY2" fmla="*/ 2219325 h 2219325"/>
                <a:gd name="connsiteX3" fmla="*/ 0 w 1962150"/>
                <a:gd name="connsiteY3" fmla="*/ 28575 h 2219325"/>
                <a:gd name="connsiteX0" fmla="*/ 0 w 2237970"/>
                <a:gd name="connsiteY0" fmla="*/ 28575 h 2219405"/>
                <a:gd name="connsiteX1" fmla="*/ 1962150 w 2237970"/>
                <a:gd name="connsiteY1" fmla="*/ 0 h 2219405"/>
                <a:gd name="connsiteX2" fmla="*/ 1038225 w 2237970"/>
                <a:gd name="connsiteY2" fmla="*/ 2219325 h 2219405"/>
                <a:gd name="connsiteX3" fmla="*/ 0 w 2237970"/>
                <a:gd name="connsiteY3" fmla="*/ 28575 h 2219405"/>
                <a:gd name="connsiteX0" fmla="*/ 187562 w 2425532"/>
                <a:gd name="connsiteY0" fmla="*/ 28575 h 2219406"/>
                <a:gd name="connsiteX1" fmla="*/ 2149712 w 2425532"/>
                <a:gd name="connsiteY1" fmla="*/ 0 h 2219406"/>
                <a:gd name="connsiteX2" fmla="*/ 1225787 w 2425532"/>
                <a:gd name="connsiteY2" fmla="*/ 2219325 h 2219406"/>
                <a:gd name="connsiteX3" fmla="*/ 187562 w 2425532"/>
                <a:gd name="connsiteY3" fmla="*/ 28575 h 2219406"/>
                <a:gd name="connsiteX0" fmla="*/ 187562 w 2589340"/>
                <a:gd name="connsiteY0" fmla="*/ 28575 h 2219406"/>
                <a:gd name="connsiteX1" fmla="*/ 2149712 w 2589340"/>
                <a:gd name="connsiteY1" fmla="*/ 0 h 2219406"/>
                <a:gd name="connsiteX2" fmla="*/ 1225787 w 2589340"/>
                <a:gd name="connsiteY2" fmla="*/ 2219325 h 2219406"/>
                <a:gd name="connsiteX3" fmla="*/ 187562 w 2589340"/>
                <a:gd name="connsiteY3" fmla="*/ 28575 h 2219406"/>
                <a:gd name="connsiteX0" fmla="*/ 443729 w 2845507"/>
                <a:gd name="connsiteY0" fmla="*/ 28575 h 2219388"/>
                <a:gd name="connsiteX1" fmla="*/ 2405879 w 2845507"/>
                <a:gd name="connsiteY1" fmla="*/ 0 h 2219388"/>
                <a:gd name="connsiteX2" fmla="*/ 1481954 w 2845507"/>
                <a:gd name="connsiteY2" fmla="*/ 2219325 h 2219388"/>
                <a:gd name="connsiteX3" fmla="*/ 443729 w 2845507"/>
                <a:gd name="connsiteY3" fmla="*/ 28575 h 2219388"/>
                <a:gd name="connsiteX0" fmla="*/ 443729 w 2845507"/>
                <a:gd name="connsiteY0" fmla="*/ 195955 h 2386768"/>
                <a:gd name="connsiteX1" fmla="*/ 2405879 w 2845507"/>
                <a:gd name="connsiteY1" fmla="*/ 167380 h 2386768"/>
                <a:gd name="connsiteX2" fmla="*/ 1481954 w 2845507"/>
                <a:gd name="connsiteY2" fmla="*/ 2386705 h 2386768"/>
                <a:gd name="connsiteX3" fmla="*/ 443729 w 2845507"/>
                <a:gd name="connsiteY3" fmla="*/ 195955 h 2386768"/>
                <a:gd name="connsiteX0" fmla="*/ 443729 w 2845507"/>
                <a:gd name="connsiteY0" fmla="*/ 289886 h 2480699"/>
                <a:gd name="connsiteX1" fmla="*/ 2405879 w 2845507"/>
                <a:gd name="connsiteY1" fmla="*/ 261311 h 2480699"/>
                <a:gd name="connsiteX2" fmla="*/ 1481954 w 2845507"/>
                <a:gd name="connsiteY2" fmla="*/ 2480636 h 2480699"/>
                <a:gd name="connsiteX3" fmla="*/ 443729 w 2845507"/>
                <a:gd name="connsiteY3" fmla="*/ 289886 h 2480699"/>
                <a:gd name="connsiteX0" fmla="*/ 450404 w 2844644"/>
                <a:gd name="connsiteY0" fmla="*/ 289886 h 2504512"/>
                <a:gd name="connsiteX1" fmla="*/ 2412554 w 2844644"/>
                <a:gd name="connsiteY1" fmla="*/ 261311 h 2504512"/>
                <a:gd name="connsiteX2" fmla="*/ 1474341 w 2844644"/>
                <a:gd name="connsiteY2" fmla="*/ 2504449 h 2504512"/>
                <a:gd name="connsiteX3" fmla="*/ 450404 w 2844644"/>
                <a:gd name="connsiteY3" fmla="*/ 289886 h 2504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4644" h="2504512">
                  <a:moveTo>
                    <a:pt x="450404" y="289886"/>
                  </a:moveTo>
                  <a:cubicBezTo>
                    <a:pt x="999679" y="-138739"/>
                    <a:pt x="2091879" y="-43489"/>
                    <a:pt x="2412554" y="261311"/>
                  </a:cubicBezTo>
                  <a:cubicBezTo>
                    <a:pt x="2590354" y="505786"/>
                    <a:pt x="3696841" y="2517149"/>
                    <a:pt x="1474341" y="2504449"/>
                  </a:cubicBezTo>
                  <a:cubicBezTo>
                    <a:pt x="-729109" y="2517149"/>
                    <a:pt x="91629" y="610561"/>
                    <a:pt x="450404" y="289886"/>
                  </a:cubicBezTo>
                  <a:close/>
                </a:path>
              </a:pathLst>
            </a:custGeom>
            <a:solidFill>
              <a:srgbClr val="FFAA1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E81ED73-4793-CE1B-1BC0-16A06CB85B5F}"/>
                </a:ext>
              </a:extLst>
            </p:cNvPr>
            <p:cNvGrpSpPr/>
            <p:nvPr/>
          </p:nvGrpSpPr>
          <p:grpSpPr>
            <a:xfrm>
              <a:off x="2125857" y="1596979"/>
              <a:ext cx="590993" cy="543133"/>
              <a:chOff x="2125857" y="1596979"/>
              <a:chExt cx="590993" cy="543133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8AFC743-24AD-E4B2-2048-7DE8C55953CC}"/>
                  </a:ext>
                </a:extLst>
              </p:cNvPr>
              <p:cNvSpPr/>
              <p:nvPr/>
            </p:nvSpPr>
            <p:spPr>
              <a:xfrm rot="20198826">
                <a:off x="2125857" y="1596979"/>
                <a:ext cx="590993" cy="543133"/>
              </a:xfrm>
              <a:custGeom>
                <a:avLst/>
                <a:gdLst>
                  <a:gd name="connsiteX0" fmla="*/ 0 w 711708"/>
                  <a:gd name="connsiteY0" fmla="*/ 283919 h 567838"/>
                  <a:gd name="connsiteX1" fmla="*/ 355854 w 711708"/>
                  <a:gd name="connsiteY1" fmla="*/ 0 h 567838"/>
                  <a:gd name="connsiteX2" fmla="*/ 711708 w 711708"/>
                  <a:gd name="connsiteY2" fmla="*/ 283919 h 567838"/>
                  <a:gd name="connsiteX3" fmla="*/ 355854 w 711708"/>
                  <a:gd name="connsiteY3" fmla="*/ 567838 h 567838"/>
                  <a:gd name="connsiteX4" fmla="*/ 0 w 711708"/>
                  <a:gd name="connsiteY4" fmla="*/ 283919 h 567838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2628 w 726189"/>
                  <a:gd name="connsiteY0" fmla="*/ 283919 h 575392"/>
                  <a:gd name="connsiteX1" fmla="*/ 358482 w 726189"/>
                  <a:gd name="connsiteY1" fmla="*/ 0 h 575392"/>
                  <a:gd name="connsiteX2" fmla="*/ 714336 w 726189"/>
                  <a:gd name="connsiteY2" fmla="*/ 283919 h 575392"/>
                  <a:gd name="connsiteX3" fmla="*/ 611040 w 726189"/>
                  <a:gd name="connsiteY3" fmla="*/ 478580 h 575392"/>
                  <a:gd name="connsiteX4" fmla="*/ 358482 w 726189"/>
                  <a:gd name="connsiteY4" fmla="*/ 567838 h 575392"/>
                  <a:gd name="connsiteX5" fmla="*/ 204819 w 726189"/>
                  <a:gd name="connsiteY5" fmla="*/ 538354 h 575392"/>
                  <a:gd name="connsiteX6" fmla="*/ 2628 w 726189"/>
                  <a:gd name="connsiteY6" fmla="*/ 283919 h 575392"/>
                  <a:gd name="connsiteX0" fmla="*/ 3350 w 729519"/>
                  <a:gd name="connsiteY0" fmla="*/ 283919 h 548781"/>
                  <a:gd name="connsiteX1" fmla="*/ 359204 w 729519"/>
                  <a:gd name="connsiteY1" fmla="*/ 0 h 548781"/>
                  <a:gd name="connsiteX2" fmla="*/ 715058 w 729519"/>
                  <a:gd name="connsiteY2" fmla="*/ 283919 h 548781"/>
                  <a:gd name="connsiteX3" fmla="*/ 611762 w 729519"/>
                  <a:gd name="connsiteY3" fmla="*/ 478580 h 548781"/>
                  <a:gd name="connsiteX4" fmla="*/ 205541 w 729519"/>
                  <a:gd name="connsiteY4" fmla="*/ 538354 h 548781"/>
                  <a:gd name="connsiteX5" fmla="*/ 3350 w 729519"/>
                  <a:gd name="connsiteY5" fmla="*/ 283919 h 548781"/>
                  <a:gd name="connsiteX0" fmla="*/ 3350 w 614268"/>
                  <a:gd name="connsiteY0" fmla="*/ 287070 h 560524"/>
                  <a:gd name="connsiteX1" fmla="*/ 359204 w 614268"/>
                  <a:gd name="connsiteY1" fmla="*/ 3151 h 560524"/>
                  <a:gd name="connsiteX2" fmla="*/ 611762 w 614268"/>
                  <a:gd name="connsiteY2" fmla="*/ 481731 h 560524"/>
                  <a:gd name="connsiteX3" fmla="*/ 205541 w 614268"/>
                  <a:gd name="connsiteY3" fmla="*/ 541505 h 560524"/>
                  <a:gd name="connsiteX4" fmla="*/ 3350 w 614268"/>
                  <a:gd name="connsiteY4" fmla="*/ 287070 h 560524"/>
                  <a:gd name="connsiteX0" fmla="*/ 8313 w 416682"/>
                  <a:gd name="connsiteY0" fmla="*/ 538538 h 578514"/>
                  <a:gd name="connsiteX1" fmla="*/ 161976 w 416682"/>
                  <a:gd name="connsiteY1" fmla="*/ 184 h 578514"/>
                  <a:gd name="connsiteX2" fmla="*/ 414534 w 416682"/>
                  <a:gd name="connsiteY2" fmla="*/ 478764 h 578514"/>
                  <a:gd name="connsiteX3" fmla="*/ 8313 w 416682"/>
                  <a:gd name="connsiteY3" fmla="*/ 538538 h 578514"/>
                  <a:gd name="connsiteX0" fmla="*/ 104037 w 559169"/>
                  <a:gd name="connsiteY0" fmla="*/ 542759 h 582735"/>
                  <a:gd name="connsiteX1" fmla="*/ 257700 w 559169"/>
                  <a:gd name="connsiteY1" fmla="*/ 4405 h 582735"/>
                  <a:gd name="connsiteX2" fmla="*/ 510258 w 559169"/>
                  <a:gd name="connsiteY2" fmla="*/ 482985 h 582735"/>
                  <a:gd name="connsiteX3" fmla="*/ 104037 w 559169"/>
                  <a:gd name="connsiteY3" fmla="*/ 542759 h 582735"/>
                  <a:gd name="connsiteX0" fmla="*/ 125777 w 599246"/>
                  <a:gd name="connsiteY0" fmla="*/ 543217 h 583193"/>
                  <a:gd name="connsiteX1" fmla="*/ 279440 w 599246"/>
                  <a:gd name="connsiteY1" fmla="*/ 4863 h 583193"/>
                  <a:gd name="connsiteX2" fmla="*/ 531998 w 599246"/>
                  <a:gd name="connsiteY2" fmla="*/ 483443 h 583193"/>
                  <a:gd name="connsiteX3" fmla="*/ 125777 w 599246"/>
                  <a:gd name="connsiteY3" fmla="*/ 543217 h 583193"/>
                  <a:gd name="connsiteX0" fmla="*/ 139155 w 612624"/>
                  <a:gd name="connsiteY0" fmla="*/ 543217 h 579358"/>
                  <a:gd name="connsiteX1" fmla="*/ 292818 w 612624"/>
                  <a:gd name="connsiteY1" fmla="*/ 4863 h 579358"/>
                  <a:gd name="connsiteX2" fmla="*/ 545376 w 612624"/>
                  <a:gd name="connsiteY2" fmla="*/ 483443 h 579358"/>
                  <a:gd name="connsiteX3" fmla="*/ 139155 w 612624"/>
                  <a:gd name="connsiteY3" fmla="*/ 543217 h 579358"/>
                  <a:gd name="connsiteX0" fmla="*/ 127645 w 590993"/>
                  <a:gd name="connsiteY0" fmla="*/ 543133 h 579274"/>
                  <a:gd name="connsiteX1" fmla="*/ 281308 w 590993"/>
                  <a:gd name="connsiteY1" fmla="*/ 4779 h 579274"/>
                  <a:gd name="connsiteX2" fmla="*/ 533866 w 590993"/>
                  <a:gd name="connsiteY2" fmla="*/ 483359 h 579274"/>
                  <a:gd name="connsiteX3" fmla="*/ 127645 w 590993"/>
                  <a:gd name="connsiteY3" fmla="*/ 543133 h 579274"/>
                  <a:gd name="connsiteX0" fmla="*/ 127645 w 590993"/>
                  <a:gd name="connsiteY0" fmla="*/ 543133 h 634573"/>
                  <a:gd name="connsiteX1" fmla="*/ 281308 w 590993"/>
                  <a:gd name="connsiteY1" fmla="*/ 4779 h 634573"/>
                  <a:gd name="connsiteX2" fmla="*/ 533866 w 590993"/>
                  <a:gd name="connsiteY2" fmla="*/ 483359 h 634573"/>
                  <a:gd name="connsiteX3" fmla="*/ 219085 w 590993"/>
                  <a:gd name="connsiteY3" fmla="*/ 634573 h 634573"/>
                  <a:gd name="connsiteX0" fmla="*/ 127645 w 590993"/>
                  <a:gd name="connsiteY0" fmla="*/ 543133 h 543133"/>
                  <a:gd name="connsiteX1" fmla="*/ 281308 w 590993"/>
                  <a:gd name="connsiteY1" fmla="*/ 4779 h 543133"/>
                  <a:gd name="connsiteX2" fmla="*/ 533866 w 590993"/>
                  <a:gd name="connsiteY2" fmla="*/ 483359 h 54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0993" h="543133">
                    <a:moveTo>
                      <a:pt x="127645" y="543133"/>
                    </a:moveTo>
                    <a:cubicBezTo>
                      <a:pt x="45505" y="472017"/>
                      <a:pt x="-179549" y="60272"/>
                      <a:pt x="281308" y="4779"/>
                    </a:cubicBezTo>
                    <a:cubicBezTo>
                      <a:pt x="742165" y="-50714"/>
                      <a:pt x="559476" y="393633"/>
                      <a:pt x="533866" y="483359"/>
                    </a:cubicBez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0B171A-0739-93F4-BDC2-CDF738F92EA4}"/>
                  </a:ext>
                </a:extLst>
              </p:cNvPr>
              <p:cNvSpPr/>
              <p:nvPr/>
            </p:nvSpPr>
            <p:spPr>
              <a:xfrm rot="20198826">
                <a:off x="2283522" y="1781457"/>
                <a:ext cx="336380" cy="324187"/>
              </a:xfrm>
              <a:custGeom>
                <a:avLst/>
                <a:gdLst>
                  <a:gd name="connsiteX0" fmla="*/ 0 w 467532"/>
                  <a:gd name="connsiteY0" fmla="*/ 283919 h 567838"/>
                  <a:gd name="connsiteX1" fmla="*/ 233766 w 467532"/>
                  <a:gd name="connsiteY1" fmla="*/ 0 h 567838"/>
                  <a:gd name="connsiteX2" fmla="*/ 467532 w 467532"/>
                  <a:gd name="connsiteY2" fmla="*/ 283919 h 567838"/>
                  <a:gd name="connsiteX3" fmla="*/ 233766 w 467532"/>
                  <a:gd name="connsiteY3" fmla="*/ 567838 h 567838"/>
                  <a:gd name="connsiteX4" fmla="*/ 0 w 467532"/>
                  <a:gd name="connsiteY4" fmla="*/ 283919 h 567838"/>
                  <a:gd name="connsiteX0" fmla="*/ 0 w 467532"/>
                  <a:gd name="connsiteY0" fmla="*/ 283919 h 319409"/>
                  <a:gd name="connsiteX1" fmla="*/ 233766 w 467532"/>
                  <a:gd name="connsiteY1" fmla="*/ 0 h 319409"/>
                  <a:gd name="connsiteX2" fmla="*/ 467532 w 467532"/>
                  <a:gd name="connsiteY2" fmla="*/ 283919 h 319409"/>
                  <a:gd name="connsiteX3" fmla="*/ 0 w 467532"/>
                  <a:gd name="connsiteY3" fmla="*/ 283919 h 319409"/>
                  <a:gd name="connsiteX0" fmla="*/ 0 w 299446"/>
                  <a:gd name="connsiteY0" fmla="*/ 333503 h 352714"/>
                  <a:gd name="connsiteX1" fmla="*/ 65680 w 299446"/>
                  <a:gd name="connsiteY1" fmla="*/ 354 h 352714"/>
                  <a:gd name="connsiteX2" fmla="*/ 299446 w 299446"/>
                  <a:gd name="connsiteY2" fmla="*/ 284273 h 352714"/>
                  <a:gd name="connsiteX3" fmla="*/ 0 w 299446"/>
                  <a:gd name="connsiteY3" fmla="*/ 333503 h 352714"/>
                  <a:gd name="connsiteX0" fmla="*/ 4686 w 196564"/>
                  <a:gd name="connsiteY0" fmla="*/ 333460 h 353461"/>
                  <a:gd name="connsiteX1" fmla="*/ 70366 w 196564"/>
                  <a:gd name="connsiteY1" fmla="*/ 311 h 353461"/>
                  <a:gd name="connsiteX2" fmla="*/ 196564 w 196564"/>
                  <a:gd name="connsiteY2" fmla="*/ 287066 h 353461"/>
                  <a:gd name="connsiteX3" fmla="*/ 4686 w 196564"/>
                  <a:gd name="connsiteY3" fmla="*/ 333460 h 353461"/>
                  <a:gd name="connsiteX0" fmla="*/ 74777 w 299977"/>
                  <a:gd name="connsiteY0" fmla="*/ 333373 h 353374"/>
                  <a:gd name="connsiteX1" fmla="*/ 140457 w 299977"/>
                  <a:gd name="connsiteY1" fmla="*/ 224 h 353374"/>
                  <a:gd name="connsiteX2" fmla="*/ 266655 w 299977"/>
                  <a:gd name="connsiteY2" fmla="*/ 286979 h 353374"/>
                  <a:gd name="connsiteX3" fmla="*/ 74777 w 299977"/>
                  <a:gd name="connsiteY3" fmla="*/ 333373 h 353374"/>
                  <a:gd name="connsiteX0" fmla="*/ 98043 w 308026"/>
                  <a:gd name="connsiteY0" fmla="*/ 321913 h 341073"/>
                  <a:gd name="connsiteX1" fmla="*/ 130235 w 308026"/>
                  <a:gd name="connsiteY1" fmla="*/ 243 h 341073"/>
                  <a:gd name="connsiteX2" fmla="*/ 289921 w 308026"/>
                  <a:gd name="connsiteY2" fmla="*/ 275519 h 341073"/>
                  <a:gd name="connsiteX3" fmla="*/ 98043 w 308026"/>
                  <a:gd name="connsiteY3" fmla="*/ 321913 h 341073"/>
                  <a:gd name="connsiteX0" fmla="*/ 73834 w 269300"/>
                  <a:gd name="connsiteY0" fmla="*/ 322194 h 341354"/>
                  <a:gd name="connsiteX1" fmla="*/ 106026 w 269300"/>
                  <a:gd name="connsiteY1" fmla="*/ 524 h 341354"/>
                  <a:gd name="connsiteX2" fmla="*/ 265712 w 269300"/>
                  <a:gd name="connsiteY2" fmla="*/ 275800 h 341354"/>
                  <a:gd name="connsiteX3" fmla="*/ 73834 w 269300"/>
                  <a:gd name="connsiteY3" fmla="*/ 322194 h 341354"/>
                  <a:gd name="connsiteX0" fmla="*/ 108014 w 303480"/>
                  <a:gd name="connsiteY0" fmla="*/ 322194 h 344918"/>
                  <a:gd name="connsiteX1" fmla="*/ 140206 w 303480"/>
                  <a:gd name="connsiteY1" fmla="*/ 524 h 344918"/>
                  <a:gd name="connsiteX2" fmla="*/ 299892 w 303480"/>
                  <a:gd name="connsiteY2" fmla="*/ 275800 h 344918"/>
                  <a:gd name="connsiteX3" fmla="*/ 108014 w 303480"/>
                  <a:gd name="connsiteY3" fmla="*/ 322194 h 344918"/>
                  <a:gd name="connsiteX0" fmla="*/ 108014 w 336380"/>
                  <a:gd name="connsiteY0" fmla="*/ 322097 h 344821"/>
                  <a:gd name="connsiteX1" fmla="*/ 140206 w 336380"/>
                  <a:gd name="connsiteY1" fmla="*/ 427 h 344821"/>
                  <a:gd name="connsiteX2" fmla="*/ 299892 w 336380"/>
                  <a:gd name="connsiteY2" fmla="*/ 275703 h 344821"/>
                  <a:gd name="connsiteX3" fmla="*/ 108014 w 336380"/>
                  <a:gd name="connsiteY3" fmla="*/ 322097 h 344821"/>
                  <a:gd name="connsiteX0" fmla="*/ 108014 w 336380"/>
                  <a:gd name="connsiteY0" fmla="*/ 322097 h 325923"/>
                  <a:gd name="connsiteX1" fmla="*/ 140206 w 336380"/>
                  <a:gd name="connsiteY1" fmla="*/ 427 h 325923"/>
                  <a:gd name="connsiteX2" fmla="*/ 299892 w 336380"/>
                  <a:gd name="connsiteY2" fmla="*/ 275703 h 325923"/>
                  <a:gd name="connsiteX3" fmla="*/ 108014 w 336380"/>
                  <a:gd name="connsiteY3" fmla="*/ 322097 h 325923"/>
                  <a:gd name="connsiteX0" fmla="*/ 108014 w 336380"/>
                  <a:gd name="connsiteY0" fmla="*/ 322097 h 324187"/>
                  <a:gd name="connsiteX1" fmla="*/ 140206 w 336380"/>
                  <a:gd name="connsiteY1" fmla="*/ 427 h 324187"/>
                  <a:gd name="connsiteX2" fmla="*/ 299892 w 336380"/>
                  <a:gd name="connsiteY2" fmla="*/ 275703 h 324187"/>
                  <a:gd name="connsiteX3" fmla="*/ 108014 w 336380"/>
                  <a:gd name="connsiteY3" fmla="*/ 322097 h 324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380" h="324187">
                    <a:moveTo>
                      <a:pt x="108014" y="322097"/>
                    </a:moveTo>
                    <a:cubicBezTo>
                      <a:pt x="-21448" y="268124"/>
                      <a:pt x="-61249" y="10204"/>
                      <a:pt x="140206" y="427"/>
                    </a:cubicBezTo>
                    <a:cubicBezTo>
                      <a:pt x="341661" y="-9350"/>
                      <a:pt x="374221" y="150992"/>
                      <a:pt x="299892" y="275703"/>
                    </a:cubicBezTo>
                    <a:cubicBezTo>
                      <a:pt x="259738" y="301757"/>
                      <a:pt x="214768" y="332546"/>
                      <a:pt x="108014" y="322097"/>
                    </a:cubicBezTo>
                    <a:close/>
                  </a:path>
                </a:pathLst>
              </a:custGeom>
              <a:solidFill>
                <a:srgbClr val="E45218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0897861-C0BE-A88A-0006-41237BA24889}"/>
                </a:ext>
              </a:extLst>
            </p:cNvPr>
            <p:cNvSpPr/>
            <p:nvPr/>
          </p:nvSpPr>
          <p:spPr>
            <a:xfrm>
              <a:off x="5408643" y="4437458"/>
              <a:ext cx="701645" cy="659310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5" h="659310">
                  <a:moveTo>
                    <a:pt x="0" y="258367"/>
                  </a:moveTo>
                  <a:cubicBezTo>
                    <a:pt x="67194" y="-135333"/>
                    <a:pt x="429664" y="13892"/>
                    <a:pt x="515908" y="105967"/>
                  </a:cubicBezTo>
                  <a:cubicBezTo>
                    <a:pt x="658782" y="226617"/>
                    <a:pt x="501620" y="513954"/>
                    <a:pt x="701645" y="525067"/>
                  </a:cubicBezTo>
                  <a:cubicBezTo>
                    <a:pt x="220113" y="912417"/>
                    <a:pt x="233882" y="347267"/>
                    <a:pt x="0" y="258367"/>
                  </a:cubicBezTo>
                  <a:close/>
                </a:path>
              </a:pathLst>
            </a:custGeom>
            <a:solidFill>
              <a:srgbClr val="E45218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371C678-E41C-8720-347F-E87459026791}"/>
                </a:ext>
              </a:extLst>
            </p:cNvPr>
            <p:cNvGrpSpPr/>
            <p:nvPr/>
          </p:nvGrpSpPr>
          <p:grpSpPr>
            <a:xfrm>
              <a:off x="3128139" y="3182833"/>
              <a:ext cx="688969" cy="634560"/>
              <a:chOff x="3128139" y="3182833"/>
              <a:chExt cx="688969" cy="634560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3B4A666-9E9C-F160-C02B-5475C7952CF4}"/>
                  </a:ext>
                </a:extLst>
              </p:cNvPr>
              <p:cNvSpPr/>
              <p:nvPr/>
            </p:nvSpPr>
            <p:spPr>
              <a:xfrm>
                <a:off x="3128139" y="3433910"/>
                <a:ext cx="357932" cy="383483"/>
              </a:xfrm>
              <a:custGeom>
                <a:avLst/>
                <a:gdLst>
                  <a:gd name="connsiteX0" fmla="*/ 321468 w 356106"/>
                  <a:gd name="connsiteY0" fmla="*/ 0 h 308933"/>
                  <a:gd name="connsiteX1" fmla="*/ 326231 w 356106"/>
                  <a:gd name="connsiteY1" fmla="*/ 300037 h 308933"/>
                  <a:gd name="connsiteX2" fmla="*/ 0 w 356106"/>
                  <a:gd name="connsiteY2" fmla="*/ 235743 h 308933"/>
                  <a:gd name="connsiteX3" fmla="*/ 0 w 356106"/>
                  <a:gd name="connsiteY3" fmla="*/ 235743 h 308933"/>
                  <a:gd name="connsiteX0" fmla="*/ 321468 w 356106"/>
                  <a:gd name="connsiteY0" fmla="*/ 0 h 347764"/>
                  <a:gd name="connsiteX1" fmla="*/ 326231 w 356106"/>
                  <a:gd name="connsiteY1" fmla="*/ 300037 h 347764"/>
                  <a:gd name="connsiteX2" fmla="*/ 0 w 356106"/>
                  <a:gd name="connsiteY2" fmla="*/ 235743 h 347764"/>
                  <a:gd name="connsiteX3" fmla="*/ 0 w 356106"/>
                  <a:gd name="connsiteY3" fmla="*/ 235743 h 347764"/>
                  <a:gd name="connsiteX0" fmla="*/ 321468 w 346112"/>
                  <a:gd name="connsiteY0" fmla="*/ 0 h 347764"/>
                  <a:gd name="connsiteX1" fmla="*/ 326231 w 346112"/>
                  <a:gd name="connsiteY1" fmla="*/ 300037 h 347764"/>
                  <a:gd name="connsiteX2" fmla="*/ 0 w 346112"/>
                  <a:gd name="connsiteY2" fmla="*/ 235743 h 347764"/>
                  <a:gd name="connsiteX3" fmla="*/ 0 w 346112"/>
                  <a:gd name="connsiteY3" fmla="*/ 235743 h 347764"/>
                  <a:gd name="connsiteX0" fmla="*/ 328611 w 349549"/>
                  <a:gd name="connsiteY0" fmla="*/ 0 h 383483"/>
                  <a:gd name="connsiteX1" fmla="*/ 326231 w 349549"/>
                  <a:gd name="connsiteY1" fmla="*/ 335756 h 383483"/>
                  <a:gd name="connsiteX2" fmla="*/ 0 w 349549"/>
                  <a:gd name="connsiteY2" fmla="*/ 271462 h 383483"/>
                  <a:gd name="connsiteX3" fmla="*/ 0 w 349549"/>
                  <a:gd name="connsiteY3" fmla="*/ 271462 h 383483"/>
                  <a:gd name="connsiteX0" fmla="*/ 328611 w 342861"/>
                  <a:gd name="connsiteY0" fmla="*/ 0 h 383483"/>
                  <a:gd name="connsiteX1" fmla="*/ 326231 w 342861"/>
                  <a:gd name="connsiteY1" fmla="*/ 335756 h 383483"/>
                  <a:gd name="connsiteX2" fmla="*/ 0 w 342861"/>
                  <a:gd name="connsiteY2" fmla="*/ 271462 h 383483"/>
                  <a:gd name="connsiteX3" fmla="*/ 0 w 342861"/>
                  <a:gd name="connsiteY3" fmla="*/ 271462 h 383483"/>
                  <a:gd name="connsiteX0" fmla="*/ 328611 w 351111"/>
                  <a:gd name="connsiteY0" fmla="*/ 0 h 383483"/>
                  <a:gd name="connsiteX1" fmla="*/ 326231 w 351111"/>
                  <a:gd name="connsiteY1" fmla="*/ 335756 h 383483"/>
                  <a:gd name="connsiteX2" fmla="*/ 0 w 351111"/>
                  <a:gd name="connsiteY2" fmla="*/ 271462 h 383483"/>
                  <a:gd name="connsiteX3" fmla="*/ 0 w 351111"/>
                  <a:gd name="connsiteY3" fmla="*/ 271462 h 383483"/>
                  <a:gd name="connsiteX0" fmla="*/ 328611 w 355290"/>
                  <a:gd name="connsiteY0" fmla="*/ 0 h 383483"/>
                  <a:gd name="connsiteX1" fmla="*/ 326231 w 355290"/>
                  <a:gd name="connsiteY1" fmla="*/ 335756 h 383483"/>
                  <a:gd name="connsiteX2" fmla="*/ 0 w 355290"/>
                  <a:gd name="connsiteY2" fmla="*/ 271462 h 383483"/>
                  <a:gd name="connsiteX3" fmla="*/ 0 w 355290"/>
                  <a:gd name="connsiteY3" fmla="*/ 271462 h 383483"/>
                  <a:gd name="connsiteX0" fmla="*/ 328611 w 357932"/>
                  <a:gd name="connsiteY0" fmla="*/ 0 h 383483"/>
                  <a:gd name="connsiteX1" fmla="*/ 326231 w 357932"/>
                  <a:gd name="connsiteY1" fmla="*/ 335756 h 383483"/>
                  <a:gd name="connsiteX2" fmla="*/ 0 w 357932"/>
                  <a:gd name="connsiteY2" fmla="*/ 271462 h 383483"/>
                  <a:gd name="connsiteX3" fmla="*/ 0 w 357932"/>
                  <a:gd name="connsiteY3" fmla="*/ 271462 h 383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932" h="383483">
                    <a:moveTo>
                      <a:pt x="328611" y="0"/>
                    </a:moveTo>
                    <a:cubicBezTo>
                      <a:pt x="348256" y="37505"/>
                      <a:pt x="384571" y="289322"/>
                      <a:pt x="326231" y="335756"/>
                    </a:cubicBezTo>
                    <a:cubicBezTo>
                      <a:pt x="122634" y="472679"/>
                      <a:pt x="0" y="271462"/>
                      <a:pt x="0" y="271462"/>
                    </a:cubicBezTo>
                    <a:lnTo>
                      <a:pt x="0" y="271462"/>
                    </a:ln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9449171-01B7-BE81-6495-13D4F89AE804}"/>
                  </a:ext>
                </a:extLst>
              </p:cNvPr>
              <p:cNvSpPr/>
              <p:nvPr/>
            </p:nvSpPr>
            <p:spPr>
              <a:xfrm flipH="1">
                <a:off x="3459922" y="3405377"/>
                <a:ext cx="357186" cy="407295"/>
              </a:xfrm>
              <a:custGeom>
                <a:avLst/>
                <a:gdLst>
                  <a:gd name="connsiteX0" fmla="*/ 321468 w 356106"/>
                  <a:gd name="connsiteY0" fmla="*/ 0 h 308933"/>
                  <a:gd name="connsiteX1" fmla="*/ 326231 w 356106"/>
                  <a:gd name="connsiteY1" fmla="*/ 300037 h 308933"/>
                  <a:gd name="connsiteX2" fmla="*/ 0 w 356106"/>
                  <a:gd name="connsiteY2" fmla="*/ 235743 h 308933"/>
                  <a:gd name="connsiteX3" fmla="*/ 0 w 356106"/>
                  <a:gd name="connsiteY3" fmla="*/ 235743 h 308933"/>
                  <a:gd name="connsiteX0" fmla="*/ 321468 w 356106"/>
                  <a:gd name="connsiteY0" fmla="*/ 0 h 347764"/>
                  <a:gd name="connsiteX1" fmla="*/ 326231 w 356106"/>
                  <a:gd name="connsiteY1" fmla="*/ 300037 h 347764"/>
                  <a:gd name="connsiteX2" fmla="*/ 0 w 356106"/>
                  <a:gd name="connsiteY2" fmla="*/ 235743 h 347764"/>
                  <a:gd name="connsiteX3" fmla="*/ 0 w 356106"/>
                  <a:gd name="connsiteY3" fmla="*/ 235743 h 347764"/>
                  <a:gd name="connsiteX0" fmla="*/ 321468 w 346112"/>
                  <a:gd name="connsiteY0" fmla="*/ 0 h 347764"/>
                  <a:gd name="connsiteX1" fmla="*/ 326231 w 346112"/>
                  <a:gd name="connsiteY1" fmla="*/ 300037 h 347764"/>
                  <a:gd name="connsiteX2" fmla="*/ 0 w 346112"/>
                  <a:gd name="connsiteY2" fmla="*/ 235743 h 347764"/>
                  <a:gd name="connsiteX3" fmla="*/ 0 w 346112"/>
                  <a:gd name="connsiteY3" fmla="*/ 235743 h 347764"/>
                  <a:gd name="connsiteX0" fmla="*/ 328611 w 349549"/>
                  <a:gd name="connsiteY0" fmla="*/ 0 h 383483"/>
                  <a:gd name="connsiteX1" fmla="*/ 326231 w 349549"/>
                  <a:gd name="connsiteY1" fmla="*/ 335756 h 383483"/>
                  <a:gd name="connsiteX2" fmla="*/ 0 w 349549"/>
                  <a:gd name="connsiteY2" fmla="*/ 271462 h 383483"/>
                  <a:gd name="connsiteX3" fmla="*/ 0 w 349549"/>
                  <a:gd name="connsiteY3" fmla="*/ 271462 h 383483"/>
                  <a:gd name="connsiteX0" fmla="*/ 328611 w 342861"/>
                  <a:gd name="connsiteY0" fmla="*/ 0 h 383483"/>
                  <a:gd name="connsiteX1" fmla="*/ 326231 w 342861"/>
                  <a:gd name="connsiteY1" fmla="*/ 335756 h 383483"/>
                  <a:gd name="connsiteX2" fmla="*/ 0 w 342861"/>
                  <a:gd name="connsiteY2" fmla="*/ 271462 h 383483"/>
                  <a:gd name="connsiteX3" fmla="*/ 0 w 342861"/>
                  <a:gd name="connsiteY3" fmla="*/ 271462 h 383483"/>
                  <a:gd name="connsiteX0" fmla="*/ 328611 w 351111"/>
                  <a:gd name="connsiteY0" fmla="*/ 0 h 383483"/>
                  <a:gd name="connsiteX1" fmla="*/ 326231 w 351111"/>
                  <a:gd name="connsiteY1" fmla="*/ 335756 h 383483"/>
                  <a:gd name="connsiteX2" fmla="*/ 0 w 351111"/>
                  <a:gd name="connsiteY2" fmla="*/ 271462 h 383483"/>
                  <a:gd name="connsiteX3" fmla="*/ 0 w 351111"/>
                  <a:gd name="connsiteY3" fmla="*/ 271462 h 383483"/>
                  <a:gd name="connsiteX0" fmla="*/ 328611 w 355290"/>
                  <a:gd name="connsiteY0" fmla="*/ 0 h 383483"/>
                  <a:gd name="connsiteX1" fmla="*/ 326231 w 355290"/>
                  <a:gd name="connsiteY1" fmla="*/ 335756 h 383483"/>
                  <a:gd name="connsiteX2" fmla="*/ 0 w 355290"/>
                  <a:gd name="connsiteY2" fmla="*/ 271462 h 383483"/>
                  <a:gd name="connsiteX3" fmla="*/ 0 w 355290"/>
                  <a:gd name="connsiteY3" fmla="*/ 271462 h 383483"/>
                  <a:gd name="connsiteX0" fmla="*/ 328611 w 357932"/>
                  <a:gd name="connsiteY0" fmla="*/ 0 h 383483"/>
                  <a:gd name="connsiteX1" fmla="*/ 326231 w 357932"/>
                  <a:gd name="connsiteY1" fmla="*/ 335756 h 383483"/>
                  <a:gd name="connsiteX2" fmla="*/ 0 w 357932"/>
                  <a:gd name="connsiteY2" fmla="*/ 271462 h 383483"/>
                  <a:gd name="connsiteX3" fmla="*/ 0 w 357932"/>
                  <a:gd name="connsiteY3" fmla="*/ 271462 h 383483"/>
                  <a:gd name="connsiteX0" fmla="*/ 357186 w 371625"/>
                  <a:gd name="connsiteY0" fmla="*/ 0 h 407295"/>
                  <a:gd name="connsiteX1" fmla="*/ 326231 w 371625"/>
                  <a:gd name="connsiteY1" fmla="*/ 359568 h 407295"/>
                  <a:gd name="connsiteX2" fmla="*/ 0 w 371625"/>
                  <a:gd name="connsiteY2" fmla="*/ 295274 h 407295"/>
                  <a:gd name="connsiteX3" fmla="*/ 0 w 371625"/>
                  <a:gd name="connsiteY3" fmla="*/ 295274 h 407295"/>
                  <a:gd name="connsiteX0" fmla="*/ 357186 w 362023"/>
                  <a:gd name="connsiteY0" fmla="*/ 0 h 407295"/>
                  <a:gd name="connsiteX1" fmla="*/ 326231 w 362023"/>
                  <a:gd name="connsiteY1" fmla="*/ 359568 h 407295"/>
                  <a:gd name="connsiteX2" fmla="*/ 0 w 362023"/>
                  <a:gd name="connsiteY2" fmla="*/ 295274 h 407295"/>
                  <a:gd name="connsiteX3" fmla="*/ 0 w 362023"/>
                  <a:gd name="connsiteY3" fmla="*/ 295274 h 407295"/>
                  <a:gd name="connsiteX0" fmla="*/ 357186 w 359615"/>
                  <a:gd name="connsiteY0" fmla="*/ 0 h 407295"/>
                  <a:gd name="connsiteX1" fmla="*/ 352388 w 359615"/>
                  <a:gd name="connsiteY1" fmla="*/ 91499 h 407295"/>
                  <a:gd name="connsiteX2" fmla="*/ 326231 w 359615"/>
                  <a:gd name="connsiteY2" fmla="*/ 359568 h 407295"/>
                  <a:gd name="connsiteX3" fmla="*/ 0 w 359615"/>
                  <a:gd name="connsiteY3" fmla="*/ 295274 h 407295"/>
                  <a:gd name="connsiteX4" fmla="*/ 0 w 359615"/>
                  <a:gd name="connsiteY4" fmla="*/ 295274 h 407295"/>
                  <a:gd name="connsiteX0" fmla="*/ 357186 w 359615"/>
                  <a:gd name="connsiteY0" fmla="*/ 0 h 407295"/>
                  <a:gd name="connsiteX1" fmla="*/ 352388 w 359615"/>
                  <a:gd name="connsiteY1" fmla="*/ 91499 h 407295"/>
                  <a:gd name="connsiteX2" fmla="*/ 326231 w 359615"/>
                  <a:gd name="connsiteY2" fmla="*/ 359568 h 407295"/>
                  <a:gd name="connsiteX3" fmla="*/ 0 w 359615"/>
                  <a:gd name="connsiteY3" fmla="*/ 295274 h 407295"/>
                  <a:gd name="connsiteX4" fmla="*/ 0 w 359615"/>
                  <a:gd name="connsiteY4" fmla="*/ 295274 h 407295"/>
                  <a:gd name="connsiteX0" fmla="*/ 357186 w 361642"/>
                  <a:gd name="connsiteY0" fmla="*/ 0 h 407295"/>
                  <a:gd name="connsiteX1" fmla="*/ 326231 w 361642"/>
                  <a:gd name="connsiteY1" fmla="*/ 359568 h 407295"/>
                  <a:gd name="connsiteX2" fmla="*/ 0 w 361642"/>
                  <a:gd name="connsiteY2" fmla="*/ 295274 h 407295"/>
                  <a:gd name="connsiteX3" fmla="*/ 0 w 361642"/>
                  <a:gd name="connsiteY3" fmla="*/ 295274 h 407295"/>
                  <a:gd name="connsiteX0" fmla="*/ 357186 w 361642"/>
                  <a:gd name="connsiteY0" fmla="*/ 0 h 407295"/>
                  <a:gd name="connsiteX1" fmla="*/ 326231 w 361642"/>
                  <a:gd name="connsiteY1" fmla="*/ 359568 h 407295"/>
                  <a:gd name="connsiteX2" fmla="*/ 0 w 361642"/>
                  <a:gd name="connsiteY2" fmla="*/ 295274 h 407295"/>
                  <a:gd name="connsiteX3" fmla="*/ 0 w 361642"/>
                  <a:gd name="connsiteY3" fmla="*/ 295274 h 407295"/>
                  <a:gd name="connsiteX0" fmla="*/ 357186 w 357186"/>
                  <a:gd name="connsiteY0" fmla="*/ 0 h 407295"/>
                  <a:gd name="connsiteX1" fmla="*/ 326231 w 357186"/>
                  <a:gd name="connsiteY1" fmla="*/ 359568 h 407295"/>
                  <a:gd name="connsiteX2" fmla="*/ 0 w 357186"/>
                  <a:gd name="connsiteY2" fmla="*/ 295274 h 407295"/>
                  <a:gd name="connsiteX3" fmla="*/ 0 w 357186"/>
                  <a:gd name="connsiteY3" fmla="*/ 295274 h 407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186" h="407295">
                    <a:moveTo>
                      <a:pt x="357186" y="0"/>
                    </a:moveTo>
                    <a:cubicBezTo>
                      <a:pt x="350737" y="215404"/>
                      <a:pt x="366712" y="327025"/>
                      <a:pt x="326231" y="359568"/>
                    </a:cubicBezTo>
                    <a:cubicBezTo>
                      <a:pt x="122634" y="496491"/>
                      <a:pt x="0" y="295274"/>
                      <a:pt x="0" y="295274"/>
                    </a:cubicBezTo>
                    <a:lnTo>
                      <a:pt x="0" y="295274"/>
                    </a:ln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B14AB30E-7801-1837-DAB5-2D71AF5054A1}"/>
                  </a:ext>
                </a:extLst>
              </p:cNvPr>
              <p:cNvSpPr/>
              <p:nvPr/>
            </p:nvSpPr>
            <p:spPr>
              <a:xfrm>
                <a:off x="3195148" y="3182833"/>
                <a:ext cx="554951" cy="294501"/>
              </a:xfrm>
              <a:custGeom>
                <a:avLst/>
                <a:gdLst>
                  <a:gd name="connsiteX0" fmla="*/ 0 w 561975"/>
                  <a:gd name="connsiteY0" fmla="*/ 110339 h 220678"/>
                  <a:gd name="connsiteX1" fmla="*/ 110339 w 561975"/>
                  <a:gd name="connsiteY1" fmla="*/ 0 h 220678"/>
                  <a:gd name="connsiteX2" fmla="*/ 451636 w 561975"/>
                  <a:gd name="connsiteY2" fmla="*/ 0 h 220678"/>
                  <a:gd name="connsiteX3" fmla="*/ 561975 w 561975"/>
                  <a:gd name="connsiteY3" fmla="*/ 110339 h 220678"/>
                  <a:gd name="connsiteX4" fmla="*/ 561975 w 561975"/>
                  <a:gd name="connsiteY4" fmla="*/ 110339 h 220678"/>
                  <a:gd name="connsiteX5" fmla="*/ 451636 w 561975"/>
                  <a:gd name="connsiteY5" fmla="*/ 220678 h 220678"/>
                  <a:gd name="connsiteX6" fmla="*/ 110339 w 561975"/>
                  <a:gd name="connsiteY6" fmla="*/ 220678 h 220678"/>
                  <a:gd name="connsiteX7" fmla="*/ 0 w 561975"/>
                  <a:gd name="connsiteY7" fmla="*/ 110339 h 220678"/>
                  <a:gd name="connsiteX0" fmla="*/ 6599 w 568574"/>
                  <a:gd name="connsiteY0" fmla="*/ 110339 h 220678"/>
                  <a:gd name="connsiteX1" fmla="*/ 297913 w 568574"/>
                  <a:gd name="connsiteY1" fmla="*/ 2381 h 220678"/>
                  <a:gd name="connsiteX2" fmla="*/ 458235 w 568574"/>
                  <a:gd name="connsiteY2" fmla="*/ 0 h 220678"/>
                  <a:gd name="connsiteX3" fmla="*/ 568574 w 568574"/>
                  <a:gd name="connsiteY3" fmla="*/ 110339 h 220678"/>
                  <a:gd name="connsiteX4" fmla="*/ 568574 w 568574"/>
                  <a:gd name="connsiteY4" fmla="*/ 110339 h 220678"/>
                  <a:gd name="connsiteX5" fmla="*/ 458235 w 568574"/>
                  <a:gd name="connsiteY5" fmla="*/ 220678 h 220678"/>
                  <a:gd name="connsiteX6" fmla="*/ 116938 w 568574"/>
                  <a:gd name="connsiteY6" fmla="*/ 220678 h 220678"/>
                  <a:gd name="connsiteX7" fmla="*/ 6599 w 568574"/>
                  <a:gd name="connsiteY7" fmla="*/ 110339 h 220678"/>
                  <a:gd name="connsiteX0" fmla="*/ 7798 w 553104"/>
                  <a:gd name="connsiteY0" fmla="*/ 105576 h 220678"/>
                  <a:gd name="connsiteX1" fmla="*/ 282443 w 553104"/>
                  <a:gd name="connsiteY1" fmla="*/ 2381 h 220678"/>
                  <a:gd name="connsiteX2" fmla="*/ 442765 w 553104"/>
                  <a:gd name="connsiteY2" fmla="*/ 0 h 220678"/>
                  <a:gd name="connsiteX3" fmla="*/ 553104 w 553104"/>
                  <a:gd name="connsiteY3" fmla="*/ 110339 h 220678"/>
                  <a:gd name="connsiteX4" fmla="*/ 553104 w 553104"/>
                  <a:gd name="connsiteY4" fmla="*/ 110339 h 220678"/>
                  <a:gd name="connsiteX5" fmla="*/ 442765 w 553104"/>
                  <a:gd name="connsiteY5" fmla="*/ 220678 h 220678"/>
                  <a:gd name="connsiteX6" fmla="*/ 101468 w 553104"/>
                  <a:gd name="connsiteY6" fmla="*/ 220678 h 220678"/>
                  <a:gd name="connsiteX7" fmla="*/ 7798 w 553104"/>
                  <a:gd name="connsiteY7" fmla="*/ 105576 h 220678"/>
                  <a:gd name="connsiteX0" fmla="*/ 3 w 545309"/>
                  <a:gd name="connsiteY0" fmla="*/ 105576 h 296878"/>
                  <a:gd name="connsiteX1" fmla="*/ 274648 w 545309"/>
                  <a:gd name="connsiteY1" fmla="*/ 2381 h 296878"/>
                  <a:gd name="connsiteX2" fmla="*/ 434970 w 545309"/>
                  <a:gd name="connsiteY2" fmla="*/ 0 h 296878"/>
                  <a:gd name="connsiteX3" fmla="*/ 545309 w 545309"/>
                  <a:gd name="connsiteY3" fmla="*/ 110339 h 296878"/>
                  <a:gd name="connsiteX4" fmla="*/ 545309 w 545309"/>
                  <a:gd name="connsiteY4" fmla="*/ 110339 h 296878"/>
                  <a:gd name="connsiteX5" fmla="*/ 434970 w 545309"/>
                  <a:gd name="connsiteY5" fmla="*/ 220678 h 296878"/>
                  <a:gd name="connsiteX6" fmla="*/ 279411 w 545309"/>
                  <a:gd name="connsiteY6" fmla="*/ 296878 h 296878"/>
                  <a:gd name="connsiteX7" fmla="*/ 3 w 545309"/>
                  <a:gd name="connsiteY7" fmla="*/ 105576 h 296878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10339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43677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3195 h 294500"/>
                  <a:gd name="connsiteX1" fmla="*/ 274648 w 545309"/>
                  <a:gd name="connsiteY1" fmla="*/ 0 h 294500"/>
                  <a:gd name="connsiteX2" fmla="*/ 545309 w 545309"/>
                  <a:gd name="connsiteY2" fmla="*/ 107958 h 294500"/>
                  <a:gd name="connsiteX3" fmla="*/ 545309 w 545309"/>
                  <a:gd name="connsiteY3" fmla="*/ 141296 h 294500"/>
                  <a:gd name="connsiteX4" fmla="*/ 279411 w 545309"/>
                  <a:gd name="connsiteY4" fmla="*/ 294497 h 294500"/>
                  <a:gd name="connsiteX5" fmla="*/ 3 w 545309"/>
                  <a:gd name="connsiteY5" fmla="*/ 103195 h 294500"/>
                  <a:gd name="connsiteX0" fmla="*/ 2 w 554833"/>
                  <a:gd name="connsiteY0" fmla="*/ 136533 h 294500"/>
                  <a:gd name="connsiteX1" fmla="*/ 284172 w 554833"/>
                  <a:gd name="connsiteY1" fmla="*/ 0 h 294500"/>
                  <a:gd name="connsiteX2" fmla="*/ 554833 w 554833"/>
                  <a:gd name="connsiteY2" fmla="*/ 107958 h 294500"/>
                  <a:gd name="connsiteX3" fmla="*/ 554833 w 554833"/>
                  <a:gd name="connsiteY3" fmla="*/ 141296 h 294500"/>
                  <a:gd name="connsiteX4" fmla="*/ 288935 w 554833"/>
                  <a:gd name="connsiteY4" fmla="*/ 294497 h 294500"/>
                  <a:gd name="connsiteX5" fmla="*/ 2 w 554833"/>
                  <a:gd name="connsiteY5" fmla="*/ 136533 h 294500"/>
                  <a:gd name="connsiteX0" fmla="*/ 2 w 554835"/>
                  <a:gd name="connsiteY0" fmla="*/ 136533 h 294501"/>
                  <a:gd name="connsiteX1" fmla="*/ 284172 w 554835"/>
                  <a:gd name="connsiteY1" fmla="*/ 0 h 294501"/>
                  <a:gd name="connsiteX2" fmla="*/ 554833 w 554835"/>
                  <a:gd name="connsiteY2" fmla="*/ 141296 h 294501"/>
                  <a:gd name="connsiteX3" fmla="*/ 288935 w 554835"/>
                  <a:gd name="connsiteY3" fmla="*/ 294497 h 294501"/>
                  <a:gd name="connsiteX4" fmla="*/ 2 w 554835"/>
                  <a:gd name="connsiteY4" fmla="*/ 136533 h 294501"/>
                  <a:gd name="connsiteX0" fmla="*/ 2 w 554896"/>
                  <a:gd name="connsiteY0" fmla="*/ 136533 h 294501"/>
                  <a:gd name="connsiteX1" fmla="*/ 284172 w 554896"/>
                  <a:gd name="connsiteY1" fmla="*/ 0 h 294501"/>
                  <a:gd name="connsiteX2" fmla="*/ 554833 w 554896"/>
                  <a:gd name="connsiteY2" fmla="*/ 141296 h 294501"/>
                  <a:gd name="connsiteX3" fmla="*/ 288935 w 554896"/>
                  <a:gd name="connsiteY3" fmla="*/ 294497 h 294501"/>
                  <a:gd name="connsiteX4" fmla="*/ 2 w 554896"/>
                  <a:gd name="connsiteY4" fmla="*/ 136533 h 294501"/>
                  <a:gd name="connsiteX0" fmla="*/ 57 w 554951"/>
                  <a:gd name="connsiteY0" fmla="*/ 136533 h 294501"/>
                  <a:gd name="connsiteX1" fmla="*/ 284227 w 554951"/>
                  <a:gd name="connsiteY1" fmla="*/ 0 h 294501"/>
                  <a:gd name="connsiteX2" fmla="*/ 554888 w 554951"/>
                  <a:gd name="connsiteY2" fmla="*/ 141296 h 294501"/>
                  <a:gd name="connsiteX3" fmla="*/ 288990 w 554951"/>
                  <a:gd name="connsiteY3" fmla="*/ 294497 h 294501"/>
                  <a:gd name="connsiteX4" fmla="*/ 57 w 554951"/>
                  <a:gd name="connsiteY4" fmla="*/ 136533 h 29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951" h="294501">
                    <a:moveTo>
                      <a:pt x="57" y="136533"/>
                    </a:moveTo>
                    <a:cubicBezTo>
                      <a:pt x="4026" y="66019"/>
                      <a:pt x="223288" y="0"/>
                      <a:pt x="284227" y="0"/>
                    </a:cubicBezTo>
                    <a:cubicBezTo>
                      <a:pt x="376699" y="794"/>
                      <a:pt x="558857" y="56495"/>
                      <a:pt x="554888" y="141296"/>
                    </a:cubicBezTo>
                    <a:cubicBezTo>
                      <a:pt x="555682" y="190379"/>
                      <a:pt x="379874" y="295291"/>
                      <a:pt x="288990" y="294497"/>
                    </a:cubicBezTo>
                    <a:cubicBezTo>
                      <a:pt x="198106" y="293703"/>
                      <a:pt x="-3912" y="207047"/>
                      <a:pt x="57" y="136533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: Rounded Corners 24">
                <a:extLst>
                  <a:ext uri="{FF2B5EF4-FFF2-40B4-BE49-F238E27FC236}">
                    <a16:creationId xmlns:a16="http://schemas.microsoft.com/office/drawing/2014/main" id="{5D4B04B0-7E58-7D80-6D71-3BC7B8AD5C12}"/>
                  </a:ext>
                </a:extLst>
              </p:cNvPr>
              <p:cNvSpPr/>
              <p:nvPr/>
            </p:nvSpPr>
            <p:spPr>
              <a:xfrm>
                <a:off x="3345656" y="3240989"/>
                <a:ext cx="250687" cy="67947"/>
              </a:xfrm>
              <a:custGeom>
                <a:avLst/>
                <a:gdLst>
                  <a:gd name="connsiteX0" fmla="*/ 0 w 561975"/>
                  <a:gd name="connsiteY0" fmla="*/ 110339 h 220678"/>
                  <a:gd name="connsiteX1" fmla="*/ 110339 w 561975"/>
                  <a:gd name="connsiteY1" fmla="*/ 0 h 220678"/>
                  <a:gd name="connsiteX2" fmla="*/ 451636 w 561975"/>
                  <a:gd name="connsiteY2" fmla="*/ 0 h 220678"/>
                  <a:gd name="connsiteX3" fmla="*/ 561975 w 561975"/>
                  <a:gd name="connsiteY3" fmla="*/ 110339 h 220678"/>
                  <a:gd name="connsiteX4" fmla="*/ 561975 w 561975"/>
                  <a:gd name="connsiteY4" fmla="*/ 110339 h 220678"/>
                  <a:gd name="connsiteX5" fmla="*/ 451636 w 561975"/>
                  <a:gd name="connsiteY5" fmla="*/ 220678 h 220678"/>
                  <a:gd name="connsiteX6" fmla="*/ 110339 w 561975"/>
                  <a:gd name="connsiteY6" fmla="*/ 220678 h 220678"/>
                  <a:gd name="connsiteX7" fmla="*/ 0 w 561975"/>
                  <a:gd name="connsiteY7" fmla="*/ 110339 h 220678"/>
                  <a:gd name="connsiteX0" fmla="*/ 6599 w 568574"/>
                  <a:gd name="connsiteY0" fmla="*/ 110339 h 220678"/>
                  <a:gd name="connsiteX1" fmla="*/ 297913 w 568574"/>
                  <a:gd name="connsiteY1" fmla="*/ 2381 h 220678"/>
                  <a:gd name="connsiteX2" fmla="*/ 458235 w 568574"/>
                  <a:gd name="connsiteY2" fmla="*/ 0 h 220678"/>
                  <a:gd name="connsiteX3" fmla="*/ 568574 w 568574"/>
                  <a:gd name="connsiteY3" fmla="*/ 110339 h 220678"/>
                  <a:gd name="connsiteX4" fmla="*/ 568574 w 568574"/>
                  <a:gd name="connsiteY4" fmla="*/ 110339 h 220678"/>
                  <a:gd name="connsiteX5" fmla="*/ 458235 w 568574"/>
                  <a:gd name="connsiteY5" fmla="*/ 220678 h 220678"/>
                  <a:gd name="connsiteX6" fmla="*/ 116938 w 568574"/>
                  <a:gd name="connsiteY6" fmla="*/ 220678 h 220678"/>
                  <a:gd name="connsiteX7" fmla="*/ 6599 w 568574"/>
                  <a:gd name="connsiteY7" fmla="*/ 110339 h 220678"/>
                  <a:gd name="connsiteX0" fmla="*/ 7798 w 553104"/>
                  <a:gd name="connsiteY0" fmla="*/ 105576 h 220678"/>
                  <a:gd name="connsiteX1" fmla="*/ 282443 w 553104"/>
                  <a:gd name="connsiteY1" fmla="*/ 2381 h 220678"/>
                  <a:gd name="connsiteX2" fmla="*/ 442765 w 553104"/>
                  <a:gd name="connsiteY2" fmla="*/ 0 h 220678"/>
                  <a:gd name="connsiteX3" fmla="*/ 553104 w 553104"/>
                  <a:gd name="connsiteY3" fmla="*/ 110339 h 220678"/>
                  <a:gd name="connsiteX4" fmla="*/ 553104 w 553104"/>
                  <a:gd name="connsiteY4" fmla="*/ 110339 h 220678"/>
                  <a:gd name="connsiteX5" fmla="*/ 442765 w 553104"/>
                  <a:gd name="connsiteY5" fmla="*/ 220678 h 220678"/>
                  <a:gd name="connsiteX6" fmla="*/ 101468 w 553104"/>
                  <a:gd name="connsiteY6" fmla="*/ 220678 h 220678"/>
                  <a:gd name="connsiteX7" fmla="*/ 7798 w 553104"/>
                  <a:gd name="connsiteY7" fmla="*/ 105576 h 220678"/>
                  <a:gd name="connsiteX0" fmla="*/ 3 w 545309"/>
                  <a:gd name="connsiteY0" fmla="*/ 105576 h 296878"/>
                  <a:gd name="connsiteX1" fmla="*/ 274648 w 545309"/>
                  <a:gd name="connsiteY1" fmla="*/ 2381 h 296878"/>
                  <a:gd name="connsiteX2" fmla="*/ 434970 w 545309"/>
                  <a:gd name="connsiteY2" fmla="*/ 0 h 296878"/>
                  <a:gd name="connsiteX3" fmla="*/ 545309 w 545309"/>
                  <a:gd name="connsiteY3" fmla="*/ 110339 h 296878"/>
                  <a:gd name="connsiteX4" fmla="*/ 545309 w 545309"/>
                  <a:gd name="connsiteY4" fmla="*/ 110339 h 296878"/>
                  <a:gd name="connsiteX5" fmla="*/ 434970 w 545309"/>
                  <a:gd name="connsiteY5" fmla="*/ 220678 h 296878"/>
                  <a:gd name="connsiteX6" fmla="*/ 279411 w 545309"/>
                  <a:gd name="connsiteY6" fmla="*/ 296878 h 296878"/>
                  <a:gd name="connsiteX7" fmla="*/ 3 w 545309"/>
                  <a:gd name="connsiteY7" fmla="*/ 105576 h 296878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10339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43677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3195 h 294500"/>
                  <a:gd name="connsiteX1" fmla="*/ 274648 w 545309"/>
                  <a:gd name="connsiteY1" fmla="*/ 0 h 294500"/>
                  <a:gd name="connsiteX2" fmla="*/ 545309 w 545309"/>
                  <a:gd name="connsiteY2" fmla="*/ 107958 h 294500"/>
                  <a:gd name="connsiteX3" fmla="*/ 545309 w 545309"/>
                  <a:gd name="connsiteY3" fmla="*/ 141296 h 294500"/>
                  <a:gd name="connsiteX4" fmla="*/ 279411 w 545309"/>
                  <a:gd name="connsiteY4" fmla="*/ 294497 h 294500"/>
                  <a:gd name="connsiteX5" fmla="*/ 3 w 545309"/>
                  <a:gd name="connsiteY5" fmla="*/ 103195 h 294500"/>
                  <a:gd name="connsiteX0" fmla="*/ 2 w 554833"/>
                  <a:gd name="connsiteY0" fmla="*/ 136533 h 294500"/>
                  <a:gd name="connsiteX1" fmla="*/ 284172 w 554833"/>
                  <a:gd name="connsiteY1" fmla="*/ 0 h 294500"/>
                  <a:gd name="connsiteX2" fmla="*/ 554833 w 554833"/>
                  <a:gd name="connsiteY2" fmla="*/ 107958 h 294500"/>
                  <a:gd name="connsiteX3" fmla="*/ 554833 w 554833"/>
                  <a:gd name="connsiteY3" fmla="*/ 141296 h 294500"/>
                  <a:gd name="connsiteX4" fmla="*/ 288935 w 554833"/>
                  <a:gd name="connsiteY4" fmla="*/ 294497 h 294500"/>
                  <a:gd name="connsiteX5" fmla="*/ 2 w 554833"/>
                  <a:gd name="connsiteY5" fmla="*/ 136533 h 294500"/>
                  <a:gd name="connsiteX0" fmla="*/ 2 w 554835"/>
                  <a:gd name="connsiteY0" fmla="*/ 136533 h 294501"/>
                  <a:gd name="connsiteX1" fmla="*/ 284172 w 554835"/>
                  <a:gd name="connsiteY1" fmla="*/ 0 h 294501"/>
                  <a:gd name="connsiteX2" fmla="*/ 554833 w 554835"/>
                  <a:gd name="connsiteY2" fmla="*/ 141296 h 294501"/>
                  <a:gd name="connsiteX3" fmla="*/ 288935 w 554835"/>
                  <a:gd name="connsiteY3" fmla="*/ 294497 h 294501"/>
                  <a:gd name="connsiteX4" fmla="*/ 2 w 554835"/>
                  <a:gd name="connsiteY4" fmla="*/ 136533 h 294501"/>
                  <a:gd name="connsiteX0" fmla="*/ 2 w 554896"/>
                  <a:gd name="connsiteY0" fmla="*/ 136533 h 294501"/>
                  <a:gd name="connsiteX1" fmla="*/ 284172 w 554896"/>
                  <a:gd name="connsiteY1" fmla="*/ 0 h 294501"/>
                  <a:gd name="connsiteX2" fmla="*/ 554833 w 554896"/>
                  <a:gd name="connsiteY2" fmla="*/ 141296 h 294501"/>
                  <a:gd name="connsiteX3" fmla="*/ 288935 w 554896"/>
                  <a:gd name="connsiteY3" fmla="*/ 294497 h 294501"/>
                  <a:gd name="connsiteX4" fmla="*/ 2 w 554896"/>
                  <a:gd name="connsiteY4" fmla="*/ 136533 h 294501"/>
                  <a:gd name="connsiteX0" fmla="*/ 57 w 554951"/>
                  <a:gd name="connsiteY0" fmla="*/ 136533 h 294501"/>
                  <a:gd name="connsiteX1" fmla="*/ 284227 w 554951"/>
                  <a:gd name="connsiteY1" fmla="*/ 0 h 294501"/>
                  <a:gd name="connsiteX2" fmla="*/ 554888 w 554951"/>
                  <a:gd name="connsiteY2" fmla="*/ 141296 h 294501"/>
                  <a:gd name="connsiteX3" fmla="*/ 288990 w 554951"/>
                  <a:gd name="connsiteY3" fmla="*/ 294497 h 294501"/>
                  <a:gd name="connsiteX4" fmla="*/ 57 w 554951"/>
                  <a:gd name="connsiteY4" fmla="*/ 136533 h 29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951" h="294501">
                    <a:moveTo>
                      <a:pt x="57" y="136533"/>
                    </a:moveTo>
                    <a:cubicBezTo>
                      <a:pt x="4026" y="66019"/>
                      <a:pt x="223288" y="0"/>
                      <a:pt x="284227" y="0"/>
                    </a:cubicBezTo>
                    <a:cubicBezTo>
                      <a:pt x="376699" y="794"/>
                      <a:pt x="558857" y="56495"/>
                      <a:pt x="554888" y="141296"/>
                    </a:cubicBezTo>
                    <a:cubicBezTo>
                      <a:pt x="555682" y="190379"/>
                      <a:pt x="379874" y="295291"/>
                      <a:pt x="288990" y="294497"/>
                    </a:cubicBezTo>
                    <a:cubicBezTo>
                      <a:pt x="198106" y="293703"/>
                      <a:pt x="-3912" y="207047"/>
                      <a:pt x="57" y="13653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F5F7B0A-9A07-83E8-A92B-BD262FA1D9D4}"/>
                </a:ext>
              </a:extLst>
            </p:cNvPr>
            <p:cNvGrpSpPr/>
            <p:nvPr/>
          </p:nvGrpSpPr>
          <p:grpSpPr>
            <a:xfrm>
              <a:off x="4586288" y="3305270"/>
              <a:ext cx="504825" cy="315916"/>
              <a:chOff x="4586288" y="3305270"/>
              <a:chExt cx="504825" cy="315916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75BF430-7F83-5425-2EFE-AD74EDFAF77F}"/>
                  </a:ext>
                </a:extLst>
              </p:cNvPr>
              <p:cNvSpPr/>
              <p:nvPr/>
            </p:nvSpPr>
            <p:spPr>
              <a:xfrm>
                <a:off x="4586288" y="3305270"/>
                <a:ext cx="504825" cy="4276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825" h="42767">
                    <a:moveTo>
                      <a:pt x="0" y="42767"/>
                    </a:moveTo>
                    <a:cubicBezTo>
                      <a:pt x="168275" y="36417"/>
                      <a:pt x="265112" y="-36608"/>
                      <a:pt x="504825" y="23717"/>
                    </a:cubicBezTo>
                    <a:lnTo>
                      <a:pt x="504825" y="2371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DD1EF41-AAD9-0E60-D22A-06865A49F90B}"/>
                  </a:ext>
                </a:extLst>
              </p:cNvPr>
              <p:cNvSpPr/>
              <p:nvPr/>
            </p:nvSpPr>
            <p:spPr>
              <a:xfrm rot="1572263" flipV="1">
                <a:off x="4595421" y="3514733"/>
                <a:ext cx="419908" cy="106453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550" h="99579">
                    <a:moveTo>
                      <a:pt x="0" y="0"/>
                    </a:moveTo>
                    <a:cubicBezTo>
                      <a:pt x="180517" y="32777"/>
                      <a:pt x="375156" y="110318"/>
                      <a:pt x="541550" y="9833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EA8B4CF-24BB-6DEB-E205-613529D36835}"/>
                </a:ext>
              </a:extLst>
            </p:cNvPr>
            <p:cNvGrpSpPr/>
            <p:nvPr/>
          </p:nvGrpSpPr>
          <p:grpSpPr>
            <a:xfrm>
              <a:off x="3852608" y="2550061"/>
              <a:ext cx="554951" cy="752786"/>
              <a:chOff x="3852608" y="2550061"/>
              <a:chExt cx="554951" cy="752786"/>
            </a:xfrm>
            <a:solidFill>
              <a:schemeClr val="tx1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5554194-5604-4662-89FB-3882C8DE98EA}"/>
                  </a:ext>
                </a:extLst>
              </p:cNvPr>
              <p:cNvSpPr/>
              <p:nvPr/>
            </p:nvSpPr>
            <p:spPr>
              <a:xfrm rot="1572263" flipV="1">
                <a:off x="4068690" y="2550061"/>
                <a:ext cx="122789" cy="5125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  <a:gd name="connsiteX0" fmla="*/ 1 w 452131"/>
                  <a:gd name="connsiteY0" fmla="*/ 0 h 113728"/>
                  <a:gd name="connsiteX1" fmla="*/ 452131 w 452131"/>
                  <a:gd name="connsiteY1" fmla="*/ 112657 h 113728"/>
                  <a:gd name="connsiteX0" fmla="*/ 1 w 368727"/>
                  <a:gd name="connsiteY0" fmla="*/ 0 h 84396"/>
                  <a:gd name="connsiteX1" fmla="*/ 368727 w 368727"/>
                  <a:gd name="connsiteY1" fmla="*/ 82882 h 84396"/>
                  <a:gd name="connsiteX0" fmla="*/ 1 w 368727"/>
                  <a:gd name="connsiteY0" fmla="*/ 0 h 103535"/>
                  <a:gd name="connsiteX1" fmla="*/ 368727 w 368727"/>
                  <a:gd name="connsiteY1" fmla="*/ 82882 h 103535"/>
                  <a:gd name="connsiteX0" fmla="*/ 1 w 368727"/>
                  <a:gd name="connsiteY0" fmla="*/ 0 h 111642"/>
                  <a:gd name="connsiteX1" fmla="*/ 368727 w 368727"/>
                  <a:gd name="connsiteY1" fmla="*/ 82882 h 11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8727" h="111642">
                    <a:moveTo>
                      <a:pt x="1" y="0"/>
                    </a:moveTo>
                    <a:cubicBezTo>
                      <a:pt x="110650" y="88766"/>
                      <a:pt x="180427" y="150638"/>
                      <a:pt x="368727" y="82882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E990EE4-777A-E8BE-C473-1D3730C4DCA9}"/>
                  </a:ext>
                </a:extLst>
              </p:cNvPr>
              <p:cNvSpPr/>
              <p:nvPr/>
            </p:nvSpPr>
            <p:spPr>
              <a:xfrm>
                <a:off x="3852608" y="2747896"/>
                <a:ext cx="554951" cy="554951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7BD9DD2-BAED-5058-863F-D92108F58CB4}"/>
                  </a:ext>
                </a:extLst>
              </p:cNvPr>
              <p:cNvSpPr/>
              <p:nvPr/>
            </p:nvSpPr>
            <p:spPr>
              <a:xfrm>
                <a:off x="3983626" y="2913619"/>
                <a:ext cx="139211" cy="13921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D9DF5BD-CDC7-53BA-9AE0-7C1B73CA3857}"/>
                  </a:ext>
                </a:extLst>
              </p:cNvPr>
              <p:cNvSpPr/>
              <p:nvPr/>
            </p:nvSpPr>
            <p:spPr>
              <a:xfrm>
                <a:off x="4175037" y="2943255"/>
                <a:ext cx="100618" cy="10061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4CE76E7-8694-7E6F-31D8-39975FCBE29F}"/>
                </a:ext>
              </a:extLst>
            </p:cNvPr>
            <p:cNvGrpSpPr/>
            <p:nvPr/>
          </p:nvGrpSpPr>
          <p:grpSpPr>
            <a:xfrm flipH="1">
              <a:off x="4065881" y="1560473"/>
              <a:ext cx="590993" cy="543133"/>
              <a:chOff x="2125857" y="1596979"/>
              <a:chExt cx="590993" cy="543133"/>
            </a:xfrm>
          </p:grpSpPr>
          <p:sp>
            <p:nvSpPr>
              <p:cNvPr id="38" name="Oval 6">
                <a:extLst>
                  <a:ext uri="{FF2B5EF4-FFF2-40B4-BE49-F238E27FC236}">
                    <a16:creationId xmlns:a16="http://schemas.microsoft.com/office/drawing/2014/main" id="{07C22542-CE69-F855-A59F-4794939FC38D}"/>
                  </a:ext>
                </a:extLst>
              </p:cNvPr>
              <p:cNvSpPr/>
              <p:nvPr/>
            </p:nvSpPr>
            <p:spPr>
              <a:xfrm rot="20198826">
                <a:off x="2125857" y="1596979"/>
                <a:ext cx="590993" cy="543133"/>
              </a:xfrm>
              <a:custGeom>
                <a:avLst/>
                <a:gdLst>
                  <a:gd name="connsiteX0" fmla="*/ 0 w 711708"/>
                  <a:gd name="connsiteY0" fmla="*/ 283919 h 567838"/>
                  <a:gd name="connsiteX1" fmla="*/ 355854 w 711708"/>
                  <a:gd name="connsiteY1" fmla="*/ 0 h 567838"/>
                  <a:gd name="connsiteX2" fmla="*/ 711708 w 711708"/>
                  <a:gd name="connsiteY2" fmla="*/ 283919 h 567838"/>
                  <a:gd name="connsiteX3" fmla="*/ 355854 w 711708"/>
                  <a:gd name="connsiteY3" fmla="*/ 567838 h 567838"/>
                  <a:gd name="connsiteX4" fmla="*/ 0 w 711708"/>
                  <a:gd name="connsiteY4" fmla="*/ 283919 h 567838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2628 w 726189"/>
                  <a:gd name="connsiteY0" fmla="*/ 283919 h 575392"/>
                  <a:gd name="connsiteX1" fmla="*/ 358482 w 726189"/>
                  <a:gd name="connsiteY1" fmla="*/ 0 h 575392"/>
                  <a:gd name="connsiteX2" fmla="*/ 714336 w 726189"/>
                  <a:gd name="connsiteY2" fmla="*/ 283919 h 575392"/>
                  <a:gd name="connsiteX3" fmla="*/ 611040 w 726189"/>
                  <a:gd name="connsiteY3" fmla="*/ 478580 h 575392"/>
                  <a:gd name="connsiteX4" fmla="*/ 358482 w 726189"/>
                  <a:gd name="connsiteY4" fmla="*/ 567838 h 575392"/>
                  <a:gd name="connsiteX5" fmla="*/ 204819 w 726189"/>
                  <a:gd name="connsiteY5" fmla="*/ 538354 h 575392"/>
                  <a:gd name="connsiteX6" fmla="*/ 2628 w 726189"/>
                  <a:gd name="connsiteY6" fmla="*/ 283919 h 575392"/>
                  <a:gd name="connsiteX0" fmla="*/ 3350 w 729519"/>
                  <a:gd name="connsiteY0" fmla="*/ 283919 h 548781"/>
                  <a:gd name="connsiteX1" fmla="*/ 359204 w 729519"/>
                  <a:gd name="connsiteY1" fmla="*/ 0 h 548781"/>
                  <a:gd name="connsiteX2" fmla="*/ 715058 w 729519"/>
                  <a:gd name="connsiteY2" fmla="*/ 283919 h 548781"/>
                  <a:gd name="connsiteX3" fmla="*/ 611762 w 729519"/>
                  <a:gd name="connsiteY3" fmla="*/ 478580 h 548781"/>
                  <a:gd name="connsiteX4" fmla="*/ 205541 w 729519"/>
                  <a:gd name="connsiteY4" fmla="*/ 538354 h 548781"/>
                  <a:gd name="connsiteX5" fmla="*/ 3350 w 729519"/>
                  <a:gd name="connsiteY5" fmla="*/ 283919 h 548781"/>
                  <a:gd name="connsiteX0" fmla="*/ 3350 w 614268"/>
                  <a:gd name="connsiteY0" fmla="*/ 287070 h 560524"/>
                  <a:gd name="connsiteX1" fmla="*/ 359204 w 614268"/>
                  <a:gd name="connsiteY1" fmla="*/ 3151 h 560524"/>
                  <a:gd name="connsiteX2" fmla="*/ 611762 w 614268"/>
                  <a:gd name="connsiteY2" fmla="*/ 481731 h 560524"/>
                  <a:gd name="connsiteX3" fmla="*/ 205541 w 614268"/>
                  <a:gd name="connsiteY3" fmla="*/ 541505 h 560524"/>
                  <a:gd name="connsiteX4" fmla="*/ 3350 w 614268"/>
                  <a:gd name="connsiteY4" fmla="*/ 287070 h 560524"/>
                  <a:gd name="connsiteX0" fmla="*/ 8313 w 416682"/>
                  <a:gd name="connsiteY0" fmla="*/ 538538 h 578514"/>
                  <a:gd name="connsiteX1" fmla="*/ 161976 w 416682"/>
                  <a:gd name="connsiteY1" fmla="*/ 184 h 578514"/>
                  <a:gd name="connsiteX2" fmla="*/ 414534 w 416682"/>
                  <a:gd name="connsiteY2" fmla="*/ 478764 h 578514"/>
                  <a:gd name="connsiteX3" fmla="*/ 8313 w 416682"/>
                  <a:gd name="connsiteY3" fmla="*/ 538538 h 578514"/>
                  <a:gd name="connsiteX0" fmla="*/ 104037 w 559169"/>
                  <a:gd name="connsiteY0" fmla="*/ 542759 h 582735"/>
                  <a:gd name="connsiteX1" fmla="*/ 257700 w 559169"/>
                  <a:gd name="connsiteY1" fmla="*/ 4405 h 582735"/>
                  <a:gd name="connsiteX2" fmla="*/ 510258 w 559169"/>
                  <a:gd name="connsiteY2" fmla="*/ 482985 h 582735"/>
                  <a:gd name="connsiteX3" fmla="*/ 104037 w 559169"/>
                  <a:gd name="connsiteY3" fmla="*/ 542759 h 582735"/>
                  <a:gd name="connsiteX0" fmla="*/ 125777 w 599246"/>
                  <a:gd name="connsiteY0" fmla="*/ 543217 h 583193"/>
                  <a:gd name="connsiteX1" fmla="*/ 279440 w 599246"/>
                  <a:gd name="connsiteY1" fmla="*/ 4863 h 583193"/>
                  <a:gd name="connsiteX2" fmla="*/ 531998 w 599246"/>
                  <a:gd name="connsiteY2" fmla="*/ 483443 h 583193"/>
                  <a:gd name="connsiteX3" fmla="*/ 125777 w 599246"/>
                  <a:gd name="connsiteY3" fmla="*/ 543217 h 583193"/>
                  <a:gd name="connsiteX0" fmla="*/ 139155 w 612624"/>
                  <a:gd name="connsiteY0" fmla="*/ 543217 h 579358"/>
                  <a:gd name="connsiteX1" fmla="*/ 292818 w 612624"/>
                  <a:gd name="connsiteY1" fmla="*/ 4863 h 579358"/>
                  <a:gd name="connsiteX2" fmla="*/ 545376 w 612624"/>
                  <a:gd name="connsiteY2" fmla="*/ 483443 h 579358"/>
                  <a:gd name="connsiteX3" fmla="*/ 139155 w 612624"/>
                  <a:gd name="connsiteY3" fmla="*/ 543217 h 579358"/>
                  <a:gd name="connsiteX0" fmla="*/ 127645 w 590993"/>
                  <a:gd name="connsiteY0" fmla="*/ 543133 h 579274"/>
                  <a:gd name="connsiteX1" fmla="*/ 281308 w 590993"/>
                  <a:gd name="connsiteY1" fmla="*/ 4779 h 579274"/>
                  <a:gd name="connsiteX2" fmla="*/ 533866 w 590993"/>
                  <a:gd name="connsiteY2" fmla="*/ 483359 h 579274"/>
                  <a:gd name="connsiteX3" fmla="*/ 127645 w 590993"/>
                  <a:gd name="connsiteY3" fmla="*/ 543133 h 579274"/>
                  <a:gd name="connsiteX0" fmla="*/ 127645 w 590993"/>
                  <a:gd name="connsiteY0" fmla="*/ 543133 h 634573"/>
                  <a:gd name="connsiteX1" fmla="*/ 281308 w 590993"/>
                  <a:gd name="connsiteY1" fmla="*/ 4779 h 634573"/>
                  <a:gd name="connsiteX2" fmla="*/ 533866 w 590993"/>
                  <a:gd name="connsiteY2" fmla="*/ 483359 h 634573"/>
                  <a:gd name="connsiteX3" fmla="*/ 219085 w 590993"/>
                  <a:gd name="connsiteY3" fmla="*/ 634573 h 634573"/>
                  <a:gd name="connsiteX0" fmla="*/ 127645 w 590993"/>
                  <a:gd name="connsiteY0" fmla="*/ 543133 h 543133"/>
                  <a:gd name="connsiteX1" fmla="*/ 281308 w 590993"/>
                  <a:gd name="connsiteY1" fmla="*/ 4779 h 543133"/>
                  <a:gd name="connsiteX2" fmla="*/ 533866 w 590993"/>
                  <a:gd name="connsiteY2" fmla="*/ 483359 h 54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0993" h="543133">
                    <a:moveTo>
                      <a:pt x="127645" y="543133"/>
                    </a:moveTo>
                    <a:cubicBezTo>
                      <a:pt x="45505" y="472017"/>
                      <a:pt x="-179549" y="60272"/>
                      <a:pt x="281308" y="4779"/>
                    </a:cubicBezTo>
                    <a:cubicBezTo>
                      <a:pt x="742165" y="-50714"/>
                      <a:pt x="559476" y="393633"/>
                      <a:pt x="533866" y="483359"/>
                    </a:cubicBez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Oval 7">
                <a:extLst>
                  <a:ext uri="{FF2B5EF4-FFF2-40B4-BE49-F238E27FC236}">
                    <a16:creationId xmlns:a16="http://schemas.microsoft.com/office/drawing/2014/main" id="{43B7F1C0-0382-2BDC-ECA5-48121CC99C65}"/>
                  </a:ext>
                </a:extLst>
              </p:cNvPr>
              <p:cNvSpPr/>
              <p:nvPr/>
            </p:nvSpPr>
            <p:spPr>
              <a:xfrm rot="20198826">
                <a:off x="2283522" y="1781457"/>
                <a:ext cx="336380" cy="324187"/>
              </a:xfrm>
              <a:custGeom>
                <a:avLst/>
                <a:gdLst>
                  <a:gd name="connsiteX0" fmla="*/ 0 w 467532"/>
                  <a:gd name="connsiteY0" fmla="*/ 283919 h 567838"/>
                  <a:gd name="connsiteX1" fmla="*/ 233766 w 467532"/>
                  <a:gd name="connsiteY1" fmla="*/ 0 h 567838"/>
                  <a:gd name="connsiteX2" fmla="*/ 467532 w 467532"/>
                  <a:gd name="connsiteY2" fmla="*/ 283919 h 567838"/>
                  <a:gd name="connsiteX3" fmla="*/ 233766 w 467532"/>
                  <a:gd name="connsiteY3" fmla="*/ 567838 h 567838"/>
                  <a:gd name="connsiteX4" fmla="*/ 0 w 467532"/>
                  <a:gd name="connsiteY4" fmla="*/ 283919 h 567838"/>
                  <a:gd name="connsiteX0" fmla="*/ 0 w 467532"/>
                  <a:gd name="connsiteY0" fmla="*/ 283919 h 319409"/>
                  <a:gd name="connsiteX1" fmla="*/ 233766 w 467532"/>
                  <a:gd name="connsiteY1" fmla="*/ 0 h 319409"/>
                  <a:gd name="connsiteX2" fmla="*/ 467532 w 467532"/>
                  <a:gd name="connsiteY2" fmla="*/ 283919 h 319409"/>
                  <a:gd name="connsiteX3" fmla="*/ 0 w 467532"/>
                  <a:gd name="connsiteY3" fmla="*/ 283919 h 319409"/>
                  <a:gd name="connsiteX0" fmla="*/ 0 w 299446"/>
                  <a:gd name="connsiteY0" fmla="*/ 333503 h 352714"/>
                  <a:gd name="connsiteX1" fmla="*/ 65680 w 299446"/>
                  <a:gd name="connsiteY1" fmla="*/ 354 h 352714"/>
                  <a:gd name="connsiteX2" fmla="*/ 299446 w 299446"/>
                  <a:gd name="connsiteY2" fmla="*/ 284273 h 352714"/>
                  <a:gd name="connsiteX3" fmla="*/ 0 w 299446"/>
                  <a:gd name="connsiteY3" fmla="*/ 333503 h 352714"/>
                  <a:gd name="connsiteX0" fmla="*/ 4686 w 196564"/>
                  <a:gd name="connsiteY0" fmla="*/ 333460 h 353461"/>
                  <a:gd name="connsiteX1" fmla="*/ 70366 w 196564"/>
                  <a:gd name="connsiteY1" fmla="*/ 311 h 353461"/>
                  <a:gd name="connsiteX2" fmla="*/ 196564 w 196564"/>
                  <a:gd name="connsiteY2" fmla="*/ 287066 h 353461"/>
                  <a:gd name="connsiteX3" fmla="*/ 4686 w 196564"/>
                  <a:gd name="connsiteY3" fmla="*/ 333460 h 353461"/>
                  <a:gd name="connsiteX0" fmla="*/ 74777 w 299977"/>
                  <a:gd name="connsiteY0" fmla="*/ 333373 h 353374"/>
                  <a:gd name="connsiteX1" fmla="*/ 140457 w 299977"/>
                  <a:gd name="connsiteY1" fmla="*/ 224 h 353374"/>
                  <a:gd name="connsiteX2" fmla="*/ 266655 w 299977"/>
                  <a:gd name="connsiteY2" fmla="*/ 286979 h 353374"/>
                  <a:gd name="connsiteX3" fmla="*/ 74777 w 299977"/>
                  <a:gd name="connsiteY3" fmla="*/ 333373 h 353374"/>
                  <a:gd name="connsiteX0" fmla="*/ 98043 w 308026"/>
                  <a:gd name="connsiteY0" fmla="*/ 321913 h 341073"/>
                  <a:gd name="connsiteX1" fmla="*/ 130235 w 308026"/>
                  <a:gd name="connsiteY1" fmla="*/ 243 h 341073"/>
                  <a:gd name="connsiteX2" fmla="*/ 289921 w 308026"/>
                  <a:gd name="connsiteY2" fmla="*/ 275519 h 341073"/>
                  <a:gd name="connsiteX3" fmla="*/ 98043 w 308026"/>
                  <a:gd name="connsiteY3" fmla="*/ 321913 h 341073"/>
                  <a:gd name="connsiteX0" fmla="*/ 73834 w 269300"/>
                  <a:gd name="connsiteY0" fmla="*/ 322194 h 341354"/>
                  <a:gd name="connsiteX1" fmla="*/ 106026 w 269300"/>
                  <a:gd name="connsiteY1" fmla="*/ 524 h 341354"/>
                  <a:gd name="connsiteX2" fmla="*/ 265712 w 269300"/>
                  <a:gd name="connsiteY2" fmla="*/ 275800 h 341354"/>
                  <a:gd name="connsiteX3" fmla="*/ 73834 w 269300"/>
                  <a:gd name="connsiteY3" fmla="*/ 322194 h 341354"/>
                  <a:gd name="connsiteX0" fmla="*/ 108014 w 303480"/>
                  <a:gd name="connsiteY0" fmla="*/ 322194 h 344918"/>
                  <a:gd name="connsiteX1" fmla="*/ 140206 w 303480"/>
                  <a:gd name="connsiteY1" fmla="*/ 524 h 344918"/>
                  <a:gd name="connsiteX2" fmla="*/ 299892 w 303480"/>
                  <a:gd name="connsiteY2" fmla="*/ 275800 h 344918"/>
                  <a:gd name="connsiteX3" fmla="*/ 108014 w 303480"/>
                  <a:gd name="connsiteY3" fmla="*/ 322194 h 344918"/>
                  <a:gd name="connsiteX0" fmla="*/ 108014 w 336380"/>
                  <a:gd name="connsiteY0" fmla="*/ 322097 h 344821"/>
                  <a:gd name="connsiteX1" fmla="*/ 140206 w 336380"/>
                  <a:gd name="connsiteY1" fmla="*/ 427 h 344821"/>
                  <a:gd name="connsiteX2" fmla="*/ 299892 w 336380"/>
                  <a:gd name="connsiteY2" fmla="*/ 275703 h 344821"/>
                  <a:gd name="connsiteX3" fmla="*/ 108014 w 336380"/>
                  <a:gd name="connsiteY3" fmla="*/ 322097 h 344821"/>
                  <a:gd name="connsiteX0" fmla="*/ 108014 w 336380"/>
                  <a:gd name="connsiteY0" fmla="*/ 322097 h 325923"/>
                  <a:gd name="connsiteX1" fmla="*/ 140206 w 336380"/>
                  <a:gd name="connsiteY1" fmla="*/ 427 h 325923"/>
                  <a:gd name="connsiteX2" fmla="*/ 299892 w 336380"/>
                  <a:gd name="connsiteY2" fmla="*/ 275703 h 325923"/>
                  <a:gd name="connsiteX3" fmla="*/ 108014 w 336380"/>
                  <a:gd name="connsiteY3" fmla="*/ 322097 h 325923"/>
                  <a:gd name="connsiteX0" fmla="*/ 108014 w 336380"/>
                  <a:gd name="connsiteY0" fmla="*/ 322097 h 324187"/>
                  <a:gd name="connsiteX1" fmla="*/ 140206 w 336380"/>
                  <a:gd name="connsiteY1" fmla="*/ 427 h 324187"/>
                  <a:gd name="connsiteX2" fmla="*/ 299892 w 336380"/>
                  <a:gd name="connsiteY2" fmla="*/ 275703 h 324187"/>
                  <a:gd name="connsiteX3" fmla="*/ 108014 w 336380"/>
                  <a:gd name="connsiteY3" fmla="*/ 322097 h 324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380" h="324187">
                    <a:moveTo>
                      <a:pt x="108014" y="322097"/>
                    </a:moveTo>
                    <a:cubicBezTo>
                      <a:pt x="-21448" y="268124"/>
                      <a:pt x="-61249" y="10204"/>
                      <a:pt x="140206" y="427"/>
                    </a:cubicBezTo>
                    <a:cubicBezTo>
                      <a:pt x="341661" y="-9350"/>
                      <a:pt x="374221" y="150992"/>
                      <a:pt x="299892" y="275703"/>
                    </a:cubicBezTo>
                    <a:cubicBezTo>
                      <a:pt x="259738" y="301757"/>
                      <a:pt x="214768" y="332546"/>
                      <a:pt x="108014" y="322097"/>
                    </a:cubicBezTo>
                    <a:close/>
                  </a:path>
                </a:pathLst>
              </a:custGeom>
              <a:solidFill>
                <a:srgbClr val="E45218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9BDA07A-26CB-A077-C9C3-887AEF998073}"/>
                </a:ext>
              </a:extLst>
            </p:cNvPr>
            <p:cNvGrpSpPr/>
            <p:nvPr/>
          </p:nvGrpSpPr>
          <p:grpSpPr>
            <a:xfrm flipH="1">
              <a:off x="2469981" y="2601233"/>
              <a:ext cx="554951" cy="752786"/>
              <a:chOff x="3852608" y="2550061"/>
              <a:chExt cx="554951" cy="752786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0E7C112-2088-2274-52AC-992FACA718B9}"/>
                  </a:ext>
                </a:extLst>
              </p:cNvPr>
              <p:cNvSpPr/>
              <p:nvPr/>
            </p:nvSpPr>
            <p:spPr>
              <a:xfrm rot="1572263" flipV="1">
                <a:off x="4068690" y="2550061"/>
                <a:ext cx="122789" cy="5125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  <a:gd name="connsiteX0" fmla="*/ 1 w 452131"/>
                  <a:gd name="connsiteY0" fmla="*/ 0 h 113728"/>
                  <a:gd name="connsiteX1" fmla="*/ 452131 w 452131"/>
                  <a:gd name="connsiteY1" fmla="*/ 112657 h 113728"/>
                  <a:gd name="connsiteX0" fmla="*/ 1 w 368727"/>
                  <a:gd name="connsiteY0" fmla="*/ 0 h 84396"/>
                  <a:gd name="connsiteX1" fmla="*/ 368727 w 368727"/>
                  <a:gd name="connsiteY1" fmla="*/ 82882 h 84396"/>
                  <a:gd name="connsiteX0" fmla="*/ 1 w 368727"/>
                  <a:gd name="connsiteY0" fmla="*/ 0 h 103535"/>
                  <a:gd name="connsiteX1" fmla="*/ 368727 w 368727"/>
                  <a:gd name="connsiteY1" fmla="*/ 82882 h 103535"/>
                  <a:gd name="connsiteX0" fmla="*/ 1 w 368727"/>
                  <a:gd name="connsiteY0" fmla="*/ 0 h 111642"/>
                  <a:gd name="connsiteX1" fmla="*/ 368727 w 368727"/>
                  <a:gd name="connsiteY1" fmla="*/ 82882 h 11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8727" h="111642">
                    <a:moveTo>
                      <a:pt x="1" y="0"/>
                    </a:moveTo>
                    <a:cubicBezTo>
                      <a:pt x="110650" y="88766"/>
                      <a:pt x="180427" y="150638"/>
                      <a:pt x="368727" y="828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F58733D-38AE-0F87-D365-245C11B12040}"/>
                  </a:ext>
                </a:extLst>
              </p:cNvPr>
              <p:cNvSpPr/>
              <p:nvPr/>
            </p:nvSpPr>
            <p:spPr>
              <a:xfrm>
                <a:off x="3852608" y="2747896"/>
                <a:ext cx="554951" cy="554951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8D3CE5B-AFC6-FB1F-EF0D-5043E73E1A9B}"/>
                  </a:ext>
                </a:extLst>
              </p:cNvPr>
              <p:cNvSpPr/>
              <p:nvPr/>
            </p:nvSpPr>
            <p:spPr>
              <a:xfrm>
                <a:off x="3983626" y="2913619"/>
                <a:ext cx="139211" cy="13921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F6F32A8-60EC-93B9-C808-0D218E74BDC8}"/>
                  </a:ext>
                </a:extLst>
              </p:cNvPr>
              <p:cNvSpPr/>
              <p:nvPr/>
            </p:nvSpPr>
            <p:spPr>
              <a:xfrm>
                <a:off x="4175037" y="2943255"/>
                <a:ext cx="100618" cy="10061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DDB5006-54C5-4350-71A7-228A4EECF7EA}"/>
                </a:ext>
              </a:extLst>
            </p:cNvPr>
            <p:cNvGrpSpPr/>
            <p:nvPr/>
          </p:nvGrpSpPr>
          <p:grpSpPr>
            <a:xfrm flipH="1">
              <a:off x="1728222" y="3373203"/>
              <a:ext cx="504825" cy="315916"/>
              <a:chOff x="4586288" y="3305270"/>
              <a:chExt cx="504825" cy="315916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DE6EA57-8D3D-621B-A4BF-1255268DF170}"/>
                  </a:ext>
                </a:extLst>
              </p:cNvPr>
              <p:cNvSpPr/>
              <p:nvPr/>
            </p:nvSpPr>
            <p:spPr>
              <a:xfrm>
                <a:off x="4586288" y="3305270"/>
                <a:ext cx="504825" cy="4276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825" h="42767">
                    <a:moveTo>
                      <a:pt x="0" y="42767"/>
                    </a:moveTo>
                    <a:cubicBezTo>
                      <a:pt x="168275" y="36417"/>
                      <a:pt x="265112" y="-36608"/>
                      <a:pt x="504825" y="23717"/>
                    </a:cubicBezTo>
                    <a:lnTo>
                      <a:pt x="504825" y="2371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06170C8-4878-F1E5-FC0F-A671ACAD5B60}"/>
                  </a:ext>
                </a:extLst>
              </p:cNvPr>
              <p:cNvSpPr/>
              <p:nvPr/>
            </p:nvSpPr>
            <p:spPr>
              <a:xfrm rot="1572263" flipV="1">
                <a:off x="4595421" y="3514733"/>
                <a:ext cx="419908" cy="106453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550" h="99579">
                    <a:moveTo>
                      <a:pt x="0" y="0"/>
                    </a:moveTo>
                    <a:cubicBezTo>
                      <a:pt x="180517" y="32777"/>
                      <a:pt x="375156" y="110318"/>
                      <a:pt x="541550" y="9833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41E81DB-07B9-E358-8028-83B375B38389}"/>
              </a:ext>
            </a:extLst>
          </p:cNvPr>
          <p:cNvGrpSpPr/>
          <p:nvPr/>
        </p:nvGrpSpPr>
        <p:grpSpPr>
          <a:xfrm>
            <a:off x="3221748" y="1729003"/>
            <a:ext cx="4814124" cy="5224231"/>
            <a:chOff x="1296164" y="1272418"/>
            <a:chExt cx="4814124" cy="5224231"/>
          </a:xfrm>
          <a:solidFill>
            <a:schemeClr val="bg1"/>
          </a:solidFill>
        </p:grpSpPr>
        <p:sp>
          <p:nvSpPr>
            <p:cNvPr id="53" name="Rectangle 22">
              <a:extLst>
                <a:ext uri="{FF2B5EF4-FFF2-40B4-BE49-F238E27FC236}">
                  <a16:creationId xmlns:a16="http://schemas.microsoft.com/office/drawing/2014/main" id="{63CC62A6-7F72-2F8A-B4FC-6AD708F24A9D}"/>
                </a:ext>
              </a:extLst>
            </p:cNvPr>
            <p:cNvSpPr/>
            <p:nvPr/>
          </p:nvSpPr>
          <p:spPr>
            <a:xfrm>
              <a:off x="4506086" y="4651140"/>
              <a:ext cx="1007332" cy="1661330"/>
            </a:xfrm>
            <a:custGeom>
              <a:avLst/>
              <a:gdLst>
                <a:gd name="connsiteX0" fmla="*/ 0 w 378682"/>
                <a:gd name="connsiteY0" fmla="*/ 0 h 315047"/>
                <a:gd name="connsiteX1" fmla="*/ 378682 w 378682"/>
                <a:gd name="connsiteY1" fmla="*/ 0 h 315047"/>
                <a:gd name="connsiteX2" fmla="*/ 378682 w 378682"/>
                <a:gd name="connsiteY2" fmla="*/ 315047 h 315047"/>
                <a:gd name="connsiteX3" fmla="*/ 0 w 378682"/>
                <a:gd name="connsiteY3" fmla="*/ 315047 h 315047"/>
                <a:gd name="connsiteX4" fmla="*/ 0 w 378682"/>
                <a:gd name="connsiteY4" fmla="*/ 0 h 315047"/>
                <a:gd name="connsiteX0" fmla="*/ 0 w 1070832"/>
                <a:gd name="connsiteY0" fmla="*/ 1282700 h 1597747"/>
                <a:gd name="connsiteX1" fmla="*/ 1070832 w 1070832"/>
                <a:gd name="connsiteY1" fmla="*/ 0 h 1597747"/>
                <a:gd name="connsiteX2" fmla="*/ 378682 w 1070832"/>
                <a:gd name="connsiteY2" fmla="*/ 1597747 h 1597747"/>
                <a:gd name="connsiteX3" fmla="*/ 0 w 1070832"/>
                <a:gd name="connsiteY3" fmla="*/ 1597747 h 1597747"/>
                <a:gd name="connsiteX4" fmla="*/ 0 w 1070832"/>
                <a:gd name="connsiteY4" fmla="*/ 1282700 h 1597747"/>
                <a:gd name="connsiteX0" fmla="*/ 0 w 1070832"/>
                <a:gd name="connsiteY0" fmla="*/ 1282700 h 1597747"/>
                <a:gd name="connsiteX1" fmla="*/ 1070832 w 1070832"/>
                <a:gd name="connsiteY1" fmla="*/ 0 h 1597747"/>
                <a:gd name="connsiteX2" fmla="*/ 0 w 1070832"/>
                <a:gd name="connsiteY2" fmla="*/ 1597747 h 1597747"/>
                <a:gd name="connsiteX3" fmla="*/ 0 w 1070832"/>
                <a:gd name="connsiteY3" fmla="*/ 1282700 h 1597747"/>
                <a:gd name="connsiteX0" fmla="*/ 0 w 1070832"/>
                <a:gd name="connsiteY0" fmla="*/ 1282700 h 1623147"/>
                <a:gd name="connsiteX1" fmla="*/ 1070832 w 1070832"/>
                <a:gd name="connsiteY1" fmla="*/ 0 h 1623147"/>
                <a:gd name="connsiteX2" fmla="*/ 146050 w 1070832"/>
                <a:gd name="connsiteY2" fmla="*/ 1623147 h 1623147"/>
                <a:gd name="connsiteX3" fmla="*/ 0 w 1070832"/>
                <a:gd name="connsiteY3" fmla="*/ 1282700 h 1623147"/>
                <a:gd name="connsiteX0" fmla="*/ 0 w 931132"/>
                <a:gd name="connsiteY0" fmla="*/ 1409700 h 1623147"/>
                <a:gd name="connsiteX1" fmla="*/ 931132 w 931132"/>
                <a:gd name="connsiteY1" fmla="*/ 0 h 1623147"/>
                <a:gd name="connsiteX2" fmla="*/ 6350 w 931132"/>
                <a:gd name="connsiteY2" fmla="*/ 1623147 h 1623147"/>
                <a:gd name="connsiteX3" fmla="*/ 0 w 931132"/>
                <a:gd name="connsiteY3" fmla="*/ 1409700 h 1623147"/>
                <a:gd name="connsiteX0" fmla="*/ 0 w 931132"/>
                <a:gd name="connsiteY0" fmla="*/ 1409700 h 1623147"/>
                <a:gd name="connsiteX1" fmla="*/ 931132 w 931132"/>
                <a:gd name="connsiteY1" fmla="*/ 0 h 1623147"/>
                <a:gd name="connsiteX2" fmla="*/ 6350 w 931132"/>
                <a:gd name="connsiteY2" fmla="*/ 1623147 h 1623147"/>
                <a:gd name="connsiteX3" fmla="*/ 0 w 931132"/>
                <a:gd name="connsiteY3" fmla="*/ 1409700 h 16231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1007332"/>
                <a:gd name="connsiteY0" fmla="*/ 1447800 h 1661247"/>
                <a:gd name="connsiteX1" fmla="*/ 1007332 w 1007332"/>
                <a:gd name="connsiteY1" fmla="*/ 0 h 1661247"/>
                <a:gd name="connsiteX2" fmla="*/ 6350 w 1007332"/>
                <a:gd name="connsiteY2" fmla="*/ 1661247 h 1661247"/>
                <a:gd name="connsiteX3" fmla="*/ 0 w 1007332"/>
                <a:gd name="connsiteY3" fmla="*/ 1447800 h 1661247"/>
                <a:gd name="connsiteX0" fmla="*/ 0 w 1007332"/>
                <a:gd name="connsiteY0" fmla="*/ 1447882 h 1661329"/>
                <a:gd name="connsiteX1" fmla="*/ 1007332 w 1007332"/>
                <a:gd name="connsiteY1" fmla="*/ 82 h 1661329"/>
                <a:gd name="connsiteX2" fmla="*/ 6350 w 1007332"/>
                <a:gd name="connsiteY2" fmla="*/ 1661329 h 1661329"/>
                <a:gd name="connsiteX3" fmla="*/ 0 w 1007332"/>
                <a:gd name="connsiteY3" fmla="*/ 1447882 h 1661329"/>
                <a:gd name="connsiteX0" fmla="*/ 0 w 1007332"/>
                <a:gd name="connsiteY0" fmla="*/ 1447883 h 1661330"/>
                <a:gd name="connsiteX1" fmla="*/ 1007332 w 1007332"/>
                <a:gd name="connsiteY1" fmla="*/ 83 h 1661330"/>
                <a:gd name="connsiteX2" fmla="*/ 6350 w 1007332"/>
                <a:gd name="connsiteY2" fmla="*/ 1661330 h 1661330"/>
                <a:gd name="connsiteX3" fmla="*/ 0 w 1007332"/>
                <a:gd name="connsiteY3" fmla="*/ 1447883 h 1661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332" h="1661330">
                  <a:moveTo>
                    <a:pt x="0" y="1447883"/>
                  </a:moveTo>
                  <a:cubicBezTo>
                    <a:pt x="915744" y="1435183"/>
                    <a:pt x="612288" y="-12617"/>
                    <a:pt x="1007332" y="83"/>
                  </a:cubicBezTo>
                  <a:cubicBezTo>
                    <a:pt x="699071" y="541132"/>
                    <a:pt x="1108361" y="1456831"/>
                    <a:pt x="6350" y="1661330"/>
                  </a:cubicBezTo>
                  <a:lnTo>
                    <a:pt x="0" y="1447883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A321A9A-283D-4312-F838-3934B1B13DD2}"/>
                </a:ext>
              </a:extLst>
            </p:cNvPr>
            <p:cNvGrpSpPr/>
            <p:nvPr/>
          </p:nvGrpSpPr>
          <p:grpSpPr>
            <a:xfrm>
              <a:off x="2207328" y="4671060"/>
              <a:ext cx="2616171" cy="1825589"/>
              <a:chOff x="2207328" y="4671060"/>
              <a:chExt cx="2616171" cy="1825589"/>
            </a:xfrm>
            <a:grpFill/>
          </p:grpSpPr>
          <p:sp>
            <p:nvSpPr>
              <p:cNvPr id="91" name="Rectangle 9">
                <a:extLst>
                  <a:ext uri="{FF2B5EF4-FFF2-40B4-BE49-F238E27FC236}">
                    <a16:creationId xmlns:a16="http://schemas.microsoft.com/office/drawing/2014/main" id="{F89783F4-F72A-3207-639E-C79939736C1B}"/>
                  </a:ext>
                </a:extLst>
              </p:cNvPr>
              <p:cNvSpPr/>
              <p:nvPr/>
            </p:nvSpPr>
            <p:spPr>
              <a:xfrm>
                <a:off x="2212725" y="4671060"/>
                <a:ext cx="2610774" cy="1781679"/>
              </a:xfrm>
              <a:custGeom>
                <a:avLst/>
                <a:gdLst>
                  <a:gd name="connsiteX0" fmla="*/ 0 w 1036320"/>
                  <a:gd name="connsiteY0" fmla="*/ 0 h 1562100"/>
                  <a:gd name="connsiteX1" fmla="*/ 1036320 w 1036320"/>
                  <a:gd name="connsiteY1" fmla="*/ 0 h 1562100"/>
                  <a:gd name="connsiteX2" fmla="*/ 1036320 w 1036320"/>
                  <a:gd name="connsiteY2" fmla="*/ 1562100 h 1562100"/>
                  <a:gd name="connsiteX3" fmla="*/ 0 w 1036320"/>
                  <a:gd name="connsiteY3" fmla="*/ 1562100 h 1562100"/>
                  <a:gd name="connsiteX4" fmla="*/ 0 w 1036320"/>
                  <a:gd name="connsiteY4" fmla="*/ 0 h 1562100"/>
                  <a:gd name="connsiteX0" fmla="*/ 0 w 1394460"/>
                  <a:gd name="connsiteY0" fmla="*/ 0 h 1714500"/>
                  <a:gd name="connsiteX1" fmla="*/ 1036320 w 1394460"/>
                  <a:gd name="connsiteY1" fmla="*/ 0 h 1714500"/>
                  <a:gd name="connsiteX2" fmla="*/ 1394460 w 1394460"/>
                  <a:gd name="connsiteY2" fmla="*/ 1714500 h 1714500"/>
                  <a:gd name="connsiteX3" fmla="*/ 0 w 1394460"/>
                  <a:gd name="connsiteY3" fmla="*/ 1562100 h 1714500"/>
                  <a:gd name="connsiteX4" fmla="*/ 0 w 1394460"/>
                  <a:gd name="connsiteY4" fmla="*/ 0 h 1714500"/>
                  <a:gd name="connsiteX0" fmla="*/ 266700 w 1661160"/>
                  <a:gd name="connsiteY0" fmla="*/ 0 h 1760220"/>
                  <a:gd name="connsiteX1" fmla="*/ 1303020 w 1661160"/>
                  <a:gd name="connsiteY1" fmla="*/ 0 h 1760220"/>
                  <a:gd name="connsiteX2" fmla="*/ 1661160 w 1661160"/>
                  <a:gd name="connsiteY2" fmla="*/ 1714500 h 1760220"/>
                  <a:gd name="connsiteX3" fmla="*/ 0 w 1661160"/>
                  <a:gd name="connsiteY3" fmla="*/ 1760220 h 1760220"/>
                  <a:gd name="connsiteX4" fmla="*/ 266700 w 1661160"/>
                  <a:gd name="connsiteY4" fmla="*/ 0 h 1760220"/>
                  <a:gd name="connsiteX0" fmla="*/ 266700 w 1661160"/>
                  <a:gd name="connsiteY0" fmla="*/ 0 h 1774647"/>
                  <a:gd name="connsiteX1" fmla="*/ 1303020 w 1661160"/>
                  <a:gd name="connsiteY1" fmla="*/ 0 h 1774647"/>
                  <a:gd name="connsiteX2" fmla="*/ 1661160 w 1661160"/>
                  <a:gd name="connsiteY2" fmla="*/ 1714500 h 1774647"/>
                  <a:gd name="connsiteX3" fmla="*/ 0 w 1661160"/>
                  <a:gd name="connsiteY3" fmla="*/ 1760220 h 1774647"/>
                  <a:gd name="connsiteX4" fmla="*/ 266700 w 1661160"/>
                  <a:gd name="connsiteY4" fmla="*/ 0 h 1774647"/>
                  <a:gd name="connsiteX0" fmla="*/ 266700 w 1661160"/>
                  <a:gd name="connsiteY0" fmla="*/ 0 h 1774647"/>
                  <a:gd name="connsiteX1" fmla="*/ 1303020 w 1661160"/>
                  <a:gd name="connsiteY1" fmla="*/ 0 h 1774647"/>
                  <a:gd name="connsiteX2" fmla="*/ 1661160 w 1661160"/>
                  <a:gd name="connsiteY2" fmla="*/ 1714500 h 1774647"/>
                  <a:gd name="connsiteX3" fmla="*/ 0 w 1661160"/>
                  <a:gd name="connsiteY3" fmla="*/ 1760220 h 1774647"/>
                  <a:gd name="connsiteX4" fmla="*/ 266700 w 1661160"/>
                  <a:gd name="connsiteY4" fmla="*/ 0 h 1774647"/>
                  <a:gd name="connsiteX0" fmla="*/ 266700 w 1661160"/>
                  <a:gd name="connsiteY0" fmla="*/ 0 h 1780017"/>
                  <a:gd name="connsiteX1" fmla="*/ 1303020 w 1661160"/>
                  <a:gd name="connsiteY1" fmla="*/ 0 h 1780017"/>
                  <a:gd name="connsiteX2" fmla="*/ 1661160 w 1661160"/>
                  <a:gd name="connsiteY2" fmla="*/ 1744980 h 1780017"/>
                  <a:gd name="connsiteX3" fmla="*/ 0 w 1661160"/>
                  <a:gd name="connsiteY3" fmla="*/ 1760220 h 1780017"/>
                  <a:gd name="connsiteX4" fmla="*/ 266700 w 1661160"/>
                  <a:gd name="connsiteY4" fmla="*/ 0 h 1780017"/>
                  <a:gd name="connsiteX0" fmla="*/ 266700 w 1661160"/>
                  <a:gd name="connsiteY0" fmla="*/ 0 h 1781679"/>
                  <a:gd name="connsiteX1" fmla="*/ 1303020 w 1661160"/>
                  <a:gd name="connsiteY1" fmla="*/ 0 h 1781679"/>
                  <a:gd name="connsiteX2" fmla="*/ 1661160 w 1661160"/>
                  <a:gd name="connsiteY2" fmla="*/ 1744980 h 1781679"/>
                  <a:gd name="connsiteX3" fmla="*/ 0 w 1661160"/>
                  <a:gd name="connsiteY3" fmla="*/ 1760220 h 1781679"/>
                  <a:gd name="connsiteX4" fmla="*/ 266700 w 1661160"/>
                  <a:gd name="connsiteY4" fmla="*/ 0 h 1781679"/>
                  <a:gd name="connsiteX0" fmla="*/ 266700 w 1661160"/>
                  <a:gd name="connsiteY0" fmla="*/ 0 h 1781679"/>
                  <a:gd name="connsiteX1" fmla="*/ 1303020 w 1661160"/>
                  <a:gd name="connsiteY1" fmla="*/ 0 h 1781679"/>
                  <a:gd name="connsiteX2" fmla="*/ 1661160 w 1661160"/>
                  <a:gd name="connsiteY2" fmla="*/ 1744980 h 1781679"/>
                  <a:gd name="connsiteX3" fmla="*/ 0 w 1661160"/>
                  <a:gd name="connsiteY3" fmla="*/ 1760220 h 1781679"/>
                  <a:gd name="connsiteX4" fmla="*/ 60960 w 1661160"/>
                  <a:gd name="connsiteY4" fmla="*/ 845820 h 1781679"/>
                  <a:gd name="connsiteX5" fmla="*/ 266700 w 1661160"/>
                  <a:gd name="connsiteY5" fmla="*/ 0 h 1781679"/>
                  <a:gd name="connsiteX0" fmla="*/ 481961 w 1876421"/>
                  <a:gd name="connsiteY0" fmla="*/ 0 h 1781679"/>
                  <a:gd name="connsiteX1" fmla="*/ 1518281 w 1876421"/>
                  <a:gd name="connsiteY1" fmla="*/ 0 h 1781679"/>
                  <a:gd name="connsiteX2" fmla="*/ 1876421 w 1876421"/>
                  <a:gd name="connsiteY2" fmla="*/ 1744980 h 1781679"/>
                  <a:gd name="connsiteX3" fmla="*/ 215261 w 1876421"/>
                  <a:gd name="connsiteY3" fmla="*/ 1760220 h 1781679"/>
                  <a:gd name="connsiteX4" fmla="*/ 276221 w 1876421"/>
                  <a:gd name="connsiteY4" fmla="*/ 845820 h 1781679"/>
                  <a:gd name="connsiteX5" fmla="*/ 481961 w 1876421"/>
                  <a:gd name="connsiteY5" fmla="*/ 0 h 1781679"/>
                  <a:gd name="connsiteX0" fmla="*/ 712765 w 2107225"/>
                  <a:gd name="connsiteY0" fmla="*/ 0 h 1781679"/>
                  <a:gd name="connsiteX1" fmla="*/ 1749085 w 2107225"/>
                  <a:gd name="connsiteY1" fmla="*/ 0 h 1781679"/>
                  <a:gd name="connsiteX2" fmla="*/ 2107225 w 2107225"/>
                  <a:gd name="connsiteY2" fmla="*/ 1744980 h 1781679"/>
                  <a:gd name="connsiteX3" fmla="*/ 446065 w 2107225"/>
                  <a:gd name="connsiteY3" fmla="*/ 1760220 h 1781679"/>
                  <a:gd name="connsiteX4" fmla="*/ 507025 w 2107225"/>
                  <a:gd name="connsiteY4" fmla="*/ 845820 h 1781679"/>
                  <a:gd name="connsiteX5" fmla="*/ 712765 w 2107225"/>
                  <a:gd name="connsiteY5" fmla="*/ 0 h 1781679"/>
                  <a:gd name="connsiteX0" fmla="*/ 756459 w 2150919"/>
                  <a:gd name="connsiteY0" fmla="*/ 0 h 1781679"/>
                  <a:gd name="connsiteX1" fmla="*/ 1792779 w 2150919"/>
                  <a:gd name="connsiteY1" fmla="*/ 0 h 1781679"/>
                  <a:gd name="connsiteX2" fmla="*/ 2150919 w 2150919"/>
                  <a:gd name="connsiteY2" fmla="*/ 1744980 h 1781679"/>
                  <a:gd name="connsiteX3" fmla="*/ 489759 w 2150919"/>
                  <a:gd name="connsiteY3" fmla="*/ 1760220 h 1781679"/>
                  <a:gd name="connsiteX4" fmla="*/ 550719 w 2150919"/>
                  <a:gd name="connsiteY4" fmla="*/ 845820 h 1781679"/>
                  <a:gd name="connsiteX5" fmla="*/ 756459 w 2150919"/>
                  <a:gd name="connsiteY5" fmla="*/ 0 h 1781679"/>
                  <a:gd name="connsiteX0" fmla="*/ 741890 w 2136350"/>
                  <a:gd name="connsiteY0" fmla="*/ 0 h 1781679"/>
                  <a:gd name="connsiteX1" fmla="*/ 1778210 w 2136350"/>
                  <a:gd name="connsiteY1" fmla="*/ 0 h 1781679"/>
                  <a:gd name="connsiteX2" fmla="*/ 2136350 w 2136350"/>
                  <a:gd name="connsiteY2" fmla="*/ 1744980 h 1781679"/>
                  <a:gd name="connsiteX3" fmla="*/ 475190 w 2136350"/>
                  <a:gd name="connsiteY3" fmla="*/ 1760220 h 1781679"/>
                  <a:gd name="connsiteX4" fmla="*/ 566630 w 2136350"/>
                  <a:gd name="connsiteY4" fmla="*/ 807720 h 1781679"/>
                  <a:gd name="connsiteX5" fmla="*/ 741890 w 2136350"/>
                  <a:gd name="connsiteY5" fmla="*/ 0 h 1781679"/>
                  <a:gd name="connsiteX0" fmla="*/ 761269 w 2155729"/>
                  <a:gd name="connsiteY0" fmla="*/ 0 h 1781679"/>
                  <a:gd name="connsiteX1" fmla="*/ 1797589 w 2155729"/>
                  <a:gd name="connsiteY1" fmla="*/ 0 h 1781679"/>
                  <a:gd name="connsiteX2" fmla="*/ 2155729 w 2155729"/>
                  <a:gd name="connsiteY2" fmla="*/ 1744980 h 1781679"/>
                  <a:gd name="connsiteX3" fmla="*/ 494569 w 2155729"/>
                  <a:gd name="connsiteY3" fmla="*/ 1760220 h 1781679"/>
                  <a:gd name="connsiteX4" fmla="*/ 586009 w 2155729"/>
                  <a:gd name="connsiteY4" fmla="*/ 807720 h 1781679"/>
                  <a:gd name="connsiteX5" fmla="*/ 761269 w 2155729"/>
                  <a:gd name="connsiteY5" fmla="*/ 0 h 1781679"/>
                  <a:gd name="connsiteX0" fmla="*/ 761269 w 2155729"/>
                  <a:gd name="connsiteY0" fmla="*/ 0 h 1781679"/>
                  <a:gd name="connsiteX1" fmla="*/ 1797589 w 2155729"/>
                  <a:gd name="connsiteY1" fmla="*/ 0 h 1781679"/>
                  <a:gd name="connsiteX2" fmla="*/ 2102390 w 2155729"/>
                  <a:gd name="connsiteY2" fmla="*/ 891540 h 1781679"/>
                  <a:gd name="connsiteX3" fmla="*/ 2155729 w 2155729"/>
                  <a:gd name="connsiteY3" fmla="*/ 1744980 h 1781679"/>
                  <a:gd name="connsiteX4" fmla="*/ 494569 w 2155729"/>
                  <a:gd name="connsiteY4" fmla="*/ 1760220 h 1781679"/>
                  <a:gd name="connsiteX5" fmla="*/ 586009 w 2155729"/>
                  <a:gd name="connsiteY5" fmla="*/ 807720 h 1781679"/>
                  <a:gd name="connsiteX6" fmla="*/ 761269 w 2155729"/>
                  <a:gd name="connsiteY6" fmla="*/ 0 h 1781679"/>
                  <a:gd name="connsiteX0" fmla="*/ 761269 w 2435468"/>
                  <a:gd name="connsiteY0" fmla="*/ 0 h 1781679"/>
                  <a:gd name="connsiteX1" fmla="*/ 1797589 w 2435468"/>
                  <a:gd name="connsiteY1" fmla="*/ 0 h 1781679"/>
                  <a:gd name="connsiteX2" fmla="*/ 2102390 w 2435468"/>
                  <a:gd name="connsiteY2" fmla="*/ 891540 h 1781679"/>
                  <a:gd name="connsiteX3" fmla="*/ 2155729 w 2435468"/>
                  <a:gd name="connsiteY3" fmla="*/ 1744980 h 1781679"/>
                  <a:gd name="connsiteX4" fmla="*/ 494569 w 2435468"/>
                  <a:gd name="connsiteY4" fmla="*/ 1760220 h 1781679"/>
                  <a:gd name="connsiteX5" fmla="*/ 586009 w 2435468"/>
                  <a:gd name="connsiteY5" fmla="*/ 807720 h 1781679"/>
                  <a:gd name="connsiteX6" fmla="*/ 761269 w 2435468"/>
                  <a:gd name="connsiteY6" fmla="*/ 0 h 1781679"/>
                  <a:gd name="connsiteX0" fmla="*/ 761269 w 2435468"/>
                  <a:gd name="connsiteY0" fmla="*/ 0 h 1781679"/>
                  <a:gd name="connsiteX1" fmla="*/ 1797589 w 2435468"/>
                  <a:gd name="connsiteY1" fmla="*/ 0 h 1781679"/>
                  <a:gd name="connsiteX2" fmla="*/ 2102390 w 2435468"/>
                  <a:gd name="connsiteY2" fmla="*/ 868680 h 1781679"/>
                  <a:gd name="connsiteX3" fmla="*/ 2155729 w 2435468"/>
                  <a:gd name="connsiteY3" fmla="*/ 1744980 h 1781679"/>
                  <a:gd name="connsiteX4" fmla="*/ 494569 w 2435468"/>
                  <a:gd name="connsiteY4" fmla="*/ 1760220 h 1781679"/>
                  <a:gd name="connsiteX5" fmla="*/ 586009 w 2435468"/>
                  <a:gd name="connsiteY5" fmla="*/ 807720 h 1781679"/>
                  <a:gd name="connsiteX6" fmla="*/ 761269 w 2435468"/>
                  <a:gd name="connsiteY6" fmla="*/ 0 h 1781679"/>
                  <a:gd name="connsiteX0" fmla="*/ 761269 w 2620639"/>
                  <a:gd name="connsiteY0" fmla="*/ 0 h 1781679"/>
                  <a:gd name="connsiteX1" fmla="*/ 1797589 w 2620639"/>
                  <a:gd name="connsiteY1" fmla="*/ 0 h 1781679"/>
                  <a:gd name="connsiteX2" fmla="*/ 2102390 w 2620639"/>
                  <a:gd name="connsiteY2" fmla="*/ 868680 h 1781679"/>
                  <a:gd name="connsiteX3" fmla="*/ 2155729 w 2620639"/>
                  <a:gd name="connsiteY3" fmla="*/ 1744980 h 1781679"/>
                  <a:gd name="connsiteX4" fmla="*/ 494569 w 2620639"/>
                  <a:gd name="connsiteY4" fmla="*/ 1760220 h 1781679"/>
                  <a:gd name="connsiteX5" fmla="*/ 586009 w 2620639"/>
                  <a:gd name="connsiteY5" fmla="*/ 807720 h 1781679"/>
                  <a:gd name="connsiteX6" fmla="*/ 761269 w 2620639"/>
                  <a:gd name="connsiteY6" fmla="*/ 0 h 1781679"/>
                  <a:gd name="connsiteX0" fmla="*/ 761269 w 2583714"/>
                  <a:gd name="connsiteY0" fmla="*/ 0 h 1781679"/>
                  <a:gd name="connsiteX1" fmla="*/ 1797589 w 2583714"/>
                  <a:gd name="connsiteY1" fmla="*/ 0 h 1781679"/>
                  <a:gd name="connsiteX2" fmla="*/ 2102390 w 2583714"/>
                  <a:gd name="connsiteY2" fmla="*/ 868680 h 1781679"/>
                  <a:gd name="connsiteX3" fmla="*/ 2155729 w 2583714"/>
                  <a:gd name="connsiteY3" fmla="*/ 1744980 h 1781679"/>
                  <a:gd name="connsiteX4" fmla="*/ 494569 w 2583714"/>
                  <a:gd name="connsiteY4" fmla="*/ 1760220 h 1781679"/>
                  <a:gd name="connsiteX5" fmla="*/ 586009 w 2583714"/>
                  <a:gd name="connsiteY5" fmla="*/ 807720 h 1781679"/>
                  <a:gd name="connsiteX6" fmla="*/ 761269 w 2583714"/>
                  <a:gd name="connsiteY6" fmla="*/ 0 h 1781679"/>
                  <a:gd name="connsiteX0" fmla="*/ 761269 w 2616399"/>
                  <a:gd name="connsiteY0" fmla="*/ 0 h 1781679"/>
                  <a:gd name="connsiteX1" fmla="*/ 1797589 w 2616399"/>
                  <a:gd name="connsiteY1" fmla="*/ 0 h 1781679"/>
                  <a:gd name="connsiteX2" fmla="*/ 2102390 w 2616399"/>
                  <a:gd name="connsiteY2" fmla="*/ 868680 h 1781679"/>
                  <a:gd name="connsiteX3" fmla="*/ 2155729 w 2616399"/>
                  <a:gd name="connsiteY3" fmla="*/ 1744980 h 1781679"/>
                  <a:gd name="connsiteX4" fmla="*/ 494569 w 2616399"/>
                  <a:gd name="connsiteY4" fmla="*/ 1760220 h 1781679"/>
                  <a:gd name="connsiteX5" fmla="*/ 586009 w 2616399"/>
                  <a:gd name="connsiteY5" fmla="*/ 807720 h 1781679"/>
                  <a:gd name="connsiteX6" fmla="*/ 761269 w 2616399"/>
                  <a:gd name="connsiteY6" fmla="*/ 0 h 1781679"/>
                  <a:gd name="connsiteX0" fmla="*/ 761269 w 2628487"/>
                  <a:gd name="connsiteY0" fmla="*/ 0 h 1781679"/>
                  <a:gd name="connsiteX1" fmla="*/ 1797589 w 2628487"/>
                  <a:gd name="connsiteY1" fmla="*/ 0 h 1781679"/>
                  <a:gd name="connsiteX2" fmla="*/ 2102390 w 2628487"/>
                  <a:gd name="connsiteY2" fmla="*/ 868680 h 1781679"/>
                  <a:gd name="connsiteX3" fmla="*/ 2155729 w 2628487"/>
                  <a:gd name="connsiteY3" fmla="*/ 1744980 h 1781679"/>
                  <a:gd name="connsiteX4" fmla="*/ 494569 w 2628487"/>
                  <a:gd name="connsiteY4" fmla="*/ 1760220 h 1781679"/>
                  <a:gd name="connsiteX5" fmla="*/ 586009 w 2628487"/>
                  <a:gd name="connsiteY5" fmla="*/ 807720 h 1781679"/>
                  <a:gd name="connsiteX6" fmla="*/ 761269 w 2628487"/>
                  <a:gd name="connsiteY6" fmla="*/ 0 h 1781679"/>
                  <a:gd name="connsiteX0" fmla="*/ 761269 w 2612741"/>
                  <a:gd name="connsiteY0" fmla="*/ 0 h 1781679"/>
                  <a:gd name="connsiteX1" fmla="*/ 1797589 w 2612741"/>
                  <a:gd name="connsiteY1" fmla="*/ 0 h 1781679"/>
                  <a:gd name="connsiteX2" fmla="*/ 2102390 w 2612741"/>
                  <a:gd name="connsiteY2" fmla="*/ 868680 h 1781679"/>
                  <a:gd name="connsiteX3" fmla="*/ 2155729 w 2612741"/>
                  <a:gd name="connsiteY3" fmla="*/ 1744980 h 1781679"/>
                  <a:gd name="connsiteX4" fmla="*/ 494569 w 2612741"/>
                  <a:gd name="connsiteY4" fmla="*/ 1760220 h 1781679"/>
                  <a:gd name="connsiteX5" fmla="*/ 586009 w 2612741"/>
                  <a:gd name="connsiteY5" fmla="*/ 807720 h 1781679"/>
                  <a:gd name="connsiteX6" fmla="*/ 761269 w 2612741"/>
                  <a:gd name="connsiteY6" fmla="*/ 0 h 1781679"/>
                  <a:gd name="connsiteX0" fmla="*/ 761269 w 2628206"/>
                  <a:gd name="connsiteY0" fmla="*/ 0 h 1781679"/>
                  <a:gd name="connsiteX1" fmla="*/ 1797589 w 2628206"/>
                  <a:gd name="connsiteY1" fmla="*/ 0 h 1781679"/>
                  <a:gd name="connsiteX2" fmla="*/ 2102390 w 2628206"/>
                  <a:gd name="connsiteY2" fmla="*/ 868680 h 1781679"/>
                  <a:gd name="connsiteX3" fmla="*/ 2155729 w 2628206"/>
                  <a:gd name="connsiteY3" fmla="*/ 1744980 h 1781679"/>
                  <a:gd name="connsiteX4" fmla="*/ 494569 w 2628206"/>
                  <a:gd name="connsiteY4" fmla="*/ 1760220 h 1781679"/>
                  <a:gd name="connsiteX5" fmla="*/ 586009 w 2628206"/>
                  <a:gd name="connsiteY5" fmla="*/ 807720 h 1781679"/>
                  <a:gd name="connsiteX6" fmla="*/ 761269 w 2628206"/>
                  <a:gd name="connsiteY6" fmla="*/ 0 h 1781679"/>
                  <a:gd name="connsiteX0" fmla="*/ 756725 w 2623662"/>
                  <a:gd name="connsiteY0" fmla="*/ 0 h 1781679"/>
                  <a:gd name="connsiteX1" fmla="*/ 1793045 w 2623662"/>
                  <a:gd name="connsiteY1" fmla="*/ 0 h 1781679"/>
                  <a:gd name="connsiteX2" fmla="*/ 2097846 w 2623662"/>
                  <a:gd name="connsiteY2" fmla="*/ 868680 h 1781679"/>
                  <a:gd name="connsiteX3" fmla="*/ 2151185 w 2623662"/>
                  <a:gd name="connsiteY3" fmla="*/ 1744980 h 1781679"/>
                  <a:gd name="connsiteX4" fmla="*/ 490025 w 2623662"/>
                  <a:gd name="connsiteY4" fmla="*/ 1760220 h 1781679"/>
                  <a:gd name="connsiteX5" fmla="*/ 581465 w 2623662"/>
                  <a:gd name="connsiteY5" fmla="*/ 807720 h 1781679"/>
                  <a:gd name="connsiteX6" fmla="*/ 756725 w 2623662"/>
                  <a:gd name="connsiteY6" fmla="*/ 0 h 1781679"/>
                  <a:gd name="connsiteX0" fmla="*/ 744511 w 2611448"/>
                  <a:gd name="connsiteY0" fmla="*/ 0 h 1781679"/>
                  <a:gd name="connsiteX1" fmla="*/ 1780831 w 2611448"/>
                  <a:gd name="connsiteY1" fmla="*/ 0 h 1781679"/>
                  <a:gd name="connsiteX2" fmla="*/ 2085632 w 2611448"/>
                  <a:gd name="connsiteY2" fmla="*/ 868680 h 1781679"/>
                  <a:gd name="connsiteX3" fmla="*/ 2138971 w 2611448"/>
                  <a:gd name="connsiteY3" fmla="*/ 1744980 h 1781679"/>
                  <a:gd name="connsiteX4" fmla="*/ 477811 w 2611448"/>
                  <a:gd name="connsiteY4" fmla="*/ 1760220 h 1781679"/>
                  <a:gd name="connsiteX5" fmla="*/ 569251 w 2611448"/>
                  <a:gd name="connsiteY5" fmla="*/ 807720 h 1781679"/>
                  <a:gd name="connsiteX6" fmla="*/ 744511 w 2611448"/>
                  <a:gd name="connsiteY6" fmla="*/ 0 h 1781679"/>
                  <a:gd name="connsiteX0" fmla="*/ 739326 w 2606263"/>
                  <a:gd name="connsiteY0" fmla="*/ 0 h 1781679"/>
                  <a:gd name="connsiteX1" fmla="*/ 1775646 w 2606263"/>
                  <a:gd name="connsiteY1" fmla="*/ 0 h 1781679"/>
                  <a:gd name="connsiteX2" fmla="*/ 2080447 w 2606263"/>
                  <a:gd name="connsiteY2" fmla="*/ 868680 h 1781679"/>
                  <a:gd name="connsiteX3" fmla="*/ 2133786 w 2606263"/>
                  <a:gd name="connsiteY3" fmla="*/ 1744980 h 1781679"/>
                  <a:gd name="connsiteX4" fmla="*/ 472626 w 2606263"/>
                  <a:gd name="connsiteY4" fmla="*/ 1760220 h 1781679"/>
                  <a:gd name="connsiteX5" fmla="*/ 564066 w 2606263"/>
                  <a:gd name="connsiteY5" fmla="*/ 807720 h 1781679"/>
                  <a:gd name="connsiteX6" fmla="*/ 739326 w 2606263"/>
                  <a:gd name="connsiteY6" fmla="*/ 0 h 1781679"/>
                  <a:gd name="connsiteX0" fmla="*/ 752302 w 2619239"/>
                  <a:gd name="connsiteY0" fmla="*/ 0 h 1781679"/>
                  <a:gd name="connsiteX1" fmla="*/ 1788622 w 2619239"/>
                  <a:gd name="connsiteY1" fmla="*/ 0 h 1781679"/>
                  <a:gd name="connsiteX2" fmla="*/ 2093423 w 2619239"/>
                  <a:gd name="connsiteY2" fmla="*/ 868680 h 1781679"/>
                  <a:gd name="connsiteX3" fmla="*/ 2146762 w 2619239"/>
                  <a:gd name="connsiteY3" fmla="*/ 1744980 h 1781679"/>
                  <a:gd name="connsiteX4" fmla="*/ 485602 w 2619239"/>
                  <a:gd name="connsiteY4" fmla="*/ 1760220 h 1781679"/>
                  <a:gd name="connsiteX5" fmla="*/ 577042 w 2619239"/>
                  <a:gd name="connsiteY5" fmla="*/ 807720 h 1781679"/>
                  <a:gd name="connsiteX6" fmla="*/ 752302 w 2619239"/>
                  <a:gd name="connsiteY6" fmla="*/ 0 h 1781679"/>
                  <a:gd name="connsiteX0" fmla="*/ 743837 w 2610774"/>
                  <a:gd name="connsiteY0" fmla="*/ 0 h 1781679"/>
                  <a:gd name="connsiteX1" fmla="*/ 1780157 w 2610774"/>
                  <a:gd name="connsiteY1" fmla="*/ 0 h 1781679"/>
                  <a:gd name="connsiteX2" fmla="*/ 2084958 w 2610774"/>
                  <a:gd name="connsiteY2" fmla="*/ 868680 h 1781679"/>
                  <a:gd name="connsiteX3" fmla="*/ 2138297 w 2610774"/>
                  <a:gd name="connsiteY3" fmla="*/ 1744980 h 1781679"/>
                  <a:gd name="connsiteX4" fmla="*/ 477137 w 2610774"/>
                  <a:gd name="connsiteY4" fmla="*/ 1760220 h 1781679"/>
                  <a:gd name="connsiteX5" fmla="*/ 568577 w 2610774"/>
                  <a:gd name="connsiteY5" fmla="*/ 807720 h 1781679"/>
                  <a:gd name="connsiteX6" fmla="*/ 743837 w 2610774"/>
                  <a:gd name="connsiteY6" fmla="*/ 0 h 1781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10774" h="1781679">
                    <a:moveTo>
                      <a:pt x="743837" y="0"/>
                    </a:moveTo>
                    <a:lnTo>
                      <a:pt x="1780157" y="0"/>
                    </a:lnTo>
                    <a:cubicBezTo>
                      <a:pt x="1848737" y="353060"/>
                      <a:pt x="2016378" y="515620"/>
                      <a:pt x="2084958" y="868680"/>
                    </a:cubicBezTo>
                    <a:cubicBezTo>
                      <a:pt x="2666618" y="254000"/>
                      <a:pt x="2874897" y="1430020"/>
                      <a:pt x="2138297" y="1744980"/>
                    </a:cubicBezTo>
                    <a:cubicBezTo>
                      <a:pt x="1515997" y="1767840"/>
                      <a:pt x="1526157" y="1805940"/>
                      <a:pt x="477137" y="1760220"/>
                    </a:cubicBezTo>
                    <a:cubicBezTo>
                      <a:pt x="-202154" y="1545273"/>
                      <a:pt x="-142306" y="247332"/>
                      <a:pt x="568577" y="807720"/>
                    </a:cubicBezTo>
                    <a:lnTo>
                      <a:pt x="743837" y="0"/>
                    </a:ln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 11">
                <a:extLst>
                  <a:ext uri="{FF2B5EF4-FFF2-40B4-BE49-F238E27FC236}">
                    <a16:creationId xmlns:a16="http://schemas.microsoft.com/office/drawing/2014/main" id="{6C8B33D4-82DF-A40C-C09F-8EB094FB534B}"/>
                  </a:ext>
                </a:extLst>
              </p:cNvPr>
              <p:cNvSpPr/>
              <p:nvPr/>
            </p:nvSpPr>
            <p:spPr>
              <a:xfrm>
                <a:off x="2207328" y="6192605"/>
                <a:ext cx="516472" cy="304044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472" h="304044">
                    <a:moveTo>
                      <a:pt x="15330" y="104848"/>
                    </a:moveTo>
                    <a:cubicBezTo>
                      <a:pt x="151422" y="-84859"/>
                      <a:pt x="411338" y="34998"/>
                      <a:pt x="495042" y="64367"/>
                    </a:cubicBezTo>
                    <a:lnTo>
                      <a:pt x="516472" y="289158"/>
                    </a:lnTo>
                    <a:cubicBezTo>
                      <a:pt x="362919" y="290745"/>
                      <a:pt x="245084" y="318527"/>
                      <a:pt x="55812" y="293920"/>
                    </a:cubicBezTo>
                    <a:cubicBezTo>
                      <a:pt x="32794" y="288046"/>
                      <a:pt x="-28326" y="201210"/>
                      <a:pt x="15330" y="104848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C7FEDD08-BDE2-F118-F413-D4BE3BCFB30D}"/>
                  </a:ext>
                </a:extLst>
              </p:cNvPr>
              <p:cNvSpPr/>
              <p:nvPr/>
            </p:nvSpPr>
            <p:spPr>
              <a:xfrm flipH="1">
                <a:off x="4389185" y="6243763"/>
                <a:ext cx="428626" cy="252330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472" h="304044">
                    <a:moveTo>
                      <a:pt x="15330" y="104848"/>
                    </a:moveTo>
                    <a:cubicBezTo>
                      <a:pt x="151422" y="-84859"/>
                      <a:pt x="411338" y="34998"/>
                      <a:pt x="495042" y="64367"/>
                    </a:cubicBezTo>
                    <a:lnTo>
                      <a:pt x="516472" y="289158"/>
                    </a:lnTo>
                    <a:cubicBezTo>
                      <a:pt x="362919" y="290745"/>
                      <a:pt x="245084" y="318527"/>
                      <a:pt x="55812" y="293920"/>
                    </a:cubicBezTo>
                    <a:cubicBezTo>
                      <a:pt x="32794" y="288046"/>
                      <a:pt x="-28326" y="201210"/>
                      <a:pt x="15330" y="104848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D9B17FE-4A5A-4837-46B7-042E8A833DF4}"/>
                </a:ext>
              </a:extLst>
            </p:cNvPr>
            <p:cNvGrpSpPr/>
            <p:nvPr/>
          </p:nvGrpSpPr>
          <p:grpSpPr>
            <a:xfrm>
              <a:off x="2626432" y="4494249"/>
              <a:ext cx="846192" cy="1995451"/>
              <a:chOff x="2626432" y="4494249"/>
              <a:chExt cx="846192" cy="1995451"/>
            </a:xfrm>
            <a:grpFill/>
          </p:grpSpPr>
          <p:sp>
            <p:nvSpPr>
              <p:cNvPr id="89" name="Rectangle 8">
                <a:extLst>
                  <a:ext uri="{FF2B5EF4-FFF2-40B4-BE49-F238E27FC236}">
                    <a16:creationId xmlns:a16="http://schemas.microsoft.com/office/drawing/2014/main" id="{D4745238-6451-CAD0-6BCF-4DEF31E1FDE1}"/>
                  </a:ext>
                </a:extLst>
              </p:cNvPr>
              <p:cNvSpPr/>
              <p:nvPr/>
            </p:nvSpPr>
            <p:spPr>
              <a:xfrm>
                <a:off x="2626432" y="4494249"/>
                <a:ext cx="761928" cy="1797331"/>
              </a:xfrm>
              <a:custGeom>
                <a:avLst/>
                <a:gdLst>
                  <a:gd name="connsiteX0" fmla="*/ 0 w 1524000"/>
                  <a:gd name="connsiteY0" fmla="*/ 0 h 1545871"/>
                  <a:gd name="connsiteX1" fmla="*/ 1524000 w 1524000"/>
                  <a:gd name="connsiteY1" fmla="*/ 0 h 1545871"/>
                  <a:gd name="connsiteX2" fmla="*/ 1524000 w 1524000"/>
                  <a:gd name="connsiteY2" fmla="*/ 1545871 h 1545871"/>
                  <a:gd name="connsiteX3" fmla="*/ 0 w 1524000"/>
                  <a:gd name="connsiteY3" fmla="*/ 1545871 h 1545871"/>
                  <a:gd name="connsiteX4" fmla="*/ 0 w 1524000"/>
                  <a:gd name="connsiteY4" fmla="*/ 0 h 1545871"/>
                  <a:gd name="connsiteX0" fmla="*/ 99060 w 1623060"/>
                  <a:gd name="connsiteY0" fmla="*/ 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99060 w 1623060"/>
                  <a:gd name="connsiteY4" fmla="*/ 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1653468 w 1653468"/>
                  <a:gd name="connsiteY2" fmla="*/ 1545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761928 w 1653468"/>
                  <a:gd name="connsiteY2" fmla="*/ 1926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761928"/>
                  <a:gd name="connsiteY0" fmla="*/ 45720 h 1843051"/>
                  <a:gd name="connsiteX1" fmla="*/ 617148 w 761928"/>
                  <a:gd name="connsiteY1" fmla="*/ 0 h 1843051"/>
                  <a:gd name="connsiteX2" fmla="*/ 761928 w 761928"/>
                  <a:gd name="connsiteY2" fmla="*/ 1774471 h 1843051"/>
                  <a:gd name="connsiteX3" fmla="*/ 30408 w 761928"/>
                  <a:gd name="connsiteY3" fmla="*/ 1843051 h 1843051"/>
                  <a:gd name="connsiteX4" fmla="*/ 327588 w 761928"/>
                  <a:gd name="connsiteY4" fmla="*/ 45720 h 1843051"/>
                  <a:gd name="connsiteX0" fmla="*/ 327588 w 761928"/>
                  <a:gd name="connsiteY0" fmla="*/ 0 h 1797331"/>
                  <a:gd name="connsiteX1" fmla="*/ 617148 w 761928"/>
                  <a:gd name="connsiteY1" fmla="*/ 1005840 h 1797331"/>
                  <a:gd name="connsiteX2" fmla="*/ 761928 w 761928"/>
                  <a:gd name="connsiteY2" fmla="*/ 1728751 h 1797331"/>
                  <a:gd name="connsiteX3" fmla="*/ 30408 w 761928"/>
                  <a:gd name="connsiteY3" fmla="*/ 1797331 h 1797331"/>
                  <a:gd name="connsiteX4" fmla="*/ 327588 w 761928"/>
                  <a:gd name="connsiteY4" fmla="*/ 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  <a:gd name="connsiteX4" fmla="*/ 708588 w 761928"/>
                  <a:gd name="connsiteY4" fmla="*/ 109728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28" h="1797331">
                    <a:moveTo>
                      <a:pt x="617148" y="1005840"/>
                    </a:moveTo>
                    <a:lnTo>
                      <a:pt x="761928" y="1728751"/>
                    </a:lnTo>
                    <a:lnTo>
                      <a:pt x="30408" y="1797331"/>
                    </a:lnTo>
                    <a:cubicBezTo>
                      <a:pt x="-30552" y="1457301"/>
                      <a:pt x="-30552" y="644830"/>
                      <a:pt x="327588" y="0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11">
                <a:extLst>
                  <a:ext uri="{FF2B5EF4-FFF2-40B4-BE49-F238E27FC236}">
                    <a16:creationId xmlns:a16="http://schemas.microsoft.com/office/drawing/2014/main" id="{2CEB954D-48C2-95ED-615A-423BFA2B561E}"/>
                  </a:ext>
                </a:extLst>
              </p:cNvPr>
              <p:cNvSpPr/>
              <p:nvPr/>
            </p:nvSpPr>
            <p:spPr>
              <a:xfrm>
                <a:off x="2626432" y="6174653"/>
                <a:ext cx="846192" cy="315047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  <a:gd name="connsiteX0" fmla="*/ 15330 w 516472"/>
                  <a:gd name="connsiteY0" fmla="*/ 4 h 199200"/>
                  <a:gd name="connsiteX1" fmla="*/ 516472 w 516472"/>
                  <a:gd name="connsiteY1" fmla="*/ 184314 h 199200"/>
                  <a:gd name="connsiteX2" fmla="*/ 55812 w 516472"/>
                  <a:gd name="connsiteY2" fmla="*/ 189076 h 199200"/>
                  <a:gd name="connsiteX3" fmla="*/ 15330 w 516472"/>
                  <a:gd name="connsiteY3" fmla="*/ 4 h 199200"/>
                  <a:gd name="connsiteX0" fmla="*/ 329839 w 461887"/>
                  <a:gd name="connsiteY0" fmla="*/ 1 h 318260"/>
                  <a:gd name="connsiteX1" fmla="*/ 461887 w 461887"/>
                  <a:gd name="connsiteY1" fmla="*/ 303374 h 318260"/>
                  <a:gd name="connsiteX2" fmla="*/ 1227 w 461887"/>
                  <a:gd name="connsiteY2" fmla="*/ 308136 h 318260"/>
                  <a:gd name="connsiteX3" fmla="*/ 329839 w 461887"/>
                  <a:gd name="connsiteY3" fmla="*/ 1 h 318260"/>
                  <a:gd name="connsiteX0" fmla="*/ 329839 w 752399"/>
                  <a:gd name="connsiteY0" fmla="*/ 1 h 317758"/>
                  <a:gd name="connsiteX1" fmla="*/ 752399 w 752399"/>
                  <a:gd name="connsiteY1" fmla="*/ 300993 h 317758"/>
                  <a:gd name="connsiteX2" fmla="*/ 1227 w 752399"/>
                  <a:gd name="connsiteY2" fmla="*/ 308136 h 317758"/>
                  <a:gd name="connsiteX3" fmla="*/ 329839 w 752399"/>
                  <a:gd name="connsiteY3" fmla="*/ 1 h 317758"/>
                  <a:gd name="connsiteX0" fmla="*/ 317980 w 740540"/>
                  <a:gd name="connsiteY0" fmla="*/ 1 h 317758"/>
                  <a:gd name="connsiteX1" fmla="*/ 740540 w 740540"/>
                  <a:gd name="connsiteY1" fmla="*/ 300993 h 317758"/>
                  <a:gd name="connsiteX2" fmla="*/ 1274 w 740540"/>
                  <a:gd name="connsiteY2" fmla="*/ 308136 h 317758"/>
                  <a:gd name="connsiteX3" fmla="*/ 317980 w 740540"/>
                  <a:gd name="connsiteY3" fmla="*/ 1 h 317758"/>
                  <a:gd name="connsiteX0" fmla="*/ 376280 w 798840"/>
                  <a:gd name="connsiteY0" fmla="*/ 1 h 317758"/>
                  <a:gd name="connsiteX1" fmla="*/ 798840 w 798840"/>
                  <a:gd name="connsiteY1" fmla="*/ 300993 h 317758"/>
                  <a:gd name="connsiteX2" fmla="*/ 59574 w 798840"/>
                  <a:gd name="connsiteY2" fmla="*/ 308136 h 317758"/>
                  <a:gd name="connsiteX3" fmla="*/ 376280 w 798840"/>
                  <a:gd name="connsiteY3" fmla="*/ 1 h 317758"/>
                  <a:gd name="connsiteX0" fmla="*/ 376280 w 820550"/>
                  <a:gd name="connsiteY0" fmla="*/ 1460 h 319217"/>
                  <a:gd name="connsiteX1" fmla="*/ 798840 w 820550"/>
                  <a:gd name="connsiteY1" fmla="*/ 302452 h 319217"/>
                  <a:gd name="connsiteX2" fmla="*/ 59574 w 820550"/>
                  <a:gd name="connsiteY2" fmla="*/ 309595 h 319217"/>
                  <a:gd name="connsiteX3" fmla="*/ 376280 w 820550"/>
                  <a:gd name="connsiteY3" fmla="*/ 1460 h 319217"/>
                  <a:gd name="connsiteX0" fmla="*/ 376280 w 838386"/>
                  <a:gd name="connsiteY0" fmla="*/ 1428 h 319185"/>
                  <a:gd name="connsiteX1" fmla="*/ 798840 w 838386"/>
                  <a:gd name="connsiteY1" fmla="*/ 302420 h 319185"/>
                  <a:gd name="connsiteX2" fmla="*/ 59574 w 838386"/>
                  <a:gd name="connsiteY2" fmla="*/ 309563 h 319185"/>
                  <a:gd name="connsiteX3" fmla="*/ 376280 w 838386"/>
                  <a:gd name="connsiteY3" fmla="*/ 1428 h 319185"/>
                  <a:gd name="connsiteX0" fmla="*/ 384086 w 846192"/>
                  <a:gd name="connsiteY0" fmla="*/ 1428 h 319185"/>
                  <a:gd name="connsiteX1" fmla="*/ 806646 w 846192"/>
                  <a:gd name="connsiteY1" fmla="*/ 302420 h 319185"/>
                  <a:gd name="connsiteX2" fmla="*/ 67380 w 846192"/>
                  <a:gd name="connsiteY2" fmla="*/ 309563 h 319185"/>
                  <a:gd name="connsiteX3" fmla="*/ 384086 w 846192"/>
                  <a:gd name="connsiteY3" fmla="*/ 1428 h 319185"/>
                  <a:gd name="connsiteX0" fmla="*/ 384086 w 846192"/>
                  <a:gd name="connsiteY0" fmla="*/ 1428 h 315047"/>
                  <a:gd name="connsiteX1" fmla="*/ 806646 w 846192"/>
                  <a:gd name="connsiteY1" fmla="*/ 302420 h 315047"/>
                  <a:gd name="connsiteX2" fmla="*/ 67380 w 846192"/>
                  <a:gd name="connsiteY2" fmla="*/ 309563 h 315047"/>
                  <a:gd name="connsiteX3" fmla="*/ 384086 w 846192"/>
                  <a:gd name="connsiteY3" fmla="*/ 1428 h 31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6192" h="315047">
                    <a:moveTo>
                      <a:pt x="384086" y="1428"/>
                    </a:moveTo>
                    <a:cubicBezTo>
                      <a:pt x="984738" y="-23178"/>
                      <a:pt x="840380" y="278051"/>
                      <a:pt x="806646" y="302420"/>
                    </a:cubicBezTo>
                    <a:cubicBezTo>
                      <a:pt x="653093" y="304007"/>
                      <a:pt x="268559" y="324645"/>
                      <a:pt x="67380" y="309563"/>
                    </a:cubicBezTo>
                    <a:cubicBezTo>
                      <a:pt x="25312" y="303689"/>
                      <a:pt x="-169158" y="7303"/>
                      <a:pt x="384086" y="1428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AACA5D0-7631-1573-22E7-9F30C97C0CAD}"/>
                </a:ext>
              </a:extLst>
            </p:cNvPr>
            <p:cNvGrpSpPr/>
            <p:nvPr/>
          </p:nvGrpSpPr>
          <p:grpSpPr>
            <a:xfrm flipH="1">
              <a:off x="3596343" y="4500642"/>
              <a:ext cx="846192" cy="1995451"/>
              <a:chOff x="2626432" y="4494249"/>
              <a:chExt cx="846192" cy="1995451"/>
            </a:xfrm>
            <a:grpFill/>
          </p:grpSpPr>
          <p:sp>
            <p:nvSpPr>
              <p:cNvPr id="87" name="Rectangle 8">
                <a:extLst>
                  <a:ext uri="{FF2B5EF4-FFF2-40B4-BE49-F238E27FC236}">
                    <a16:creationId xmlns:a16="http://schemas.microsoft.com/office/drawing/2014/main" id="{774CBB8D-B118-8C9B-537E-C1C348ED1B06}"/>
                  </a:ext>
                </a:extLst>
              </p:cNvPr>
              <p:cNvSpPr/>
              <p:nvPr/>
            </p:nvSpPr>
            <p:spPr>
              <a:xfrm>
                <a:off x="2626432" y="4494249"/>
                <a:ext cx="761928" cy="1797331"/>
              </a:xfrm>
              <a:custGeom>
                <a:avLst/>
                <a:gdLst>
                  <a:gd name="connsiteX0" fmla="*/ 0 w 1524000"/>
                  <a:gd name="connsiteY0" fmla="*/ 0 h 1545871"/>
                  <a:gd name="connsiteX1" fmla="*/ 1524000 w 1524000"/>
                  <a:gd name="connsiteY1" fmla="*/ 0 h 1545871"/>
                  <a:gd name="connsiteX2" fmla="*/ 1524000 w 1524000"/>
                  <a:gd name="connsiteY2" fmla="*/ 1545871 h 1545871"/>
                  <a:gd name="connsiteX3" fmla="*/ 0 w 1524000"/>
                  <a:gd name="connsiteY3" fmla="*/ 1545871 h 1545871"/>
                  <a:gd name="connsiteX4" fmla="*/ 0 w 1524000"/>
                  <a:gd name="connsiteY4" fmla="*/ 0 h 1545871"/>
                  <a:gd name="connsiteX0" fmla="*/ 99060 w 1623060"/>
                  <a:gd name="connsiteY0" fmla="*/ 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99060 w 1623060"/>
                  <a:gd name="connsiteY4" fmla="*/ 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1653468 w 1653468"/>
                  <a:gd name="connsiteY2" fmla="*/ 1545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761928 w 1653468"/>
                  <a:gd name="connsiteY2" fmla="*/ 1926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761928"/>
                  <a:gd name="connsiteY0" fmla="*/ 45720 h 1843051"/>
                  <a:gd name="connsiteX1" fmla="*/ 617148 w 761928"/>
                  <a:gd name="connsiteY1" fmla="*/ 0 h 1843051"/>
                  <a:gd name="connsiteX2" fmla="*/ 761928 w 761928"/>
                  <a:gd name="connsiteY2" fmla="*/ 1774471 h 1843051"/>
                  <a:gd name="connsiteX3" fmla="*/ 30408 w 761928"/>
                  <a:gd name="connsiteY3" fmla="*/ 1843051 h 1843051"/>
                  <a:gd name="connsiteX4" fmla="*/ 327588 w 761928"/>
                  <a:gd name="connsiteY4" fmla="*/ 45720 h 1843051"/>
                  <a:gd name="connsiteX0" fmla="*/ 327588 w 761928"/>
                  <a:gd name="connsiteY0" fmla="*/ 0 h 1797331"/>
                  <a:gd name="connsiteX1" fmla="*/ 617148 w 761928"/>
                  <a:gd name="connsiteY1" fmla="*/ 1005840 h 1797331"/>
                  <a:gd name="connsiteX2" fmla="*/ 761928 w 761928"/>
                  <a:gd name="connsiteY2" fmla="*/ 1728751 h 1797331"/>
                  <a:gd name="connsiteX3" fmla="*/ 30408 w 761928"/>
                  <a:gd name="connsiteY3" fmla="*/ 1797331 h 1797331"/>
                  <a:gd name="connsiteX4" fmla="*/ 327588 w 761928"/>
                  <a:gd name="connsiteY4" fmla="*/ 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  <a:gd name="connsiteX4" fmla="*/ 708588 w 761928"/>
                  <a:gd name="connsiteY4" fmla="*/ 109728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28" h="1797331">
                    <a:moveTo>
                      <a:pt x="617148" y="1005840"/>
                    </a:moveTo>
                    <a:lnTo>
                      <a:pt x="761928" y="1728751"/>
                    </a:lnTo>
                    <a:lnTo>
                      <a:pt x="30408" y="1797331"/>
                    </a:lnTo>
                    <a:cubicBezTo>
                      <a:pt x="-30552" y="1457301"/>
                      <a:pt x="-30552" y="644830"/>
                      <a:pt x="327588" y="0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ectangle 11">
                <a:extLst>
                  <a:ext uri="{FF2B5EF4-FFF2-40B4-BE49-F238E27FC236}">
                    <a16:creationId xmlns:a16="http://schemas.microsoft.com/office/drawing/2014/main" id="{B24B3DC9-7B60-426D-0E26-DCD38F3DB9DA}"/>
                  </a:ext>
                </a:extLst>
              </p:cNvPr>
              <p:cNvSpPr/>
              <p:nvPr/>
            </p:nvSpPr>
            <p:spPr>
              <a:xfrm>
                <a:off x="2626432" y="6174653"/>
                <a:ext cx="846192" cy="315047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  <a:gd name="connsiteX0" fmla="*/ 15330 w 516472"/>
                  <a:gd name="connsiteY0" fmla="*/ 4 h 199200"/>
                  <a:gd name="connsiteX1" fmla="*/ 516472 w 516472"/>
                  <a:gd name="connsiteY1" fmla="*/ 184314 h 199200"/>
                  <a:gd name="connsiteX2" fmla="*/ 55812 w 516472"/>
                  <a:gd name="connsiteY2" fmla="*/ 189076 h 199200"/>
                  <a:gd name="connsiteX3" fmla="*/ 15330 w 516472"/>
                  <a:gd name="connsiteY3" fmla="*/ 4 h 199200"/>
                  <a:gd name="connsiteX0" fmla="*/ 329839 w 461887"/>
                  <a:gd name="connsiteY0" fmla="*/ 1 h 318260"/>
                  <a:gd name="connsiteX1" fmla="*/ 461887 w 461887"/>
                  <a:gd name="connsiteY1" fmla="*/ 303374 h 318260"/>
                  <a:gd name="connsiteX2" fmla="*/ 1227 w 461887"/>
                  <a:gd name="connsiteY2" fmla="*/ 308136 h 318260"/>
                  <a:gd name="connsiteX3" fmla="*/ 329839 w 461887"/>
                  <a:gd name="connsiteY3" fmla="*/ 1 h 318260"/>
                  <a:gd name="connsiteX0" fmla="*/ 329839 w 752399"/>
                  <a:gd name="connsiteY0" fmla="*/ 1 h 317758"/>
                  <a:gd name="connsiteX1" fmla="*/ 752399 w 752399"/>
                  <a:gd name="connsiteY1" fmla="*/ 300993 h 317758"/>
                  <a:gd name="connsiteX2" fmla="*/ 1227 w 752399"/>
                  <a:gd name="connsiteY2" fmla="*/ 308136 h 317758"/>
                  <a:gd name="connsiteX3" fmla="*/ 329839 w 752399"/>
                  <a:gd name="connsiteY3" fmla="*/ 1 h 317758"/>
                  <a:gd name="connsiteX0" fmla="*/ 317980 w 740540"/>
                  <a:gd name="connsiteY0" fmla="*/ 1 h 317758"/>
                  <a:gd name="connsiteX1" fmla="*/ 740540 w 740540"/>
                  <a:gd name="connsiteY1" fmla="*/ 300993 h 317758"/>
                  <a:gd name="connsiteX2" fmla="*/ 1274 w 740540"/>
                  <a:gd name="connsiteY2" fmla="*/ 308136 h 317758"/>
                  <a:gd name="connsiteX3" fmla="*/ 317980 w 740540"/>
                  <a:gd name="connsiteY3" fmla="*/ 1 h 317758"/>
                  <a:gd name="connsiteX0" fmla="*/ 376280 w 798840"/>
                  <a:gd name="connsiteY0" fmla="*/ 1 h 317758"/>
                  <a:gd name="connsiteX1" fmla="*/ 798840 w 798840"/>
                  <a:gd name="connsiteY1" fmla="*/ 300993 h 317758"/>
                  <a:gd name="connsiteX2" fmla="*/ 59574 w 798840"/>
                  <a:gd name="connsiteY2" fmla="*/ 308136 h 317758"/>
                  <a:gd name="connsiteX3" fmla="*/ 376280 w 798840"/>
                  <a:gd name="connsiteY3" fmla="*/ 1 h 317758"/>
                  <a:gd name="connsiteX0" fmla="*/ 376280 w 820550"/>
                  <a:gd name="connsiteY0" fmla="*/ 1460 h 319217"/>
                  <a:gd name="connsiteX1" fmla="*/ 798840 w 820550"/>
                  <a:gd name="connsiteY1" fmla="*/ 302452 h 319217"/>
                  <a:gd name="connsiteX2" fmla="*/ 59574 w 820550"/>
                  <a:gd name="connsiteY2" fmla="*/ 309595 h 319217"/>
                  <a:gd name="connsiteX3" fmla="*/ 376280 w 820550"/>
                  <a:gd name="connsiteY3" fmla="*/ 1460 h 319217"/>
                  <a:gd name="connsiteX0" fmla="*/ 376280 w 838386"/>
                  <a:gd name="connsiteY0" fmla="*/ 1428 h 319185"/>
                  <a:gd name="connsiteX1" fmla="*/ 798840 w 838386"/>
                  <a:gd name="connsiteY1" fmla="*/ 302420 h 319185"/>
                  <a:gd name="connsiteX2" fmla="*/ 59574 w 838386"/>
                  <a:gd name="connsiteY2" fmla="*/ 309563 h 319185"/>
                  <a:gd name="connsiteX3" fmla="*/ 376280 w 838386"/>
                  <a:gd name="connsiteY3" fmla="*/ 1428 h 319185"/>
                  <a:gd name="connsiteX0" fmla="*/ 384086 w 846192"/>
                  <a:gd name="connsiteY0" fmla="*/ 1428 h 319185"/>
                  <a:gd name="connsiteX1" fmla="*/ 806646 w 846192"/>
                  <a:gd name="connsiteY1" fmla="*/ 302420 h 319185"/>
                  <a:gd name="connsiteX2" fmla="*/ 67380 w 846192"/>
                  <a:gd name="connsiteY2" fmla="*/ 309563 h 319185"/>
                  <a:gd name="connsiteX3" fmla="*/ 384086 w 846192"/>
                  <a:gd name="connsiteY3" fmla="*/ 1428 h 319185"/>
                  <a:gd name="connsiteX0" fmla="*/ 384086 w 846192"/>
                  <a:gd name="connsiteY0" fmla="*/ 1428 h 315047"/>
                  <a:gd name="connsiteX1" fmla="*/ 806646 w 846192"/>
                  <a:gd name="connsiteY1" fmla="*/ 302420 h 315047"/>
                  <a:gd name="connsiteX2" fmla="*/ 67380 w 846192"/>
                  <a:gd name="connsiteY2" fmla="*/ 309563 h 315047"/>
                  <a:gd name="connsiteX3" fmla="*/ 384086 w 846192"/>
                  <a:gd name="connsiteY3" fmla="*/ 1428 h 31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6192" h="315047">
                    <a:moveTo>
                      <a:pt x="384086" y="1428"/>
                    </a:moveTo>
                    <a:cubicBezTo>
                      <a:pt x="984738" y="-23178"/>
                      <a:pt x="840380" y="278051"/>
                      <a:pt x="806646" y="302420"/>
                    </a:cubicBezTo>
                    <a:cubicBezTo>
                      <a:pt x="653093" y="304007"/>
                      <a:pt x="268559" y="324645"/>
                      <a:pt x="67380" y="309563"/>
                    </a:cubicBezTo>
                    <a:cubicBezTo>
                      <a:pt x="25312" y="303689"/>
                      <a:pt x="-169158" y="7303"/>
                      <a:pt x="384086" y="1428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7" name="Rectangle 4">
              <a:extLst>
                <a:ext uri="{FF2B5EF4-FFF2-40B4-BE49-F238E27FC236}">
                  <a16:creationId xmlns:a16="http://schemas.microsoft.com/office/drawing/2014/main" id="{B595B540-F4AB-53B4-DC36-461AD543186F}"/>
                </a:ext>
              </a:extLst>
            </p:cNvPr>
            <p:cNvSpPr/>
            <p:nvPr/>
          </p:nvSpPr>
          <p:spPr>
            <a:xfrm>
              <a:off x="1296164" y="1272418"/>
              <a:ext cx="4204063" cy="3885320"/>
            </a:xfrm>
            <a:custGeom>
              <a:avLst/>
              <a:gdLst>
                <a:gd name="connsiteX0" fmla="*/ 0 w 1208868"/>
                <a:gd name="connsiteY0" fmla="*/ 0 h 929898"/>
                <a:gd name="connsiteX1" fmla="*/ 1208868 w 1208868"/>
                <a:gd name="connsiteY1" fmla="*/ 0 h 929898"/>
                <a:gd name="connsiteX2" fmla="*/ 1208868 w 1208868"/>
                <a:gd name="connsiteY2" fmla="*/ 929898 h 929898"/>
                <a:gd name="connsiteX3" fmla="*/ 0 w 1208868"/>
                <a:gd name="connsiteY3" fmla="*/ 929898 h 929898"/>
                <a:gd name="connsiteX4" fmla="*/ 0 w 1208868"/>
                <a:gd name="connsiteY4" fmla="*/ 0 h 929898"/>
                <a:gd name="connsiteX0" fmla="*/ 1052513 w 1208868"/>
                <a:gd name="connsiteY0" fmla="*/ 0 h 1668085"/>
                <a:gd name="connsiteX1" fmla="*/ 1208868 w 1208868"/>
                <a:gd name="connsiteY1" fmla="*/ 738187 h 1668085"/>
                <a:gd name="connsiteX2" fmla="*/ 1208868 w 1208868"/>
                <a:gd name="connsiteY2" fmla="*/ 1668085 h 1668085"/>
                <a:gd name="connsiteX3" fmla="*/ 0 w 1208868"/>
                <a:gd name="connsiteY3" fmla="*/ 1668085 h 1668085"/>
                <a:gd name="connsiteX4" fmla="*/ 1052513 w 1208868"/>
                <a:gd name="connsiteY4" fmla="*/ 0 h 1668085"/>
                <a:gd name="connsiteX0" fmla="*/ 1221700 w 1378055"/>
                <a:gd name="connsiteY0" fmla="*/ 0 h 1668085"/>
                <a:gd name="connsiteX1" fmla="*/ 1378055 w 1378055"/>
                <a:gd name="connsiteY1" fmla="*/ 738187 h 1668085"/>
                <a:gd name="connsiteX2" fmla="*/ 1378055 w 1378055"/>
                <a:gd name="connsiteY2" fmla="*/ 1668085 h 1668085"/>
                <a:gd name="connsiteX3" fmla="*/ 169187 w 1378055"/>
                <a:gd name="connsiteY3" fmla="*/ 1668085 h 1668085"/>
                <a:gd name="connsiteX4" fmla="*/ 26716 w 1378055"/>
                <a:gd name="connsiteY4" fmla="*/ 496108 h 1668085"/>
                <a:gd name="connsiteX5" fmla="*/ 1221700 w 1378055"/>
                <a:gd name="connsiteY5" fmla="*/ 0 h 1668085"/>
                <a:gd name="connsiteX0" fmla="*/ 1800744 w 1957099"/>
                <a:gd name="connsiteY0" fmla="*/ 0 h 1668085"/>
                <a:gd name="connsiteX1" fmla="*/ 1957099 w 1957099"/>
                <a:gd name="connsiteY1" fmla="*/ 738187 h 1668085"/>
                <a:gd name="connsiteX2" fmla="*/ 1957099 w 1957099"/>
                <a:gd name="connsiteY2" fmla="*/ 1668085 h 1668085"/>
                <a:gd name="connsiteX3" fmla="*/ 748231 w 1957099"/>
                <a:gd name="connsiteY3" fmla="*/ 1668085 h 1668085"/>
                <a:gd name="connsiteX4" fmla="*/ 923 w 1957099"/>
                <a:gd name="connsiteY4" fmla="*/ 1105708 h 1668085"/>
                <a:gd name="connsiteX5" fmla="*/ 605760 w 1957099"/>
                <a:gd name="connsiteY5" fmla="*/ 496108 h 1668085"/>
                <a:gd name="connsiteX6" fmla="*/ 1800744 w 1957099"/>
                <a:gd name="connsiteY6" fmla="*/ 0 h 1668085"/>
                <a:gd name="connsiteX0" fmla="*/ 2008634 w 2164989"/>
                <a:gd name="connsiteY0" fmla="*/ 0 h 2110998"/>
                <a:gd name="connsiteX1" fmla="*/ 2164989 w 2164989"/>
                <a:gd name="connsiteY1" fmla="*/ 738187 h 2110998"/>
                <a:gd name="connsiteX2" fmla="*/ 2164989 w 2164989"/>
                <a:gd name="connsiteY2" fmla="*/ 1668085 h 2110998"/>
                <a:gd name="connsiteX3" fmla="*/ 65533 w 2164989"/>
                <a:gd name="connsiteY3" fmla="*/ 2110998 h 2110998"/>
                <a:gd name="connsiteX4" fmla="*/ 208813 w 2164989"/>
                <a:gd name="connsiteY4" fmla="*/ 1105708 h 2110998"/>
                <a:gd name="connsiteX5" fmla="*/ 813650 w 2164989"/>
                <a:gd name="connsiteY5" fmla="*/ 496108 h 2110998"/>
                <a:gd name="connsiteX6" fmla="*/ 2008634 w 2164989"/>
                <a:gd name="connsiteY6" fmla="*/ 0 h 2110998"/>
                <a:gd name="connsiteX0" fmla="*/ 2008634 w 3102249"/>
                <a:gd name="connsiteY0" fmla="*/ 0 h 2110998"/>
                <a:gd name="connsiteX1" fmla="*/ 3102249 w 3102249"/>
                <a:gd name="connsiteY1" fmla="*/ 479107 h 2110998"/>
                <a:gd name="connsiteX2" fmla="*/ 2164989 w 3102249"/>
                <a:gd name="connsiteY2" fmla="*/ 1668085 h 2110998"/>
                <a:gd name="connsiteX3" fmla="*/ 65533 w 3102249"/>
                <a:gd name="connsiteY3" fmla="*/ 2110998 h 2110998"/>
                <a:gd name="connsiteX4" fmla="*/ 208813 w 3102249"/>
                <a:gd name="connsiteY4" fmla="*/ 1105708 h 2110998"/>
                <a:gd name="connsiteX5" fmla="*/ 813650 w 3102249"/>
                <a:gd name="connsiteY5" fmla="*/ 496108 h 2110998"/>
                <a:gd name="connsiteX6" fmla="*/ 2008634 w 3102249"/>
                <a:gd name="connsiteY6" fmla="*/ 0 h 2110998"/>
                <a:gd name="connsiteX0" fmla="*/ 2008634 w 3721802"/>
                <a:gd name="connsiteY0" fmla="*/ 0 h 2110998"/>
                <a:gd name="connsiteX1" fmla="*/ 3102249 w 3721802"/>
                <a:gd name="connsiteY1" fmla="*/ 479107 h 2110998"/>
                <a:gd name="connsiteX2" fmla="*/ 3704488 w 3721802"/>
                <a:gd name="connsiteY2" fmla="*/ 1320019 h 2110998"/>
                <a:gd name="connsiteX3" fmla="*/ 2164989 w 3721802"/>
                <a:gd name="connsiteY3" fmla="*/ 1668085 h 2110998"/>
                <a:gd name="connsiteX4" fmla="*/ 65533 w 3721802"/>
                <a:gd name="connsiteY4" fmla="*/ 2110998 h 2110998"/>
                <a:gd name="connsiteX5" fmla="*/ 208813 w 3721802"/>
                <a:gd name="connsiteY5" fmla="*/ 1105708 h 2110998"/>
                <a:gd name="connsiteX6" fmla="*/ 813650 w 3721802"/>
                <a:gd name="connsiteY6" fmla="*/ 496108 h 2110998"/>
                <a:gd name="connsiteX7" fmla="*/ 2008634 w 3721802"/>
                <a:gd name="connsiteY7" fmla="*/ 0 h 2110998"/>
                <a:gd name="connsiteX0" fmla="*/ 2008634 w 3899716"/>
                <a:gd name="connsiteY0" fmla="*/ 0 h 2280139"/>
                <a:gd name="connsiteX1" fmla="*/ 3102249 w 3899716"/>
                <a:gd name="connsiteY1" fmla="*/ 479107 h 2280139"/>
                <a:gd name="connsiteX2" fmla="*/ 3704488 w 3899716"/>
                <a:gd name="connsiteY2" fmla="*/ 1320019 h 2280139"/>
                <a:gd name="connsiteX3" fmla="*/ 3818787 w 3899716"/>
                <a:gd name="connsiteY3" fmla="*/ 2280139 h 2280139"/>
                <a:gd name="connsiteX4" fmla="*/ 2164989 w 3899716"/>
                <a:gd name="connsiteY4" fmla="*/ 1668085 h 2280139"/>
                <a:gd name="connsiteX5" fmla="*/ 65533 w 3899716"/>
                <a:gd name="connsiteY5" fmla="*/ 2110998 h 2280139"/>
                <a:gd name="connsiteX6" fmla="*/ 208813 w 3899716"/>
                <a:gd name="connsiteY6" fmla="*/ 1105708 h 2280139"/>
                <a:gd name="connsiteX7" fmla="*/ 813650 w 3899716"/>
                <a:gd name="connsiteY7" fmla="*/ 496108 h 2280139"/>
                <a:gd name="connsiteX8" fmla="*/ 2008634 w 3899716"/>
                <a:gd name="connsiteY8" fmla="*/ 0 h 2280139"/>
                <a:gd name="connsiteX0" fmla="*/ 2008634 w 3899716"/>
                <a:gd name="connsiteY0" fmla="*/ 0 h 2887285"/>
                <a:gd name="connsiteX1" fmla="*/ 3102249 w 3899716"/>
                <a:gd name="connsiteY1" fmla="*/ 479107 h 2887285"/>
                <a:gd name="connsiteX2" fmla="*/ 3704488 w 3899716"/>
                <a:gd name="connsiteY2" fmla="*/ 1320019 h 2887285"/>
                <a:gd name="connsiteX3" fmla="*/ 3818787 w 3899716"/>
                <a:gd name="connsiteY3" fmla="*/ 2280139 h 2887285"/>
                <a:gd name="connsiteX4" fmla="*/ 2485029 w 3899716"/>
                <a:gd name="connsiteY4" fmla="*/ 2887285 h 2887285"/>
                <a:gd name="connsiteX5" fmla="*/ 65533 w 3899716"/>
                <a:gd name="connsiteY5" fmla="*/ 2110998 h 2887285"/>
                <a:gd name="connsiteX6" fmla="*/ 208813 w 3899716"/>
                <a:gd name="connsiteY6" fmla="*/ 1105708 h 2887285"/>
                <a:gd name="connsiteX7" fmla="*/ 813650 w 3899716"/>
                <a:gd name="connsiteY7" fmla="*/ 496108 h 2887285"/>
                <a:gd name="connsiteX8" fmla="*/ 2008634 w 3899716"/>
                <a:gd name="connsiteY8" fmla="*/ 0 h 2887285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2035086 w 3899716"/>
                <a:gd name="connsiteY4" fmla="*/ 3772656 h 3772656"/>
                <a:gd name="connsiteX5" fmla="*/ 65533 w 3899716"/>
                <a:gd name="connsiteY5" fmla="*/ 2110998 h 3772656"/>
                <a:gd name="connsiteX6" fmla="*/ 208813 w 3899716"/>
                <a:gd name="connsiteY6" fmla="*/ 1105708 h 3772656"/>
                <a:gd name="connsiteX7" fmla="*/ 813650 w 3899716"/>
                <a:gd name="connsiteY7" fmla="*/ 496108 h 3772656"/>
                <a:gd name="connsiteX8" fmla="*/ 2008634 w 3899716"/>
                <a:gd name="connsiteY8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5533 w 3899716"/>
                <a:gd name="connsiteY6" fmla="*/ 2110998 h 3772656"/>
                <a:gd name="connsiteX7" fmla="*/ 208813 w 3899716"/>
                <a:gd name="connsiteY7" fmla="*/ 1105708 h 3772656"/>
                <a:gd name="connsiteX8" fmla="*/ 813650 w 3899716"/>
                <a:gd name="connsiteY8" fmla="*/ 496108 h 3772656"/>
                <a:gd name="connsiteX9" fmla="*/ 2008634 w 3899716"/>
                <a:gd name="connsiteY9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132209 w 4023291"/>
                <a:gd name="connsiteY0" fmla="*/ 0 h 3772656"/>
                <a:gd name="connsiteX1" fmla="*/ 3225824 w 4023291"/>
                <a:gd name="connsiteY1" fmla="*/ 479107 h 3772656"/>
                <a:gd name="connsiteX2" fmla="*/ 3828063 w 4023291"/>
                <a:gd name="connsiteY2" fmla="*/ 1320019 h 3772656"/>
                <a:gd name="connsiteX3" fmla="*/ 3942362 w 4023291"/>
                <a:gd name="connsiteY3" fmla="*/ 2280139 h 3772656"/>
                <a:gd name="connsiteX4" fmla="*/ 3475637 w 4023291"/>
                <a:gd name="connsiteY4" fmla="*/ 3139293 h 3772656"/>
                <a:gd name="connsiteX5" fmla="*/ 2158661 w 4023291"/>
                <a:gd name="connsiteY5" fmla="*/ 3772656 h 3772656"/>
                <a:gd name="connsiteX6" fmla="*/ 808637 w 4023291"/>
                <a:gd name="connsiteY6" fmla="*/ 3167868 h 3772656"/>
                <a:gd name="connsiteX7" fmla="*/ 189108 w 4023291"/>
                <a:gd name="connsiteY7" fmla="*/ 2110998 h 3772656"/>
                <a:gd name="connsiteX8" fmla="*/ 332388 w 4023291"/>
                <a:gd name="connsiteY8" fmla="*/ 1105708 h 3772656"/>
                <a:gd name="connsiteX9" fmla="*/ 937225 w 4023291"/>
                <a:gd name="connsiteY9" fmla="*/ 496108 h 3772656"/>
                <a:gd name="connsiteX10" fmla="*/ 2132209 w 4023291"/>
                <a:gd name="connsiteY10" fmla="*/ 0 h 3772656"/>
                <a:gd name="connsiteX0" fmla="*/ 2164822 w 4055904"/>
                <a:gd name="connsiteY0" fmla="*/ 0 h 3772656"/>
                <a:gd name="connsiteX1" fmla="*/ 3258437 w 4055904"/>
                <a:gd name="connsiteY1" fmla="*/ 479107 h 3772656"/>
                <a:gd name="connsiteX2" fmla="*/ 3860676 w 4055904"/>
                <a:gd name="connsiteY2" fmla="*/ 1320019 h 3772656"/>
                <a:gd name="connsiteX3" fmla="*/ 3974975 w 4055904"/>
                <a:gd name="connsiteY3" fmla="*/ 2280139 h 3772656"/>
                <a:gd name="connsiteX4" fmla="*/ 3508250 w 4055904"/>
                <a:gd name="connsiteY4" fmla="*/ 3139293 h 3772656"/>
                <a:gd name="connsiteX5" fmla="*/ 2191274 w 4055904"/>
                <a:gd name="connsiteY5" fmla="*/ 3772656 h 3772656"/>
                <a:gd name="connsiteX6" fmla="*/ 841250 w 4055904"/>
                <a:gd name="connsiteY6" fmla="*/ 3167868 h 3772656"/>
                <a:gd name="connsiteX7" fmla="*/ 221721 w 4055904"/>
                <a:gd name="connsiteY7" fmla="*/ 2110998 h 3772656"/>
                <a:gd name="connsiteX8" fmla="*/ 365001 w 4055904"/>
                <a:gd name="connsiteY8" fmla="*/ 1105708 h 3772656"/>
                <a:gd name="connsiteX9" fmla="*/ 969838 w 4055904"/>
                <a:gd name="connsiteY9" fmla="*/ 496108 h 3772656"/>
                <a:gd name="connsiteX10" fmla="*/ 2164822 w 4055904"/>
                <a:gd name="connsiteY10" fmla="*/ 0 h 3772656"/>
                <a:gd name="connsiteX0" fmla="*/ 2138308 w 4029390"/>
                <a:gd name="connsiteY0" fmla="*/ 0 h 3772656"/>
                <a:gd name="connsiteX1" fmla="*/ 3231923 w 4029390"/>
                <a:gd name="connsiteY1" fmla="*/ 479107 h 3772656"/>
                <a:gd name="connsiteX2" fmla="*/ 3834162 w 4029390"/>
                <a:gd name="connsiteY2" fmla="*/ 1320019 h 3772656"/>
                <a:gd name="connsiteX3" fmla="*/ 3948461 w 4029390"/>
                <a:gd name="connsiteY3" fmla="*/ 2280139 h 3772656"/>
                <a:gd name="connsiteX4" fmla="*/ 3481736 w 4029390"/>
                <a:gd name="connsiteY4" fmla="*/ 3139293 h 3772656"/>
                <a:gd name="connsiteX5" fmla="*/ 2164760 w 4029390"/>
                <a:gd name="connsiteY5" fmla="*/ 3772656 h 3772656"/>
                <a:gd name="connsiteX6" fmla="*/ 814736 w 4029390"/>
                <a:gd name="connsiteY6" fmla="*/ 3167868 h 3772656"/>
                <a:gd name="connsiteX7" fmla="*/ 195207 w 4029390"/>
                <a:gd name="connsiteY7" fmla="*/ 2110998 h 3772656"/>
                <a:gd name="connsiteX8" fmla="*/ 338487 w 4029390"/>
                <a:gd name="connsiteY8" fmla="*/ 1105708 h 3772656"/>
                <a:gd name="connsiteX9" fmla="*/ 943324 w 4029390"/>
                <a:gd name="connsiteY9" fmla="*/ 496108 h 3772656"/>
                <a:gd name="connsiteX10" fmla="*/ 2138308 w 4029390"/>
                <a:gd name="connsiteY10" fmla="*/ 0 h 3772656"/>
                <a:gd name="connsiteX0" fmla="*/ 2189581 w 4080663"/>
                <a:gd name="connsiteY0" fmla="*/ 0 h 3772656"/>
                <a:gd name="connsiteX1" fmla="*/ 3283196 w 4080663"/>
                <a:gd name="connsiteY1" fmla="*/ 479107 h 3772656"/>
                <a:gd name="connsiteX2" fmla="*/ 3885435 w 4080663"/>
                <a:gd name="connsiteY2" fmla="*/ 1320019 h 3772656"/>
                <a:gd name="connsiteX3" fmla="*/ 3999734 w 4080663"/>
                <a:gd name="connsiteY3" fmla="*/ 2280139 h 3772656"/>
                <a:gd name="connsiteX4" fmla="*/ 3533009 w 4080663"/>
                <a:gd name="connsiteY4" fmla="*/ 3139293 h 3772656"/>
                <a:gd name="connsiteX5" fmla="*/ 2216033 w 4080663"/>
                <a:gd name="connsiteY5" fmla="*/ 3772656 h 3772656"/>
                <a:gd name="connsiteX6" fmla="*/ 866009 w 4080663"/>
                <a:gd name="connsiteY6" fmla="*/ 3167868 h 3772656"/>
                <a:gd name="connsiteX7" fmla="*/ 246480 w 4080663"/>
                <a:gd name="connsiteY7" fmla="*/ 2110998 h 3772656"/>
                <a:gd name="connsiteX8" fmla="*/ 389760 w 4080663"/>
                <a:gd name="connsiteY8" fmla="*/ 1105708 h 3772656"/>
                <a:gd name="connsiteX9" fmla="*/ 994597 w 4080663"/>
                <a:gd name="connsiteY9" fmla="*/ 496108 h 3772656"/>
                <a:gd name="connsiteX10" fmla="*/ 2189581 w 4080663"/>
                <a:gd name="connsiteY10" fmla="*/ 0 h 3772656"/>
                <a:gd name="connsiteX0" fmla="*/ 2189581 w 4080663"/>
                <a:gd name="connsiteY0" fmla="*/ 0 h 3772656"/>
                <a:gd name="connsiteX1" fmla="*/ 3283196 w 4080663"/>
                <a:gd name="connsiteY1" fmla="*/ 479107 h 3772656"/>
                <a:gd name="connsiteX2" fmla="*/ 3885435 w 4080663"/>
                <a:gd name="connsiteY2" fmla="*/ 1320019 h 3772656"/>
                <a:gd name="connsiteX3" fmla="*/ 3999734 w 4080663"/>
                <a:gd name="connsiteY3" fmla="*/ 2280139 h 3772656"/>
                <a:gd name="connsiteX4" fmla="*/ 3533009 w 4080663"/>
                <a:gd name="connsiteY4" fmla="*/ 3139293 h 3772656"/>
                <a:gd name="connsiteX5" fmla="*/ 2216033 w 4080663"/>
                <a:gd name="connsiteY5" fmla="*/ 3772656 h 3772656"/>
                <a:gd name="connsiteX6" fmla="*/ 866009 w 4080663"/>
                <a:gd name="connsiteY6" fmla="*/ 3167868 h 3772656"/>
                <a:gd name="connsiteX7" fmla="*/ 246480 w 4080663"/>
                <a:gd name="connsiteY7" fmla="*/ 2110998 h 3772656"/>
                <a:gd name="connsiteX8" fmla="*/ 389760 w 4080663"/>
                <a:gd name="connsiteY8" fmla="*/ 1105708 h 3772656"/>
                <a:gd name="connsiteX9" fmla="*/ 994597 w 4080663"/>
                <a:gd name="connsiteY9" fmla="*/ 496108 h 3772656"/>
                <a:gd name="connsiteX10" fmla="*/ 2189581 w 4080663"/>
                <a:gd name="connsiteY10" fmla="*/ 0 h 3772656"/>
                <a:gd name="connsiteX0" fmla="*/ 2189581 w 4080663"/>
                <a:gd name="connsiteY0" fmla="*/ 87424 h 3860080"/>
                <a:gd name="connsiteX1" fmla="*/ 3283196 w 4080663"/>
                <a:gd name="connsiteY1" fmla="*/ 566531 h 3860080"/>
                <a:gd name="connsiteX2" fmla="*/ 3885435 w 4080663"/>
                <a:gd name="connsiteY2" fmla="*/ 1407443 h 3860080"/>
                <a:gd name="connsiteX3" fmla="*/ 3999734 w 4080663"/>
                <a:gd name="connsiteY3" fmla="*/ 2367563 h 3860080"/>
                <a:gd name="connsiteX4" fmla="*/ 3533009 w 4080663"/>
                <a:gd name="connsiteY4" fmla="*/ 3226717 h 3860080"/>
                <a:gd name="connsiteX5" fmla="*/ 2216033 w 4080663"/>
                <a:gd name="connsiteY5" fmla="*/ 3860080 h 3860080"/>
                <a:gd name="connsiteX6" fmla="*/ 866009 w 4080663"/>
                <a:gd name="connsiteY6" fmla="*/ 3255292 h 3860080"/>
                <a:gd name="connsiteX7" fmla="*/ 246480 w 4080663"/>
                <a:gd name="connsiteY7" fmla="*/ 2198422 h 3860080"/>
                <a:gd name="connsiteX8" fmla="*/ 389760 w 4080663"/>
                <a:gd name="connsiteY8" fmla="*/ 1193132 h 3860080"/>
                <a:gd name="connsiteX9" fmla="*/ 994597 w 4080663"/>
                <a:gd name="connsiteY9" fmla="*/ 583532 h 3860080"/>
                <a:gd name="connsiteX10" fmla="*/ 2189581 w 4080663"/>
                <a:gd name="connsiteY10" fmla="*/ 87424 h 3860080"/>
                <a:gd name="connsiteX0" fmla="*/ 2189581 w 4080663"/>
                <a:gd name="connsiteY0" fmla="*/ 82537 h 3855193"/>
                <a:gd name="connsiteX1" fmla="*/ 3283196 w 4080663"/>
                <a:gd name="connsiteY1" fmla="*/ 561644 h 3855193"/>
                <a:gd name="connsiteX2" fmla="*/ 3885435 w 4080663"/>
                <a:gd name="connsiteY2" fmla="*/ 1402556 h 3855193"/>
                <a:gd name="connsiteX3" fmla="*/ 3999734 w 4080663"/>
                <a:gd name="connsiteY3" fmla="*/ 2362676 h 3855193"/>
                <a:gd name="connsiteX4" fmla="*/ 3533009 w 4080663"/>
                <a:gd name="connsiteY4" fmla="*/ 3221830 h 3855193"/>
                <a:gd name="connsiteX5" fmla="*/ 2216033 w 4080663"/>
                <a:gd name="connsiteY5" fmla="*/ 3855193 h 3855193"/>
                <a:gd name="connsiteX6" fmla="*/ 866009 w 4080663"/>
                <a:gd name="connsiteY6" fmla="*/ 3250405 h 3855193"/>
                <a:gd name="connsiteX7" fmla="*/ 246480 w 4080663"/>
                <a:gd name="connsiteY7" fmla="*/ 2193535 h 3855193"/>
                <a:gd name="connsiteX8" fmla="*/ 389760 w 4080663"/>
                <a:gd name="connsiteY8" fmla="*/ 1188245 h 3855193"/>
                <a:gd name="connsiteX9" fmla="*/ 994597 w 4080663"/>
                <a:gd name="connsiteY9" fmla="*/ 578645 h 3855193"/>
                <a:gd name="connsiteX10" fmla="*/ 2189581 w 4080663"/>
                <a:gd name="connsiteY10" fmla="*/ 82537 h 3855193"/>
                <a:gd name="connsiteX0" fmla="*/ 2189581 w 4080663"/>
                <a:gd name="connsiteY0" fmla="*/ 120366 h 3893022"/>
                <a:gd name="connsiteX1" fmla="*/ 3283196 w 4080663"/>
                <a:gd name="connsiteY1" fmla="*/ 599473 h 3893022"/>
                <a:gd name="connsiteX2" fmla="*/ 3885435 w 4080663"/>
                <a:gd name="connsiteY2" fmla="*/ 1440385 h 3893022"/>
                <a:gd name="connsiteX3" fmla="*/ 3999734 w 4080663"/>
                <a:gd name="connsiteY3" fmla="*/ 2400505 h 3893022"/>
                <a:gd name="connsiteX4" fmla="*/ 3533009 w 4080663"/>
                <a:gd name="connsiteY4" fmla="*/ 3259659 h 3893022"/>
                <a:gd name="connsiteX5" fmla="*/ 2216033 w 4080663"/>
                <a:gd name="connsiteY5" fmla="*/ 3893022 h 3893022"/>
                <a:gd name="connsiteX6" fmla="*/ 866009 w 4080663"/>
                <a:gd name="connsiteY6" fmla="*/ 3288234 h 3893022"/>
                <a:gd name="connsiteX7" fmla="*/ 246480 w 4080663"/>
                <a:gd name="connsiteY7" fmla="*/ 2231364 h 3893022"/>
                <a:gd name="connsiteX8" fmla="*/ 389760 w 4080663"/>
                <a:gd name="connsiteY8" fmla="*/ 1226074 h 3893022"/>
                <a:gd name="connsiteX9" fmla="*/ 994597 w 4080663"/>
                <a:gd name="connsiteY9" fmla="*/ 616474 h 3893022"/>
                <a:gd name="connsiteX10" fmla="*/ 2189581 w 4080663"/>
                <a:gd name="connsiteY10" fmla="*/ 120366 h 3893022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250047"/>
                <a:gd name="connsiteY0" fmla="*/ 112664 h 3885320"/>
                <a:gd name="connsiteX1" fmla="*/ 3283196 w 4250047"/>
                <a:gd name="connsiteY1" fmla="*/ 591771 h 3885320"/>
                <a:gd name="connsiteX2" fmla="*/ 3885435 w 4250047"/>
                <a:gd name="connsiteY2" fmla="*/ 1432683 h 3885320"/>
                <a:gd name="connsiteX3" fmla="*/ 3999734 w 4250047"/>
                <a:gd name="connsiteY3" fmla="*/ 2392803 h 3885320"/>
                <a:gd name="connsiteX4" fmla="*/ 3533009 w 4250047"/>
                <a:gd name="connsiteY4" fmla="*/ 3251957 h 3885320"/>
                <a:gd name="connsiteX5" fmla="*/ 2216033 w 4250047"/>
                <a:gd name="connsiteY5" fmla="*/ 3885320 h 3885320"/>
                <a:gd name="connsiteX6" fmla="*/ 866009 w 4250047"/>
                <a:gd name="connsiteY6" fmla="*/ 3280532 h 3885320"/>
                <a:gd name="connsiteX7" fmla="*/ 246480 w 4250047"/>
                <a:gd name="connsiteY7" fmla="*/ 2223662 h 3885320"/>
                <a:gd name="connsiteX8" fmla="*/ 389760 w 4250047"/>
                <a:gd name="connsiteY8" fmla="*/ 1218372 h 3885320"/>
                <a:gd name="connsiteX9" fmla="*/ 994597 w 4250047"/>
                <a:gd name="connsiteY9" fmla="*/ 608772 h 3885320"/>
                <a:gd name="connsiteX10" fmla="*/ 2189581 w 4250047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4063" h="3885320">
                  <a:moveTo>
                    <a:pt x="2189581" y="112664"/>
                  </a:moveTo>
                  <a:cubicBezTo>
                    <a:pt x="2992269" y="-289609"/>
                    <a:pt x="3271083" y="508269"/>
                    <a:pt x="3283196" y="591771"/>
                  </a:cubicBezTo>
                  <a:cubicBezTo>
                    <a:pt x="3178507" y="652365"/>
                    <a:pt x="4047274" y="600564"/>
                    <a:pt x="3885435" y="1432683"/>
                  </a:cubicBezTo>
                  <a:cubicBezTo>
                    <a:pt x="4384545" y="1718433"/>
                    <a:pt x="4195949" y="2268978"/>
                    <a:pt x="3999734" y="2392803"/>
                  </a:cubicBezTo>
                  <a:cubicBezTo>
                    <a:pt x="4136259" y="3018913"/>
                    <a:pt x="3834634" y="3006847"/>
                    <a:pt x="3533009" y="3251957"/>
                  </a:cubicBezTo>
                  <a:cubicBezTo>
                    <a:pt x="3294042" y="3920278"/>
                    <a:pt x="2350225" y="3293199"/>
                    <a:pt x="2216033" y="3885320"/>
                  </a:cubicBezTo>
                  <a:cubicBezTo>
                    <a:pt x="1966050" y="3378924"/>
                    <a:pt x="1249342" y="3844078"/>
                    <a:pt x="866009" y="3280532"/>
                  </a:cubicBezTo>
                  <a:cubicBezTo>
                    <a:pt x="659499" y="2928242"/>
                    <a:pt x="-32785" y="3652277"/>
                    <a:pt x="246480" y="2223662"/>
                  </a:cubicBezTo>
                  <a:cubicBezTo>
                    <a:pt x="108569" y="2078339"/>
                    <a:pt x="-300870" y="1661351"/>
                    <a:pt x="389760" y="1218372"/>
                  </a:cubicBezTo>
                  <a:cubicBezTo>
                    <a:pt x="366015" y="1023043"/>
                    <a:pt x="301721" y="731938"/>
                    <a:pt x="994597" y="608772"/>
                  </a:cubicBezTo>
                  <a:cubicBezTo>
                    <a:pt x="1278625" y="500553"/>
                    <a:pt x="943528" y="-207742"/>
                    <a:pt x="2189581" y="11266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1E5375C0-B56F-2307-4982-E40805DA7606}"/>
                </a:ext>
              </a:extLst>
            </p:cNvPr>
            <p:cNvSpPr/>
            <p:nvPr/>
          </p:nvSpPr>
          <p:spPr>
            <a:xfrm>
              <a:off x="1975873" y="1791617"/>
              <a:ext cx="2844644" cy="2504512"/>
            </a:xfrm>
            <a:custGeom>
              <a:avLst/>
              <a:gdLst>
                <a:gd name="connsiteX0" fmla="*/ 0 w 1571625"/>
                <a:gd name="connsiteY0" fmla="*/ 0 h 2133600"/>
                <a:gd name="connsiteX1" fmla="*/ 1571625 w 1571625"/>
                <a:gd name="connsiteY1" fmla="*/ 0 h 2133600"/>
                <a:gd name="connsiteX2" fmla="*/ 1571625 w 1571625"/>
                <a:gd name="connsiteY2" fmla="*/ 2133600 h 2133600"/>
                <a:gd name="connsiteX3" fmla="*/ 0 w 1571625"/>
                <a:gd name="connsiteY3" fmla="*/ 2133600 h 2133600"/>
                <a:gd name="connsiteX4" fmla="*/ 0 w 1571625"/>
                <a:gd name="connsiteY4" fmla="*/ 0 h 2133600"/>
                <a:gd name="connsiteX0" fmla="*/ 0 w 1704975"/>
                <a:gd name="connsiteY0" fmla="*/ 9525 h 2133600"/>
                <a:gd name="connsiteX1" fmla="*/ 1704975 w 1704975"/>
                <a:gd name="connsiteY1" fmla="*/ 0 h 2133600"/>
                <a:gd name="connsiteX2" fmla="*/ 1704975 w 1704975"/>
                <a:gd name="connsiteY2" fmla="*/ 2133600 h 2133600"/>
                <a:gd name="connsiteX3" fmla="*/ 133350 w 1704975"/>
                <a:gd name="connsiteY3" fmla="*/ 2133600 h 2133600"/>
                <a:gd name="connsiteX4" fmla="*/ 0 w 1704975"/>
                <a:gd name="connsiteY4" fmla="*/ 9525 h 2133600"/>
                <a:gd name="connsiteX0" fmla="*/ 0 w 1962150"/>
                <a:gd name="connsiteY0" fmla="*/ 28575 h 2152650"/>
                <a:gd name="connsiteX1" fmla="*/ 1962150 w 1962150"/>
                <a:gd name="connsiteY1" fmla="*/ 0 h 2152650"/>
                <a:gd name="connsiteX2" fmla="*/ 1704975 w 1962150"/>
                <a:gd name="connsiteY2" fmla="*/ 2152650 h 2152650"/>
                <a:gd name="connsiteX3" fmla="*/ 133350 w 1962150"/>
                <a:gd name="connsiteY3" fmla="*/ 2152650 h 2152650"/>
                <a:gd name="connsiteX4" fmla="*/ 0 w 1962150"/>
                <a:gd name="connsiteY4" fmla="*/ 28575 h 2152650"/>
                <a:gd name="connsiteX0" fmla="*/ 0 w 1962150"/>
                <a:gd name="connsiteY0" fmla="*/ 28575 h 2219325"/>
                <a:gd name="connsiteX1" fmla="*/ 1962150 w 1962150"/>
                <a:gd name="connsiteY1" fmla="*/ 0 h 2219325"/>
                <a:gd name="connsiteX2" fmla="*/ 1038225 w 1962150"/>
                <a:gd name="connsiteY2" fmla="*/ 2219325 h 2219325"/>
                <a:gd name="connsiteX3" fmla="*/ 133350 w 1962150"/>
                <a:gd name="connsiteY3" fmla="*/ 2152650 h 2219325"/>
                <a:gd name="connsiteX4" fmla="*/ 0 w 1962150"/>
                <a:gd name="connsiteY4" fmla="*/ 28575 h 2219325"/>
                <a:gd name="connsiteX0" fmla="*/ 0 w 1962150"/>
                <a:gd name="connsiteY0" fmla="*/ 28575 h 2219325"/>
                <a:gd name="connsiteX1" fmla="*/ 1962150 w 1962150"/>
                <a:gd name="connsiteY1" fmla="*/ 0 h 2219325"/>
                <a:gd name="connsiteX2" fmla="*/ 1038225 w 1962150"/>
                <a:gd name="connsiteY2" fmla="*/ 2219325 h 2219325"/>
                <a:gd name="connsiteX3" fmla="*/ 0 w 1962150"/>
                <a:gd name="connsiteY3" fmla="*/ 28575 h 2219325"/>
                <a:gd name="connsiteX0" fmla="*/ 0 w 2237970"/>
                <a:gd name="connsiteY0" fmla="*/ 28575 h 2219405"/>
                <a:gd name="connsiteX1" fmla="*/ 1962150 w 2237970"/>
                <a:gd name="connsiteY1" fmla="*/ 0 h 2219405"/>
                <a:gd name="connsiteX2" fmla="*/ 1038225 w 2237970"/>
                <a:gd name="connsiteY2" fmla="*/ 2219325 h 2219405"/>
                <a:gd name="connsiteX3" fmla="*/ 0 w 2237970"/>
                <a:gd name="connsiteY3" fmla="*/ 28575 h 2219405"/>
                <a:gd name="connsiteX0" fmla="*/ 187562 w 2425532"/>
                <a:gd name="connsiteY0" fmla="*/ 28575 h 2219406"/>
                <a:gd name="connsiteX1" fmla="*/ 2149712 w 2425532"/>
                <a:gd name="connsiteY1" fmla="*/ 0 h 2219406"/>
                <a:gd name="connsiteX2" fmla="*/ 1225787 w 2425532"/>
                <a:gd name="connsiteY2" fmla="*/ 2219325 h 2219406"/>
                <a:gd name="connsiteX3" fmla="*/ 187562 w 2425532"/>
                <a:gd name="connsiteY3" fmla="*/ 28575 h 2219406"/>
                <a:gd name="connsiteX0" fmla="*/ 187562 w 2589340"/>
                <a:gd name="connsiteY0" fmla="*/ 28575 h 2219406"/>
                <a:gd name="connsiteX1" fmla="*/ 2149712 w 2589340"/>
                <a:gd name="connsiteY1" fmla="*/ 0 h 2219406"/>
                <a:gd name="connsiteX2" fmla="*/ 1225787 w 2589340"/>
                <a:gd name="connsiteY2" fmla="*/ 2219325 h 2219406"/>
                <a:gd name="connsiteX3" fmla="*/ 187562 w 2589340"/>
                <a:gd name="connsiteY3" fmla="*/ 28575 h 2219406"/>
                <a:gd name="connsiteX0" fmla="*/ 443729 w 2845507"/>
                <a:gd name="connsiteY0" fmla="*/ 28575 h 2219388"/>
                <a:gd name="connsiteX1" fmla="*/ 2405879 w 2845507"/>
                <a:gd name="connsiteY1" fmla="*/ 0 h 2219388"/>
                <a:gd name="connsiteX2" fmla="*/ 1481954 w 2845507"/>
                <a:gd name="connsiteY2" fmla="*/ 2219325 h 2219388"/>
                <a:gd name="connsiteX3" fmla="*/ 443729 w 2845507"/>
                <a:gd name="connsiteY3" fmla="*/ 28575 h 2219388"/>
                <a:gd name="connsiteX0" fmla="*/ 443729 w 2845507"/>
                <a:gd name="connsiteY0" fmla="*/ 195955 h 2386768"/>
                <a:gd name="connsiteX1" fmla="*/ 2405879 w 2845507"/>
                <a:gd name="connsiteY1" fmla="*/ 167380 h 2386768"/>
                <a:gd name="connsiteX2" fmla="*/ 1481954 w 2845507"/>
                <a:gd name="connsiteY2" fmla="*/ 2386705 h 2386768"/>
                <a:gd name="connsiteX3" fmla="*/ 443729 w 2845507"/>
                <a:gd name="connsiteY3" fmla="*/ 195955 h 2386768"/>
                <a:gd name="connsiteX0" fmla="*/ 443729 w 2845507"/>
                <a:gd name="connsiteY0" fmla="*/ 289886 h 2480699"/>
                <a:gd name="connsiteX1" fmla="*/ 2405879 w 2845507"/>
                <a:gd name="connsiteY1" fmla="*/ 261311 h 2480699"/>
                <a:gd name="connsiteX2" fmla="*/ 1481954 w 2845507"/>
                <a:gd name="connsiteY2" fmla="*/ 2480636 h 2480699"/>
                <a:gd name="connsiteX3" fmla="*/ 443729 w 2845507"/>
                <a:gd name="connsiteY3" fmla="*/ 289886 h 2480699"/>
                <a:gd name="connsiteX0" fmla="*/ 450404 w 2844644"/>
                <a:gd name="connsiteY0" fmla="*/ 289886 h 2504512"/>
                <a:gd name="connsiteX1" fmla="*/ 2412554 w 2844644"/>
                <a:gd name="connsiteY1" fmla="*/ 261311 h 2504512"/>
                <a:gd name="connsiteX2" fmla="*/ 1474341 w 2844644"/>
                <a:gd name="connsiteY2" fmla="*/ 2504449 h 2504512"/>
                <a:gd name="connsiteX3" fmla="*/ 450404 w 2844644"/>
                <a:gd name="connsiteY3" fmla="*/ 289886 h 2504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4644" h="2504512">
                  <a:moveTo>
                    <a:pt x="450404" y="289886"/>
                  </a:moveTo>
                  <a:cubicBezTo>
                    <a:pt x="999679" y="-138739"/>
                    <a:pt x="2091879" y="-43489"/>
                    <a:pt x="2412554" y="261311"/>
                  </a:cubicBezTo>
                  <a:cubicBezTo>
                    <a:pt x="2590354" y="505786"/>
                    <a:pt x="3696841" y="2517149"/>
                    <a:pt x="1474341" y="2504449"/>
                  </a:cubicBezTo>
                  <a:cubicBezTo>
                    <a:pt x="-729109" y="2517149"/>
                    <a:pt x="91629" y="610561"/>
                    <a:pt x="450404" y="289886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F3F79E5-E581-1417-6DDF-E803AC575F5D}"/>
                </a:ext>
              </a:extLst>
            </p:cNvPr>
            <p:cNvGrpSpPr/>
            <p:nvPr/>
          </p:nvGrpSpPr>
          <p:grpSpPr>
            <a:xfrm>
              <a:off x="2125857" y="1596979"/>
              <a:ext cx="590993" cy="543133"/>
              <a:chOff x="2125857" y="1596979"/>
              <a:chExt cx="590993" cy="543133"/>
            </a:xfrm>
            <a:grpFill/>
          </p:grpSpPr>
          <p:sp>
            <p:nvSpPr>
              <p:cNvPr id="85" name="Oval 6">
                <a:extLst>
                  <a:ext uri="{FF2B5EF4-FFF2-40B4-BE49-F238E27FC236}">
                    <a16:creationId xmlns:a16="http://schemas.microsoft.com/office/drawing/2014/main" id="{11A93311-FD53-9D80-58F7-514163BAD860}"/>
                  </a:ext>
                </a:extLst>
              </p:cNvPr>
              <p:cNvSpPr/>
              <p:nvPr/>
            </p:nvSpPr>
            <p:spPr>
              <a:xfrm rot="20198826">
                <a:off x="2125857" y="1596979"/>
                <a:ext cx="590993" cy="543133"/>
              </a:xfrm>
              <a:custGeom>
                <a:avLst/>
                <a:gdLst>
                  <a:gd name="connsiteX0" fmla="*/ 0 w 711708"/>
                  <a:gd name="connsiteY0" fmla="*/ 283919 h 567838"/>
                  <a:gd name="connsiteX1" fmla="*/ 355854 w 711708"/>
                  <a:gd name="connsiteY1" fmla="*/ 0 h 567838"/>
                  <a:gd name="connsiteX2" fmla="*/ 711708 w 711708"/>
                  <a:gd name="connsiteY2" fmla="*/ 283919 h 567838"/>
                  <a:gd name="connsiteX3" fmla="*/ 355854 w 711708"/>
                  <a:gd name="connsiteY3" fmla="*/ 567838 h 567838"/>
                  <a:gd name="connsiteX4" fmla="*/ 0 w 711708"/>
                  <a:gd name="connsiteY4" fmla="*/ 283919 h 567838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2628 w 726189"/>
                  <a:gd name="connsiteY0" fmla="*/ 283919 h 575392"/>
                  <a:gd name="connsiteX1" fmla="*/ 358482 w 726189"/>
                  <a:gd name="connsiteY1" fmla="*/ 0 h 575392"/>
                  <a:gd name="connsiteX2" fmla="*/ 714336 w 726189"/>
                  <a:gd name="connsiteY2" fmla="*/ 283919 h 575392"/>
                  <a:gd name="connsiteX3" fmla="*/ 611040 w 726189"/>
                  <a:gd name="connsiteY3" fmla="*/ 478580 h 575392"/>
                  <a:gd name="connsiteX4" fmla="*/ 358482 w 726189"/>
                  <a:gd name="connsiteY4" fmla="*/ 567838 h 575392"/>
                  <a:gd name="connsiteX5" fmla="*/ 204819 w 726189"/>
                  <a:gd name="connsiteY5" fmla="*/ 538354 h 575392"/>
                  <a:gd name="connsiteX6" fmla="*/ 2628 w 726189"/>
                  <a:gd name="connsiteY6" fmla="*/ 283919 h 575392"/>
                  <a:gd name="connsiteX0" fmla="*/ 3350 w 729519"/>
                  <a:gd name="connsiteY0" fmla="*/ 283919 h 548781"/>
                  <a:gd name="connsiteX1" fmla="*/ 359204 w 729519"/>
                  <a:gd name="connsiteY1" fmla="*/ 0 h 548781"/>
                  <a:gd name="connsiteX2" fmla="*/ 715058 w 729519"/>
                  <a:gd name="connsiteY2" fmla="*/ 283919 h 548781"/>
                  <a:gd name="connsiteX3" fmla="*/ 611762 w 729519"/>
                  <a:gd name="connsiteY3" fmla="*/ 478580 h 548781"/>
                  <a:gd name="connsiteX4" fmla="*/ 205541 w 729519"/>
                  <a:gd name="connsiteY4" fmla="*/ 538354 h 548781"/>
                  <a:gd name="connsiteX5" fmla="*/ 3350 w 729519"/>
                  <a:gd name="connsiteY5" fmla="*/ 283919 h 548781"/>
                  <a:gd name="connsiteX0" fmla="*/ 3350 w 614268"/>
                  <a:gd name="connsiteY0" fmla="*/ 287070 h 560524"/>
                  <a:gd name="connsiteX1" fmla="*/ 359204 w 614268"/>
                  <a:gd name="connsiteY1" fmla="*/ 3151 h 560524"/>
                  <a:gd name="connsiteX2" fmla="*/ 611762 w 614268"/>
                  <a:gd name="connsiteY2" fmla="*/ 481731 h 560524"/>
                  <a:gd name="connsiteX3" fmla="*/ 205541 w 614268"/>
                  <a:gd name="connsiteY3" fmla="*/ 541505 h 560524"/>
                  <a:gd name="connsiteX4" fmla="*/ 3350 w 614268"/>
                  <a:gd name="connsiteY4" fmla="*/ 287070 h 560524"/>
                  <a:gd name="connsiteX0" fmla="*/ 8313 w 416682"/>
                  <a:gd name="connsiteY0" fmla="*/ 538538 h 578514"/>
                  <a:gd name="connsiteX1" fmla="*/ 161976 w 416682"/>
                  <a:gd name="connsiteY1" fmla="*/ 184 h 578514"/>
                  <a:gd name="connsiteX2" fmla="*/ 414534 w 416682"/>
                  <a:gd name="connsiteY2" fmla="*/ 478764 h 578514"/>
                  <a:gd name="connsiteX3" fmla="*/ 8313 w 416682"/>
                  <a:gd name="connsiteY3" fmla="*/ 538538 h 578514"/>
                  <a:gd name="connsiteX0" fmla="*/ 104037 w 559169"/>
                  <a:gd name="connsiteY0" fmla="*/ 542759 h 582735"/>
                  <a:gd name="connsiteX1" fmla="*/ 257700 w 559169"/>
                  <a:gd name="connsiteY1" fmla="*/ 4405 h 582735"/>
                  <a:gd name="connsiteX2" fmla="*/ 510258 w 559169"/>
                  <a:gd name="connsiteY2" fmla="*/ 482985 h 582735"/>
                  <a:gd name="connsiteX3" fmla="*/ 104037 w 559169"/>
                  <a:gd name="connsiteY3" fmla="*/ 542759 h 582735"/>
                  <a:gd name="connsiteX0" fmla="*/ 125777 w 599246"/>
                  <a:gd name="connsiteY0" fmla="*/ 543217 h 583193"/>
                  <a:gd name="connsiteX1" fmla="*/ 279440 w 599246"/>
                  <a:gd name="connsiteY1" fmla="*/ 4863 h 583193"/>
                  <a:gd name="connsiteX2" fmla="*/ 531998 w 599246"/>
                  <a:gd name="connsiteY2" fmla="*/ 483443 h 583193"/>
                  <a:gd name="connsiteX3" fmla="*/ 125777 w 599246"/>
                  <a:gd name="connsiteY3" fmla="*/ 543217 h 583193"/>
                  <a:gd name="connsiteX0" fmla="*/ 139155 w 612624"/>
                  <a:gd name="connsiteY0" fmla="*/ 543217 h 579358"/>
                  <a:gd name="connsiteX1" fmla="*/ 292818 w 612624"/>
                  <a:gd name="connsiteY1" fmla="*/ 4863 h 579358"/>
                  <a:gd name="connsiteX2" fmla="*/ 545376 w 612624"/>
                  <a:gd name="connsiteY2" fmla="*/ 483443 h 579358"/>
                  <a:gd name="connsiteX3" fmla="*/ 139155 w 612624"/>
                  <a:gd name="connsiteY3" fmla="*/ 543217 h 579358"/>
                  <a:gd name="connsiteX0" fmla="*/ 127645 w 590993"/>
                  <a:gd name="connsiteY0" fmla="*/ 543133 h 579274"/>
                  <a:gd name="connsiteX1" fmla="*/ 281308 w 590993"/>
                  <a:gd name="connsiteY1" fmla="*/ 4779 h 579274"/>
                  <a:gd name="connsiteX2" fmla="*/ 533866 w 590993"/>
                  <a:gd name="connsiteY2" fmla="*/ 483359 h 579274"/>
                  <a:gd name="connsiteX3" fmla="*/ 127645 w 590993"/>
                  <a:gd name="connsiteY3" fmla="*/ 543133 h 579274"/>
                  <a:gd name="connsiteX0" fmla="*/ 127645 w 590993"/>
                  <a:gd name="connsiteY0" fmla="*/ 543133 h 634573"/>
                  <a:gd name="connsiteX1" fmla="*/ 281308 w 590993"/>
                  <a:gd name="connsiteY1" fmla="*/ 4779 h 634573"/>
                  <a:gd name="connsiteX2" fmla="*/ 533866 w 590993"/>
                  <a:gd name="connsiteY2" fmla="*/ 483359 h 634573"/>
                  <a:gd name="connsiteX3" fmla="*/ 219085 w 590993"/>
                  <a:gd name="connsiteY3" fmla="*/ 634573 h 634573"/>
                  <a:gd name="connsiteX0" fmla="*/ 127645 w 590993"/>
                  <a:gd name="connsiteY0" fmla="*/ 543133 h 543133"/>
                  <a:gd name="connsiteX1" fmla="*/ 281308 w 590993"/>
                  <a:gd name="connsiteY1" fmla="*/ 4779 h 543133"/>
                  <a:gd name="connsiteX2" fmla="*/ 533866 w 590993"/>
                  <a:gd name="connsiteY2" fmla="*/ 483359 h 54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0993" h="543133">
                    <a:moveTo>
                      <a:pt x="127645" y="543133"/>
                    </a:moveTo>
                    <a:cubicBezTo>
                      <a:pt x="45505" y="472017"/>
                      <a:pt x="-179549" y="60272"/>
                      <a:pt x="281308" y="4779"/>
                    </a:cubicBezTo>
                    <a:cubicBezTo>
                      <a:pt x="742165" y="-50714"/>
                      <a:pt x="559476" y="393633"/>
                      <a:pt x="533866" y="483359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Oval 7">
                <a:extLst>
                  <a:ext uri="{FF2B5EF4-FFF2-40B4-BE49-F238E27FC236}">
                    <a16:creationId xmlns:a16="http://schemas.microsoft.com/office/drawing/2014/main" id="{CDD76302-A466-9621-2A44-2EA5AA4FDDB5}"/>
                  </a:ext>
                </a:extLst>
              </p:cNvPr>
              <p:cNvSpPr/>
              <p:nvPr/>
            </p:nvSpPr>
            <p:spPr>
              <a:xfrm rot="20198826">
                <a:off x="2283522" y="1781457"/>
                <a:ext cx="336380" cy="324187"/>
              </a:xfrm>
              <a:custGeom>
                <a:avLst/>
                <a:gdLst>
                  <a:gd name="connsiteX0" fmla="*/ 0 w 467532"/>
                  <a:gd name="connsiteY0" fmla="*/ 283919 h 567838"/>
                  <a:gd name="connsiteX1" fmla="*/ 233766 w 467532"/>
                  <a:gd name="connsiteY1" fmla="*/ 0 h 567838"/>
                  <a:gd name="connsiteX2" fmla="*/ 467532 w 467532"/>
                  <a:gd name="connsiteY2" fmla="*/ 283919 h 567838"/>
                  <a:gd name="connsiteX3" fmla="*/ 233766 w 467532"/>
                  <a:gd name="connsiteY3" fmla="*/ 567838 h 567838"/>
                  <a:gd name="connsiteX4" fmla="*/ 0 w 467532"/>
                  <a:gd name="connsiteY4" fmla="*/ 283919 h 567838"/>
                  <a:gd name="connsiteX0" fmla="*/ 0 w 467532"/>
                  <a:gd name="connsiteY0" fmla="*/ 283919 h 319409"/>
                  <a:gd name="connsiteX1" fmla="*/ 233766 w 467532"/>
                  <a:gd name="connsiteY1" fmla="*/ 0 h 319409"/>
                  <a:gd name="connsiteX2" fmla="*/ 467532 w 467532"/>
                  <a:gd name="connsiteY2" fmla="*/ 283919 h 319409"/>
                  <a:gd name="connsiteX3" fmla="*/ 0 w 467532"/>
                  <a:gd name="connsiteY3" fmla="*/ 283919 h 319409"/>
                  <a:gd name="connsiteX0" fmla="*/ 0 w 299446"/>
                  <a:gd name="connsiteY0" fmla="*/ 333503 h 352714"/>
                  <a:gd name="connsiteX1" fmla="*/ 65680 w 299446"/>
                  <a:gd name="connsiteY1" fmla="*/ 354 h 352714"/>
                  <a:gd name="connsiteX2" fmla="*/ 299446 w 299446"/>
                  <a:gd name="connsiteY2" fmla="*/ 284273 h 352714"/>
                  <a:gd name="connsiteX3" fmla="*/ 0 w 299446"/>
                  <a:gd name="connsiteY3" fmla="*/ 333503 h 352714"/>
                  <a:gd name="connsiteX0" fmla="*/ 4686 w 196564"/>
                  <a:gd name="connsiteY0" fmla="*/ 333460 h 353461"/>
                  <a:gd name="connsiteX1" fmla="*/ 70366 w 196564"/>
                  <a:gd name="connsiteY1" fmla="*/ 311 h 353461"/>
                  <a:gd name="connsiteX2" fmla="*/ 196564 w 196564"/>
                  <a:gd name="connsiteY2" fmla="*/ 287066 h 353461"/>
                  <a:gd name="connsiteX3" fmla="*/ 4686 w 196564"/>
                  <a:gd name="connsiteY3" fmla="*/ 333460 h 353461"/>
                  <a:gd name="connsiteX0" fmla="*/ 74777 w 299977"/>
                  <a:gd name="connsiteY0" fmla="*/ 333373 h 353374"/>
                  <a:gd name="connsiteX1" fmla="*/ 140457 w 299977"/>
                  <a:gd name="connsiteY1" fmla="*/ 224 h 353374"/>
                  <a:gd name="connsiteX2" fmla="*/ 266655 w 299977"/>
                  <a:gd name="connsiteY2" fmla="*/ 286979 h 353374"/>
                  <a:gd name="connsiteX3" fmla="*/ 74777 w 299977"/>
                  <a:gd name="connsiteY3" fmla="*/ 333373 h 353374"/>
                  <a:gd name="connsiteX0" fmla="*/ 98043 w 308026"/>
                  <a:gd name="connsiteY0" fmla="*/ 321913 h 341073"/>
                  <a:gd name="connsiteX1" fmla="*/ 130235 w 308026"/>
                  <a:gd name="connsiteY1" fmla="*/ 243 h 341073"/>
                  <a:gd name="connsiteX2" fmla="*/ 289921 w 308026"/>
                  <a:gd name="connsiteY2" fmla="*/ 275519 h 341073"/>
                  <a:gd name="connsiteX3" fmla="*/ 98043 w 308026"/>
                  <a:gd name="connsiteY3" fmla="*/ 321913 h 341073"/>
                  <a:gd name="connsiteX0" fmla="*/ 73834 w 269300"/>
                  <a:gd name="connsiteY0" fmla="*/ 322194 h 341354"/>
                  <a:gd name="connsiteX1" fmla="*/ 106026 w 269300"/>
                  <a:gd name="connsiteY1" fmla="*/ 524 h 341354"/>
                  <a:gd name="connsiteX2" fmla="*/ 265712 w 269300"/>
                  <a:gd name="connsiteY2" fmla="*/ 275800 h 341354"/>
                  <a:gd name="connsiteX3" fmla="*/ 73834 w 269300"/>
                  <a:gd name="connsiteY3" fmla="*/ 322194 h 341354"/>
                  <a:gd name="connsiteX0" fmla="*/ 108014 w 303480"/>
                  <a:gd name="connsiteY0" fmla="*/ 322194 h 344918"/>
                  <a:gd name="connsiteX1" fmla="*/ 140206 w 303480"/>
                  <a:gd name="connsiteY1" fmla="*/ 524 h 344918"/>
                  <a:gd name="connsiteX2" fmla="*/ 299892 w 303480"/>
                  <a:gd name="connsiteY2" fmla="*/ 275800 h 344918"/>
                  <a:gd name="connsiteX3" fmla="*/ 108014 w 303480"/>
                  <a:gd name="connsiteY3" fmla="*/ 322194 h 344918"/>
                  <a:gd name="connsiteX0" fmla="*/ 108014 w 336380"/>
                  <a:gd name="connsiteY0" fmla="*/ 322097 h 344821"/>
                  <a:gd name="connsiteX1" fmla="*/ 140206 w 336380"/>
                  <a:gd name="connsiteY1" fmla="*/ 427 h 344821"/>
                  <a:gd name="connsiteX2" fmla="*/ 299892 w 336380"/>
                  <a:gd name="connsiteY2" fmla="*/ 275703 h 344821"/>
                  <a:gd name="connsiteX3" fmla="*/ 108014 w 336380"/>
                  <a:gd name="connsiteY3" fmla="*/ 322097 h 344821"/>
                  <a:gd name="connsiteX0" fmla="*/ 108014 w 336380"/>
                  <a:gd name="connsiteY0" fmla="*/ 322097 h 325923"/>
                  <a:gd name="connsiteX1" fmla="*/ 140206 w 336380"/>
                  <a:gd name="connsiteY1" fmla="*/ 427 h 325923"/>
                  <a:gd name="connsiteX2" fmla="*/ 299892 w 336380"/>
                  <a:gd name="connsiteY2" fmla="*/ 275703 h 325923"/>
                  <a:gd name="connsiteX3" fmla="*/ 108014 w 336380"/>
                  <a:gd name="connsiteY3" fmla="*/ 322097 h 325923"/>
                  <a:gd name="connsiteX0" fmla="*/ 108014 w 336380"/>
                  <a:gd name="connsiteY0" fmla="*/ 322097 h 324187"/>
                  <a:gd name="connsiteX1" fmla="*/ 140206 w 336380"/>
                  <a:gd name="connsiteY1" fmla="*/ 427 h 324187"/>
                  <a:gd name="connsiteX2" fmla="*/ 299892 w 336380"/>
                  <a:gd name="connsiteY2" fmla="*/ 275703 h 324187"/>
                  <a:gd name="connsiteX3" fmla="*/ 108014 w 336380"/>
                  <a:gd name="connsiteY3" fmla="*/ 322097 h 324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380" h="324187">
                    <a:moveTo>
                      <a:pt x="108014" y="322097"/>
                    </a:moveTo>
                    <a:cubicBezTo>
                      <a:pt x="-21448" y="268124"/>
                      <a:pt x="-61249" y="10204"/>
                      <a:pt x="140206" y="427"/>
                    </a:cubicBezTo>
                    <a:cubicBezTo>
                      <a:pt x="341661" y="-9350"/>
                      <a:pt x="374221" y="150992"/>
                      <a:pt x="299892" y="275703"/>
                    </a:cubicBezTo>
                    <a:cubicBezTo>
                      <a:pt x="259738" y="301757"/>
                      <a:pt x="214768" y="332546"/>
                      <a:pt x="108014" y="32209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0" name="Rectangle 23">
              <a:extLst>
                <a:ext uri="{FF2B5EF4-FFF2-40B4-BE49-F238E27FC236}">
                  <a16:creationId xmlns:a16="http://schemas.microsoft.com/office/drawing/2014/main" id="{6E7D9550-0C51-92C3-4D6F-7B38712F4EE1}"/>
                </a:ext>
              </a:extLst>
            </p:cNvPr>
            <p:cNvSpPr/>
            <p:nvPr/>
          </p:nvSpPr>
          <p:spPr>
            <a:xfrm>
              <a:off x="5408643" y="4437458"/>
              <a:ext cx="701645" cy="659310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5" h="659310">
                  <a:moveTo>
                    <a:pt x="0" y="258367"/>
                  </a:moveTo>
                  <a:cubicBezTo>
                    <a:pt x="67194" y="-135333"/>
                    <a:pt x="429664" y="13892"/>
                    <a:pt x="515908" y="105967"/>
                  </a:cubicBezTo>
                  <a:cubicBezTo>
                    <a:pt x="658782" y="226617"/>
                    <a:pt x="501620" y="513954"/>
                    <a:pt x="701645" y="525067"/>
                  </a:cubicBezTo>
                  <a:cubicBezTo>
                    <a:pt x="220113" y="912417"/>
                    <a:pt x="233882" y="347267"/>
                    <a:pt x="0" y="258367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CCF7311-3A2D-A890-55F2-F435830B3DD4}"/>
                </a:ext>
              </a:extLst>
            </p:cNvPr>
            <p:cNvGrpSpPr/>
            <p:nvPr/>
          </p:nvGrpSpPr>
          <p:grpSpPr>
            <a:xfrm>
              <a:off x="3128139" y="3182833"/>
              <a:ext cx="688969" cy="634560"/>
              <a:chOff x="3128139" y="3182833"/>
              <a:chExt cx="688969" cy="634560"/>
            </a:xfrm>
            <a:grpFill/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D7AD16C-0F2C-BD91-4C95-204CE1916F19}"/>
                  </a:ext>
                </a:extLst>
              </p:cNvPr>
              <p:cNvSpPr/>
              <p:nvPr/>
            </p:nvSpPr>
            <p:spPr>
              <a:xfrm>
                <a:off x="3128139" y="3433910"/>
                <a:ext cx="357932" cy="383483"/>
              </a:xfrm>
              <a:custGeom>
                <a:avLst/>
                <a:gdLst>
                  <a:gd name="connsiteX0" fmla="*/ 321468 w 356106"/>
                  <a:gd name="connsiteY0" fmla="*/ 0 h 308933"/>
                  <a:gd name="connsiteX1" fmla="*/ 326231 w 356106"/>
                  <a:gd name="connsiteY1" fmla="*/ 300037 h 308933"/>
                  <a:gd name="connsiteX2" fmla="*/ 0 w 356106"/>
                  <a:gd name="connsiteY2" fmla="*/ 235743 h 308933"/>
                  <a:gd name="connsiteX3" fmla="*/ 0 w 356106"/>
                  <a:gd name="connsiteY3" fmla="*/ 235743 h 308933"/>
                  <a:gd name="connsiteX0" fmla="*/ 321468 w 356106"/>
                  <a:gd name="connsiteY0" fmla="*/ 0 h 347764"/>
                  <a:gd name="connsiteX1" fmla="*/ 326231 w 356106"/>
                  <a:gd name="connsiteY1" fmla="*/ 300037 h 347764"/>
                  <a:gd name="connsiteX2" fmla="*/ 0 w 356106"/>
                  <a:gd name="connsiteY2" fmla="*/ 235743 h 347764"/>
                  <a:gd name="connsiteX3" fmla="*/ 0 w 356106"/>
                  <a:gd name="connsiteY3" fmla="*/ 235743 h 347764"/>
                  <a:gd name="connsiteX0" fmla="*/ 321468 w 346112"/>
                  <a:gd name="connsiteY0" fmla="*/ 0 h 347764"/>
                  <a:gd name="connsiteX1" fmla="*/ 326231 w 346112"/>
                  <a:gd name="connsiteY1" fmla="*/ 300037 h 347764"/>
                  <a:gd name="connsiteX2" fmla="*/ 0 w 346112"/>
                  <a:gd name="connsiteY2" fmla="*/ 235743 h 347764"/>
                  <a:gd name="connsiteX3" fmla="*/ 0 w 346112"/>
                  <a:gd name="connsiteY3" fmla="*/ 235743 h 347764"/>
                  <a:gd name="connsiteX0" fmla="*/ 328611 w 349549"/>
                  <a:gd name="connsiteY0" fmla="*/ 0 h 383483"/>
                  <a:gd name="connsiteX1" fmla="*/ 326231 w 349549"/>
                  <a:gd name="connsiteY1" fmla="*/ 335756 h 383483"/>
                  <a:gd name="connsiteX2" fmla="*/ 0 w 349549"/>
                  <a:gd name="connsiteY2" fmla="*/ 271462 h 383483"/>
                  <a:gd name="connsiteX3" fmla="*/ 0 w 349549"/>
                  <a:gd name="connsiteY3" fmla="*/ 271462 h 383483"/>
                  <a:gd name="connsiteX0" fmla="*/ 328611 w 342861"/>
                  <a:gd name="connsiteY0" fmla="*/ 0 h 383483"/>
                  <a:gd name="connsiteX1" fmla="*/ 326231 w 342861"/>
                  <a:gd name="connsiteY1" fmla="*/ 335756 h 383483"/>
                  <a:gd name="connsiteX2" fmla="*/ 0 w 342861"/>
                  <a:gd name="connsiteY2" fmla="*/ 271462 h 383483"/>
                  <a:gd name="connsiteX3" fmla="*/ 0 w 342861"/>
                  <a:gd name="connsiteY3" fmla="*/ 271462 h 383483"/>
                  <a:gd name="connsiteX0" fmla="*/ 328611 w 351111"/>
                  <a:gd name="connsiteY0" fmla="*/ 0 h 383483"/>
                  <a:gd name="connsiteX1" fmla="*/ 326231 w 351111"/>
                  <a:gd name="connsiteY1" fmla="*/ 335756 h 383483"/>
                  <a:gd name="connsiteX2" fmla="*/ 0 w 351111"/>
                  <a:gd name="connsiteY2" fmla="*/ 271462 h 383483"/>
                  <a:gd name="connsiteX3" fmla="*/ 0 w 351111"/>
                  <a:gd name="connsiteY3" fmla="*/ 271462 h 383483"/>
                  <a:gd name="connsiteX0" fmla="*/ 328611 w 355290"/>
                  <a:gd name="connsiteY0" fmla="*/ 0 h 383483"/>
                  <a:gd name="connsiteX1" fmla="*/ 326231 w 355290"/>
                  <a:gd name="connsiteY1" fmla="*/ 335756 h 383483"/>
                  <a:gd name="connsiteX2" fmla="*/ 0 w 355290"/>
                  <a:gd name="connsiteY2" fmla="*/ 271462 h 383483"/>
                  <a:gd name="connsiteX3" fmla="*/ 0 w 355290"/>
                  <a:gd name="connsiteY3" fmla="*/ 271462 h 383483"/>
                  <a:gd name="connsiteX0" fmla="*/ 328611 w 357932"/>
                  <a:gd name="connsiteY0" fmla="*/ 0 h 383483"/>
                  <a:gd name="connsiteX1" fmla="*/ 326231 w 357932"/>
                  <a:gd name="connsiteY1" fmla="*/ 335756 h 383483"/>
                  <a:gd name="connsiteX2" fmla="*/ 0 w 357932"/>
                  <a:gd name="connsiteY2" fmla="*/ 271462 h 383483"/>
                  <a:gd name="connsiteX3" fmla="*/ 0 w 357932"/>
                  <a:gd name="connsiteY3" fmla="*/ 271462 h 383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932" h="383483">
                    <a:moveTo>
                      <a:pt x="328611" y="0"/>
                    </a:moveTo>
                    <a:cubicBezTo>
                      <a:pt x="348256" y="37505"/>
                      <a:pt x="384571" y="289322"/>
                      <a:pt x="326231" y="335756"/>
                    </a:cubicBezTo>
                    <a:cubicBezTo>
                      <a:pt x="122634" y="472679"/>
                      <a:pt x="0" y="271462"/>
                      <a:pt x="0" y="271462"/>
                    </a:cubicBezTo>
                    <a:lnTo>
                      <a:pt x="0" y="271462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6BB0E55-DE9B-E42D-5CE9-D36109A51829}"/>
                  </a:ext>
                </a:extLst>
              </p:cNvPr>
              <p:cNvSpPr/>
              <p:nvPr/>
            </p:nvSpPr>
            <p:spPr>
              <a:xfrm flipH="1">
                <a:off x="3459922" y="3405377"/>
                <a:ext cx="357186" cy="407295"/>
              </a:xfrm>
              <a:custGeom>
                <a:avLst/>
                <a:gdLst>
                  <a:gd name="connsiteX0" fmla="*/ 321468 w 356106"/>
                  <a:gd name="connsiteY0" fmla="*/ 0 h 308933"/>
                  <a:gd name="connsiteX1" fmla="*/ 326231 w 356106"/>
                  <a:gd name="connsiteY1" fmla="*/ 300037 h 308933"/>
                  <a:gd name="connsiteX2" fmla="*/ 0 w 356106"/>
                  <a:gd name="connsiteY2" fmla="*/ 235743 h 308933"/>
                  <a:gd name="connsiteX3" fmla="*/ 0 w 356106"/>
                  <a:gd name="connsiteY3" fmla="*/ 235743 h 308933"/>
                  <a:gd name="connsiteX0" fmla="*/ 321468 w 356106"/>
                  <a:gd name="connsiteY0" fmla="*/ 0 h 347764"/>
                  <a:gd name="connsiteX1" fmla="*/ 326231 w 356106"/>
                  <a:gd name="connsiteY1" fmla="*/ 300037 h 347764"/>
                  <a:gd name="connsiteX2" fmla="*/ 0 w 356106"/>
                  <a:gd name="connsiteY2" fmla="*/ 235743 h 347764"/>
                  <a:gd name="connsiteX3" fmla="*/ 0 w 356106"/>
                  <a:gd name="connsiteY3" fmla="*/ 235743 h 347764"/>
                  <a:gd name="connsiteX0" fmla="*/ 321468 w 346112"/>
                  <a:gd name="connsiteY0" fmla="*/ 0 h 347764"/>
                  <a:gd name="connsiteX1" fmla="*/ 326231 w 346112"/>
                  <a:gd name="connsiteY1" fmla="*/ 300037 h 347764"/>
                  <a:gd name="connsiteX2" fmla="*/ 0 w 346112"/>
                  <a:gd name="connsiteY2" fmla="*/ 235743 h 347764"/>
                  <a:gd name="connsiteX3" fmla="*/ 0 w 346112"/>
                  <a:gd name="connsiteY3" fmla="*/ 235743 h 347764"/>
                  <a:gd name="connsiteX0" fmla="*/ 328611 w 349549"/>
                  <a:gd name="connsiteY0" fmla="*/ 0 h 383483"/>
                  <a:gd name="connsiteX1" fmla="*/ 326231 w 349549"/>
                  <a:gd name="connsiteY1" fmla="*/ 335756 h 383483"/>
                  <a:gd name="connsiteX2" fmla="*/ 0 w 349549"/>
                  <a:gd name="connsiteY2" fmla="*/ 271462 h 383483"/>
                  <a:gd name="connsiteX3" fmla="*/ 0 w 349549"/>
                  <a:gd name="connsiteY3" fmla="*/ 271462 h 383483"/>
                  <a:gd name="connsiteX0" fmla="*/ 328611 w 342861"/>
                  <a:gd name="connsiteY0" fmla="*/ 0 h 383483"/>
                  <a:gd name="connsiteX1" fmla="*/ 326231 w 342861"/>
                  <a:gd name="connsiteY1" fmla="*/ 335756 h 383483"/>
                  <a:gd name="connsiteX2" fmla="*/ 0 w 342861"/>
                  <a:gd name="connsiteY2" fmla="*/ 271462 h 383483"/>
                  <a:gd name="connsiteX3" fmla="*/ 0 w 342861"/>
                  <a:gd name="connsiteY3" fmla="*/ 271462 h 383483"/>
                  <a:gd name="connsiteX0" fmla="*/ 328611 w 351111"/>
                  <a:gd name="connsiteY0" fmla="*/ 0 h 383483"/>
                  <a:gd name="connsiteX1" fmla="*/ 326231 w 351111"/>
                  <a:gd name="connsiteY1" fmla="*/ 335756 h 383483"/>
                  <a:gd name="connsiteX2" fmla="*/ 0 w 351111"/>
                  <a:gd name="connsiteY2" fmla="*/ 271462 h 383483"/>
                  <a:gd name="connsiteX3" fmla="*/ 0 w 351111"/>
                  <a:gd name="connsiteY3" fmla="*/ 271462 h 383483"/>
                  <a:gd name="connsiteX0" fmla="*/ 328611 w 355290"/>
                  <a:gd name="connsiteY0" fmla="*/ 0 h 383483"/>
                  <a:gd name="connsiteX1" fmla="*/ 326231 w 355290"/>
                  <a:gd name="connsiteY1" fmla="*/ 335756 h 383483"/>
                  <a:gd name="connsiteX2" fmla="*/ 0 w 355290"/>
                  <a:gd name="connsiteY2" fmla="*/ 271462 h 383483"/>
                  <a:gd name="connsiteX3" fmla="*/ 0 w 355290"/>
                  <a:gd name="connsiteY3" fmla="*/ 271462 h 383483"/>
                  <a:gd name="connsiteX0" fmla="*/ 328611 w 357932"/>
                  <a:gd name="connsiteY0" fmla="*/ 0 h 383483"/>
                  <a:gd name="connsiteX1" fmla="*/ 326231 w 357932"/>
                  <a:gd name="connsiteY1" fmla="*/ 335756 h 383483"/>
                  <a:gd name="connsiteX2" fmla="*/ 0 w 357932"/>
                  <a:gd name="connsiteY2" fmla="*/ 271462 h 383483"/>
                  <a:gd name="connsiteX3" fmla="*/ 0 w 357932"/>
                  <a:gd name="connsiteY3" fmla="*/ 271462 h 383483"/>
                  <a:gd name="connsiteX0" fmla="*/ 357186 w 371625"/>
                  <a:gd name="connsiteY0" fmla="*/ 0 h 407295"/>
                  <a:gd name="connsiteX1" fmla="*/ 326231 w 371625"/>
                  <a:gd name="connsiteY1" fmla="*/ 359568 h 407295"/>
                  <a:gd name="connsiteX2" fmla="*/ 0 w 371625"/>
                  <a:gd name="connsiteY2" fmla="*/ 295274 h 407295"/>
                  <a:gd name="connsiteX3" fmla="*/ 0 w 371625"/>
                  <a:gd name="connsiteY3" fmla="*/ 295274 h 407295"/>
                  <a:gd name="connsiteX0" fmla="*/ 357186 w 362023"/>
                  <a:gd name="connsiteY0" fmla="*/ 0 h 407295"/>
                  <a:gd name="connsiteX1" fmla="*/ 326231 w 362023"/>
                  <a:gd name="connsiteY1" fmla="*/ 359568 h 407295"/>
                  <a:gd name="connsiteX2" fmla="*/ 0 w 362023"/>
                  <a:gd name="connsiteY2" fmla="*/ 295274 h 407295"/>
                  <a:gd name="connsiteX3" fmla="*/ 0 w 362023"/>
                  <a:gd name="connsiteY3" fmla="*/ 295274 h 407295"/>
                  <a:gd name="connsiteX0" fmla="*/ 357186 w 359615"/>
                  <a:gd name="connsiteY0" fmla="*/ 0 h 407295"/>
                  <a:gd name="connsiteX1" fmla="*/ 352388 w 359615"/>
                  <a:gd name="connsiteY1" fmla="*/ 91499 h 407295"/>
                  <a:gd name="connsiteX2" fmla="*/ 326231 w 359615"/>
                  <a:gd name="connsiteY2" fmla="*/ 359568 h 407295"/>
                  <a:gd name="connsiteX3" fmla="*/ 0 w 359615"/>
                  <a:gd name="connsiteY3" fmla="*/ 295274 h 407295"/>
                  <a:gd name="connsiteX4" fmla="*/ 0 w 359615"/>
                  <a:gd name="connsiteY4" fmla="*/ 295274 h 407295"/>
                  <a:gd name="connsiteX0" fmla="*/ 357186 w 359615"/>
                  <a:gd name="connsiteY0" fmla="*/ 0 h 407295"/>
                  <a:gd name="connsiteX1" fmla="*/ 352388 w 359615"/>
                  <a:gd name="connsiteY1" fmla="*/ 91499 h 407295"/>
                  <a:gd name="connsiteX2" fmla="*/ 326231 w 359615"/>
                  <a:gd name="connsiteY2" fmla="*/ 359568 h 407295"/>
                  <a:gd name="connsiteX3" fmla="*/ 0 w 359615"/>
                  <a:gd name="connsiteY3" fmla="*/ 295274 h 407295"/>
                  <a:gd name="connsiteX4" fmla="*/ 0 w 359615"/>
                  <a:gd name="connsiteY4" fmla="*/ 295274 h 407295"/>
                  <a:gd name="connsiteX0" fmla="*/ 357186 w 361642"/>
                  <a:gd name="connsiteY0" fmla="*/ 0 h 407295"/>
                  <a:gd name="connsiteX1" fmla="*/ 326231 w 361642"/>
                  <a:gd name="connsiteY1" fmla="*/ 359568 h 407295"/>
                  <a:gd name="connsiteX2" fmla="*/ 0 w 361642"/>
                  <a:gd name="connsiteY2" fmla="*/ 295274 h 407295"/>
                  <a:gd name="connsiteX3" fmla="*/ 0 w 361642"/>
                  <a:gd name="connsiteY3" fmla="*/ 295274 h 407295"/>
                  <a:gd name="connsiteX0" fmla="*/ 357186 w 361642"/>
                  <a:gd name="connsiteY0" fmla="*/ 0 h 407295"/>
                  <a:gd name="connsiteX1" fmla="*/ 326231 w 361642"/>
                  <a:gd name="connsiteY1" fmla="*/ 359568 h 407295"/>
                  <a:gd name="connsiteX2" fmla="*/ 0 w 361642"/>
                  <a:gd name="connsiteY2" fmla="*/ 295274 h 407295"/>
                  <a:gd name="connsiteX3" fmla="*/ 0 w 361642"/>
                  <a:gd name="connsiteY3" fmla="*/ 295274 h 407295"/>
                  <a:gd name="connsiteX0" fmla="*/ 357186 w 357186"/>
                  <a:gd name="connsiteY0" fmla="*/ 0 h 407295"/>
                  <a:gd name="connsiteX1" fmla="*/ 326231 w 357186"/>
                  <a:gd name="connsiteY1" fmla="*/ 359568 h 407295"/>
                  <a:gd name="connsiteX2" fmla="*/ 0 w 357186"/>
                  <a:gd name="connsiteY2" fmla="*/ 295274 h 407295"/>
                  <a:gd name="connsiteX3" fmla="*/ 0 w 357186"/>
                  <a:gd name="connsiteY3" fmla="*/ 295274 h 407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186" h="407295">
                    <a:moveTo>
                      <a:pt x="357186" y="0"/>
                    </a:moveTo>
                    <a:cubicBezTo>
                      <a:pt x="350737" y="215404"/>
                      <a:pt x="366712" y="327025"/>
                      <a:pt x="326231" y="359568"/>
                    </a:cubicBezTo>
                    <a:cubicBezTo>
                      <a:pt x="122634" y="496491"/>
                      <a:pt x="0" y="295274"/>
                      <a:pt x="0" y="295274"/>
                    </a:cubicBezTo>
                    <a:lnTo>
                      <a:pt x="0" y="295274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Rectangle: Rounded Corners 24">
                <a:extLst>
                  <a:ext uri="{FF2B5EF4-FFF2-40B4-BE49-F238E27FC236}">
                    <a16:creationId xmlns:a16="http://schemas.microsoft.com/office/drawing/2014/main" id="{2A62510D-1E14-6C85-F434-C36767D6176D}"/>
                  </a:ext>
                </a:extLst>
              </p:cNvPr>
              <p:cNvSpPr/>
              <p:nvPr/>
            </p:nvSpPr>
            <p:spPr>
              <a:xfrm>
                <a:off x="3195148" y="3182833"/>
                <a:ext cx="554951" cy="294501"/>
              </a:xfrm>
              <a:custGeom>
                <a:avLst/>
                <a:gdLst>
                  <a:gd name="connsiteX0" fmla="*/ 0 w 561975"/>
                  <a:gd name="connsiteY0" fmla="*/ 110339 h 220678"/>
                  <a:gd name="connsiteX1" fmla="*/ 110339 w 561975"/>
                  <a:gd name="connsiteY1" fmla="*/ 0 h 220678"/>
                  <a:gd name="connsiteX2" fmla="*/ 451636 w 561975"/>
                  <a:gd name="connsiteY2" fmla="*/ 0 h 220678"/>
                  <a:gd name="connsiteX3" fmla="*/ 561975 w 561975"/>
                  <a:gd name="connsiteY3" fmla="*/ 110339 h 220678"/>
                  <a:gd name="connsiteX4" fmla="*/ 561975 w 561975"/>
                  <a:gd name="connsiteY4" fmla="*/ 110339 h 220678"/>
                  <a:gd name="connsiteX5" fmla="*/ 451636 w 561975"/>
                  <a:gd name="connsiteY5" fmla="*/ 220678 h 220678"/>
                  <a:gd name="connsiteX6" fmla="*/ 110339 w 561975"/>
                  <a:gd name="connsiteY6" fmla="*/ 220678 h 220678"/>
                  <a:gd name="connsiteX7" fmla="*/ 0 w 561975"/>
                  <a:gd name="connsiteY7" fmla="*/ 110339 h 220678"/>
                  <a:gd name="connsiteX0" fmla="*/ 6599 w 568574"/>
                  <a:gd name="connsiteY0" fmla="*/ 110339 h 220678"/>
                  <a:gd name="connsiteX1" fmla="*/ 297913 w 568574"/>
                  <a:gd name="connsiteY1" fmla="*/ 2381 h 220678"/>
                  <a:gd name="connsiteX2" fmla="*/ 458235 w 568574"/>
                  <a:gd name="connsiteY2" fmla="*/ 0 h 220678"/>
                  <a:gd name="connsiteX3" fmla="*/ 568574 w 568574"/>
                  <a:gd name="connsiteY3" fmla="*/ 110339 h 220678"/>
                  <a:gd name="connsiteX4" fmla="*/ 568574 w 568574"/>
                  <a:gd name="connsiteY4" fmla="*/ 110339 h 220678"/>
                  <a:gd name="connsiteX5" fmla="*/ 458235 w 568574"/>
                  <a:gd name="connsiteY5" fmla="*/ 220678 h 220678"/>
                  <a:gd name="connsiteX6" fmla="*/ 116938 w 568574"/>
                  <a:gd name="connsiteY6" fmla="*/ 220678 h 220678"/>
                  <a:gd name="connsiteX7" fmla="*/ 6599 w 568574"/>
                  <a:gd name="connsiteY7" fmla="*/ 110339 h 220678"/>
                  <a:gd name="connsiteX0" fmla="*/ 7798 w 553104"/>
                  <a:gd name="connsiteY0" fmla="*/ 105576 h 220678"/>
                  <a:gd name="connsiteX1" fmla="*/ 282443 w 553104"/>
                  <a:gd name="connsiteY1" fmla="*/ 2381 h 220678"/>
                  <a:gd name="connsiteX2" fmla="*/ 442765 w 553104"/>
                  <a:gd name="connsiteY2" fmla="*/ 0 h 220678"/>
                  <a:gd name="connsiteX3" fmla="*/ 553104 w 553104"/>
                  <a:gd name="connsiteY3" fmla="*/ 110339 h 220678"/>
                  <a:gd name="connsiteX4" fmla="*/ 553104 w 553104"/>
                  <a:gd name="connsiteY4" fmla="*/ 110339 h 220678"/>
                  <a:gd name="connsiteX5" fmla="*/ 442765 w 553104"/>
                  <a:gd name="connsiteY5" fmla="*/ 220678 h 220678"/>
                  <a:gd name="connsiteX6" fmla="*/ 101468 w 553104"/>
                  <a:gd name="connsiteY6" fmla="*/ 220678 h 220678"/>
                  <a:gd name="connsiteX7" fmla="*/ 7798 w 553104"/>
                  <a:gd name="connsiteY7" fmla="*/ 105576 h 220678"/>
                  <a:gd name="connsiteX0" fmla="*/ 3 w 545309"/>
                  <a:gd name="connsiteY0" fmla="*/ 105576 h 296878"/>
                  <a:gd name="connsiteX1" fmla="*/ 274648 w 545309"/>
                  <a:gd name="connsiteY1" fmla="*/ 2381 h 296878"/>
                  <a:gd name="connsiteX2" fmla="*/ 434970 w 545309"/>
                  <a:gd name="connsiteY2" fmla="*/ 0 h 296878"/>
                  <a:gd name="connsiteX3" fmla="*/ 545309 w 545309"/>
                  <a:gd name="connsiteY3" fmla="*/ 110339 h 296878"/>
                  <a:gd name="connsiteX4" fmla="*/ 545309 w 545309"/>
                  <a:gd name="connsiteY4" fmla="*/ 110339 h 296878"/>
                  <a:gd name="connsiteX5" fmla="*/ 434970 w 545309"/>
                  <a:gd name="connsiteY5" fmla="*/ 220678 h 296878"/>
                  <a:gd name="connsiteX6" fmla="*/ 279411 w 545309"/>
                  <a:gd name="connsiteY6" fmla="*/ 296878 h 296878"/>
                  <a:gd name="connsiteX7" fmla="*/ 3 w 545309"/>
                  <a:gd name="connsiteY7" fmla="*/ 105576 h 296878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10339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43677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3195 h 294500"/>
                  <a:gd name="connsiteX1" fmla="*/ 274648 w 545309"/>
                  <a:gd name="connsiteY1" fmla="*/ 0 h 294500"/>
                  <a:gd name="connsiteX2" fmla="*/ 545309 w 545309"/>
                  <a:gd name="connsiteY2" fmla="*/ 107958 h 294500"/>
                  <a:gd name="connsiteX3" fmla="*/ 545309 w 545309"/>
                  <a:gd name="connsiteY3" fmla="*/ 141296 h 294500"/>
                  <a:gd name="connsiteX4" fmla="*/ 279411 w 545309"/>
                  <a:gd name="connsiteY4" fmla="*/ 294497 h 294500"/>
                  <a:gd name="connsiteX5" fmla="*/ 3 w 545309"/>
                  <a:gd name="connsiteY5" fmla="*/ 103195 h 294500"/>
                  <a:gd name="connsiteX0" fmla="*/ 2 w 554833"/>
                  <a:gd name="connsiteY0" fmla="*/ 136533 h 294500"/>
                  <a:gd name="connsiteX1" fmla="*/ 284172 w 554833"/>
                  <a:gd name="connsiteY1" fmla="*/ 0 h 294500"/>
                  <a:gd name="connsiteX2" fmla="*/ 554833 w 554833"/>
                  <a:gd name="connsiteY2" fmla="*/ 107958 h 294500"/>
                  <a:gd name="connsiteX3" fmla="*/ 554833 w 554833"/>
                  <a:gd name="connsiteY3" fmla="*/ 141296 h 294500"/>
                  <a:gd name="connsiteX4" fmla="*/ 288935 w 554833"/>
                  <a:gd name="connsiteY4" fmla="*/ 294497 h 294500"/>
                  <a:gd name="connsiteX5" fmla="*/ 2 w 554833"/>
                  <a:gd name="connsiteY5" fmla="*/ 136533 h 294500"/>
                  <a:gd name="connsiteX0" fmla="*/ 2 w 554835"/>
                  <a:gd name="connsiteY0" fmla="*/ 136533 h 294501"/>
                  <a:gd name="connsiteX1" fmla="*/ 284172 w 554835"/>
                  <a:gd name="connsiteY1" fmla="*/ 0 h 294501"/>
                  <a:gd name="connsiteX2" fmla="*/ 554833 w 554835"/>
                  <a:gd name="connsiteY2" fmla="*/ 141296 h 294501"/>
                  <a:gd name="connsiteX3" fmla="*/ 288935 w 554835"/>
                  <a:gd name="connsiteY3" fmla="*/ 294497 h 294501"/>
                  <a:gd name="connsiteX4" fmla="*/ 2 w 554835"/>
                  <a:gd name="connsiteY4" fmla="*/ 136533 h 294501"/>
                  <a:gd name="connsiteX0" fmla="*/ 2 w 554896"/>
                  <a:gd name="connsiteY0" fmla="*/ 136533 h 294501"/>
                  <a:gd name="connsiteX1" fmla="*/ 284172 w 554896"/>
                  <a:gd name="connsiteY1" fmla="*/ 0 h 294501"/>
                  <a:gd name="connsiteX2" fmla="*/ 554833 w 554896"/>
                  <a:gd name="connsiteY2" fmla="*/ 141296 h 294501"/>
                  <a:gd name="connsiteX3" fmla="*/ 288935 w 554896"/>
                  <a:gd name="connsiteY3" fmla="*/ 294497 h 294501"/>
                  <a:gd name="connsiteX4" fmla="*/ 2 w 554896"/>
                  <a:gd name="connsiteY4" fmla="*/ 136533 h 294501"/>
                  <a:gd name="connsiteX0" fmla="*/ 57 w 554951"/>
                  <a:gd name="connsiteY0" fmla="*/ 136533 h 294501"/>
                  <a:gd name="connsiteX1" fmla="*/ 284227 w 554951"/>
                  <a:gd name="connsiteY1" fmla="*/ 0 h 294501"/>
                  <a:gd name="connsiteX2" fmla="*/ 554888 w 554951"/>
                  <a:gd name="connsiteY2" fmla="*/ 141296 h 294501"/>
                  <a:gd name="connsiteX3" fmla="*/ 288990 w 554951"/>
                  <a:gd name="connsiteY3" fmla="*/ 294497 h 294501"/>
                  <a:gd name="connsiteX4" fmla="*/ 57 w 554951"/>
                  <a:gd name="connsiteY4" fmla="*/ 136533 h 29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951" h="294501">
                    <a:moveTo>
                      <a:pt x="57" y="136533"/>
                    </a:moveTo>
                    <a:cubicBezTo>
                      <a:pt x="4026" y="66019"/>
                      <a:pt x="223288" y="0"/>
                      <a:pt x="284227" y="0"/>
                    </a:cubicBezTo>
                    <a:cubicBezTo>
                      <a:pt x="376699" y="794"/>
                      <a:pt x="558857" y="56495"/>
                      <a:pt x="554888" y="141296"/>
                    </a:cubicBezTo>
                    <a:cubicBezTo>
                      <a:pt x="555682" y="190379"/>
                      <a:pt x="379874" y="295291"/>
                      <a:pt x="288990" y="294497"/>
                    </a:cubicBezTo>
                    <a:cubicBezTo>
                      <a:pt x="198106" y="293703"/>
                      <a:pt x="-3912" y="207047"/>
                      <a:pt x="57" y="136533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ectangle: Rounded Corners 24">
                <a:extLst>
                  <a:ext uri="{FF2B5EF4-FFF2-40B4-BE49-F238E27FC236}">
                    <a16:creationId xmlns:a16="http://schemas.microsoft.com/office/drawing/2014/main" id="{8B763BA3-FBF4-3FED-8B2B-B373C4E89A9E}"/>
                  </a:ext>
                </a:extLst>
              </p:cNvPr>
              <p:cNvSpPr/>
              <p:nvPr/>
            </p:nvSpPr>
            <p:spPr>
              <a:xfrm>
                <a:off x="3345656" y="3240989"/>
                <a:ext cx="250687" cy="67947"/>
              </a:xfrm>
              <a:custGeom>
                <a:avLst/>
                <a:gdLst>
                  <a:gd name="connsiteX0" fmla="*/ 0 w 561975"/>
                  <a:gd name="connsiteY0" fmla="*/ 110339 h 220678"/>
                  <a:gd name="connsiteX1" fmla="*/ 110339 w 561975"/>
                  <a:gd name="connsiteY1" fmla="*/ 0 h 220678"/>
                  <a:gd name="connsiteX2" fmla="*/ 451636 w 561975"/>
                  <a:gd name="connsiteY2" fmla="*/ 0 h 220678"/>
                  <a:gd name="connsiteX3" fmla="*/ 561975 w 561975"/>
                  <a:gd name="connsiteY3" fmla="*/ 110339 h 220678"/>
                  <a:gd name="connsiteX4" fmla="*/ 561975 w 561975"/>
                  <a:gd name="connsiteY4" fmla="*/ 110339 h 220678"/>
                  <a:gd name="connsiteX5" fmla="*/ 451636 w 561975"/>
                  <a:gd name="connsiteY5" fmla="*/ 220678 h 220678"/>
                  <a:gd name="connsiteX6" fmla="*/ 110339 w 561975"/>
                  <a:gd name="connsiteY6" fmla="*/ 220678 h 220678"/>
                  <a:gd name="connsiteX7" fmla="*/ 0 w 561975"/>
                  <a:gd name="connsiteY7" fmla="*/ 110339 h 220678"/>
                  <a:gd name="connsiteX0" fmla="*/ 6599 w 568574"/>
                  <a:gd name="connsiteY0" fmla="*/ 110339 h 220678"/>
                  <a:gd name="connsiteX1" fmla="*/ 297913 w 568574"/>
                  <a:gd name="connsiteY1" fmla="*/ 2381 h 220678"/>
                  <a:gd name="connsiteX2" fmla="*/ 458235 w 568574"/>
                  <a:gd name="connsiteY2" fmla="*/ 0 h 220678"/>
                  <a:gd name="connsiteX3" fmla="*/ 568574 w 568574"/>
                  <a:gd name="connsiteY3" fmla="*/ 110339 h 220678"/>
                  <a:gd name="connsiteX4" fmla="*/ 568574 w 568574"/>
                  <a:gd name="connsiteY4" fmla="*/ 110339 h 220678"/>
                  <a:gd name="connsiteX5" fmla="*/ 458235 w 568574"/>
                  <a:gd name="connsiteY5" fmla="*/ 220678 h 220678"/>
                  <a:gd name="connsiteX6" fmla="*/ 116938 w 568574"/>
                  <a:gd name="connsiteY6" fmla="*/ 220678 h 220678"/>
                  <a:gd name="connsiteX7" fmla="*/ 6599 w 568574"/>
                  <a:gd name="connsiteY7" fmla="*/ 110339 h 220678"/>
                  <a:gd name="connsiteX0" fmla="*/ 7798 w 553104"/>
                  <a:gd name="connsiteY0" fmla="*/ 105576 h 220678"/>
                  <a:gd name="connsiteX1" fmla="*/ 282443 w 553104"/>
                  <a:gd name="connsiteY1" fmla="*/ 2381 h 220678"/>
                  <a:gd name="connsiteX2" fmla="*/ 442765 w 553104"/>
                  <a:gd name="connsiteY2" fmla="*/ 0 h 220678"/>
                  <a:gd name="connsiteX3" fmla="*/ 553104 w 553104"/>
                  <a:gd name="connsiteY3" fmla="*/ 110339 h 220678"/>
                  <a:gd name="connsiteX4" fmla="*/ 553104 w 553104"/>
                  <a:gd name="connsiteY4" fmla="*/ 110339 h 220678"/>
                  <a:gd name="connsiteX5" fmla="*/ 442765 w 553104"/>
                  <a:gd name="connsiteY5" fmla="*/ 220678 h 220678"/>
                  <a:gd name="connsiteX6" fmla="*/ 101468 w 553104"/>
                  <a:gd name="connsiteY6" fmla="*/ 220678 h 220678"/>
                  <a:gd name="connsiteX7" fmla="*/ 7798 w 553104"/>
                  <a:gd name="connsiteY7" fmla="*/ 105576 h 220678"/>
                  <a:gd name="connsiteX0" fmla="*/ 3 w 545309"/>
                  <a:gd name="connsiteY0" fmla="*/ 105576 h 296878"/>
                  <a:gd name="connsiteX1" fmla="*/ 274648 w 545309"/>
                  <a:gd name="connsiteY1" fmla="*/ 2381 h 296878"/>
                  <a:gd name="connsiteX2" fmla="*/ 434970 w 545309"/>
                  <a:gd name="connsiteY2" fmla="*/ 0 h 296878"/>
                  <a:gd name="connsiteX3" fmla="*/ 545309 w 545309"/>
                  <a:gd name="connsiteY3" fmla="*/ 110339 h 296878"/>
                  <a:gd name="connsiteX4" fmla="*/ 545309 w 545309"/>
                  <a:gd name="connsiteY4" fmla="*/ 110339 h 296878"/>
                  <a:gd name="connsiteX5" fmla="*/ 434970 w 545309"/>
                  <a:gd name="connsiteY5" fmla="*/ 220678 h 296878"/>
                  <a:gd name="connsiteX6" fmla="*/ 279411 w 545309"/>
                  <a:gd name="connsiteY6" fmla="*/ 296878 h 296878"/>
                  <a:gd name="connsiteX7" fmla="*/ 3 w 545309"/>
                  <a:gd name="connsiteY7" fmla="*/ 105576 h 296878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10339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43677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3195 h 294500"/>
                  <a:gd name="connsiteX1" fmla="*/ 274648 w 545309"/>
                  <a:gd name="connsiteY1" fmla="*/ 0 h 294500"/>
                  <a:gd name="connsiteX2" fmla="*/ 545309 w 545309"/>
                  <a:gd name="connsiteY2" fmla="*/ 107958 h 294500"/>
                  <a:gd name="connsiteX3" fmla="*/ 545309 w 545309"/>
                  <a:gd name="connsiteY3" fmla="*/ 141296 h 294500"/>
                  <a:gd name="connsiteX4" fmla="*/ 279411 w 545309"/>
                  <a:gd name="connsiteY4" fmla="*/ 294497 h 294500"/>
                  <a:gd name="connsiteX5" fmla="*/ 3 w 545309"/>
                  <a:gd name="connsiteY5" fmla="*/ 103195 h 294500"/>
                  <a:gd name="connsiteX0" fmla="*/ 2 w 554833"/>
                  <a:gd name="connsiteY0" fmla="*/ 136533 h 294500"/>
                  <a:gd name="connsiteX1" fmla="*/ 284172 w 554833"/>
                  <a:gd name="connsiteY1" fmla="*/ 0 h 294500"/>
                  <a:gd name="connsiteX2" fmla="*/ 554833 w 554833"/>
                  <a:gd name="connsiteY2" fmla="*/ 107958 h 294500"/>
                  <a:gd name="connsiteX3" fmla="*/ 554833 w 554833"/>
                  <a:gd name="connsiteY3" fmla="*/ 141296 h 294500"/>
                  <a:gd name="connsiteX4" fmla="*/ 288935 w 554833"/>
                  <a:gd name="connsiteY4" fmla="*/ 294497 h 294500"/>
                  <a:gd name="connsiteX5" fmla="*/ 2 w 554833"/>
                  <a:gd name="connsiteY5" fmla="*/ 136533 h 294500"/>
                  <a:gd name="connsiteX0" fmla="*/ 2 w 554835"/>
                  <a:gd name="connsiteY0" fmla="*/ 136533 h 294501"/>
                  <a:gd name="connsiteX1" fmla="*/ 284172 w 554835"/>
                  <a:gd name="connsiteY1" fmla="*/ 0 h 294501"/>
                  <a:gd name="connsiteX2" fmla="*/ 554833 w 554835"/>
                  <a:gd name="connsiteY2" fmla="*/ 141296 h 294501"/>
                  <a:gd name="connsiteX3" fmla="*/ 288935 w 554835"/>
                  <a:gd name="connsiteY3" fmla="*/ 294497 h 294501"/>
                  <a:gd name="connsiteX4" fmla="*/ 2 w 554835"/>
                  <a:gd name="connsiteY4" fmla="*/ 136533 h 294501"/>
                  <a:gd name="connsiteX0" fmla="*/ 2 w 554896"/>
                  <a:gd name="connsiteY0" fmla="*/ 136533 h 294501"/>
                  <a:gd name="connsiteX1" fmla="*/ 284172 w 554896"/>
                  <a:gd name="connsiteY1" fmla="*/ 0 h 294501"/>
                  <a:gd name="connsiteX2" fmla="*/ 554833 w 554896"/>
                  <a:gd name="connsiteY2" fmla="*/ 141296 h 294501"/>
                  <a:gd name="connsiteX3" fmla="*/ 288935 w 554896"/>
                  <a:gd name="connsiteY3" fmla="*/ 294497 h 294501"/>
                  <a:gd name="connsiteX4" fmla="*/ 2 w 554896"/>
                  <a:gd name="connsiteY4" fmla="*/ 136533 h 294501"/>
                  <a:gd name="connsiteX0" fmla="*/ 57 w 554951"/>
                  <a:gd name="connsiteY0" fmla="*/ 136533 h 294501"/>
                  <a:gd name="connsiteX1" fmla="*/ 284227 w 554951"/>
                  <a:gd name="connsiteY1" fmla="*/ 0 h 294501"/>
                  <a:gd name="connsiteX2" fmla="*/ 554888 w 554951"/>
                  <a:gd name="connsiteY2" fmla="*/ 141296 h 294501"/>
                  <a:gd name="connsiteX3" fmla="*/ 288990 w 554951"/>
                  <a:gd name="connsiteY3" fmla="*/ 294497 h 294501"/>
                  <a:gd name="connsiteX4" fmla="*/ 57 w 554951"/>
                  <a:gd name="connsiteY4" fmla="*/ 136533 h 29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951" h="294501">
                    <a:moveTo>
                      <a:pt x="57" y="136533"/>
                    </a:moveTo>
                    <a:cubicBezTo>
                      <a:pt x="4026" y="66019"/>
                      <a:pt x="223288" y="0"/>
                      <a:pt x="284227" y="0"/>
                    </a:cubicBezTo>
                    <a:cubicBezTo>
                      <a:pt x="376699" y="794"/>
                      <a:pt x="558857" y="56495"/>
                      <a:pt x="554888" y="141296"/>
                    </a:cubicBezTo>
                    <a:cubicBezTo>
                      <a:pt x="555682" y="190379"/>
                      <a:pt x="379874" y="295291"/>
                      <a:pt x="288990" y="294497"/>
                    </a:cubicBezTo>
                    <a:cubicBezTo>
                      <a:pt x="198106" y="293703"/>
                      <a:pt x="-3912" y="207047"/>
                      <a:pt x="57" y="136533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A1A7857-5E56-BEB4-C5E8-BA04D4B20CA8}"/>
                </a:ext>
              </a:extLst>
            </p:cNvPr>
            <p:cNvGrpSpPr/>
            <p:nvPr/>
          </p:nvGrpSpPr>
          <p:grpSpPr>
            <a:xfrm>
              <a:off x="4586288" y="3305270"/>
              <a:ext cx="504825" cy="315916"/>
              <a:chOff x="4586288" y="3305270"/>
              <a:chExt cx="504825" cy="315916"/>
            </a:xfrm>
            <a:grpFill/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1FEFFC3-4FC0-F239-82E4-C872BC597A52}"/>
                  </a:ext>
                </a:extLst>
              </p:cNvPr>
              <p:cNvSpPr/>
              <p:nvPr/>
            </p:nvSpPr>
            <p:spPr>
              <a:xfrm>
                <a:off x="4586288" y="3305270"/>
                <a:ext cx="504825" cy="4276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825" h="42767">
                    <a:moveTo>
                      <a:pt x="0" y="42767"/>
                    </a:moveTo>
                    <a:cubicBezTo>
                      <a:pt x="168275" y="36417"/>
                      <a:pt x="265112" y="-36608"/>
                      <a:pt x="504825" y="23717"/>
                    </a:cubicBezTo>
                    <a:lnTo>
                      <a:pt x="504825" y="23717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9507689-CF4B-2E9B-7773-D838487992ED}"/>
                  </a:ext>
                </a:extLst>
              </p:cNvPr>
              <p:cNvSpPr/>
              <p:nvPr/>
            </p:nvSpPr>
            <p:spPr>
              <a:xfrm rot="1572263" flipV="1">
                <a:off x="4595421" y="3514733"/>
                <a:ext cx="419908" cy="106453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550" h="99579">
                    <a:moveTo>
                      <a:pt x="0" y="0"/>
                    </a:moveTo>
                    <a:cubicBezTo>
                      <a:pt x="180517" y="32777"/>
                      <a:pt x="375156" y="110318"/>
                      <a:pt x="541550" y="98332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C3B37A4-8E11-FE43-98D6-906F822BFD7E}"/>
                </a:ext>
              </a:extLst>
            </p:cNvPr>
            <p:cNvGrpSpPr/>
            <p:nvPr/>
          </p:nvGrpSpPr>
          <p:grpSpPr>
            <a:xfrm>
              <a:off x="3852608" y="2550061"/>
              <a:ext cx="554951" cy="752786"/>
              <a:chOff x="3852608" y="2550061"/>
              <a:chExt cx="554951" cy="752786"/>
            </a:xfrm>
            <a:grpFill/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FF3FF033-755A-B35E-31B9-43132139902B}"/>
                  </a:ext>
                </a:extLst>
              </p:cNvPr>
              <p:cNvSpPr/>
              <p:nvPr/>
            </p:nvSpPr>
            <p:spPr>
              <a:xfrm rot="1572263" flipV="1">
                <a:off x="4068690" y="2550061"/>
                <a:ext cx="122789" cy="5125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  <a:gd name="connsiteX0" fmla="*/ 1 w 452131"/>
                  <a:gd name="connsiteY0" fmla="*/ 0 h 113728"/>
                  <a:gd name="connsiteX1" fmla="*/ 452131 w 452131"/>
                  <a:gd name="connsiteY1" fmla="*/ 112657 h 113728"/>
                  <a:gd name="connsiteX0" fmla="*/ 1 w 368727"/>
                  <a:gd name="connsiteY0" fmla="*/ 0 h 84396"/>
                  <a:gd name="connsiteX1" fmla="*/ 368727 w 368727"/>
                  <a:gd name="connsiteY1" fmla="*/ 82882 h 84396"/>
                  <a:gd name="connsiteX0" fmla="*/ 1 w 368727"/>
                  <a:gd name="connsiteY0" fmla="*/ 0 h 103535"/>
                  <a:gd name="connsiteX1" fmla="*/ 368727 w 368727"/>
                  <a:gd name="connsiteY1" fmla="*/ 82882 h 103535"/>
                  <a:gd name="connsiteX0" fmla="*/ 1 w 368727"/>
                  <a:gd name="connsiteY0" fmla="*/ 0 h 111642"/>
                  <a:gd name="connsiteX1" fmla="*/ 368727 w 368727"/>
                  <a:gd name="connsiteY1" fmla="*/ 82882 h 11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8727" h="111642">
                    <a:moveTo>
                      <a:pt x="1" y="0"/>
                    </a:moveTo>
                    <a:cubicBezTo>
                      <a:pt x="110650" y="88766"/>
                      <a:pt x="180427" y="150638"/>
                      <a:pt x="368727" y="82882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4A8A81E-D0EB-B4E1-C2CF-FD845CCD1821}"/>
                  </a:ext>
                </a:extLst>
              </p:cNvPr>
              <p:cNvSpPr/>
              <p:nvPr/>
            </p:nvSpPr>
            <p:spPr>
              <a:xfrm>
                <a:off x="3852608" y="2747896"/>
                <a:ext cx="554951" cy="554951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DC6D663-6D94-3F43-12A8-18300518D368}"/>
                  </a:ext>
                </a:extLst>
              </p:cNvPr>
              <p:cNvSpPr/>
              <p:nvPr/>
            </p:nvSpPr>
            <p:spPr>
              <a:xfrm>
                <a:off x="3983626" y="2913619"/>
                <a:ext cx="139211" cy="139211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F5AED3C-B3DE-BA8D-231E-5B62EC2078A8}"/>
                  </a:ext>
                </a:extLst>
              </p:cNvPr>
              <p:cNvSpPr/>
              <p:nvPr/>
            </p:nvSpPr>
            <p:spPr>
              <a:xfrm>
                <a:off x="4175037" y="2943255"/>
                <a:ext cx="100618" cy="100618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A0DD50F-09B6-E974-E260-D22CC59ED442}"/>
                </a:ext>
              </a:extLst>
            </p:cNvPr>
            <p:cNvGrpSpPr/>
            <p:nvPr/>
          </p:nvGrpSpPr>
          <p:grpSpPr>
            <a:xfrm flipH="1">
              <a:off x="4065881" y="1560473"/>
              <a:ext cx="590993" cy="543133"/>
              <a:chOff x="2125857" y="1596979"/>
              <a:chExt cx="590993" cy="543133"/>
            </a:xfrm>
            <a:grpFill/>
          </p:grpSpPr>
          <p:sp>
            <p:nvSpPr>
              <p:cNvPr id="73" name="Oval 6">
                <a:extLst>
                  <a:ext uri="{FF2B5EF4-FFF2-40B4-BE49-F238E27FC236}">
                    <a16:creationId xmlns:a16="http://schemas.microsoft.com/office/drawing/2014/main" id="{CD414865-E9A9-70E8-A9CD-08BED0019A02}"/>
                  </a:ext>
                </a:extLst>
              </p:cNvPr>
              <p:cNvSpPr/>
              <p:nvPr/>
            </p:nvSpPr>
            <p:spPr>
              <a:xfrm rot="20198826">
                <a:off x="2125857" y="1596979"/>
                <a:ext cx="590993" cy="543133"/>
              </a:xfrm>
              <a:custGeom>
                <a:avLst/>
                <a:gdLst>
                  <a:gd name="connsiteX0" fmla="*/ 0 w 711708"/>
                  <a:gd name="connsiteY0" fmla="*/ 283919 h 567838"/>
                  <a:gd name="connsiteX1" fmla="*/ 355854 w 711708"/>
                  <a:gd name="connsiteY1" fmla="*/ 0 h 567838"/>
                  <a:gd name="connsiteX2" fmla="*/ 711708 w 711708"/>
                  <a:gd name="connsiteY2" fmla="*/ 283919 h 567838"/>
                  <a:gd name="connsiteX3" fmla="*/ 355854 w 711708"/>
                  <a:gd name="connsiteY3" fmla="*/ 567838 h 567838"/>
                  <a:gd name="connsiteX4" fmla="*/ 0 w 711708"/>
                  <a:gd name="connsiteY4" fmla="*/ 283919 h 567838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2628 w 726189"/>
                  <a:gd name="connsiteY0" fmla="*/ 283919 h 575392"/>
                  <a:gd name="connsiteX1" fmla="*/ 358482 w 726189"/>
                  <a:gd name="connsiteY1" fmla="*/ 0 h 575392"/>
                  <a:gd name="connsiteX2" fmla="*/ 714336 w 726189"/>
                  <a:gd name="connsiteY2" fmla="*/ 283919 h 575392"/>
                  <a:gd name="connsiteX3" fmla="*/ 611040 w 726189"/>
                  <a:gd name="connsiteY3" fmla="*/ 478580 h 575392"/>
                  <a:gd name="connsiteX4" fmla="*/ 358482 w 726189"/>
                  <a:gd name="connsiteY4" fmla="*/ 567838 h 575392"/>
                  <a:gd name="connsiteX5" fmla="*/ 204819 w 726189"/>
                  <a:gd name="connsiteY5" fmla="*/ 538354 h 575392"/>
                  <a:gd name="connsiteX6" fmla="*/ 2628 w 726189"/>
                  <a:gd name="connsiteY6" fmla="*/ 283919 h 575392"/>
                  <a:gd name="connsiteX0" fmla="*/ 3350 w 729519"/>
                  <a:gd name="connsiteY0" fmla="*/ 283919 h 548781"/>
                  <a:gd name="connsiteX1" fmla="*/ 359204 w 729519"/>
                  <a:gd name="connsiteY1" fmla="*/ 0 h 548781"/>
                  <a:gd name="connsiteX2" fmla="*/ 715058 w 729519"/>
                  <a:gd name="connsiteY2" fmla="*/ 283919 h 548781"/>
                  <a:gd name="connsiteX3" fmla="*/ 611762 w 729519"/>
                  <a:gd name="connsiteY3" fmla="*/ 478580 h 548781"/>
                  <a:gd name="connsiteX4" fmla="*/ 205541 w 729519"/>
                  <a:gd name="connsiteY4" fmla="*/ 538354 h 548781"/>
                  <a:gd name="connsiteX5" fmla="*/ 3350 w 729519"/>
                  <a:gd name="connsiteY5" fmla="*/ 283919 h 548781"/>
                  <a:gd name="connsiteX0" fmla="*/ 3350 w 614268"/>
                  <a:gd name="connsiteY0" fmla="*/ 287070 h 560524"/>
                  <a:gd name="connsiteX1" fmla="*/ 359204 w 614268"/>
                  <a:gd name="connsiteY1" fmla="*/ 3151 h 560524"/>
                  <a:gd name="connsiteX2" fmla="*/ 611762 w 614268"/>
                  <a:gd name="connsiteY2" fmla="*/ 481731 h 560524"/>
                  <a:gd name="connsiteX3" fmla="*/ 205541 w 614268"/>
                  <a:gd name="connsiteY3" fmla="*/ 541505 h 560524"/>
                  <a:gd name="connsiteX4" fmla="*/ 3350 w 614268"/>
                  <a:gd name="connsiteY4" fmla="*/ 287070 h 560524"/>
                  <a:gd name="connsiteX0" fmla="*/ 8313 w 416682"/>
                  <a:gd name="connsiteY0" fmla="*/ 538538 h 578514"/>
                  <a:gd name="connsiteX1" fmla="*/ 161976 w 416682"/>
                  <a:gd name="connsiteY1" fmla="*/ 184 h 578514"/>
                  <a:gd name="connsiteX2" fmla="*/ 414534 w 416682"/>
                  <a:gd name="connsiteY2" fmla="*/ 478764 h 578514"/>
                  <a:gd name="connsiteX3" fmla="*/ 8313 w 416682"/>
                  <a:gd name="connsiteY3" fmla="*/ 538538 h 578514"/>
                  <a:gd name="connsiteX0" fmla="*/ 104037 w 559169"/>
                  <a:gd name="connsiteY0" fmla="*/ 542759 h 582735"/>
                  <a:gd name="connsiteX1" fmla="*/ 257700 w 559169"/>
                  <a:gd name="connsiteY1" fmla="*/ 4405 h 582735"/>
                  <a:gd name="connsiteX2" fmla="*/ 510258 w 559169"/>
                  <a:gd name="connsiteY2" fmla="*/ 482985 h 582735"/>
                  <a:gd name="connsiteX3" fmla="*/ 104037 w 559169"/>
                  <a:gd name="connsiteY3" fmla="*/ 542759 h 582735"/>
                  <a:gd name="connsiteX0" fmla="*/ 125777 w 599246"/>
                  <a:gd name="connsiteY0" fmla="*/ 543217 h 583193"/>
                  <a:gd name="connsiteX1" fmla="*/ 279440 w 599246"/>
                  <a:gd name="connsiteY1" fmla="*/ 4863 h 583193"/>
                  <a:gd name="connsiteX2" fmla="*/ 531998 w 599246"/>
                  <a:gd name="connsiteY2" fmla="*/ 483443 h 583193"/>
                  <a:gd name="connsiteX3" fmla="*/ 125777 w 599246"/>
                  <a:gd name="connsiteY3" fmla="*/ 543217 h 583193"/>
                  <a:gd name="connsiteX0" fmla="*/ 139155 w 612624"/>
                  <a:gd name="connsiteY0" fmla="*/ 543217 h 579358"/>
                  <a:gd name="connsiteX1" fmla="*/ 292818 w 612624"/>
                  <a:gd name="connsiteY1" fmla="*/ 4863 h 579358"/>
                  <a:gd name="connsiteX2" fmla="*/ 545376 w 612624"/>
                  <a:gd name="connsiteY2" fmla="*/ 483443 h 579358"/>
                  <a:gd name="connsiteX3" fmla="*/ 139155 w 612624"/>
                  <a:gd name="connsiteY3" fmla="*/ 543217 h 579358"/>
                  <a:gd name="connsiteX0" fmla="*/ 127645 w 590993"/>
                  <a:gd name="connsiteY0" fmla="*/ 543133 h 579274"/>
                  <a:gd name="connsiteX1" fmla="*/ 281308 w 590993"/>
                  <a:gd name="connsiteY1" fmla="*/ 4779 h 579274"/>
                  <a:gd name="connsiteX2" fmla="*/ 533866 w 590993"/>
                  <a:gd name="connsiteY2" fmla="*/ 483359 h 579274"/>
                  <a:gd name="connsiteX3" fmla="*/ 127645 w 590993"/>
                  <a:gd name="connsiteY3" fmla="*/ 543133 h 579274"/>
                  <a:gd name="connsiteX0" fmla="*/ 127645 w 590993"/>
                  <a:gd name="connsiteY0" fmla="*/ 543133 h 634573"/>
                  <a:gd name="connsiteX1" fmla="*/ 281308 w 590993"/>
                  <a:gd name="connsiteY1" fmla="*/ 4779 h 634573"/>
                  <a:gd name="connsiteX2" fmla="*/ 533866 w 590993"/>
                  <a:gd name="connsiteY2" fmla="*/ 483359 h 634573"/>
                  <a:gd name="connsiteX3" fmla="*/ 219085 w 590993"/>
                  <a:gd name="connsiteY3" fmla="*/ 634573 h 634573"/>
                  <a:gd name="connsiteX0" fmla="*/ 127645 w 590993"/>
                  <a:gd name="connsiteY0" fmla="*/ 543133 h 543133"/>
                  <a:gd name="connsiteX1" fmla="*/ 281308 w 590993"/>
                  <a:gd name="connsiteY1" fmla="*/ 4779 h 543133"/>
                  <a:gd name="connsiteX2" fmla="*/ 533866 w 590993"/>
                  <a:gd name="connsiteY2" fmla="*/ 483359 h 54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0993" h="543133">
                    <a:moveTo>
                      <a:pt x="127645" y="543133"/>
                    </a:moveTo>
                    <a:cubicBezTo>
                      <a:pt x="45505" y="472017"/>
                      <a:pt x="-179549" y="60272"/>
                      <a:pt x="281308" y="4779"/>
                    </a:cubicBezTo>
                    <a:cubicBezTo>
                      <a:pt x="742165" y="-50714"/>
                      <a:pt x="559476" y="393633"/>
                      <a:pt x="533866" y="483359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Oval 7">
                <a:extLst>
                  <a:ext uri="{FF2B5EF4-FFF2-40B4-BE49-F238E27FC236}">
                    <a16:creationId xmlns:a16="http://schemas.microsoft.com/office/drawing/2014/main" id="{09AFD72E-04C5-9DC9-E0EA-B271ECDF4A75}"/>
                  </a:ext>
                </a:extLst>
              </p:cNvPr>
              <p:cNvSpPr/>
              <p:nvPr/>
            </p:nvSpPr>
            <p:spPr>
              <a:xfrm rot="20198826">
                <a:off x="2283522" y="1781457"/>
                <a:ext cx="336380" cy="324187"/>
              </a:xfrm>
              <a:custGeom>
                <a:avLst/>
                <a:gdLst>
                  <a:gd name="connsiteX0" fmla="*/ 0 w 467532"/>
                  <a:gd name="connsiteY0" fmla="*/ 283919 h 567838"/>
                  <a:gd name="connsiteX1" fmla="*/ 233766 w 467532"/>
                  <a:gd name="connsiteY1" fmla="*/ 0 h 567838"/>
                  <a:gd name="connsiteX2" fmla="*/ 467532 w 467532"/>
                  <a:gd name="connsiteY2" fmla="*/ 283919 h 567838"/>
                  <a:gd name="connsiteX3" fmla="*/ 233766 w 467532"/>
                  <a:gd name="connsiteY3" fmla="*/ 567838 h 567838"/>
                  <a:gd name="connsiteX4" fmla="*/ 0 w 467532"/>
                  <a:gd name="connsiteY4" fmla="*/ 283919 h 567838"/>
                  <a:gd name="connsiteX0" fmla="*/ 0 w 467532"/>
                  <a:gd name="connsiteY0" fmla="*/ 283919 h 319409"/>
                  <a:gd name="connsiteX1" fmla="*/ 233766 w 467532"/>
                  <a:gd name="connsiteY1" fmla="*/ 0 h 319409"/>
                  <a:gd name="connsiteX2" fmla="*/ 467532 w 467532"/>
                  <a:gd name="connsiteY2" fmla="*/ 283919 h 319409"/>
                  <a:gd name="connsiteX3" fmla="*/ 0 w 467532"/>
                  <a:gd name="connsiteY3" fmla="*/ 283919 h 319409"/>
                  <a:gd name="connsiteX0" fmla="*/ 0 w 299446"/>
                  <a:gd name="connsiteY0" fmla="*/ 333503 h 352714"/>
                  <a:gd name="connsiteX1" fmla="*/ 65680 w 299446"/>
                  <a:gd name="connsiteY1" fmla="*/ 354 h 352714"/>
                  <a:gd name="connsiteX2" fmla="*/ 299446 w 299446"/>
                  <a:gd name="connsiteY2" fmla="*/ 284273 h 352714"/>
                  <a:gd name="connsiteX3" fmla="*/ 0 w 299446"/>
                  <a:gd name="connsiteY3" fmla="*/ 333503 h 352714"/>
                  <a:gd name="connsiteX0" fmla="*/ 4686 w 196564"/>
                  <a:gd name="connsiteY0" fmla="*/ 333460 h 353461"/>
                  <a:gd name="connsiteX1" fmla="*/ 70366 w 196564"/>
                  <a:gd name="connsiteY1" fmla="*/ 311 h 353461"/>
                  <a:gd name="connsiteX2" fmla="*/ 196564 w 196564"/>
                  <a:gd name="connsiteY2" fmla="*/ 287066 h 353461"/>
                  <a:gd name="connsiteX3" fmla="*/ 4686 w 196564"/>
                  <a:gd name="connsiteY3" fmla="*/ 333460 h 353461"/>
                  <a:gd name="connsiteX0" fmla="*/ 74777 w 299977"/>
                  <a:gd name="connsiteY0" fmla="*/ 333373 h 353374"/>
                  <a:gd name="connsiteX1" fmla="*/ 140457 w 299977"/>
                  <a:gd name="connsiteY1" fmla="*/ 224 h 353374"/>
                  <a:gd name="connsiteX2" fmla="*/ 266655 w 299977"/>
                  <a:gd name="connsiteY2" fmla="*/ 286979 h 353374"/>
                  <a:gd name="connsiteX3" fmla="*/ 74777 w 299977"/>
                  <a:gd name="connsiteY3" fmla="*/ 333373 h 353374"/>
                  <a:gd name="connsiteX0" fmla="*/ 98043 w 308026"/>
                  <a:gd name="connsiteY0" fmla="*/ 321913 h 341073"/>
                  <a:gd name="connsiteX1" fmla="*/ 130235 w 308026"/>
                  <a:gd name="connsiteY1" fmla="*/ 243 h 341073"/>
                  <a:gd name="connsiteX2" fmla="*/ 289921 w 308026"/>
                  <a:gd name="connsiteY2" fmla="*/ 275519 h 341073"/>
                  <a:gd name="connsiteX3" fmla="*/ 98043 w 308026"/>
                  <a:gd name="connsiteY3" fmla="*/ 321913 h 341073"/>
                  <a:gd name="connsiteX0" fmla="*/ 73834 w 269300"/>
                  <a:gd name="connsiteY0" fmla="*/ 322194 h 341354"/>
                  <a:gd name="connsiteX1" fmla="*/ 106026 w 269300"/>
                  <a:gd name="connsiteY1" fmla="*/ 524 h 341354"/>
                  <a:gd name="connsiteX2" fmla="*/ 265712 w 269300"/>
                  <a:gd name="connsiteY2" fmla="*/ 275800 h 341354"/>
                  <a:gd name="connsiteX3" fmla="*/ 73834 w 269300"/>
                  <a:gd name="connsiteY3" fmla="*/ 322194 h 341354"/>
                  <a:gd name="connsiteX0" fmla="*/ 108014 w 303480"/>
                  <a:gd name="connsiteY0" fmla="*/ 322194 h 344918"/>
                  <a:gd name="connsiteX1" fmla="*/ 140206 w 303480"/>
                  <a:gd name="connsiteY1" fmla="*/ 524 h 344918"/>
                  <a:gd name="connsiteX2" fmla="*/ 299892 w 303480"/>
                  <a:gd name="connsiteY2" fmla="*/ 275800 h 344918"/>
                  <a:gd name="connsiteX3" fmla="*/ 108014 w 303480"/>
                  <a:gd name="connsiteY3" fmla="*/ 322194 h 344918"/>
                  <a:gd name="connsiteX0" fmla="*/ 108014 w 336380"/>
                  <a:gd name="connsiteY0" fmla="*/ 322097 h 344821"/>
                  <a:gd name="connsiteX1" fmla="*/ 140206 w 336380"/>
                  <a:gd name="connsiteY1" fmla="*/ 427 h 344821"/>
                  <a:gd name="connsiteX2" fmla="*/ 299892 w 336380"/>
                  <a:gd name="connsiteY2" fmla="*/ 275703 h 344821"/>
                  <a:gd name="connsiteX3" fmla="*/ 108014 w 336380"/>
                  <a:gd name="connsiteY3" fmla="*/ 322097 h 344821"/>
                  <a:gd name="connsiteX0" fmla="*/ 108014 w 336380"/>
                  <a:gd name="connsiteY0" fmla="*/ 322097 h 325923"/>
                  <a:gd name="connsiteX1" fmla="*/ 140206 w 336380"/>
                  <a:gd name="connsiteY1" fmla="*/ 427 h 325923"/>
                  <a:gd name="connsiteX2" fmla="*/ 299892 w 336380"/>
                  <a:gd name="connsiteY2" fmla="*/ 275703 h 325923"/>
                  <a:gd name="connsiteX3" fmla="*/ 108014 w 336380"/>
                  <a:gd name="connsiteY3" fmla="*/ 322097 h 325923"/>
                  <a:gd name="connsiteX0" fmla="*/ 108014 w 336380"/>
                  <a:gd name="connsiteY0" fmla="*/ 322097 h 324187"/>
                  <a:gd name="connsiteX1" fmla="*/ 140206 w 336380"/>
                  <a:gd name="connsiteY1" fmla="*/ 427 h 324187"/>
                  <a:gd name="connsiteX2" fmla="*/ 299892 w 336380"/>
                  <a:gd name="connsiteY2" fmla="*/ 275703 h 324187"/>
                  <a:gd name="connsiteX3" fmla="*/ 108014 w 336380"/>
                  <a:gd name="connsiteY3" fmla="*/ 322097 h 324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380" h="324187">
                    <a:moveTo>
                      <a:pt x="108014" y="322097"/>
                    </a:moveTo>
                    <a:cubicBezTo>
                      <a:pt x="-21448" y="268124"/>
                      <a:pt x="-61249" y="10204"/>
                      <a:pt x="140206" y="427"/>
                    </a:cubicBezTo>
                    <a:cubicBezTo>
                      <a:pt x="341661" y="-9350"/>
                      <a:pt x="374221" y="150992"/>
                      <a:pt x="299892" y="275703"/>
                    </a:cubicBezTo>
                    <a:cubicBezTo>
                      <a:pt x="259738" y="301757"/>
                      <a:pt x="214768" y="332546"/>
                      <a:pt x="108014" y="32209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5D02CA0-261C-4A8E-01CA-21EAC52FB58C}"/>
                </a:ext>
              </a:extLst>
            </p:cNvPr>
            <p:cNvGrpSpPr/>
            <p:nvPr/>
          </p:nvGrpSpPr>
          <p:grpSpPr>
            <a:xfrm flipH="1">
              <a:off x="2469981" y="2601233"/>
              <a:ext cx="554951" cy="752786"/>
              <a:chOff x="3852608" y="2550061"/>
              <a:chExt cx="554951" cy="752786"/>
            </a:xfrm>
            <a:grpFill/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E0E03C5-9151-DFB9-0902-98CA006F629C}"/>
                  </a:ext>
                </a:extLst>
              </p:cNvPr>
              <p:cNvSpPr/>
              <p:nvPr/>
            </p:nvSpPr>
            <p:spPr>
              <a:xfrm rot="1572263" flipV="1">
                <a:off x="4068690" y="2550061"/>
                <a:ext cx="122789" cy="5125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  <a:gd name="connsiteX0" fmla="*/ 1 w 452131"/>
                  <a:gd name="connsiteY0" fmla="*/ 0 h 113728"/>
                  <a:gd name="connsiteX1" fmla="*/ 452131 w 452131"/>
                  <a:gd name="connsiteY1" fmla="*/ 112657 h 113728"/>
                  <a:gd name="connsiteX0" fmla="*/ 1 w 368727"/>
                  <a:gd name="connsiteY0" fmla="*/ 0 h 84396"/>
                  <a:gd name="connsiteX1" fmla="*/ 368727 w 368727"/>
                  <a:gd name="connsiteY1" fmla="*/ 82882 h 84396"/>
                  <a:gd name="connsiteX0" fmla="*/ 1 w 368727"/>
                  <a:gd name="connsiteY0" fmla="*/ 0 h 103535"/>
                  <a:gd name="connsiteX1" fmla="*/ 368727 w 368727"/>
                  <a:gd name="connsiteY1" fmla="*/ 82882 h 103535"/>
                  <a:gd name="connsiteX0" fmla="*/ 1 w 368727"/>
                  <a:gd name="connsiteY0" fmla="*/ 0 h 111642"/>
                  <a:gd name="connsiteX1" fmla="*/ 368727 w 368727"/>
                  <a:gd name="connsiteY1" fmla="*/ 82882 h 11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8727" h="111642">
                    <a:moveTo>
                      <a:pt x="1" y="0"/>
                    </a:moveTo>
                    <a:cubicBezTo>
                      <a:pt x="110650" y="88766"/>
                      <a:pt x="180427" y="150638"/>
                      <a:pt x="368727" y="82882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40F8F724-5DFC-7CB5-90BD-0768DB930518}"/>
                  </a:ext>
                </a:extLst>
              </p:cNvPr>
              <p:cNvSpPr/>
              <p:nvPr/>
            </p:nvSpPr>
            <p:spPr>
              <a:xfrm>
                <a:off x="3852608" y="2747896"/>
                <a:ext cx="554951" cy="554951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E8490F7-490D-488E-D416-6F6A0BAD73DD}"/>
                  </a:ext>
                </a:extLst>
              </p:cNvPr>
              <p:cNvSpPr/>
              <p:nvPr/>
            </p:nvSpPr>
            <p:spPr>
              <a:xfrm>
                <a:off x="3983626" y="2913619"/>
                <a:ext cx="139211" cy="139211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614538F-A0B4-36B2-B96C-C50C4D176B62}"/>
                  </a:ext>
                </a:extLst>
              </p:cNvPr>
              <p:cNvSpPr/>
              <p:nvPr/>
            </p:nvSpPr>
            <p:spPr>
              <a:xfrm>
                <a:off x="4175037" y="2943255"/>
                <a:ext cx="100618" cy="100618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89EB520-E03F-B1AC-8AC5-6F84DC7A27D1}"/>
                </a:ext>
              </a:extLst>
            </p:cNvPr>
            <p:cNvGrpSpPr/>
            <p:nvPr/>
          </p:nvGrpSpPr>
          <p:grpSpPr>
            <a:xfrm flipH="1">
              <a:off x="1728222" y="3373203"/>
              <a:ext cx="504825" cy="315916"/>
              <a:chOff x="4586288" y="3305270"/>
              <a:chExt cx="504825" cy="315916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040E0EB5-3EB6-EF47-79B8-EB79C15626DF}"/>
                  </a:ext>
                </a:extLst>
              </p:cNvPr>
              <p:cNvSpPr/>
              <p:nvPr/>
            </p:nvSpPr>
            <p:spPr>
              <a:xfrm>
                <a:off x="4586288" y="3305270"/>
                <a:ext cx="504825" cy="4276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825" h="42767">
                    <a:moveTo>
                      <a:pt x="0" y="42767"/>
                    </a:moveTo>
                    <a:cubicBezTo>
                      <a:pt x="168275" y="36417"/>
                      <a:pt x="265112" y="-36608"/>
                      <a:pt x="504825" y="23717"/>
                    </a:cubicBezTo>
                    <a:lnTo>
                      <a:pt x="504825" y="23717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D54188C-8D8E-1182-3964-F6A2D667755D}"/>
                  </a:ext>
                </a:extLst>
              </p:cNvPr>
              <p:cNvSpPr/>
              <p:nvPr/>
            </p:nvSpPr>
            <p:spPr>
              <a:xfrm rot="1572263" flipV="1">
                <a:off x="4595421" y="3514733"/>
                <a:ext cx="419908" cy="106453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550" h="99579">
                    <a:moveTo>
                      <a:pt x="0" y="0"/>
                    </a:moveTo>
                    <a:cubicBezTo>
                      <a:pt x="180517" y="32777"/>
                      <a:pt x="375156" y="110318"/>
                      <a:pt x="541550" y="98332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8AC3195-A12B-0291-1408-C3B585A4852E}"/>
              </a:ext>
            </a:extLst>
          </p:cNvPr>
          <p:cNvGrpSpPr/>
          <p:nvPr/>
        </p:nvGrpSpPr>
        <p:grpSpPr>
          <a:xfrm>
            <a:off x="7679566" y="745350"/>
            <a:ext cx="4814124" cy="5224231"/>
            <a:chOff x="6316520" y="1085458"/>
            <a:chExt cx="4814124" cy="5224231"/>
          </a:xfrm>
        </p:grpSpPr>
        <p:sp>
          <p:nvSpPr>
            <p:cNvPr id="95" name="Rectangle 22">
              <a:extLst>
                <a:ext uri="{FF2B5EF4-FFF2-40B4-BE49-F238E27FC236}">
                  <a16:creationId xmlns:a16="http://schemas.microsoft.com/office/drawing/2014/main" id="{F9B7B817-D643-D123-DEED-54C03682F384}"/>
                </a:ext>
              </a:extLst>
            </p:cNvPr>
            <p:cNvSpPr/>
            <p:nvPr/>
          </p:nvSpPr>
          <p:spPr>
            <a:xfrm>
              <a:off x="9526442" y="4464180"/>
              <a:ext cx="1007332" cy="1661330"/>
            </a:xfrm>
            <a:custGeom>
              <a:avLst/>
              <a:gdLst>
                <a:gd name="connsiteX0" fmla="*/ 0 w 378682"/>
                <a:gd name="connsiteY0" fmla="*/ 0 h 315047"/>
                <a:gd name="connsiteX1" fmla="*/ 378682 w 378682"/>
                <a:gd name="connsiteY1" fmla="*/ 0 h 315047"/>
                <a:gd name="connsiteX2" fmla="*/ 378682 w 378682"/>
                <a:gd name="connsiteY2" fmla="*/ 315047 h 315047"/>
                <a:gd name="connsiteX3" fmla="*/ 0 w 378682"/>
                <a:gd name="connsiteY3" fmla="*/ 315047 h 315047"/>
                <a:gd name="connsiteX4" fmla="*/ 0 w 378682"/>
                <a:gd name="connsiteY4" fmla="*/ 0 h 315047"/>
                <a:gd name="connsiteX0" fmla="*/ 0 w 1070832"/>
                <a:gd name="connsiteY0" fmla="*/ 1282700 h 1597747"/>
                <a:gd name="connsiteX1" fmla="*/ 1070832 w 1070832"/>
                <a:gd name="connsiteY1" fmla="*/ 0 h 1597747"/>
                <a:gd name="connsiteX2" fmla="*/ 378682 w 1070832"/>
                <a:gd name="connsiteY2" fmla="*/ 1597747 h 1597747"/>
                <a:gd name="connsiteX3" fmla="*/ 0 w 1070832"/>
                <a:gd name="connsiteY3" fmla="*/ 1597747 h 1597747"/>
                <a:gd name="connsiteX4" fmla="*/ 0 w 1070832"/>
                <a:gd name="connsiteY4" fmla="*/ 1282700 h 1597747"/>
                <a:gd name="connsiteX0" fmla="*/ 0 w 1070832"/>
                <a:gd name="connsiteY0" fmla="*/ 1282700 h 1597747"/>
                <a:gd name="connsiteX1" fmla="*/ 1070832 w 1070832"/>
                <a:gd name="connsiteY1" fmla="*/ 0 h 1597747"/>
                <a:gd name="connsiteX2" fmla="*/ 0 w 1070832"/>
                <a:gd name="connsiteY2" fmla="*/ 1597747 h 1597747"/>
                <a:gd name="connsiteX3" fmla="*/ 0 w 1070832"/>
                <a:gd name="connsiteY3" fmla="*/ 1282700 h 1597747"/>
                <a:gd name="connsiteX0" fmla="*/ 0 w 1070832"/>
                <a:gd name="connsiteY0" fmla="*/ 1282700 h 1623147"/>
                <a:gd name="connsiteX1" fmla="*/ 1070832 w 1070832"/>
                <a:gd name="connsiteY1" fmla="*/ 0 h 1623147"/>
                <a:gd name="connsiteX2" fmla="*/ 146050 w 1070832"/>
                <a:gd name="connsiteY2" fmla="*/ 1623147 h 1623147"/>
                <a:gd name="connsiteX3" fmla="*/ 0 w 1070832"/>
                <a:gd name="connsiteY3" fmla="*/ 1282700 h 1623147"/>
                <a:gd name="connsiteX0" fmla="*/ 0 w 931132"/>
                <a:gd name="connsiteY0" fmla="*/ 1409700 h 1623147"/>
                <a:gd name="connsiteX1" fmla="*/ 931132 w 931132"/>
                <a:gd name="connsiteY1" fmla="*/ 0 h 1623147"/>
                <a:gd name="connsiteX2" fmla="*/ 6350 w 931132"/>
                <a:gd name="connsiteY2" fmla="*/ 1623147 h 1623147"/>
                <a:gd name="connsiteX3" fmla="*/ 0 w 931132"/>
                <a:gd name="connsiteY3" fmla="*/ 1409700 h 1623147"/>
                <a:gd name="connsiteX0" fmla="*/ 0 w 931132"/>
                <a:gd name="connsiteY0" fmla="*/ 1409700 h 1623147"/>
                <a:gd name="connsiteX1" fmla="*/ 931132 w 931132"/>
                <a:gd name="connsiteY1" fmla="*/ 0 h 1623147"/>
                <a:gd name="connsiteX2" fmla="*/ 6350 w 931132"/>
                <a:gd name="connsiteY2" fmla="*/ 1623147 h 1623147"/>
                <a:gd name="connsiteX3" fmla="*/ 0 w 931132"/>
                <a:gd name="connsiteY3" fmla="*/ 1409700 h 16231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975582"/>
                <a:gd name="connsiteY0" fmla="*/ 1447800 h 1661247"/>
                <a:gd name="connsiteX1" fmla="*/ 975582 w 975582"/>
                <a:gd name="connsiteY1" fmla="*/ 0 h 1661247"/>
                <a:gd name="connsiteX2" fmla="*/ 6350 w 975582"/>
                <a:gd name="connsiteY2" fmla="*/ 1661247 h 1661247"/>
                <a:gd name="connsiteX3" fmla="*/ 0 w 975582"/>
                <a:gd name="connsiteY3" fmla="*/ 1447800 h 1661247"/>
                <a:gd name="connsiteX0" fmla="*/ 0 w 1007332"/>
                <a:gd name="connsiteY0" fmla="*/ 1447800 h 1661247"/>
                <a:gd name="connsiteX1" fmla="*/ 1007332 w 1007332"/>
                <a:gd name="connsiteY1" fmla="*/ 0 h 1661247"/>
                <a:gd name="connsiteX2" fmla="*/ 6350 w 1007332"/>
                <a:gd name="connsiteY2" fmla="*/ 1661247 h 1661247"/>
                <a:gd name="connsiteX3" fmla="*/ 0 w 1007332"/>
                <a:gd name="connsiteY3" fmla="*/ 1447800 h 1661247"/>
                <a:gd name="connsiteX0" fmla="*/ 0 w 1007332"/>
                <a:gd name="connsiteY0" fmla="*/ 1447882 h 1661329"/>
                <a:gd name="connsiteX1" fmla="*/ 1007332 w 1007332"/>
                <a:gd name="connsiteY1" fmla="*/ 82 h 1661329"/>
                <a:gd name="connsiteX2" fmla="*/ 6350 w 1007332"/>
                <a:gd name="connsiteY2" fmla="*/ 1661329 h 1661329"/>
                <a:gd name="connsiteX3" fmla="*/ 0 w 1007332"/>
                <a:gd name="connsiteY3" fmla="*/ 1447882 h 1661329"/>
                <a:gd name="connsiteX0" fmla="*/ 0 w 1007332"/>
                <a:gd name="connsiteY0" fmla="*/ 1447883 h 1661330"/>
                <a:gd name="connsiteX1" fmla="*/ 1007332 w 1007332"/>
                <a:gd name="connsiteY1" fmla="*/ 83 h 1661330"/>
                <a:gd name="connsiteX2" fmla="*/ 6350 w 1007332"/>
                <a:gd name="connsiteY2" fmla="*/ 1661330 h 1661330"/>
                <a:gd name="connsiteX3" fmla="*/ 0 w 1007332"/>
                <a:gd name="connsiteY3" fmla="*/ 1447883 h 1661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332" h="1661330">
                  <a:moveTo>
                    <a:pt x="0" y="1447883"/>
                  </a:moveTo>
                  <a:cubicBezTo>
                    <a:pt x="915744" y="1435183"/>
                    <a:pt x="612288" y="-12617"/>
                    <a:pt x="1007332" y="83"/>
                  </a:cubicBezTo>
                  <a:cubicBezTo>
                    <a:pt x="699071" y="541132"/>
                    <a:pt x="1108361" y="1456831"/>
                    <a:pt x="6350" y="1661330"/>
                  </a:cubicBezTo>
                  <a:lnTo>
                    <a:pt x="0" y="1447883"/>
                  </a:lnTo>
                  <a:close/>
                </a:path>
              </a:pathLst>
            </a:custGeom>
            <a:solidFill>
              <a:srgbClr val="FFAA1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29359297-D3D9-1CB3-AF5A-262AC1700350}"/>
                </a:ext>
              </a:extLst>
            </p:cNvPr>
            <p:cNvGrpSpPr/>
            <p:nvPr/>
          </p:nvGrpSpPr>
          <p:grpSpPr>
            <a:xfrm>
              <a:off x="7227684" y="4484100"/>
              <a:ext cx="2616171" cy="1825589"/>
              <a:chOff x="2207328" y="4671060"/>
              <a:chExt cx="2616171" cy="1825589"/>
            </a:xfrm>
          </p:grpSpPr>
          <p:sp>
            <p:nvSpPr>
              <p:cNvPr id="133" name="Rectangle 9">
                <a:extLst>
                  <a:ext uri="{FF2B5EF4-FFF2-40B4-BE49-F238E27FC236}">
                    <a16:creationId xmlns:a16="http://schemas.microsoft.com/office/drawing/2014/main" id="{783A0D8D-38D8-B4BD-4FF5-CC4119741C4B}"/>
                  </a:ext>
                </a:extLst>
              </p:cNvPr>
              <p:cNvSpPr/>
              <p:nvPr/>
            </p:nvSpPr>
            <p:spPr>
              <a:xfrm>
                <a:off x="2212725" y="4671060"/>
                <a:ext cx="2610774" cy="1781679"/>
              </a:xfrm>
              <a:custGeom>
                <a:avLst/>
                <a:gdLst>
                  <a:gd name="connsiteX0" fmla="*/ 0 w 1036320"/>
                  <a:gd name="connsiteY0" fmla="*/ 0 h 1562100"/>
                  <a:gd name="connsiteX1" fmla="*/ 1036320 w 1036320"/>
                  <a:gd name="connsiteY1" fmla="*/ 0 h 1562100"/>
                  <a:gd name="connsiteX2" fmla="*/ 1036320 w 1036320"/>
                  <a:gd name="connsiteY2" fmla="*/ 1562100 h 1562100"/>
                  <a:gd name="connsiteX3" fmla="*/ 0 w 1036320"/>
                  <a:gd name="connsiteY3" fmla="*/ 1562100 h 1562100"/>
                  <a:gd name="connsiteX4" fmla="*/ 0 w 1036320"/>
                  <a:gd name="connsiteY4" fmla="*/ 0 h 1562100"/>
                  <a:gd name="connsiteX0" fmla="*/ 0 w 1394460"/>
                  <a:gd name="connsiteY0" fmla="*/ 0 h 1714500"/>
                  <a:gd name="connsiteX1" fmla="*/ 1036320 w 1394460"/>
                  <a:gd name="connsiteY1" fmla="*/ 0 h 1714500"/>
                  <a:gd name="connsiteX2" fmla="*/ 1394460 w 1394460"/>
                  <a:gd name="connsiteY2" fmla="*/ 1714500 h 1714500"/>
                  <a:gd name="connsiteX3" fmla="*/ 0 w 1394460"/>
                  <a:gd name="connsiteY3" fmla="*/ 1562100 h 1714500"/>
                  <a:gd name="connsiteX4" fmla="*/ 0 w 1394460"/>
                  <a:gd name="connsiteY4" fmla="*/ 0 h 1714500"/>
                  <a:gd name="connsiteX0" fmla="*/ 266700 w 1661160"/>
                  <a:gd name="connsiteY0" fmla="*/ 0 h 1760220"/>
                  <a:gd name="connsiteX1" fmla="*/ 1303020 w 1661160"/>
                  <a:gd name="connsiteY1" fmla="*/ 0 h 1760220"/>
                  <a:gd name="connsiteX2" fmla="*/ 1661160 w 1661160"/>
                  <a:gd name="connsiteY2" fmla="*/ 1714500 h 1760220"/>
                  <a:gd name="connsiteX3" fmla="*/ 0 w 1661160"/>
                  <a:gd name="connsiteY3" fmla="*/ 1760220 h 1760220"/>
                  <a:gd name="connsiteX4" fmla="*/ 266700 w 1661160"/>
                  <a:gd name="connsiteY4" fmla="*/ 0 h 1760220"/>
                  <a:gd name="connsiteX0" fmla="*/ 266700 w 1661160"/>
                  <a:gd name="connsiteY0" fmla="*/ 0 h 1774647"/>
                  <a:gd name="connsiteX1" fmla="*/ 1303020 w 1661160"/>
                  <a:gd name="connsiteY1" fmla="*/ 0 h 1774647"/>
                  <a:gd name="connsiteX2" fmla="*/ 1661160 w 1661160"/>
                  <a:gd name="connsiteY2" fmla="*/ 1714500 h 1774647"/>
                  <a:gd name="connsiteX3" fmla="*/ 0 w 1661160"/>
                  <a:gd name="connsiteY3" fmla="*/ 1760220 h 1774647"/>
                  <a:gd name="connsiteX4" fmla="*/ 266700 w 1661160"/>
                  <a:gd name="connsiteY4" fmla="*/ 0 h 1774647"/>
                  <a:gd name="connsiteX0" fmla="*/ 266700 w 1661160"/>
                  <a:gd name="connsiteY0" fmla="*/ 0 h 1774647"/>
                  <a:gd name="connsiteX1" fmla="*/ 1303020 w 1661160"/>
                  <a:gd name="connsiteY1" fmla="*/ 0 h 1774647"/>
                  <a:gd name="connsiteX2" fmla="*/ 1661160 w 1661160"/>
                  <a:gd name="connsiteY2" fmla="*/ 1714500 h 1774647"/>
                  <a:gd name="connsiteX3" fmla="*/ 0 w 1661160"/>
                  <a:gd name="connsiteY3" fmla="*/ 1760220 h 1774647"/>
                  <a:gd name="connsiteX4" fmla="*/ 266700 w 1661160"/>
                  <a:gd name="connsiteY4" fmla="*/ 0 h 1774647"/>
                  <a:gd name="connsiteX0" fmla="*/ 266700 w 1661160"/>
                  <a:gd name="connsiteY0" fmla="*/ 0 h 1780017"/>
                  <a:gd name="connsiteX1" fmla="*/ 1303020 w 1661160"/>
                  <a:gd name="connsiteY1" fmla="*/ 0 h 1780017"/>
                  <a:gd name="connsiteX2" fmla="*/ 1661160 w 1661160"/>
                  <a:gd name="connsiteY2" fmla="*/ 1744980 h 1780017"/>
                  <a:gd name="connsiteX3" fmla="*/ 0 w 1661160"/>
                  <a:gd name="connsiteY3" fmla="*/ 1760220 h 1780017"/>
                  <a:gd name="connsiteX4" fmla="*/ 266700 w 1661160"/>
                  <a:gd name="connsiteY4" fmla="*/ 0 h 1780017"/>
                  <a:gd name="connsiteX0" fmla="*/ 266700 w 1661160"/>
                  <a:gd name="connsiteY0" fmla="*/ 0 h 1781679"/>
                  <a:gd name="connsiteX1" fmla="*/ 1303020 w 1661160"/>
                  <a:gd name="connsiteY1" fmla="*/ 0 h 1781679"/>
                  <a:gd name="connsiteX2" fmla="*/ 1661160 w 1661160"/>
                  <a:gd name="connsiteY2" fmla="*/ 1744980 h 1781679"/>
                  <a:gd name="connsiteX3" fmla="*/ 0 w 1661160"/>
                  <a:gd name="connsiteY3" fmla="*/ 1760220 h 1781679"/>
                  <a:gd name="connsiteX4" fmla="*/ 266700 w 1661160"/>
                  <a:gd name="connsiteY4" fmla="*/ 0 h 1781679"/>
                  <a:gd name="connsiteX0" fmla="*/ 266700 w 1661160"/>
                  <a:gd name="connsiteY0" fmla="*/ 0 h 1781679"/>
                  <a:gd name="connsiteX1" fmla="*/ 1303020 w 1661160"/>
                  <a:gd name="connsiteY1" fmla="*/ 0 h 1781679"/>
                  <a:gd name="connsiteX2" fmla="*/ 1661160 w 1661160"/>
                  <a:gd name="connsiteY2" fmla="*/ 1744980 h 1781679"/>
                  <a:gd name="connsiteX3" fmla="*/ 0 w 1661160"/>
                  <a:gd name="connsiteY3" fmla="*/ 1760220 h 1781679"/>
                  <a:gd name="connsiteX4" fmla="*/ 60960 w 1661160"/>
                  <a:gd name="connsiteY4" fmla="*/ 845820 h 1781679"/>
                  <a:gd name="connsiteX5" fmla="*/ 266700 w 1661160"/>
                  <a:gd name="connsiteY5" fmla="*/ 0 h 1781679"/>
                  <a:gd name="connsiteX0" fmla="*/ 481961 w 1876421"/>
                  <a:gd name="connsiteY0" fmla="*/ 0 h 1781679"/>
                  <a:gd name="connsiteX1" fmla="*/ 1518281 w 1876421"/>
                  <a:gd name="connsiteY1" fmla="*/ 0 h 1781679"/>
                  <a:gd name="connsiteX2" fmla="*/ 1876421 w 1876421"/>
                  <a:gd name="connsiteY2" fmla="*/ 1744980 h 1781679"/>
                  <a:gd name="connsiteX3" fmla="*/ 215261 w 1876421"/>
                  <a:gd name="connsiteY3" fmla="*/ 1760220 h 1781679"/>
                  <a:gd name="connsiteX4" fmla="*/ 276221 w 1876421"/>
                  <a:gd name="connsiteY4" fmla="*/ 845820 h 1781679"/>
                  <a:gd name="connsiteX5" fmla="*/ 481961 w 1876421"/>
                  <a:gd name="connsiteY5" fmla="*/ 0 h 1781679"/>
                  <a:gd name="connsiteX0" fmla="*/ 712765 w 2107225"/>
                  <a:gd name="connsiteY0" fmla="*/ 0 h 1781679"/>
                  <a:gd name="connsiteX1" fmla="*/ 1749085 w 2107225"/>
                  <a:gd name="connsiteY1" fmla="*/ 0 h 1781679"/>
                  <a:gd name="connsiteX2" fmla="*/ 2107225 w 2107225"/>
                  <a:gd name="connsiteY2" fmla="*/ 1744980 h 1781679"/>
                  <a:gd name="connsiteX3" fmla="*/ 446065 w 2107225"/>
                  <a:gd name="connsiteY3" fmla="*/ 1760220 h 1781679"/>
                  <a:gd name="connsiteX4" fmla="*/ 507025 w 2107225"/>
                  <a:gd name="connsiteY4" fmla="*/ 845820 h 1781679"/>
                  <a:gd name="connsiteX5" fmla="*/ 712765 w 2107225"/>
                  <a:gd name="connsiteY5" fmla="*/ 0 h 1781679"/>
                  <a:gd name="connsiteX0" fmla="*/ 756459 w 2150919"/>
                  <a:gd name="connsiteY0" fmla="*/ 0 h 1781679"/>
                  <a:gd name="connsiteX1" fmla="*/ 1792779 w 2150919"/>
                  <a:gd name="connsiteY1" fmla="*/ 0 h 1781679"/>
                  <a:gd name="connsiteX2" fmla="*/ 2150919 w 2150919"/>
                  <a:gd name="connsiteY2" fmla="*/ 1744980 h 1781679"/>
                  <a:gd name="connsiteX3" fmla="*/ 489759 w 2150919"/>
                  <a:gd name="connsiteY3" fmla="*/ 1760220 h 1781679"/>
                  <a:gd name="connsiteX4" fmla="*/ 550719 w 2150919"/>
                  <a:gd name="connsiteY4" fmla="*/ 845820 h 1781679"/>
                  <a:gd name="connsiteX5" fmla="*/ 756459 w 2150919"/>
                  <a:gd name="connsiteY5" fmla="*/ 0 h 1781679"/>
                  <a:gd name="connsiteX0" fmla="*/ 741890 w 2136350"/>
                  <a:gd name="connsiteY0" fmla="*/ 0 h 1781679"/>
                  <a:gd name="connsiteX1" fmla="*/ 1778210 w 2136350"/>
                  <a:gd name="connsiteY1" fmla="*/ 0 h 1781679"/>
                  <a:gd name="connsiteX2" fmla="*/ 2136350 w 2136350"/>
                  <a:gd name="connsiteY2" fmla="*/ 1744980 h 1781679"/>
                  <a:gd name="connsiteX3" fmla="*/ 475190 w 2136350"/>
                  <a:gd name="connsiteY3" fmla="*/ 1760220 h 1781679"/>
                  <a:gd name="connsiteX4" fmla="*/ 566630 w 2136350"/>
                  <a:gd name="connsiteY4" fmla="*/ 807720 h 1781679"/>
                  <a:gd name="connsiteX5" fmla="*/ 741890 w 2136350"/>
                  <a:gd name="connsiteY5" fmla="*/ 0 h 1781679"/>
                  <a:gd name="connsiteX0" fmla="*/ 761269 w 2155729"/>
                  <a:gd name="connsiteY0" fmla="*/ 0 h 1781679"/>
                  <a:gd name="connsiteX1" fmla="*/ 1797589 w 2155729"/>
                  <a:gd name="connsiteY1" fmla="*/ 0 h 1781679"/>
                  <a:gd name="connsiteX2" fmla="*/ 2155729 w 2155729"/>
                  <a:gd name="connsiteY2" fmla="*/ 1744980 h 1781679"/>
                  <a:gd name="connsiteX3" fmla="*/ 494569 w 2155729"/>
                  <a:gd name="connsiteY3" fmla="*/ 1760220 h 1781679"/>
                  <a:gd name="connsiteX4" fmla="*/ 586009 w 2155729"/>
                  <a:gd name="connsiteY4" fmla="*/ 807720 h 1781679"/>
                  <a:gd name="connsiteX5" fmla="*/ 761269 w 2155729"/>
                  <a:gd name="connsiteY5" fmla="*/ 0 h 1781679"/>
                  <a:gd name="connsiteX0" fmla="*/ 761269 w 2155729"/>
                  <a:gd name="connsiteY0" fmla="*/ 0 h 1781679"/>
                  <a:gd name="connsiteX1" fmla="*/ 1797589 w 2155729"/>
                  <a:gd name="connsiteY1" fmla="*/ 0 h 1781679"/>
                  <a:gd name="connsiteX2" fmla="*/ 2102390 w 2155729"/>
                  <a:gd name="connsiteY2" fmla="*/ 891540 h 1781679"/>
                  <a:gd name="connsiteX3" fmla="*/ 2155729 w 2155729"/>
                  <a:gd name="connsiteY3" fmla="*/ 1744980 h 1781679"/>
                  <a:gd name="connsiteX4" fmla="*/ 494569 w 2155729"/>
                  <a:gd name="connsiteY4" fmla="*/ 1760220 h 1781679"/>
                  <a:gd name="connsiteX5" fmla="*/ 586009 w 2155729"/>
                  <a:gd name="connsiteY5" fmla="*/ 807720 h 1781679"/>
                  <a:gd name="connsiteX6" fmla="*/ 761269 w 2155729"/>
                  <a:gd name="connsiteY6" fmla="*/ 0 h 1781679"/>
                  <a:gd name="connsiteX0" fmla="*/ 761269 w 2435468"/>
                  <a:gd name="connsiteY0" fmla="*/ 0 h 1781679"/>
                  <a:gd name="connsiteX1" fmla="*/ 1797589 w 2435468"/>
                  <a:gd name="connsiteY1" fmla="*/ 0 h 1781679"/>
                  <a:gd name="connsiteX2" fmla="*/ 2102390 w 2435468"/>
                  <a:gd name="connsiteY2" fmla="*/ 891540 h 1781679"/>
                  <a:gd name="connsiteX3" fmla="*/ 2155729 w 2435468"/>
                  <a:gd name="connsiteY3" fmla="*/ 1744980 h 1781679"/>
                  <a:gd name="connsiteX4" fmla="*/ 494569 w 2435468"/>
                  <a:gd name="connsiteY4" fmla="*/ 1760220 h 1781679"/>
                  <a:gd name="connsiteX5" fmla="*/ 586009 w 2435468"/>
                  <a:gd name="connsiteY5" fmla="*/ 807720 h 1781679"/>
                  <a:gd name="connsiteX6" fmla="*/ 761269 w 2435468"/>
                  <a:gd name="connsiteY6" fmla="*/ 0 h 1781679"/>
                  <a:gd name="connsiteX0" fmla="*/ 761269 w 2435468"/>
                  <a:gd name="connsiteY0" fmla="*/ 0 h 1781679"/>
                  <a:gd name="connsiteX1" fmla="*/ 1797589 w 2435468"/>
                  <a:gd name="connsiteY1" fmla="*/ 0 h 1781679"/>
                  <a:gd name="connsiteX2" fmla="*/ 2102390 w 2435468"/>
                  <a:gd name="connsiteY2" fmla="*/ 868680 h 1781679"/>
                  <a:gd name="connsiteX3" fmla="*/ 2155729 w 2435468"/>
                  <a:gd name="connsiteY3" fmla="*/ 1744980 h 1781679"/>
                  <a:gd name="connsiteX4" fmla="*/ 494569 w 2435468"/>
                  <a:gd name="connsiteY4" fmla="*/ 1760220 h 1781679"/>
                  <a:gd name="connsiteX5" fmla="*/ 586009 w 2435468"/>
                  <a:gd name="connsiteY5" fmla="*/ 807720 h 1781679"/>
                  <a:gd name="connsiteX6" fmla="*/ 761269 w 2435468"/>
                  <a:gd name="connsiteY6" fmla="*/ 0 h 1781679"/>
                  <a:gd name="connsiteX0" fmla="*/ 761269 w 2620639"/>
                  <a:gd name="connsiteY0" fmla="*/ 0 h 1781679"/>
                  <a:gd name="connsiteX1" fmla="*/ 1797589 w 2620639"/>
                  <a:gd name="connsiteY1" fmla="*/ 0 h 1781679"/>
                  <a:gd name="connsiteX2" fmla="*/ 2102390 w 2620639"/>
                  <a:gd name="connsiteY2" fmla="*/ 868680 h 1781679"/>
                  <a:gd name="connsiteX3" fmla="*/ 2155729 w 2620639"/>
                  <a:gd name="connsiteY3" fmla="*/ 1744980 h 1781679"/>
                  <a:gd name="connsiteX4" fmla="*/ 494569 w 2620639"/>
                  <a:gd name="connsiteY4" fmla="*/ 1760220 h 1781679"/>
                  <a:gd name="connsiteX5" fmla="*/ 586009 w 2620639"/>
                  <a:gd name="connsiteY5" fmla="*/ 807720 h 1781679"/>
                  <a:gd name="connsiteX6" fmla="*/ 761269 w 2620639"/>
                  <a:gd name="connsiteY6" fmla="*/ 0 h 1781679"/>
                  <a:gd name="connsiteX0" fmla="*/ 761269 w 2583714"/>
                  <a:gd name="connsiteY0" fmla="*/ 0 h 1781679"/>
                  <a:gd name="connsiteX1" fmla="*/ 1797589 w 2583714"/>
                  <a:gd name="connsiteY1" fmla="*/ 0 h 1781679"/>
                  <a:gd name="connsiteX2" fmla="*/ 2102390 w 2583714"/>
                  <a:gd name="connsiteY2" fmla="*/ 868680 h 1781679"/>
                  <a:gd name="connsiteX3" fmla="*/ 2155729 w 2583714"/>
                  <a:gd name="connsiteY3" fmla="*/ 1744980 h 1781679"/>
                  <a:gd name="connsiteX4" fmla="*/ 494569 w 2583714"/>
                  <a:gd name="connsiteY4" fmla="*/ 1760220 h 1781679"/>
                  <a:gd name="connsiteX5" fmla="*/ 586009 w 2583714"/>
                  <a:gd name="connsiteY5" fmla="*/ 807720 h 1781679"/>
                  <a:gd name="connsiteX6" fmla="*/ 761269 w 2583714"/>
                  <a:gd name="connsiteY6" fmla="*/ 0 h 1781679"/>
                  <a:gd name="connsiteX0" fmla="*/ 761269 w 2616399"/>
                  <a:gd name="connsiteY0" fmla="*/ 0 h 1781679"/>
                  <a:gd name="connsiteX1" fmla="*/ 1797589 w 2616399"/>
                  <a:gd name="connsiteY1" fmla="*/ 0 h 1781679"/>
                  <a:gd name="connsiteX2" fmla="*/ 2102390 w 2616399"/>
                  <a:gd name="connsiteY2" fmla="*/ 868680 h 1781679"/>
                  <a:gd name="connsiteX3" fmla="*/ 2155729 w 2616399"/>
                  <a:gd name="connsiteY3" fmla="*/ 1744980 h 1781679"/>
                  <a:gd name="connsiteX4" fmla="*/ 494569 w 2616399"/>
                  <a:gd name="connsiteY4" fmla="*/ 1760220 h 1781679"/>
                  <a:gd name="connsiteX5" fmla="*/ 586009 w 2616399"/>
                  <a:gd name="connsiteY5" fmla="*/ 807720 h 1781679"/>
                  <a:gd name="connsiteX6" fmla="*/ 761269 w 2616399"/>
                  <a:gd name="connsiteY6" fmla="*/ 0 h 1781679"/>
                  <a:gd name="connsiteX0" fmla="*/ 761269 w 2628487"/>
                  <a:gd name="connsiteY0" fmla="*/ 0 h 1781679"/>
                  <a:gd name="connsiteX1" fmla="*/ 1797589 w 2628487"/>
                  <a:gd name="connsiteY1" fmla="*/ 0 h 1781679"/>
                  <a:gd name="connsiteX2" fmla="*/ 2102390 w 2628487"/>
                  <a:gd name="connsiteY2" fmla="*/ 868680 h 1781679"/>
                  <a:gd name="connsiteX3" fmla="*/ 2155729 w 2628487"/>
                  <a:gd name="connsiteY3" fmla="*/ 1744980 h 1781679"/>
                  <a:gd name="connsiteX4" fmla="*/ 494569 w 2628487"/>
                  <a:gd name="connsiteY4" fmla="*/ 1760220 h 1781679"/>
                  <a:gd name="connsiteX5" fmla="*/ 586009 w 2628487"/>
                  <a:gd name="connsiteY5" fmla="*/ 807720 h 1781679"/>
                  <a:gd name="connsiteX6" fmla="*/ 761269 w 2628487"/>
                  <a:gd name="connsiteY6" fmla="*/ 0 h 1781679"/>
                  <a:gd name="connsiteX0" fmla="*/ 761269 w 2612741"/>
                  <a:gd name="connsiteY0" fmla="*/ 0 h 1781679"/>
                  <a:gd name="connsiteX1" fmla="*/ 1797589 w 2612741"/>
                  <a:gd name="connsiteY1" fmla="*/ 0 h 1781679"/>
                  <a:gd name="connsiteX2" fmla="*/ 2102390 w 2612741"/>
                  <a:gd name="connsiteY2" fmla="*/ 868680 h 1781679"/>
                  <a:gd name="connsiteX3" fmla="*/ 2155729 w 2612741"/>
                  <a:gd name="connsiteY3" fmla="*/ 1744980 h 1781679"/>
                  <a:gd name="connsiteX4" fmla="*/ 494569 w 2612741"/>
                  <a:gd name="connsiteY4" fmla="*/ 1760220 h 1781679"/>
                  <a:gd name="connsiteX5" fmla="*/ 586009 w 2612741"/>
                  <a:gd name="connsiteY5" fmla="*/ 807720 h 1781679"/>
                  <a:gd name="connsiteX6" fmla="*/ 761269 w 2612741"/>
                  <a:gd name="connsiteY6" fmla="*/ 0 h 1781679"/>
                  <a:gd name="connsiteX0" fmla="*/ 761269 w 2628206"/>
                  <a:gd name="connsiteY0" fmla="*/ 0 h 1781679"/>
                  <a:gd name="connsiteX1" fmla="*/ 1797589 w 2628206"/>
                  <a:gd name="connsiteY1" fmla="*/ 0 h 1781679"/>
                  <a:gd name="connsiteX2" fmla="*/ 2102390 w 2628206"/>
                  <a:gd name="connsiteY2" fmla="*/ 868680 h 1781679"/>
                  <a:gd name="connsiteX3" fmla="*/ 2155729 w 2628206"/>
                  <a:gd name="connsiteY3" fmla="*/ 1744980 h 1781679"/>
                  <a:gd name="connsiteX4" fmla="*/ 494569 w 2628206"/>
                  <a:gd name="connsiteY4" fmla="*/ 1760220 h 1781679"/>
                  <a:gd name="connsiteX5" fmla="*/ 586009 w 2628206"/>
                  <a:gd name="connsiteY5" fmla="*/ 807720 h 1781679"/>
                  <a:gd name="connsiteX6" fmla="*/ 761269 w 2628206"/>
                  <a:gd name="connsiteY6" fmla="*/ 0 h 1781679"/>
                  <a:gd name="connsiteX0" fmla="*/ 756725 w 2623662"/>
                  <a:gd name="connsiteY0" fmla="*/ 0 h 1781679"/>
                  <a:gd name="connsiteX1" fmla="*/ 1793045 w 2623662"/>
                  <a:gd name="connsiteY1" fmla="*/ 0 h 1781679"/>
                  <a:gd name="connsiteX2" fmla="*/ 2097846 w 2623662"/>
                  <a:gd name="connsiteY2" fmla="*/ 868680 h 1781679"/>
                  <a:gd name="connsiteX3" fmla="*/ 2151185 w 2623662"/>
                  <a:gd name="connsiteY3" fmla="*/ 1744980 h 1781679"/>
                  <a:gd name="connsiteX4" fmla="*/ 490025 w 2623662"/>
                  <a:gd name="connsiteY4" fmla="*/ 1760220 h 1781679"/>
                  <a:gd name="connsiteX5" fmla="*/ 581465 w 2623662"/>
                  <a:gd name="connsiteY5" fmla="*/ 807720 h 1781679"/>
                  <a:gd name="connsiteX6" fmla="*/ 756725 w 2623662"/>
                  <a:gd name="connsiteY6" fmla="*/ 0 h 1781679"/>
                  <a:gd name="connsiteX0" fmla="*/ 744511 w 2611448"/>
                  <a:gd name="connsiteY0" fmla="*/ 0 h 1781679"/>
                  <a:gd name="connsiteX1" fmla="*/ 1780831 w 2611448"/>
                  <a:gd name="connsiteY1" fmla="*/ 0 h 1781679"/>
                  <a:gd name="connsiteX2" fmla="*/ 2085632 w 2611448"/>
                  <a:gd name="connsiteY2" fmla="*/ 868680 h 1781679"/>
                  <a:gd name="connsiteX3" fmla="*/ 2138971 w 2611448"/>
                  <a:gd name="connsiteY3" fmla="*/ 1744980 h 1781679"/>
                  <a:gd name="connsiteX4" fmla="*/ 477811 w 2611448"/>
                  <a:gd name="connsiteY4" fmla="*/ 1760220 h 1781679"/>
                  <a:gd name="connsiteX5" fmla="*/ 569251 w 2611448"/>
                  <a:gd name="connsiteY5" fmla="*/ 807720 h 1781679"/>
                  <a:gd name="connsiteX6" fmla="*/ 744511 w 2611448"/>
                  <a:gd name="connsiteY6" fmla="*/ 0 h 1781679"/>
                  <a:gd name="connsiteX0" fmla="*/ 739326 w 2606263"/>
                  <a:gd name="connsiteY0" fmla="*/ 0 h 1781679"/>
                  <a:gd name="connsiteX1" fmla="*/ 1775646 w 2606263"/>
                  <a:gd name="connsiteY1" fmla="*/ 0 h 1781679"/>
                  <a:gd name="connsiteX2" fmla="*/ 2080447 w 2606263"/>
                  <a:gd name="connsiteY2" fmla="*/ 868680 h 1781679"/>
                  <a:gd name="connsiteX3" fmla="*/ 2133786 w 2606263"/>
                  <a:gd name="connsiteY3" fmla="*/ 1744980 h 1781679"/>
                  <a:gd name="connsiteX4" fmla="*/ 472626 w 2606263"/>
                  <a:gd name="connsiteY4" fmla="*/ 1760220 h 1781679"/>
                  <a:gd name="connsiteX5" fmla="*/ 564066 w 2606263"/>
                  <a:gd name="connsiteY5" fmla="*/ 807720 h 1781679"/>
                  <a:gd name="connsiteX6" fmla="*/ 739326 w 2606263"/>
                  <a:gd name="connsiteY6" fmla="*/ 0 h 1781679"/>
                  <a:gd name="connsiteX0" fmla="*/ 752302 w 2619239"/>
                  <a:gd name="connsiteY0" fmla="*/ 0 h 1781679"/>
                  <a:gd name="connsiteX1" fmla="*/ 1788622 w 2619239"/>
                  <a:gd name="connsiteY1" fmla="*/ 0 h 1781679"/>
                  <a:gd name="connsiteX2" fmla="*/ 2093423 w 2619239"/>
                  <a:gd name="connsiteY2" fmla="*/ 868680 h 1781679"/>
                  <a:gd name="connsiteX3" fmla="*/ 2146762 w 2619239"/>
                  <a:gd name="connsiteY3" fmla="*/ 1744980 h 1781679"/>
                  <a:gd name="connsiteX4" fmla="*/ 485602 w 2619239"/>
                  <a:gd name="connsiteY4" fmla="*/ 1760220 h 1781679"/>
                  <a:gd name="connsiteX5" fmla="*/ 577042 w 2619239"/>
                  <a:gd name="connsiteY5" fmla="*/ 807720 h 1781679"/>
                  <a:gd name="connsiteX6" fmla="*/ 752302 w 2619239"/>
                  <a:gd name="connsiteY6" fmla="*/ 0 h 1781679"/>
                  <a:gd name="connsiteX0" fmla="*/ 743837 w 2610774"/>
                  <a:gd name="connsiteY0" fmla="*/ 0 h 1781679"/>
                  <a:gd name="connsiteX1" fmla="*/ 1780157 w 2610774"/>
                  <a:gd name="connsiteY1" fmla="*/ 0 h 1781679"/>
                  <a:gd name="connsiteX2" fmla="*/ 2084958 w 2610774"/>
                  <a:gd name="connsiteY2" fmla="*/ 868680 h 1781679"/>
                  <a:gd name="connsiteX3" fmla="*/ 2138297 w 2610774"/>
                  <a:gd name="connsiteY3" fmla="*/ 1744980 h 1781679"/>
                  <a:gd name="connsiteX4" fmla="*/ 477137 w 2610774"/>
                  <a:gd name="connsiteY4" fmla="*/ 1760220 h 1781679"/>
                  <a:gd name="connsiteX5" fmla="*/ 568577 w 2610774"/>
                  <a:gd name="connsiteY5" fmla="*/ 807720 h 1781679"/>
                  <a:gd name="connsiteX6" fmla="*/ 743837 w 2610774"/>
                  <a:gd name="connsiteY6" fmla="*/ 0 h 1781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10774" h="1781679">
                    <a:moveTo>
                      <a:pt x="743837" y="0"/>
                    </a:moveTo>
                    <a:lnTo>
                      <a:pt x="1780157" y="0"/>
                    </a:lnTo>
                    <a:cubicBezTo>
                      <a:pt x="1848737" y="353060"/>
                      <a:pt x="2016378" y="515620"/>
                      <a:pt x="2084958" y="868680"/>
                    </a:cubicBezTo>
                    <a:cubicBezTo>
                      <a:pt x="2666618" y="254000"/>
                      <a:pt x="2874897" y="1430020"/>
                      <a:pt x="2138297" y="1744980"/>
                    </a:cubicBezTo>
                    <a:cubicBezTo>
                      <a:pt x="1515997" y="1767840"/>
                      <a:pt x="1526157" y="1805940"/>
                      <a:pt x="477137" y="1760220"/>
                    </a:cubicBezTo>
                    <a:cubicBezTo>
                      <a:pt x="-202154" y="1545273"/>
                      <a:pt x="-142306" y="247332"/>
                      <a:pt x="568577" y="807720"/>
                    </a:cubicBezTo>
                    <a:lnTo>
                      <a:pt x="743837" y="0"/>
                    </a:lnTo>
                    <a:close/>
                  </a:path>
                </a:pathLst>
              </a:custGeom>
              <a:solidFill>
                <a:srgbClr val="FFAA13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Rectangle 11">
                <a:extLst>
                  <a:ext uri="{FF2B5EF4-FFF2-40B4-BE49-F238E27FC236}">
                    <a16:creationId xmlns:a16="http://schemas.microsoft.com/office/drawing/2014/main" id="{72C96098-67BE-4E7E-7C3B-0C22F40B7879}"/>
                  </a:ext>
                </a:extLst>
              </p:cNvPr>
              <p:cNvSpPr/>
              <p:nvPr/>
            </p:nvSpPr>
            <p:spPr>
              <a:xfrm>
                <a:off x="2207328" y="6192605"/>
                <a:ext cx="516472" cy="304044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472" h="304044">
                    <a:moveTo>
                      <a:pt x="15330" y="104848"/>
                    </a:moveTo>
                    <a:cubicBezTo>
                      <a:pt x="151422" y="-84859"/>
                      <a:pt x="411338" y="34998"/>
                      <a:pt x="495042" y="64367"/>
                    </a:cubicBezTo>
                    <a:lnTo>
                      <a:pt x="516472" y="289158"/>
                    </a:lnTo>
                    <a:cubicBezTo>
                      <a:pt x="362919" y="290745"/>
                      <a:pt x="245084" y="318527"/>
                      <a:pt x="55812" y="293920"/>
                    </a:cubicBezTo>
                    <a:cubicBezTo>
                      <a:pt x="32794" y="288046"/>
                      <a:pt x="-28326" y="201210"/>
                      <a:pt x="15330" y="10484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Rectangle 11">
                <a:extLst>
                  <a:ext uri="{FF2B5EF4-FFF2-40B4-BE49-F238E27FC236}">
                    <a16:creationId xmlns:a16="http://schemas.microsoft.com/office/drawing/2014/main" id="{EECCD2F3-65EB-84F2-13E7-5DB3B171DC4B}"/>
                  </a:ext>
                </a:extLst>
              </p:cNvPr>
              <p:cNvSpPr/>
              <p:nvPr/>
            </p:nvSpPr>
            <p:spPr>
              <a:xfrm flipH="1">
                <a:off x="4389185" y="6243763"/>
                <a:ext cx="428626" cy="252330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472" h="304044">
                    <a:moveTo>
                      <a:pt x="15330" y="104848"/>
                    </a:moveTo>
                    <a:cubicBezTo>
                      <a:pt x="151422" y="-84859"/>
                      <a:pt x="411338" y="34998"/>
                      <a:pt x="495042" y="64367"/>
                    </a:cubicBezTo>
                    <a:lnTo>
                      <a:pt x="516472" y="289158"/>
                    </a:lnTo>
                    <a:cubicBezTo>
                      <a:pt x="362919" y="290745"/>
                      <a:pt x="245084" y="318527"/>
                      <a:pt x="55812" y="293920"/>
                    </a:cubicBezTo>
                    <a:cubicBezTo>
                      <a:pt x="32794" y="288046"/>
                      <a:pt x="-28326" y="201210"/>
                      <a:pt x="15330" y="10484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C7E7AD7-F37B-B080-F657-F74D03EA12B8}"/>
                </a:ext>
              </a:extLst>
            </p:cNvPr>
            <p:cNvGrpSpPr/>
            <p:nvPr/>
          </p:nvGrpSpPr>
          <p:grpSpPr>
            <a:xfrm>
              <a:off x="7646788" y="4307289"/>
              <a:ext cx="846192" cy="1995451"/>
              <a:chOff x="2626432" y="4494249"/>
              <a:chExt cx="846192" cy="1995451"/>
            </a:xfrm>
          </p:grpSpPr>
          <p:sp>
            <p:nvSpPr>
              <p:cNvPr id="131" name="Rectangle 8">
                <a:extLst>
                  <a:ext uri="{FF2B5EF4-FFF2-40B4-BE49-F238E27FC236}">
                    <a16:creationId xmlns:a16="http://schemas.microsoft.com/office/drawing/2014/main" id="{E38C64A5-82DE-52BC-061E-3495A222452C}"/>
                  </a:ext>
                </a:extLst>
              </p:cNvPr>
              <p:cNvSpPr/>
              <p:nvPr/>
            </p:nvSpPr>
            <p:spPr>
              <a:xfrm>
                <a:off x="2626432" y="4494249"/>
                <a:ext cx="761928" cy="1797331"/>
              </a:xfrm>
              <a:custGeom>
                <a:avLst/>
                <a:gdLst>
                  <a:gd name="connsiteX0" fmla="*/ 0 w 1524000"/>
                  <a:gd name="connsiteY0" fmla="*/ 0 h 1545871"/>
                  <a:gd name="connsiteX1" fmla="*/ 1524000 w 1524000"/>
                  <a:gd name="connsiteY1" fmla="*/ 0 h 1545871"/>
                  <a:gd name="connsiteX2" fmla="*/ 1524000 w 1524000"/>
                  <a:gd name="connsiteY2" fmla="*/ 1545871 h 1545871"/>
                  <a:gd name="connsiteX3" fmla="*/ 0 w 1524000"/>
                  <a:gd name="connsiteY3" fmla="*/ 1545871 h 1545871"/>
                  <a:gd name="connsiteX4" fmla="*/ 0 w 1524000"/>
                  <a:gd name="connsiteY4" fmla="*/ 0 h 1545871"/>
                  <a:gd name="connsiteX0" fmla="*/ 99060 w 1623060"/>
                  <a:gd name="connsiteY0" fmla="*/ 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99060 w 1623060"/>
                  <a:gd name="connsiteY4" fmla="*/ 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1653468 w 1653468"/>
                  <a:gd name="connsiteY2" fmla="*/ 1545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761928 w 1653468"/>
                  <a:gd name="connsiteY2" fmla="*/ 1926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761928"/>
                  <a:gd name="connsiteY0" fmla="*/ 45720 h 1843051"/>
                  <a:gd name="connsiteX1" fmla="*/ 617148 w 761928"/>
                  <a:gd name="connsiteY1" fmla="*/ 0 h 1843051"/>
                  <a:gd name="connsiteX2" fmla="*/ 761928 w 761928"/>
                  <a:gd name="connsiteY2" fmla="*/ 1774471 h 1843051"/>
                  <a:gd name="connsiteX3" fmla="*/ 30408 w 761928"/>
                  <a:gd name="connsiteY3" fmla="*/ 1843051 h 1843051"/>
                  <a:gd name="connsiteX4" fmla="*/ 327588 w 761928"/>
                  <a:gd name="connsiteY4" fmla="*/ 45720 h 1843051"/>
                  <a:gd name="connsiteX0" fmla="*/ 327588 w 761928"/>
                  <a:gd name="connsiteY0" fmla="*/ 0 h 1797331"/>
                  <a:gd name="connsiteX1" fmla="*/ 617148 w 761928"/>
                  <a:gd name="connsiteY1" fmla="*/ 1005840 h 1797331"/>
                  <a:gd name="connsiteX2" fmla="*/ 761928 w 761928"/>
                  <a:gd name="connsiteY2" fmla="*/ 1728751 h 1797331"/>
                  <a:gd name="connsiteX3" fmla="*/ 30408 w 761928"/>
                  <a:gd name="connsiteY3" fmla="*/ 1797331 h 1797331"/>
                  <a:gd name="connsiteX4" fmla="*/ 327588 w 761928"/>
                  <a:gd name="connsiteY4" fmla="*/ 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  <a:gd name="connsiteX4" fmla="*/ 708588 w 761928"/>
                  <a:gd name="connsiteY4" fmla="*/ 109728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28" h="1797331">
                    <a:moveTo>
                      <a:pt x="617148" y="1005840"/>
                    </a:moveTo>
                    <a:lnTo>
                      <a:pt x="761928" y="1728751"/>
                    </a:lnTo>
                    <a:lnTo>
                      <a:pt x="30408" y="1797331"/>
                    </a:lnTo>
                    <a:cubicBezTo>
                      <a:pt x="-30552" y="1457301"/>
                      <a:pt x="-30552" y="644830"/>
                      <a:pt x="327588" y="0"/>
                    </a:cubicBezTo>
                  </a:path>
                </a:pathLst>
              </a:custGeom>
              <a:solidFill>
                <a:srgbClr val="FFAA13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Rectangle 11">
                <a:extLst>
                  <a:ext uri="{FF2B5EF4-FFF2-40B4-BE49-F238E27FC236}">
                    <a16:creationId xmlns:a16="http://schemas.microsoft.com/office/drawing/2014/main" id="{156A5D15-DCDA-75CC-2B6B-F0D1ED771257}"/>
                  </a:ext>
                </a:extLst>
              </p:cNvPr>
              <p:cNvSpPr/>
              <p:nvPr/>
            </p:nvSpPr>
            <p:spPr>
              <a:xfrm>
                <a:off x="2626432" y="6174653"/>
                <a:ext cx="846192" cy="315047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  <a:gd name="connsiteX0" fmla="*/ 15330 w 516472"/>
                  <a:gd name="connsiteY0" fmla="*/ 4 h 199200"/>
                  <a:gd name="connsiteX1" fmla="*/ 516472 w 516472"/>
                  <a:gd name="connsiteY1" fmla="*/ 184314 h 199200"/>
                  <a:gd name="connsiteX2" fmla="*/ 55812 w 516472"/>
                  <a:gd name="connsiteY2" fmla="*/ 189076 h 199200"/>
                  <a:gd name="connsiteX3" fmla="*/ 15330 w 516472"/>
                  <a:gd name="connsiteY3" fmla="*/ 4 h 199200"/>
                  <a:gd name="connsiteX0" fmla="*/ 329839 w 461887"/>
                  <a:gd name="connsiteY0" fmla="*/ 1 h 318260"/>
                  <a:gd name="connsiteX1" fmla="*/ 461887 w 461887"/>
                  <a:gd name="connsiteY1" fmla="*/ 303374 h 318260"/>
                  <a:gd name="connsiteX2" fmla="*/ 1227 w 461887"/>
                  <a:gd name="connsiteY2" fmla="*/ 308136 h 318260"/>
                  <a:gd name="connsiteX3" fmla="*/ 329839 w 461887"/>
                  <a:gd name="connsiteY3" fmla="*/ 1 h 318260"/>
                  <a:gd name="connsiteX0" fmla="*/ 329839 w 752399"/>
                  <a:gd name="connsiteY0" fmla="*/ 1 h 317758"/>
                  <a:gd name="connsiteX1" fmla="*/ 752399 w 752399"/>
                  <a:gd name="connsiteY1" fmla="*/ 300993 h 317758"/>
                  <a:gd name="connsiteX2" fmla="*/ 1227 w 752399"/>
                  <a:gd name="connsiteY2" fmla="*/ 308136 h 317758"/>
                  <a:gd name="connsiteX3" fmla="*/ 329839 w 752399"/>
                  <a:gd name="connsiteY3" fmla="*/ 1 h 317758"/>
                  <a:gd name="connsiteX0" fmla="*/ 317980 w 740540"/>
                  <a:gd name="connsiteY0" fmla="*/ 1 h 317758"/>
                  <a:gd name="connsiteX1" fmla="*/ 740540 w 740540"/>
                  <a:gd name="connsiteY1" fmla="*/ 300993 h 317758"/>
                  <a:gd name="connsiteX2" fmla="*/ 1274 w 740540"/>
                  <a:gd name="connsiteY2" fmla="*/ 308136 h 317758"/>
                  <a:gd name="connsiteX3" fmla="*/ 317980 w 740540"/>
                  <a:gd name="connsiteY3" fmla="*/ 1 h 317758"/>
                  <a:gd name="connsiteX0" fmla="*/ 376280 w 798840"/>
                  <a:gd name="connsiteY0" fmla="*/ 1 h 317758"/>
                  <a:gd name="connsiteX1" fmla="*/ 798840 w 798840"/>
                  <a:gd name="connsiteY1" fmla="*/ 300993 h 317758"/>
                  <a:gd name="connsiteX2" fmla="*/ 59574 w 798840"/>
                  <a:gd name="connsiteY2" fmla="*/ 308136 h 317758"/>
                  <a:gd name="connsiteX3" fmla="*/ 376280 w 798840"/>
                  <a:gd name="connsiteY3" fmla="*/ 1 h 317758"/>
                  <a:gd name="connsiteX0" fmla="*/ 376280 w 820550"/>
                  <a:gd name="connsiteY0" fmla="*/ 1460 h 319217"/>
                  <a:gd name="connsiteX1" fmla="*/ 798840 w 820550"/>
                  <a:gd name="connsiteY1" fmla="*/ 302452 h 319217"/>
                  <a:gd name="connsiteX2" fmla="*/ 59574 w 820550"/>
                  <a:gd name="connsiteY2" fmla="*/ 309595 h 319217"/>
                  <a:gd name="connsiteX3" fmla="*/ 376280 w 820550"/>
                  <a:gd name="connsiteY3" fmla="*/ 1460 h 319217"/>
                  <a:gd name="connsiteX0" fmla="*/ 376280 w 838386"/>
                  <a:gd name="connsiteY0" fmla="*/ 1428 h 319185"/>
                  <a:gd name="connsiteX1" fmla="*/ 798840 w 838386"/>
                  <a:gd name="connsiteY1" fmla="*/ 302420 h 319185"/>
                  <a:gd name="connsiteX2" fmla="*/ 59574 w 838386"/>
                  <a:gd name="connsiteY2" fmla="*/ 309563 h 319185"/>
                  <a:gd name="connsiteX3" fmla="*/ 376280 w 838386"/>
                  <a:gd name="connsiteY3" fmla="*/ 1428 h 319185"/>
                  <a:gd name="connsiteX0" fmla="*/ 384086 w 846192"/>
                  <a:gd name="connsiteY0" fmla="*/ 1428 h 319185"/>
                  <a:gd name="connsiteX1" fmla="*/ 806646 w 846192"/>
                  <a:gd name="connsiteY1" fmla="*/ 302420 h 319185"/>
                  <a:gd name="connsiteX2" fmla="*/ 67380 w 846192"/>
                  <a:gd name="connsiteY2" fmla="*/ 309563 h 319185"/>
                  <a:gd name="connsiteX3" fmla="*/ 384086 w 846192"/>
                  <a:gd name="connsiteY3" fmla="*/ 1428 h 319185"/>
                  <a:gd name="connsiteX0" fmla="*/ 384086 w 846192"/>
                  <a:gd name="connsiteY0" fmla="*/ 1428 h 315047"/>
                  <a:gd name="connsiteX1" fmla="*/ 806646 w 846192"/>
                  <a:gd name="connsiteY1" fmla="*/ 302420 h 315047"/>
                  <a:gd name="connsiteX2" fmla="*/ 67380 w 846192"/>
                  <a:gd name="connsiteY2" fmla="*/ 309563 h 315047"/>
                  <a:gd name="connsiteX3" fmla="*/ 384086 w 846192"/>
                  <a:gd name="connsiteY3" fmla="*/ 1428 h 31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6192" h="315047">
                    <a:moveTo>
                      <a:pt x="384086" y="1428"/>
                    </a:moveTo>
                    <a:cubicBezTo>
                      <a:pt x="984738" y="-23178"/>
                      <a:pt x="840380" y="278051"/>
                      <a:pt x="806646" y="302420"/>
                    </a:cubicBezTo>
                    <a:cubicBezTo>
                      <a:pt x="653093" y="304007"/>
                      <a:pt x="268559" y="324645"/>
                      <a:pt x="67380" y="309563"/>
                    </a:cubicBezTo>
                    <a:cubicBezTo>
                      <a:pt x="25312" y="303689"/>
                      <a:pt x="-169158" y="7303"/>
                      <a:pt x="384086" y="142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68B6B02-AB73-BB14-509B-DFCAC1479505}"/>
                </a:ext>
              </a:extLst>
            </p:cNvPr>
            <p:cNvGrpSpPr/>
            <p:nvPr/>
          </p:nvGrpSpPr>
          <p:grpSpPr>
            <a:xfrm flipH="1">
              <a:off x="8616699" y="4313682"/>
              <a:ext cx="846192" cy="1995451"/>
              <a:chOff x="2626432" y="4494249"/>
              <a:chExt cx="846192" cy="1995451"/>
            </a:xfrm>
          </p:grpSpPr>
          <p:sp>
            <p:nvSpPr>
              <p:cNvPr id="129" name="Rectangle 8">
                <a:extLst>
                  <a:ext uri="{FF2B5EF4-FFF2-40B4-BE49-F238E27FC236}">
                    <a16:creationId xmlns:a16="http://schemas.microsoft.com/office/drawing/2014/main" id="{7AF77F7D-A2C1-4B68-1666-481C34239286}"/>
                  </a:ext>
                </a:extLst>
              </p:cNvPr>
              <p:cNvSpPr/>
              <p:nvPr/>
            </p:nvSpPr>
            <p:spPr>
              <a:xfrm>
                <a:off x="2626432" y="4494249"/>
                <a:ext cx="761928" cy="1797331"/>
              </a:xfrm>
              <a:custGeom>
                <a:avLst/>
                <a:gdLst>
                  <a:gd name="connsiteX0" fmla="*/ 0 w 1524000"/>
                  <a:gd name="connsiteY0" fmla="*/ 0 h 1545871"/>
                  <a:gd name="connsiteX1" fmla="*/ 1524000 w 1524000"/>
                  <a:gd name="connsiteY1" fmla="*/ 0 h 1545871"/>
                  <a:gd name="connsiteX2" fmla="*/ 1524000 w 1524000"/>
                  <a:gd name="connsiteY2" fmla="*/ 1545871 h 1545871"/>
                  <a:gd name="connsiteX3" fmla="*/ 0 w 1524000"/>
                  <a:gd name="connsiteY3" fmla="*/ 1545871 h 1545871"/>
                  <a:gd name="connsiteX4" fmla="*/ 0 w 1524000"/>
                  <a:gd name="connsiteY4" fmla="*/ 0 h 1545871"/>
                  <a:gd name="connsiteX0" fmla="*/ 99060 w 1623060"/>
                  <a:gd name="connsiteY0" fmla="*/ 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99060 w 1623060"/>
                  <a:gd name="connsiteY4" fmla="*/ 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297180 w 1623060"/>
                  <a:gd name="connsiteY0" fmla="*/ 198120 h 1995451"/>
                  <a:gd name="connsiteX1" fmla="*/ 1623060 w 1623060"/>
                  <a:gd name="connsiteY1" fmla="*/ 0 h 1995451"/>
                  <a:gd name="connsiteX2" fmla="*/ 1623060 w 1623060"/>
                  <a:gd name="connsiteY2" fmla="*/ 1545871 h 1995451"/>
                  <a:gd name="connsiteX3" fmla="*/ 0 w 1623060"/>
                  <a:gd name="connsiteY3" fmla="*/ 1995451 h 1995451"/>
                  <a:gd name="connsiteX4" fmla="*/ 297180 w 1623060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1653468 w 1653468"/>
                  <a:gd name="connsiteY2" fmla="*/ 1545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1653468"/>
                  <a:gd name="connsiteY0" fmla="*/ 198120 h 1995451"/>
                  <a:gd name="connsiteX1" fmla="*/ 1653468 w 1653468"/>
                  <a:gd name="connsiteY1" fmla="*/ 0 h 1995451"/>
                  <a:gd name="connsiteX2" fmla="*/ 761928 w 1653468"/>
                  <a:gd name="connsiteY2" fmla="*/ 1926871 h 1995451"/>
                  <a:gd name="connsiteX3" fmla="*/ 30408 w 1653468"/>
                  <a:gd name="connsiteY3" fmla="*/ 1995451 h 1995451"/>
                  <a:gd name="connsiteX4" fmla="*/ 327588 w 1653468"/>
                  <a:gd name="connsiteY4" fmla="*/ 198120 h 1995451"/>
                  <a:gd name="connsiteX0" fmla="*/ 327588 w 761928"/>
                  <a:gd name="connsiteY0" fmla="*/ 45720 h 1843051"/>
                  <a:gd name="connsiteX1" fmla="*/ 617148 w 761928"/>
                  <a:gd name="connsiteY1" fmla="*/ 0 h 1843051"/>
                  <a:gd name="connsiteX2" fmla="*/ 761928 w 761928"/>
                  <a:gd name="connsiteY2" fmla="*/ 1774471 h 1843051"/>
                  <a:gd name="connsiteX3" fmla="*/ 30408 w 761928"/>
                  <a:gd name="connsiteY3" fmla="*/ 1843051 h 1843051"/>
                  <a:gd name="connsiteX4" fmla="*/ 327588 w 761928"/>
                  <a:gd name="connsiteY4" fmla="*/ 45720 h 1843051"/>
                  <a:gd name="connsiteX0" fmla="*/ 327588 w 761928"/>
                  <a:gd name="connsiteY0" fmla="*/ 0 h 1797331"/>
                  <a:gd name="connsiteX1" fmla="*/ 617148 w 761928"/>
                  <a:gd name="connsiteY1" fmla="*/ 1005840 h 1797331"/>
                  <a:gd name="connsiteX2" fmla="*/ 761928 w 761928"/>
                  <a:gd name="connsiteY2" fmla="*/ 1728751 h 1797331"/>
                  <a:gd name="connsiteX3" fmla="*/ 30408 w 761928"/>
                  <a:gd name="connsiteY3" fmla="*/ 1797331 h 1797331"/>
                  <a:gd name="connsiteX4" fmla="*/ 327588 w 761928"/>
                  <a:gd name="connsiteY4" fmla="*/ 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  <a:gd name="connsiteX4" fmla="*/ 708588 w 761928"/>
                  <a:gd name="connsiteY4" fmla="*/ 1097280 h 1797331"/>
                  <a:gd name="connsiteX0" fmla="*/ 617148 w 761928"/>
                  <a:gd name="connsiteY0" fmla="*/ 1005840 h 1797331"/>
                  <a:gd name="connsiteX1" fmla="*/ 761928 w 761928"/>
                  <a:gd name="connsiteY1" fmla="*/ 1728751 h 1797331"/>
                  <a:gd name="connsiteX2" fmla="*/ 30408 w 761928"/>
                  <a:gd name="connsiteY2" fmla="*/ 1797331 h 1797331"/>
                  <a:gd name="connsiteX3" fmla="*/ 327588 w 761928"/>
                  <a:gd name="connsiteY3" fmla="*/ 0 h 1797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28" h="1797331">
                    <a:moveTo>
                      <a:pt x="617148" y="1005840"/>
                    </a:moveTo>
                    <a:lnTo>
                      <a:pt x="761928" y="1728751"/>
                    </a:lnTo>
                    <a:lnTo>
                      <a:pt x="30408" y="1797331"/>
                    </a:lnTo>
                    <a:cubicBezTo>
                      <a:pt x="-30552" y="1457301"/>
                      <a:pt x="-30552" y="644830"/>
                      <a:pt x="327588" y="0"/>
                    </a:cubicBezTo>
                  </a:path>
                </a:pathLst>
              </a:custGeom>
              <a:solidFill>
                <a:srgbClr val="FFAA13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ectangle 11">
                <a:extLst>
                  <a:ext uri="{FF2B5EF4-FFF2-40B4-BE49-F238E27FC236}">
                    <a16:creationId xmlns:a16="http://schemas.microsoft.com/office/drawing/2014/main" id="{B8686D17-6E55-73E9-2A89-9326D74CAB6F}"/>
                  </a:ext>
                </a:extLst>
              </p:cNvPr>
              <p:cNvSpPr/>
              <p:nvPr/>
            </p:nvSpPr>
            <p:spPr>
              <a:xfrm>
                <a:off x="2626432" y="6174653"/>
                <a:ext cx="846192" cy="315047"/>
              </a:xfrm>
              <a:custGeom>
                <a:avLst/>
                <a:gdLst>
                  <a:gd name="connsiteX0" fmla="*/ 0 w 377317"/>
                  <a:gd name="connsiteY0" fmla="*/ 0 h 243840"/>
                  <a:gd name="connsiteX1" fmla="*/ 377317 w 377317"/>
                  <a:gd name="connsiteY1" fmla="*/ 0 h 243840"/>
                  <a:gd name="connsiteX2" fmla="*/ 377317 w 377317"/>
                  <a:gd name="connsiteY2" fmla="*/ 243840 h 243840"/>
                  <a:gd name="connsiteX3" fmla="*/ 0 w 377317"/>
                  <a:gd name="connsiteY3" fmla="*/ 243840 h 243840"/>
                  <a:gd name="connsiteX4" fmla="*/ 0 w 377317"/>
                  <a:gd name="connsiteY4" fmla="*/ 0 h 243840"/>
                  <a:gd name="connsiteX0" fmla="*/ 0 w 401130"/>
                  <a:gd name="connsiteY0" fmla="*/ 0 h 243840"/>
                  <a:gd name="connsiteX1" fmla="*/ 401130 w 401130"/>
                  <a:gd name="connsiteY1" fmla="*/ 138112 h 243840"/>
                  <a:gd name="connsiteX2" fmla="*/ 377317 w 401130"/>
                  <a:gd name="connsiteY2" fmla="*/ 243840 h 243840"/>
                  <a:gd name="connsiteX3" fmla="*/ 0 w 401130"/>
                  <a:gd name="connsiteY3" fmla="*/ 243840 h 243840"/>
                  <a:gd name="connsiteX4" fmla="*/ 0 w 401130"/>
                  <a:gd name="connsiteY4" fmla="*/ 0 h 243840"/>
                  <a:gd name="connsiteX0" fmla="*/ 0 w 479712"/>
                  <a:gd name="connsiteY0" fmla="*/ 40481 h 105728"/>
                  <a:gd name="connsiteX1" fmla="*/ 479712 w 479712"/>
                  <a:gd name="connsiteY1" fmla="*/ 0 h 105728"/>
                  <a:gd name="connsiteX2" fmla="*/ 455899 w 479712"/>
                  <a:gd name="connsiteY2" fmla="*/ 105728 h 105728"/>
                  <a:gd name="connsiteX3" fmla="*/ 78582 w 479712"/>
                  <a:gd name="connsiteY3" fmla="*/ 105728 h 105728"/>
                  <a:gd name="connsiteX4" fmla="*/ 0 w 479712"/>
                  <a:gd name="connsiteY4" fmla="*/ 40481 h 105728"/>
                  <a:gd name="connsiteX0" fmla="*/ 0 w 479712"/>
                  <a:gd name="connsiteY0" fmla="*/ 40481 h 229553"/>
                  <a:gd name="connsiteX1" fmla="*/ 479712 w 479712"/>
                  <a:gd name="connsiteY1" fmla="*/ 0 h 229553"/>
                  <a:gd name="connsiteX2" fmla="*/ 455899 w 479712"/>
                  <a:gd name="connsiteY2" fmla="*/ 105728 h 229553"/>
                  <a:gd name="connsiteX3" fmla="*/ 40482 w 479712"/>
                  <a:gd name="connsiteY3" fmla="*/ 229553 h 229553"/>
                  <a:gd name="connsiteX4" fmla="*/ 0 w 479712"/>
                  <a:gd name="connsiteY4" fmla="*/ 40481 h 229553"/>
                  <a:gd name="connsiteX0" fmla="*/ 0 w 501142"/>
                  <a:gd name="connsiteY0" fmla="*/ 40481 h 229553"/>
                  <a:gd name="connsiteX1" fmla="*/ 479712 w 501142"/>
                  <a:gd name="connsiteY1" fmla="*/ 0 h 229553"/>
                  <a:gd name="connsiteX2" fmla="*/ 501142 w 501142"/>
                  <a:gd name="connsiteY2" fmla="*/ 224791 h 229553"/>
                  <a:gd name="connsiteX3" fmla="*/ 40482 w 501142"/>
                  <a:gd name="connsiteY3" fmla="*/ 229553 h 229553"/>
                  <a:gd name="connsiteX4" fmla="*/ 0 w 501142"/>
                  <a:gd name="connsiteY4" fmla="*/ 40481 h 229553"/>
                  <a:gd name="connsiteX0" fmla="*/ 0 w 501142"/>
                  <a:gd name="connsiteY0" fmla="*/ 92618 h 281690"/>
                  <a:gd name="connsiteX1" fmla="*/ 479712 w 501142"/>
                  <a:gd name="connsiteY1" fmla="*/ 52137 h 281690"/>
                  <a:gd name="connsiteX2" fmla="*/ 501142 w 501142"/>
                  <a:gd name="connsiteY2" fmla="*/ 276928 h 281690"/>
                  <a:gd name="connsiteX3" fmla="*/ 40482 w 501142"/>
                  <a:gd name="connsiteY3" fmla="*/ 281690 h 281690"/>
                  <a:gd name="connsiteX4" fmla="*/ 0 w 501142"/>
                  <a:gd name="connsiteY4" fmla="*/ 92618 h 281690"/>
                  <a:gd name="connsiteX0" fmla="*/ 0 w 501142"/>
                  <a:gd name="connsiteY0" fmla="*/ 104848 h 293920"/>
                  <a:gd name="connsiteX1" fmla="*/ 479712 w 501142"/>
                  <a:gd name="connsiteY1" fmla="*/ 64367 h 293920"/>
                  <a:gd name="connsiteX2" fmla="*/ 501142 w 501142"/>
                  <a:gd name="connsiteY2" fmla="*/ 289158 h 293920"/>
                  <a:gd name="connsiteX3" fmla="*/ 40482 w 501142"/>
                  <a:gd name="connsiteY3" fmla="*/ 293920 h 293920"/>
                  <a:gd name="connsiteX4" fmla="*/ 0 w 501142"/>
                  <a:gd name="connsiteY4" fmla="*/ 104848 h 293920"/>
                  <a:gd name="connsiteX0" fmla="*/ 14069 w 515211"/>
                  <a:gd name="connsiteY0" fmla="*/ 104848 h 293920"/>
                  <a:gd name="connsiteX1" fmla="*/ 493781 w 515211"/>
                  <a:gd name="connsiteY1" fmla="*/ 64367 h 293920"/>
                  <a:gd name="connsiteX2" fmla="*/ 515211 w 515211"/>
                  <a:gd name="connsiteY2" fmla="*/ 289158 h 293920"/>
                  <a:gd name="connsiteX3" fmla="*/ 54551 w 515211"/>
                  <a:gd name="connsiteY3" fmla="*/ 293920 h 293920"/>
                  <a:gd name="connsiteX4" fmla="*/ 14069 w 515211"/>
                  <a:gd name="connsiteY4" fmla="*/ 104848 h 293920"/>
                  <a:gd name="connsiteX0" fmla="*/ 16030 w 517172"/>
                  <a:gd name="connsiteY0" fmla="*/ 104848 h 293920"/>
                  <a:gd name="connsiteX1" fmla="*/ 495742 w 517172"/>
                  <a:gd name="connsiteY1" fmla="*/ 64367 h 293920"/>
                  <a:gd name="connsiteX2" fmla="*/ 517172 w 517172"/>
                  <a:gd name="connsiteY2" fmla="*/ 289158 h 293920"/>
                  <a:gd name="connsiteX3" fmla="*/ 56512 w 517172"/>
                  <a:gd name="connsiteY3" fmla="*/ 293920 h 293920"/>
                  <a:gd name="connsiteX4" fmla="*/ 16030 w 517172"/>
                  <a:gd name="connsiteY4" fmla="*/ 104848 h 293920"/>
                  <a:gd name="connsiteX0" fmla="*/ 16030 w 517172"/>
                  <a:gd name="connsiteY0" fmla="*/ 104848 h 304044"/>
                  <a:gd name="connsiteX1" fmla="*/ 495742 w 517172"/>
                  <a:gd name="connsiteY1" fmla="*/ 64367 h 304044"/>
                  <a:gd name="connsiteX2" fmla="*/ 517172 w 517172"/>
                  <a:gd name="connsiteY2" fmla="*/ 289158 h 304044"/>
                  <a:gd name="connsiteX3" fmla="*/ 56512 w 517172"/>
                  <a:gd name="connsiteY3" fmla="*/ 293920 h 304044"/>
                  <a:gd name="connsiteX4" fmla="*/ 16030 w 517172"/>
                  <a:gd name="connsiteY4" fmla="*/ 104848 h 304044"/>
                  <a:gd name="connsiteX0" fmla="*/ 15330 w 516472"/>
                  <a:gd name="connsiteY0" fmla="*/ 104848 h 304044"/>
                  <a:gd name="connsiteX1" fmla="*/ 495042 w 516472"/>
                  <a:gd name="connsiteY1" fmla="*/ 64367 h 304044"/>
                  <a:gd name="connsiteX2" fmla="*/ 516472 w 516472"/>
                  <a:gd name="connsiteY2" fmla="*/ 289158 h 304044"/>
                  <a:gd name="connsiteX3" fmla="*/ 55812 w 516472"/>
                  <a:gd name="connsiteY3" fmla="*/ 293920 h 304044"/>
                  <a:gd name="connsiteX4" fmla="*/ 15330 w 516472"/>
                  <a:gd name="connsiteY4" fmla="*/ 104848 h 304044"/>
                  <a:gd name="connsiteX0" fmla="*/ 15330 w 516472"/>
                  <a:gd name="connsiteY0" fmla="*/ 4 h 199200"/>
                  <a:gd name="connsiteX1" fmla="*/ 516472 w 516472"/>
                  <a:gd name="connsiteY1" fmla="*/ 184314 h 199200"/>
                  <a:gd name="connsiteX2" fmla="*/ 55812 w 516472"/>
                  <a:gd name="connsiteY2" fmla="*/ 189076 h 199200"/>
                  <a:gd name="connsiteX3" fmla="*/ 15330 w 516472"/>
                  <a:gd name="connsiteY3" fmla="*/ 4 h 199200"/>
                  <a:gd name="connsiteX0" fmla="*/ 329839 w 461887"/>
                  <a:gd name="connsiteY0" fmla="*/ 1 h 318260"/>
                  <a:gd name="connsiteX1" fmla="*/ 461887 w 461887"/>
                  <a:gd name="connsiteY1" fmla="*/ 303374 h 318260"/>
                  <a:gd name="connsiteX2" fmla="*/ 1227 w 461887"/>
                  <a:gd name="connsiteY2" fmla="*/ 308136 h 318260"/>
                  <a:gd name="connsiteX3" fmla="*/ 329839 w 461887"/>
                  <a:gd name="connsiteY3" fmla="*/ 1 h 318260"/>
                  <a:gd name="connsiteX0" fmla="*/ 329839 w 752399"/>
                  <a:gd name="connsiteY0" fmla="*/ 1 h 317758"/>
                  <a:gd name="connsiteX1" fmla="*/ 752399 w 752399"/>
                  <a:gd name="connsiteY1" fmla="*/ 300993 h 317758"/>
                  <a:gd name="connsiteX2" fmla="*/ 1227 w 752399"/>
                  <a:gd name="connsiteY2" fmla="*/ 308136 h 317758"/>
                  <a:gd name="connsiteX3" fmla="*/ 329839 w 752399"/>
                  <a:gd name="connsiteY3" fmla="*/ 1 h 317758"/>
                  <a:gd name="connsiteX0" fmla="*/ 317980 w 740540"/>
                  <a:gd name="connsiteY0" fmla="*/ 1 h 317758"/>
                  <a:gd name="connsiteX1" fmla="*/ 740540 w 740540"/>
                  <a:gd name="connsiteY1" fmla="*/ 300993 h 317758"/>
                  <a:gd name="connsiteX2" fmla="*/ 1274 w 740540"/>
                  <a:gd name="connsiteY2" fmla="*/ 308136 h 317758"/>
                  <a:gd name="connsiteX3" fmla="*/ 317980 w 740540"/>
                  <a:gd name="connsiteY3" fmla="*/ 1 h 317758"/>
                  <a:gd name="connsiteX0" fmla="*/ 376280 w 798840"/>
                  <a:gd name="connsiteY0" fmla="*/ 1 h 317758"/>
                  <a:gd name="connsiteX1" fmla="*/ 798840 w 798840"/>
                  <a:gd name="connsiteY1" fmla="*/ 300993 h 317758"/>
                  <a:gd name="connsiteX2" fmla="*/ 59574 w 798840"/>
                  <a:gd name="connsiteY2" fmla="*/ 308136 h 317758"/>
                  <a:gd name="connsiteX3" fmla="*/ 376280 w 798840"/>
                  <a:gd name="connsiteY3" fmla="*/ 1 h 317758"/>
                  <a:gd name="connsiteX0" fmla="*/ 376280 w 820550"/>
                  <a:gd name="connsiteY0" fmla="*/ 1460 h 319217"/>
                  <a:gd name="connsiteX1" fmla="*/ 798840 w 820550"/>
                  <a:gd name="connsiteY1" fmla="*/ 302452 h 319217"/>
                  <a:gd name="connsiteX2" fmla="*/ 59574 w 820550"/>
                  <a:gd name="connsiteY2" fmla="*/ 309595 h 319217"/>
                  <a:gd name="connsiteX3" fmla="*/ 376280 w 820550"/>
                  <a:gd name="connsiteY3" fmla="*/ 1460 h 319217"/>
                  <a:gd name="connsiteX0" fmla="*/ 376280 w 838386"/>
                  <a:gd name="connsiteY0" fmla="*/ 1428 h 319185"/>
                  <a:gd name="connsiteX1" fmla="*/ 798840 w 838386"/>
                  <a:gd name="connsiteY1" fmla="*/ 302420 h 319185"/>
                  <a:gd name="connsiteX2" fmla="*/ 59574 w 838386"/>
                  <a:gd name="connsiteY2" fmla="*/ 309563 h 319185"/>
                  <a:gd name="connsiteX3" fmla="*/ 376280 w 838386"/>
                  <a:gd name="connsiteY3" fmla="*/ 1428 h 319185"/>
                  <a:gd name="connsiteX0" fmla="*/ 384086 w 846192"/>
                  <a:gd name="connsiteY0" fmla="*/ 1428 h 319185"/>
                  <a:gd name="connsiteX1" fmla="*/ 806646 w 846192"/>
                  <a:gd name="connsiteY1" fmla="*/ 302420 h 319185"/>
                  <a:gd name="connsiteX2" fmla="*/ 67380 w 846192"/>
                  <a:gd name="connsiteY2" fmla="*/ 309563 h 319185"/>
                  <a:gd name="connsiteX3" fmla="*/ 384086 w 846192"/>
                  <a:gd name="connsiteY3" fmla="*/ 1428 h 319185"/>
                  <a:gd name="connsiteX0" fmla="*/ 384086 w 846192"/>
                  <a:gd name="connsiteY0" fmla="*/ 1428 h 315047"/>
                  <a:gd name="connsiteX1" fmla="*/ 806646 w 846192"/>
                  <a:gd name="connsiteY1" fmla="*/ 302420 h 315047"/>
                  <a:gd name="connsiteX2" fmla="*/ 67380 w 846192"/>
                  <a:gd name="connsiteY2" fmla="*/ 309563 h 315047"/>
                  <a:gd name="connsiteX3" fmla="*/ 384086 w 846192"/>
                  <a:gd name="connsiteY3" fmla="*/ 1428 h 31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6192" h="315047">
                    <a:moveTo>
                      <a:pt x="384086" y="1428"/>
                    </a:moveTo>
                    <a:cubicBezTo>
                      <a:pt x="984738" y="-23178"/>
                      <a:pt x="840380" y="278051"/>
                      <a:pt x="806646" y="302420"/>
                    </a:cubicBezTo>
                    <a:cubicBezTo>
                      <a:pt x="653093" y="304007"/>
                      <a:pt x="268559" y="324645"/>
                      <a:pt x="67380" y="309563"/>
                    </a:cubicBezTo>
                    <a:cubicBezTo>
                      <a:pt x="25312" y="303689"/>
                      <a:pt x="-169158" y="7303"/>
                      <a:pt x="384086" y="1428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8EE7D16D-FC0F-2FBF-A8D6-143264C8FEBE}"/>
                </a:ext>
              </a:extLst>
            </p:cNvPr>
            <p:cNvSpPr/>
            <p:nvPr/>
          </p:nvSpPr>
          <p:spPr>
            <a:xfrm>
              <a:off x="6316520" y="1085458"/>
              <a:ext cx="4204063" cy="3885320"/>
            </a:xfrm>
            <a:custGeom>
              <a:avLst/>
              <a:gdLst>
                <a:gd name="connsiteX0" fmla="*/ 0 w 1208868"/>
                <a:gd name="connsiteY0" fmla="*/ 0 h 929898"/>
                <a:gd name="connsiteX1" fmla="*/ 1208868 w 1208868"/>
                <a:gd name="connsiteY1" fmla="*/ 0 h 929898"/>
                <a:gd name="connsiteX2" fmla="*/ 1208868 w 1208868"/>
                <a:gd name="connsiteY2" fmla="*/ 929898 h 929898"/>
                <a:gd name="connsiteX3" fmla="*/ 0 w 1208868"/>
                <a:gd name="connsiteY3" fmla="*/ 929898 h 929898"/>
                <a:gd name="connsiteX4" fmla="*/ 0 w 1208868"/>
                <a:gd name="connsiteY4" fmla="*/ 0 h 929898"/>
                <a:gd name="connsiteX0" fmla="*/ 1052513 w 1208868"/>
                <a:gd name="connsiteY0" fmla="*/ 0 h 1668085"/>
                <a:gd name="connsiteX1" fmla="*/ 1208868 w 1208868"/>
                <a:gd name="connsiteY1" fmla="*/ 738187 h 1668085"/>
                <a:gd name="connsiteX2" fmla="*/ 1208868 w 1208868"/>
                <a:gd name="connsiteY2" fmla="*/ 1668085 h 1668085"/>
                <a:gd name="connsiteX3" fmla="*/ 0 w 1208868"/>
                <a:gd name="connsiteY3" fmla="*/ 1668085 h 1668085"/>
                <a:gd name="connsiteX4" fmla="*/ 1052513 w 1208868"/>
                <a:gd name="connsiteY4" fmla="*/ 0 h 1668085"/>
                <a:gd name="connsiteX0" fmla="*/ 1221700 w 1378055"/>
                <a:gd name="connsiteY0" fmla="*/ 0 h 1668085"/>
                <a:gd name="connsiteX1" fmla="*/ 1378055 w 1378055"/>
                <a:gd name="connsiteY1" fmla="*/ 738187 h 1668085"/>
                <a:gd name="connsiteX2" fmla="*/ 1378055 w 1378055"/>
                <a:gd name="connsiteY2" fmla="*/ 1668085 h 1668085"/>
                <a:gd name="connsiteX3" fmla="*/ 169187 w 1378055"/>
                <a:gd name="connsiteY3" fmla="*/ 1668085 h 1668085"/>
                <a:gd name="connsiteX4" fmla="*/ 26716 w 1378055"/>
                <a:gd name="connsiteY4" fmla="*/ 496108 h 1668085"/>
                <a:gd name="connsiteX5" fmla="*/ 1221700 w 1378055"/>
                <a:gd name="connsiteY5" fmla="*/ 0 h 1668085"/>
                <a:gd name="connsiteX0" fmla="*/ 1800744 w 1957099"/>
                <a:gd name="connsiteY0" fmla="*/ 0 h 1668085"/>
                <a:gd name="connsiteX1" fmla="*/ 1957099 w 1957099"/>
                <a:gd name="connsiteY1" fmla="*/ 738187 h 1668085"/>
                <a:gd name="connsiteX2" fmla="*/ 1957099 w 1957099"/>
                <a:gd name="connsiteY2" fmla="*/ 1668085 h 1668085"/>
                <a:gd name="connsiteX3" fmla="*/ 748231 w 1957099"/>
                <a:gd name="connsiteY3" fmla="*/ 1668085 h 1668085"/>
                <a:gd name="connsiteX4" fmla="*/ 923 w 1957099"/>
                <a:gd name="connsiteY4" fmla="*/ 1105708 h 1668085"/>
                <a:gd name="connsiteX5" fmla="*/ 605760 w 1957099"/>
                <a:gd name="connsiteY5" fmla="*/ 496108 h 1668085"/>
                <a:gd name="connsiteX6" fmla="*/ 1800744 w 1957099"/>
                <a:gd name="connsiteY6" fmla="*/ 0 h 1668085"/>
                <a:gd name="connsiteX0" fmla="*/ 2008634 w 2164989"/>
                <a:gd name="connsiteY0" fmla="*/ 0 h 2110998"/>
                <a:gd name="connsiteX1" fmla="*/ 2164989 w 2164989"/>
                <a:gd name="connsiteY1" fmla="*/ 738187 h 2110998"/>
                <a:gd name="connsiteX2" fmla="*/ 2164989 w 2164989"/>
                <a:gd name="connsiteY2" fmla="*/ 1668085 h 2110998"/>
                <a:gd name="connsiteX3" fmla="*/ 65533 w 2164989"/>
                <a:gd name="connsiteY3" fmla="*/ 2110998 h 2110998"/>
                <a:gd name="connsiteX4" fmla="*/ 208813 w 2164989"/>
                <a:gd name="connsiteY4" fmla="*/ 1105708 h 2110998"/>
                <a:gd name="connsiteX5" fmla="*/ 813650 w 2164989"/>
                <a:gd name="connsiteY5" fmla="*/ 496108 h 2110998"/>
                <a:gd name="connsiteX6" fmla="*/ 2008634 w 2164989"/>
                <a:gd name="connsiteY6" fmla="*/ 0 h 2110998"/>
                <a:gd name="connsiteX0" fmla="*/ 2008634 w 3102249"/>
                <a:gd name="connsiteY0" fmla="*/ 0 h 2110998"/>
                <a:gd name="connsiteX1" fmla="*/ 3102249 w 3102249"/>
                <a:gd name="connsiteY1" fmla="*/ 479107 h 2110998"/>
                <a:gd name="connsiteX2" fmla="*/ 2164989 w 3102249"/>
                <a:gd name="connsiteY2" fmla="*/ 1668085 h 2110998"/>
                <a:gd name="connsiteX3" fmla="*/ 65533 w 3102249"/>
                <a:gd name="connsiteY3" fmla="*/ 2110998 h 2110998"/>
                <a:gd name="connsiteX4" fmla="*/ 208813 w 3102249"/>
                <a:gd name="connsiteY4" fmla="*/ 1105708 h 2110998"/>
                <a:gd name="connsiteX5" fmla="*/ 813650 w 3102249"/>
                <a:gd name="connsiteY5" fmla="*/ 496108 h 2110998"/>
                <a:gd name="connsiteX6" fmla="*/ 2008634 w 3102249"/>
                <a:gd name="connsiteY6" fmla="*/ 0 h 2110998"/>
                <a:gd name="connsiteX0" fmla="*/ 2008634 w 3721802"/>
                <a:gd name="connsiteY0" fmla="*/ 0 h 2110998"/>
                <a:gd name="connsiteX1" fmla="*/ 3102249 w 3721802"/>
                <a:gd name="connsiteY1" fmla="*/ 479107 h 2110998"/>
                <a:gd name="connsiteX2" fmla="*/ 3704488 w 3721802"/>
                <a:gd name="connsiteY2" fmla="*/ 1320019 h 2110998"/>
                <a:gd name="connsiteX3" fmla="*/ 2164989 w 3721802"/>
                <a:gd name="connsiteY3" fmla="*/ 1668085 h 2110998"/>
                <a:gd name="connsiteX4" fmla="*/ 65533 w 3721802"/>
                <a:gd name="connsiteY4" fmla="*/ 2110998 h 2110998"/>
                <a:gd name="connsiteX5" fmla="*/ 208813 w 3721802"/>
                <a:gd name="connsiteY5" fmla="*/ 1105708 h 2110998"/>
                <a:gd name="connsiteX6" fmla="*/ 813650 w 3721802"/>
                <a:gd name="connsiteY6" fmla="*/ 496108 h 2110998"/>
                <a:gd name="connsiteX7" fmla="*/ 2008634 w 3721802"/>
                <a:gd name="connsiteY7" fmla="*/ 0 h 2110998"/>
                <a:gd name="connsiteX0" fmla="*/ 2008634 w 3899716"/>
                <a:gd name="connsiteY0" fmla="*/ 0 h 2280139"/>
                <a:gd name="connsiteX1" fmla="*/ 3102249 w 3899716"/>
                <a:gd name="connsiteY1" fmla="*/ 479107 h 2280139"/>
                <a:gd name="connsiteX2" fmla="*/ 3704488 w 3899716"/>
                <a:gd name="connsiteY2" fmla="*/ 1320019 h 2280139"/>
                <a:gd name="connsiteX3" fmla="*/ 3818787 w 3899716"/>
                <a:gd name="connsiteY3" fmla="*/ 2280139 h 2280139"/>
                <a:gd name="connsiteX4" fmla="*/ 2164989 w 3899716"/>
                <a:gd name="connsiteY4" fmla="*/ 1668085 h 2280139"/>
                <a:gd name="connsiteX5" fmla="*/ 65533 w 3899716"/>
                <a:gd name="connsiteY5" fmla="*/ 2110998 h 2280139"/>
                <a:gd name="connsiteX6" fmla="*/ 208813 w 3899716"/>
                <a:gd name="connsiteY6" fmla="*/ 1105708 h 2280139"/>
                <a:gd name="connsiteX7" fmla="*/ 813650 w 3899716"/>
                <a:gd name="connsiteY7" fmla="*/ 496108 h 2280139"/>
                <a:gd name="connsiteX8" fmla="*/ 2008634 w 3899716"/>
                <a:gd name="connsiteY8" fmla="*/ 0 h 2280139"/>
                <a:gd name="connsiteX0" fmla="*/ 2008634 w 3899716"/>
                <a:gd name="connsiteY0" fmla="*/ 0 h 2887285"/>
                <a:gd name="connsiteX1" fmla="*/ 3102249 w 3899716"/>
                <a:gd name="connsiteY1" fmla="*/ 479107 h 2887285"/>
                <a:gd name="connsiteX2" fmla="*/ 3704488 w 3899716"/>
                <a:gd name="connsiteY2" fmla="*/ 1320019 h 2887285"/>
                <a:gd name="connsiteX3" fmla="*/ 3818787 w 3899716"/>
                <a:gd name="connsiteY3" fmla="*/ 2280139 h 2887285"/>
                <a:gd name="connsiteX4" fmla="*/ 2485029 w 3899716"/>
                <a:gd name="connsiteY4" fmla="*/ 2887285 h 2887285"/>
                <a:gd name="connsiteX5" fmla="*/ 65533 w 3899716"/>
                <a:gd name="connsiteY5" fmla="*/ 2110998 h 2887285"/>
                <a:gd name="connsiteX6" fmla="*/ 208813 w 3899716"/>
                <a:gd name="connsiteY6" fmla="*/ 1105708 h 2887285"/>
                <a:gd name="connsiteX7" fmla="*/ 813650 w 3899716"/>
                <a:gd name="connsiteY7" fmla="*/ 496108 h 2887285"/>
                <a:gd name="connsiteX8" fmla="*/ 2008634 w 3899716"/>
                <a:gd name="connsiteY8" fmla="*/ 0 h 2887285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2035086 w 3899716"/>
                <a:gd name="connsiteY4" fmla="*/ 3772656 h 3772656"/>
                <a:gd name="connsiteX5" fmla="*/ 65533 w 3899716"/>
                <a:gd name="connsiteY5" fmla="*/ 2110998 h 3772656"/>
                <a:gd name="connsiteX6" fmla="*/ 208813 w 3899716"/>
                <a:gd name="connsiteY6" fmla="*/ 1105708 h 3772656"/>
                <a:gd name="connsiteX7" fmla="*/ 813650 w 3899716"/>
                <a:gd name="connsiteY7" fmla="*/ 496108 h 3772656"/>
                <a:gd name="connsiteX8" fmla="*/ 2008634 w 3899716"/>
                <a:gd name="connsiteY8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5533 w 3899716"/>
                <a:gd name="connsiteY6" fmla="*/ 2110998 h 3772656"/>
                <a:gd name="connsiteX7" fmla="*/ 208813 w 3899716"/>
                <a:gd name="connsiteY7" fmla="*/ 1105708 h 3772656"/>
                <a:gd name="connsiteX8" fmla="*/ 813650 w 3899716"/>
                <a:gd name="connsiteY8" fmla="*/ 496108 h 3772656"/>
                <a:gd name="connsiteX9" fmla="*/ 2008634 w 3899716"/>
                <a:gd name="connsiteY9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008634 w 3899716"/>
                <a:gd name="connsiteY0" fmla="*/ 0 h 3772656"/>
                <a:gd name="connsiteX1" fmla="*/ 3102249 w 3899716"/>
                <a:gd name="connsiteY1" fmla="*/ 479107 h 3772656"/>
                <a:gd name="connsiteX2" fmla="*/ 3704488 w 3899716"/>
                <a:gd name="connsiteY2" fmla="*/ 1320019 h 3772656"/>
                <a:gd name="connsiteX3" fmla="*/ 3818787 w 3899716"/>
                <a:gd name="connsiteY3" fmla="*/ 2280139 h 3772656"/>
                <a:gd name="connsiteX4" fmla="*/ 3352062 w 3899716"/>
                <a:gd name="connsiteY4" fmla="*/ 3139293 h 3772656"/>
                <a:gd name="connsiteX5" fmla="*/ 2035086 w 3899716"/>
                <a:gd name="connsiteY5" fmla="*/ 3772656 h 3772656"/>
                <a:gd name="connsiteX6" fmla="*/ 685062 w 3899716"/>
                <a:gd name="connsiteY6" fmla="*/ 3167868 h 3772656"/>
                <a:gd name="connsiteX7" fmla="*/ 65533 w 3899716"/>
                <a:gd name="connsiteY7" fmla="*/ 2110998 h 3772656"/>
                <a:gd name="connsiteX8" fmla="*/ 208813 w 3899716"/>
                <a:gd name="connsiteY8" fmla="*/ 1105708 h 3772656"/>
                <a:gd name="connsiteX9" fmla="*/ 813650 w 3899716"/>
                <a:gd name="connsiteY9" fmla="*/ 496108 h 3772656"/>
                <a:gd name="connsiteX10" fmla="*/ 2008634 w 3899716"/>
                <a:gd name="connsiteY10" fmla="*/ 0 h 3772656"/>
                <a:gd name="connsiteX0" fmla="*/ 2132209 w 4023291"/>
                <a:gd name="connsiteY0" fmla="*/ 0 h 3772656"/>
                <a:gd name="connsiteX1" fmla="*/ 3225824 w 4023291"/>
                <a:gd name="connsiteY1" fmla="*/ 479107 h 3772656"/>
                <a:gd name="connsiteX2" fmla="*/ 3828063 w 4023291"/>
                <a:gd name="connsiteY2" fmla="*/ 1320019 h 3772656"/>
                <a:gd name="connsiteX3" fmla="*/ 3942362 w 4023291"/>
                <a:gd name="connsiteY3" fmla="*/ 2280139 h 3772656"/>
                <a:gd name="connsiteX4" fmla="*/ 3475637 w 4023291"/>
                <a:gd name="connsiteY4" fmla="*/ 3139293 h 3772656"/>
                <a:gd name="connsiteX5" fmla="*/ 2158661 w 4023291"/>
                <a:gd name="connsiteY5" fmla="*/ 3772656 h 3772656"/>
                <a:gd name="connsiteX6" fmla="*/ 808637 w 4023291"/>
                <a:gd name="connsiteY6" fmla="*/ 3167868 h 3772656"/>
                <a:gd name="connsiteX7" fmla="*/ 189108 w 4023291"/>
                <a:gd name="connsiteY7" fmla="*/ 2110998 h 3772656"/>
                <a:gd name="connsiteX8" fmla="*/ 332388 w 4023291"/>
                <a:gd name="connsiteY8" fmla="*/ 1105708 h 3772656"/>
                <a:gd name="connsiteX9" fmla="*/ 937225 w 4023291"/>
                <a:gd name="connsiteY9" fmla="*/ 496108 h 3772656"/>
                <a:gd name="connsiteX10" fmla="*/ 2132209 w 4023291"/>
                <a:gd name="connsiteY10" fmla="*/ 0 h 3772656"/>
                <a:gd name="connsiteX0" fmla="*/ 2164822 w 4055904"/>
                <a:gd name="connsiteY0" fmla="*/ 0 h 3772656"/>
                <a:gd name="connsiteX1" fmla="*/ 3258437 w 4055904"/>
                <a:gd name="connsiteY1" fmla="*/ 479107 h 3772656"/>
                <a:gd name="connsiteX2" fmla="*/ 3860676 w 4055904"/>
                <a:gd name="connsiteY2" fmla="*/ 1320019 h 3772656"/>
                <a:gd name="connsiteX3" fmla="*/ 3974975 w 4055904"/>
                <a:gd name="connsiteY3" fmla="*/ 2280139 h 3772656"/>
                <a:gd name="connsiteX4" fmla="*/ 3508250 w 4055904"/>
                <a:gd name="connsiteY4" fmla="*/ 3139293 h 3772656"/>
                <a:gd name="connsiteX5" fmla="*/ 2191274 w 4055904"/>
                <a:gd name="connsiteY5" fmla="*/ 3772656 h 3772656"/>
                <a:gd name="connsiteX6" fmla="*/ 841250 w 4055904"/>
                <a:gd name="connsiteY6" fmla="*/ 3167868 h 3772656"/>
                <a:gd name="connsiteX7" fmla="*/ 221721 w 4055904"/>
                <a:gd name="connsiteY7" fmla="*/ 2110998 h 3772656"/>
                <a:gd name="connsiteX8" fmla="*/ 365001 w 4055904"/>
                <a:gd name="connsiteY8" fmla="*/ 1105708 h 3772656"/>
                <a:gd name="connsiteX9" fmla="*/ 969838 w 4055904"/>
                <a:gd name="connsiteY9" fmla="*/ 496108 h 3772656"/>
                <a:gd name="connsiteX10" fmla="*/ 2164822 w 4055904"/>
                <a:gd name="connsiteY10" fmla="*/ 0 h 3772656"/>
                <a:gd name="connsiteX0" fmla="*/ 2138308 w 4029390"/>
                <a:gd name="connsiteY0" fmla="*/ 0 h 3772656"/>
                <a:gd name="connsiteX1" fmla="*/ 3231923 w 4029390"/>
                <a:gd name="connsiteY1" fmla="*/ 479107 h 3772656"/>
                <a:gd name="connsiteX2" fmla="*/ 3834162 w 4029390"/>
                <a:gd name="connsiteY2" fmla="*/ 1320019 h 3772656"/>
                <a:gd name="connsiteX3" fmla="*/ 3948461 w 4029390"/>
                <a:gd name="connsiteY3" fmla="*/ 2280139 h 3772656"/>
                <a:gd name="connsiteX4" fmla="*/ 3481736 w 4029390"/>
                <a:gd name="connsiteY4" fmla="*/ 3139293 h 3772656"/>
                <a:gd name="connsiteX5" fmla="*/ 2164760 w 4029390"/>
                <a:gd name="connsiteY5" fmla="*/ 3772656 h 3772656"/>
                <a:gd name="connsiteX6" fmla="*/ 814736 w 4029390"/>
                <a:gd name="connsiteY6" fmla="*/ 3167868 h 3772656"/>
                <a:gd name="connsiteX7" fmla="*/ 195207 w 4029390"/>
                <a:gd name="connsiteY7" fmla="*/ 2110998 h 3772656"/>
                <a:gd name="connsiteX8" fmla="*/ 338487 w 4029390"/>
                <a:gd name="connsiteY8" fmla="*/ 1105708 h 3772656"/>
                <a:gd name="connsiteX9" fmla="*/ 943324 w 4029390"/>
                <a:gd name="connsiteY9" fmla="*/ 496108 h 3772656"/>
                <a:gd name="connsiteX10" fmla="*/ 2138308 w 4029390"/>
                <a:gd name="connsiteY10" fmla="*/ 0 h 3772656"/>
                <a:gd name="connsiteX0" fmla="*/ 2189581 w 4080663"/>
                <a:gd name="connsiteY0" fmla="*/ 0 h 3772656"/>
                <a:gd name="connsiteX1" fmla="*/ 3283196 w 4080663"/>
                <a:gd name="connsiteY1" fmla="*/ 479107 h 3772656"/>
                <a:gd name="connsiteX2" fmla="*/ 3885435 w 4080663"/>
                <a:gd name="connsiteY2" fmla="*/ 1320019 h 3772656"/>
                <a:gd name="connsiteX3" fmla="*/ 3999734 w 4080663"/>
                <a:gd name="connsiteY3" fmla="*/ 2280139 h 3772656"/>
                <a:gd name="connsiteX4" fmla="*/ 3533009 w 4080663"/>
                <a:gd name="connsiteY4" fmla="*/ 3139293 h 3772656"/>
                <a:gd name="connsiteX5" fmla="*/ 2216033 w 4080663"/>
                <a:gd name="connsiteY5" fmla="*/ 3772656 h 3772656"/>
                <a:gd name="connsiteX6" fmla="*/ 866009 w 4080663"/>
                <a:gd name="connsiteY6" fmla="*/ 3167868 h 3772656"/>
                <a:gd name="connsiteX7" fmla="*/ 246480 w 4080663"/>
                <a:gd name="connsiteY7" fmla="*/ 2110998 h 3772656"/>
                <a:gd name="connsiteX8" fmla="*/ 389760 w 4080663"/>
                <a:gd name="connsiteY8" fmla="*/ 1105708 h 3772656"/>
                <a:gd name="connsiteX9" fmla="*/ 994597 w 4080663"/>
                <a:gd name="connsiteY9" fmla="*/ 496108 h 3772656"/>
                <a:gd name="connsiteX10" fmla="*/ 2189581 w 4080663"/>
                <a:gd name="connsiteY10" fmla="*/ 0 h 3772656"/>
                <a:gd name="connsiteX0" fmla="*/ 2189581 w 4080663"/>
                <a:gd name="connsiteY0" fmla="*/ 0 h 3772656"/>
                <a:gd name="connsiteX1" fmla="*/ 3283196 w 4080663"/>
                <a:gd name="connsiteY1" fmla="*/ 479107 h 3772656"/>
                <a:gd name="connsiteX2" fmla="*/ 3885435 w 4080663"/>
                <a:gd name="connsiteY2" fmla="*/ 1320019 h 3772656"/>
                <a:gd name="connsiteX3" fmla="*/ 3999734 w 4080663"/>
                <a:gd name="connsiteY3" fmla="*/ 2280139 h 3772656"/>
                <a:gd name="connsiteX4" fmla="*/ 3533009 w 4080663"/>
                <a:gd name="connsiteY4" fmla="*/ 3139293 h 3772656"/>
                <a:gd name="connsiteX5" fmla="*/ 2216033 w 4080663"/>
                <a:gd name="connsiteY5" fmla="*/ 3772656 h 3772656"/>
                <a:gd name="connsiteX6" fmla="*/ 866009 w 4080663"/>
                <a:gd name="connsiteY6" fmla="*/ 3167868 h 3772656"/>
                <a:gd name="connsiteX7" fmla="*/ 246480 w 4080663"/>
                <a:gd name="connsiteY7" fmla="*/ 2110998 h 3772656"/>
                <a:gd name="connsiteX8" fmla="*/ 389760 w 4080663"/>
                <a:gd name="connsiteY8" fmla="*/ 1105708 h 3772656"/>
                <a:gd name="connsiteX9" fmla="*/ 994597 w 4080663"/>
                <a:gd name="connsiteY9" fmla="*/ 496108 h 3772656"/>
                <a:gd name="connsiteX10" fmla="*/ 2189581 w 4080663"/>
                <a:gd name="connsiteY10" fmla="*/ 0 h 3772656"/>
                <a:gd name="connsiteX0" fmla="*/ 2189581 w 4080663"/>
                <a:gd name="connsiteY0" fmla="*/ 87424 h 3860080"/>
                <a:gd name="connsiteX1" fmla="*/ 3283196 w 4080663"/>
                <a:gd name="connsiteY1" fmla="*/ 566531 h 3860080"/>
                <a:gd name="connsiteX2" fmla="*/ 3885435 w 4080663"/>
                <a:gd name="connsiteY2" fmla="*/ 1407443 h 3860080"/>
                <a:gd name="connsiteX3" fmla="*/ 3999734 w 4080663"/>
                <a:gd name="connsiteY3" fmla="*/ 2367563 h 3860080"/>
                <a:gd name="connsiteX4" fmla="*/ 3533009 w 4080663"/>
                <a:gd name="connsiteY4" fmla="*/ 3226717 h 3860080"/>
                <a:gd name="connsiteX5" fmla="*/ 2216033 w 4080663"/>
                <a:gd name="connsiteY5" fmla="*/ 3860080 h 3860080"/>
                <a:gd name="connsiteX6" fmla="*/ 866009 w 4080663"/>
                <a:gd name="connsiteY6" fmla="*/ 3255292 h 3860080"/>
                <a:gd name="connsiteX7" fmla="*/ 246480 w 4080663"/>
                <a:gd name="connsiteY7" fmla="*/ 2198422 h 3860080"/>
                <a:gd name="connsiteX8" fmla="*/ 389760 w 4080663"/>
                <a:gd name="connsiteY8" fmla="*/ 1193132 h 3860080"/>
                <a:gd name="connsiteX9" fmla="*/ 994597 w 4080663"/>
                <a:gd name="connsiteY9" fmla="*/ 583532 h 3860080"/>
                <a:gd name="connsiteX10" fmla="*/ 2189581 w 4080663"/>
                <a:gd name="connsiteY10" fmla="*/ 87424 h 3860080"/>
                <a:gd name="connsiteX0" fmla="*/ 2189581 w 4080663"/>
                <a:gd name="connsiteY0" fmla="*/ 82537 h 3855193"/>
                <a:gd name="connsiteX1" fmla="*/ 3283196 w 4080663"/>
                <a:gd name="connsiteY1" fmla="*/ 561644 h 3855193"/>
                <a:gd name="connsiteX2" fmla="*/ 3885435 w 4080663"/>
                <a:gd name="connsiteY2" fmla="*/ 1402556 h 3855193"/>
                <a:gd name="connsiteX3" fmla="*/ 3999734 w 4080663"/>
                <a:gd name="connsiteY3" fmla="*/ 2362676 h 3855193"/>
                <a:gd name="connsiteX4" fmla="*/ 3533009 w 4080663"/>
                <a:gd name="connsiteY4" fmla="*/ 3221830 h 3855193"/>
                <a:gd name="connsiteX5" fmla="*/ 2216033 w 4080663"/>
                <a:gd name="connsiteY5" fmla="*/ 3855193 h 3855193"/>
                <a:gd name="connsiteX6" fmla="*/ 866009 w 4080663"/>
                <a:gd name="connsiteY6" fmla="*/ 3250405 h 3855193"/>
                <a:gd name="connsiteX7" fmla="*/ 246480 w 4080663"/>
                <a:gd name="connsiteY7" fmla="*/ 2193535 h 3855193"/>
                <a:gd name="connsiteX8" fmla="*/ 389760 w 4080663"/>
                <a:gd name="connsiteY8" fmla="*/ 1188245 h 3855193"/>
                <a:gd name="connsiteX9" fmla="*/ 994597 w 4080663"/>
                <a:gd name="connsiteY9" fmla="*/ 578645 h 3855193"/>
                <a:gd name="connsiteX10" fmla="*/ 2189581 w 4080663"/>
                <a:gd name="connsiteY10" fmla="*/ 82537 h 3855193"/>
                <a:gd name="connsiteX0" fmla="*/ 2189581 w 4080663"/>
                <a:gd name="connsiteY0" fmla="*/ 120366 h 3893022"/>
                <a:gd name="connsiteX1" fmla="*/ 3283196 w 4080663"/>
                <a:gd name="connsiteY1" fmla="*/ 599473 h 3893022"/>
                <a:gd name="connsiteX2" fmla="*/ 3885435 w 4080663"/>
                <a:gd name="connsiteY2" fmla="*/ 1440385 h 3893022"/>
                <a:gd name="connsiteX3" fmla="*/ 3999734 w 4080663"/>
                <a:gd name="connsiteY3" fmla="*/ 2400505 h 3893022"/>
                <a:gd name="connsiteX4" fmla="*/ 3533009 w 4080663"/>
                <a:gd name="connsiteY4" fmla="*/ 3259659 h 3893022"/>
                <a:gd name="connsiteX5" fmla="*/ 2216033 w 4080663"/>
                <a:gd name="connsiteY5" fmla="*/ 3893022 h 3893022"/>
                <a:gd name="connsiteX6" fmla="*/ 866009 w 4080663"/>
                <a:gd name="connsiteY6" fmla="*/ 3288234 h 3893022"/>
                <a:gd name="connsiteX7" fmla="*/ 246480 w 4080663"/>
                <a:gd name="connsiteY7" fmla="*/ 2231364 h 3893022"/>
                <a:gd name="connsiteX8" fmla="*/ 389760 w 4080663"/>
                <a:gd name="connsiteY8" fmla="*/ 1226074 h 3893022"/>
                <a:gd name="connsiteX9" fmla="*/ 994597 w 4080663"/>
                <a:gd name="connsiteY9" fmla="*/ 616474 h 3893022"/>
                <a:gd name="connsiteX10" fmla="*/ 2189581 w 4080663"/>
                <a:gd name="connsiteY10" fmla="*/ 120366 h 3893022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080663"/>
                <a:gd name="connsiteY0" fmla="*/ 112664 h 3885320"/>
                <a:gd name="connsiteX1" fmla="*/ 3283196 w 4080663"/>
                <a:gd name="connsiteY1" fmla="*/ 591771 h 3885320"/>
                <a:gd name="connsiteX2" fmla="*/ 3885435 w 4080663"/>
                <a:gd name="connsiteY2" fmla="*/ 1432683 h 3885320"/>
                <a:gd name="connsiteX3" fmla="*/ 3999734 w 4080663"/>
                <a:gd name="connsiteY3" fmla="*/ 2392803 h 3885320"/>
                <a:gd name="connsiteX4" fmla="*/ 3533009 w 4080663"/>
                <a:gd name="connsiteY4" fmla="*/ 3251957 h 3885320"/>
                <a:gd name="connsiteX5" fmla="*/ 2216033 w 4080663"/>
                <a:gd name="connsiteY5" fmla="*/ 3885320 h 3885320"/>
                <a:gd name="connsiteX6" fmla="*/ 866009 w 4080663"/>
                <a:gd name="connsiteY6" fmla="*/ 3280532 h 3885320"/>
                <a:gd name="connsiteX7" fmla="*/ 246480 w 4080663"/>
                <a:gd name="connsiteY7" fmla="*/ 2223662 h 3885320"/>
                <a:gd name="connsiteX8" fmla="*/ 389760 w 4080663"/>
                <a:gd name="connsiteY8" fmla="*/ 1218372 h 3885320"/>
                <a:gd name="connsiteX9" fmla="*/ 994597 w 4080663"/>
                <a:gd name="connsiteY9" fmla="*/ 608772 h 3885320"/>
                <a:gd name="connsiteX10" fmla="*/ 2189581 w 4080663"/>
                <a:gd name="connsiteY10" fmla="*/ 112664 h 3885320"/>
                <a:gd name="connsiteX0" fmla="*/ 2189581 w 4250047"/>
                <a:gd name="connsiteY0" fmla="*/ 112664 h 3885320"/>
                <a:gd name="connsiteX1" fmla="*/ 3283196 w 4250047"/>
                <a:gd name="connsiteY1" fmla="*/ 591771 h 3885320"/>
                <a:gd name="connsiteX2" fmla="*/ 3885435 w 4250047"/>
                <a:gd name="connsiteY2" fmla="*/ 1432683 h 3885320"/>
                <a:gd name="connsiteX3" fmla="*/ 3999734 w 4250047"/>
                <a:gd name="connsiteY3" fmla="*/ 2392803 h 3885320"/>
                <a:gd name="connsiteX4" fmla="*/ 3533009 w 4250047"/>
                <a:gd name="connsiteY4" fmla="*/ 3251957 h 3885320"/>
                <a:gd name="connsiteX5" fmla="*/ 2216033 w 4250047"/>
                <a:gd name="connsiteY5" fmla="*/ 3885320 h 3885320"/>
                <a:gd name="connsiteX6" fmla="*/ 866009 w 4250047"/>
                <a:gd name="connsiteY6" fmla="*/ 3280532 h 3885320"/>
                <a:gd name="connsiteX7" fmla="*/ 246480 w 4250047"/>
                <a:gd name="connsiteY7" fmla="*/ 2223662 h 3885320"/>
                <a:gd name="connsiteX8" fmla="*/ 389760 w 4250047"/>
                <a:gd name="connsiteY8" fmla="*/ 1218372 h 3885320"/>
                <a:gd name="connsiteX9" fmla="*/ 994597 w 4250047"/>
                <a:gd name="connsiteY9" fmla="*/ 608772 h 3885320"/>
                <a:gd name="connsiteX10" fmla="*/ 2189581 w 4250047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  <a:gd name="connsiteX0" fmla="*/ 2189581 w 4204063"/>
                <a:gd name="connsiteY0" fmla="*/ 112664 h 3885320"/>
                <a:gd name="connsiteX1" fmla="*/ 3283196 w 4204063"/>
                <a:gd name="connsiteY1" fmla="*/ 591771 h 3885320"/>
                <a:gd name="connsiteX2" fmla="*/ 3885435 w 4204063"/>
                <a:gd name="connsiteY2" fmla="*/ 1432683 h 3885320"/>
                <a:gd name="connsiteX3" fmla="*/ 3999734 w 4204063"/>
                <a:gd name="connsiteY3" fmla="*/ 2392803 h 3885320"/>
                <a:gd name="connsiteX4" fmla="*/ 3533009 w 4204063"/>
                <a:gd name="connsiteY4" fmla="*/ 3251957 h 3885320"/>
                <a:gd name="connsiteX5" fmla="*/ 2216033 w 4204063"/>
                <a:gd name="connsiteY5" fmla="*/ 3885320 h 3885320"/>
                <a:gd name="connsiteX6" fmla="*/ 866009 w 4204063"/>
                <a:gd name="connsiteY6" fmla="*/ 3280532 h 3885320"/>
                <a:gd name="connsiteX7" fmla="*/ 246480 w 4204063"/>
                <a:gd name="connsiteY7" fmla="*/ 2223662 h 3885320"/>
                <a:gd name="connsiteX8" fmla="*/ 389760 w 4204063"/>
                <a:gd name="connsiteY8" fmla="*/ 1218372 h 3885320"/>
                <a:gd name="connsiteX9" fmla="*/ 994597 w 4204063"/>
                <a:gd name="connsiteY9" fmla="*/ 608772 h 3885320"/>
                <a:gd name="connsiteX10" fmla="*/ 2189581 w 4204063"/>
                <a:gd name="connsiteY10" fmla="*/ 112664 h 38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4063" h="3885320">
                  <a:moveTo>
                    <a:pt x="2189581" y="112664"/>
                  </a:moveTo>
                  <a:cubicBezTo>
                    <a:pt x="2992269" y="-289609"/>
                    <a:pt x="3271083" y="508269"/>
                    <a:pt x="3283196" y="591771"/>
                  </a:cubicBezTo>
                  <a:cubicBezTo>
                    <a:pt x="3178507" y="652365"/>
                    <a:pt x="4047274" y="600564"/>
                    <a:pt x="3885435" y="1432683"/>
                  </a:cubicBezTo>
                  <a:cubicBezTo>
                    <a:pt x="4384545" y="1718433"/>
                    <a:pt x="4195949" y="2268978"/>
                    <a:pt x="3999734" y="2392803"/>
                  </a:cubicBezTo>
                  <a:cubicBezTo>
                    <a:pt x="4136259" y="3018913"/>
                    <a:pt x="3834634" y="3006847"/>
                    <a:pt x="3533009" y="3251957"/>
                  </a:cubicBezTo>
                  <a:cubicBezTo>
                    <a:pt x="3294042" y="3920278"/>
                    <a:pt x="2350225" y="3293199"/>
                    <a:pt x="2216033" y="3885320"/>
                  </a:cubicBezTo>
                  <a:cubicBezTo>
                    <a:pt x="1966050" y="3378924"/>
                    <a:pt x="1249342" y="3844078"/>
                    <a:pt x="866009" y="3280532"/>
                  </a:cubicBezTo>
                  <a:cubicBezTo>
                    <a:pt x="659499" y="2928242"/>
                    <a:pt x="-32785" y="3652277"/>
                    <a:pt x="246480" y="2223662"/>
                  </a:cubicBezTo>
                  <a:cubicBezTo>
                    <a:pt x="108569" y="2078339"/>
                    <a:pt x="-300870" y="1661351"/>
                    <a:pt x="389760" y="1218372"/>
                  </a:cubicBezTo>
                  <a:cubicBezTo>
                    <a:pt x="366015" y="1023043"/>
                    <a:pt x="301721" y="731938"/>
                    <a:pt x="994597" y="608772"/>
                  </a:cubicBezTo>
                  <a:cubicBezTo>
                    <a:pt x="1278625" y="500553"/>
                    <a:pt x="943528" y="-207742"/>
                    <a:pt x="2189581" y="112664"/>
                  </a:cubicBezTo>
                  <a:close/>
                </a:path>
              </a:pathLst>
            </a:custGeom>
            <a:solidFill>
              <a:srgbClr val="E45218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EA22C7C0-411A-93CF-439D-83CED555D2CB}"/>
                </a:ext>
              </a:extLst>
            </p:cNvPr>
            <p:cNvSpPr/>
            <p:nvPr/>
          </p:nvSpPr>
          <p:spPr>
            <a:xfrm>
              <a:off x="6996229" y="1604657"/>
              <a:ext cx="2844644" cy="2504512"/>
            </a:xfrm>
            <a:custGeom>
              <a:avLst/>
              <a:gdLst>
                <a:gd name="connsiteX0" fmla="*/ 0 w 1571625"/>
                <a:gd name="connsiteY0" fmla="*/ 0 h 2133600"/>
                <a:gd name="connsiteX1" fmla="*/ 1571625 w 1571625"/>
                <a:gd name="connsiteY1" fmla="*/ 0 h 2133600"/>
                <a:gd name="connsiteX2" fmla="*/ 1571625 w 1571625"/>
                <a:gd name="connsiteY2" fmla="*/ 2133600 h 2133600"/>
                <a:gd name="connsiteX3" fmla="*/ 0 w 1571625"/>
                <a:gd name="connsiteY3" fmla="*/ 2133600 h 2133600"/>
                <a:gd name="connsiteX4" fmla="*/ 0 w 1571625"/>
                <a:gd name="connsiteY4" fmla="*/ 0 h 2133600"/>
                <a:gd name="connsiteX0" fmla="*/ 0 w 1704975"/>
                <a:gd name="connsiteY0" fmla="*/ 9525 h 2133600"/>
                <a:gd name="connsiteX1" fmla="*/ 1704975 w 1704975"/>
                <a:gd name="connsiteY1" fmla="*/ 0 h 2133600"/>
                <a:gd name="connsiteX2" fmla="*/ 1704975 w 1704975"/>
                <a:gd name="connsiteY2" fmla="*/ 2133600 h 2133600"/>
                <a:gd name="connsiteX3" fmla="*/ 133350 w 1704975"/>
                <a:gd name="connsiteY3" fmla="*/ 2133600 h 2133600"/>
                <a:gd name="connsiteX4" fmla="*/ 0 w 1704975"/>
                <a:gd name="connsiteY4" fmla="*/ 9525 h 2133600"/>
                <a:gd name="connsiteX0" fmla="*/ 0 w 1962150"/>
                <a:gd name="connsiteY0" fmla="*/ 28575 h 2152650"/>
                <a:gd name="connsiteX1" fmla="*/ 1962150 w 1962150"/>
                <a:gd name="connsiteY1" fmla="*/ 0 h 2152650"/>
                <a:gd name="connsiteX2" fmla="*/ 1704975 w 1962150"/>
                <a:gd name="connsiteY2" fmla="*/ 2152650 h 2152650"/>
                <a:gd name="connsiteX3" fmla="*/ 133350 w 1962150"/>
                <a:gd name="connsiteY3" fmla="*/ 2152650 h 2152650"/>
                <a:gd name="connsiteX4" fmla="*/ 0 w 1962150"/>
                <a:gd name="connsiteY4" fmla="*/ 28575 h 2152650"/>
                <a:gd name="connsiteX0" fmla="*/ 0 w 1962150"/>
                <a:gd name="connsiteY0" fmla="*/ 28575 h 2219325"/>
                <a:gd name="connsiteX1" fmla="*/ 1962150 w 1962150"/>
                <a:gd name="connsiteY1" fmla="*/ 0 h 2219325"/>
                <a:gd name="connsiteX2" fmla="*/ 1038225 w 1962150"/>
                <a:gd name="connsiteY2" fmla="*/ 2219325 h 2219325"/>
                <a:gd name="connsiteX3" fmla="*/ 133350 w 1962150"/>
                <a:gd name="connsiteY3" fmla="*/ 2152650 h 2219325"/>
                <a:gd name="connsiteX4" fmla="*/ 0 w 1962150"/>
                <a:gd name="connsiteY4" fmla="*/ 28575 h 2219325"/>
                <a:gd name="connsiteX0" fmla="*/ 0 w 1962150"/>
                <a:gd name="connsiteY0" fmla="*/ 28575 h 2219325"/>
                <a:gd name="connsiteX1" fmla="*/ 1962150 w 1962150"/>
                <a:gd name="connsiteY1" fmla="*/ 0 h 2219325"/>
                <a:gd name="connsiteX2" fmla="*/ 1038225 w 1962150"/>
                <a:gd name="connsiteY2" fmla="*/ 2219325 h 2219325"/>
                <a:gd name="connsiteX3" fmla="*/ 0 w 1962150"/>
                <a:gd name="connsiteY3" fmla="*/ 28575 h 2219325"/>
                <a:gd name="connsiteX0" fmla="*/ 0 w 2237970"/>
                <a:gd name="connsiteY0" fmla="*/ 28575 h 2219405"/>
                <a:gd name="connsiteX1" fmla="*/ 1962150 w 2237970"/>
                <a:gd name="connsiteY1" fmla="*/ 0 h 2219405"/>
                <a:gd name="connsiteX2" fmla="*/ 1038225 w 2237970"/>
                <a:gd name="connsiteY2" fmla="*/ 2219325 h 2219405"/>
                <a:gd name="connsiteX3" fmla="*/ 0 w 2237970"/>
                <a:gd name="connsiteY3" fmla="*/ 28575 h 2219405"/>
                <a:gd name="connsiteX0" fmla="*/ 187562 w 2425532"/>
                <a:gd name="connsiteY0" fmla="*/ 28575 h 2219406"/>
                <a:gd name="connsiteX1" fmla="*/ 2149712 w 2425532"/>
                <a:gd name="connsiteY1" fmla="*/ 0 h 2219406"/>
                <a:gd name="connsiteX2" fmla="*/ 1225787 w 2425532"/>
                <a:gd name="connsiteY2" fmla="*/ 2219325 h 2219406"/>
                <a:gd name="connsiteX3" fmla="*/ 187562 w 2425532"/>
                <a:gd name="connsiteY3" fmla="*/ 28575 h 2219406"/>
                <a:gd name="connsiteX0" fmla="*/ 187562 w 2589340"/>
                <a:gd name="connsiteY0" fmla="*/ 28575 h 2219406"/>
                <a:gd name="connsiteX1" fmla="*/ 2149712 w 2589340"/>
                <a:gd name="connsiteY1" fmla="*/ 0 h 2219406"/>
                <a:gd name="connsiteX2" fmla="*/ 1225787 w 2589340"/>
                <a:gd name="connsiteY2" fmla="*/ 2219325 h 2219406"/>
                <a:gd name="connsiteX3" fmla="*/ 187562 w 2589340"/>
                <a:gd name="connsiteY3" fmla="*/ 28575 h 2219406"/>
                <a:gd name="connsiteX0" fmla="*/ 443729 w 2845507"/>
                <a:gd name="connsiteY0" fmla="*/ 28575 h 2219388"/>
                <a:gd name="connsiteX1" fmla="*/ 2405879 w 2845507"/>
                <a:gd name="connsiteY1" fmla="*/ 0 h 2219388"/>
                <a:gd name="connsiteX2" fmla="*/ 1481954 w 2845507"/>
                <a:gd name="connsiteY2" fmla="*/ 2219325 h 2219388"/>
                <a:gd name="connsiteX3" fmla="*/ 443729 w 2845507"/>
                <a:gd name="connsiteY3" fmla="*/ 28575 h 2219388"/>
                <a:gd name="connsiteX0" fmla="*/ 443729 w 2845507"/>
                <a:gd name="connsiteY0" fmla="*/ 195955 h 2386768"/>
                <a:gd name="connsiteX1" fmla="*/ 2405879 w 2845507"/>
                <a:gd name="connsiteY1" fmla="*/ 167380 h 2386768"/>
                <a:gd name="connsiteX2" fmla="*/ 1481954 w 2845507"/>
                <a:gd name="connsiteY2" fmla="*/ 2386705 h 2386768"/>
                <a:gd name="connsiteX3" fmla="*/ 443729 w 2845507"/>
                <a:gd name="connsiteY3" fmla="*/ 195955 h 2386768"/>
                <a:gd name="connsiteX0" fmla="*/ 443729 w 2845507"/>
                <a:gd name="connsiteY0" fmla="*/ 289886 h 2480699"/>
                <a:gd name="connsiteX1" fmla="*/ 2405879 w 2845507"/>
                <a:gd name="connsiteY1" fmla="*/ 261311 h 2480699"/>
                <a:gd name="connsiteX2" fmla="*/ 1481954 w 2845507"/>
                <a:gd name="connsiteY2" fmla="*/ 2480636 h 2480699"/>
                <a:gd name="connsiteX3" fmla="*/ 443729 w 2845507"/>
                <a:gd name="connsiteY3" fmla="*/ 289886 h 2480699"/>
                <a:gd name="connsiteX0" fmla="*/ 450404 w 2844644"/>
                <a:gd name="connsiteY0" fmla="*/ 289886 h 2504512"/>
                <a:gd name="connsiteX1" fmla="*/ 2412554 w 2844644"/>
                <a:gd name="connsiteY1" fmla="*/ 261311 h 2504512"/>
                <a:gd name="connsiteX2" fmla="*/ 1474341 w 2844644"/>
                <a:gd name="connsiteY2" fmla="*/ 2504449 h 2504512"/>
                <a:gd name="connsiteX3" fmla="*/ 450404 w 2844644"/>
                <a:gd name="connsiteY3" fmla="*/ 289886 h 2504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4644" h="2504512">
                  <a:moveTo>
                    <a:pt x="450404" y="289886"/>
                  </a:moveTo>
                  <a:cubicBezTo>
                    <a:pt x="999679" y="-138739"/>
                    <a:pt x="2091879" y="-43489"/>
                    <a:pt x="2412554" y="261311"/>
                  </a:cubicBezTo>
                  <a:cubicBezTo>
                    <a:pt x="2590354" y="505786"/>
                    <a:pt x="3696841" y="2517149"/>
                    <a:pt x="1474341" y="2504449"/>
                  </a:cubicBezTo>
                  <a:cubicBezTo>
                    <a:pt x="-729109" y="2517149"/>
                    <a:pt x="91629" y="610561"/>
                    <a:pt x="450404" y="289886"/>
                  </a:cubicBezTo>
                  <a:close/>
                </a:path>
              </a:pathLst>
            </a:custGeom>
            <a:solidFill>
              <a:srgbClr val="FFAA1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F6E9284-89F5-CB55-9CF5-A715AC883809}"/>
                </a:ext>
              </a:extLst>
            </p:cNvPr>
            <p:cNvGrpSpPr/>
            <p:nvPr/>
          </p:nvGrpSpPr>
          <p:grpSpPr>
            <a:xfrm>
              <a:off x="7146213" y="1410019"/>
              <a:ext cx="590993" cy="543133"/>
              <a:chOff x="2125857" y="1596979"/>
              <a:chExt cx="590993" cy="543133"/>
            </a:xfrm>
          </p:grpSpPr>
          <p:sp>
            <p:nvSpPr>
              <p:cNvPr id="127" name="Oval 6">
                <a:extLst>
                  <a:ext uri="{FF2B5EF4-FFF2-40B4-BE49-F238E27FC236}">
                    <a16:creationId xmlns:a16="http://schemas.microsoft.com/office/drawing/2014/main" id="{9C482A84-C981-C575-B8F7-F551B8C4DE19}"/>
                  </a:ext>
                </a:extLst>
              </p:cNvPr>
              <p:cNvSpPr/>
              <p:nvPr/>
            </p:nvSpPr>
            <p:spPr>
              <a:xfrm rot="20198826">
                <a:off x="2125857" y="1596979"/>
                <a:ext cx="590993" cy="543133"/>
              </a:xfrm>
              <a:custGeom>
                <a:avLst/>
                <a:gdLst>
                  <a:gd name="connsiteX0" fmla="*/ 0 w 711708"/>
                  <a:gd name="connsiteY0" fmla="*/ 283919 h 567838"/>
                  <a:gd name="connsiteX1" fmla="*/ 355854 w 711708"/>
                  <a:gd name="connsiteY1" fmla="*/ 0 h 567838"/>
                  <a:gd name="connsiteX2" fmla="*/ 711708 w 711708"/>
                  <a:gd name="connsiteY2" fmla="*/ 283919 h 567838"/>
                  <a:gd name="connsiteX3" fmla="*/ 355854 w 711708"/>
                  <a:gd name="connsiteY3" fmla="*/ 567838 h 567838"/>
                  <a:gd name="connsiteX4" fmla="*/ 0 w 711708"/>
                  <a:gd name="connsiteY4" fmla="*/ 283919 h 567838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2628 w 726189"/>
                  <a:gd name="connsiteY0" fmla="*/ 283919 h 575392"/>
                  <a:gd name="connsiteX1" fmla="*/ 358482 w 726189"/>
                  <a:gd name="connsiteY1" fmla="*/ 0 h 575392"/>
                  <a:gd name="connsiteX2" fmla="*/ 714336 w 726189"/>
                  <a:gd name="connsiteY2" fmla="*/ 283919 h 575392"/>
                  <a:gd name="connsiteX3" fmla="*/ 611040 w 726189"/>
                  <a:gd name="connsiteY3" fmla="*/ 478580 h 575392"/>
                  <a:gd name="connsiteX4" fmla="*/ 358482 w 726189"/>
                  <a:gd name="connsiteY4" fmla="*/ 567838 h 575392"/>
                  <a:gd name="connsiteX5" fmla="*/ 204819 w 726189"/>
                  <a:gd name="connsiteY5" fmla="*/ 538354 h 575392"/>
                  <a:gd name="connsiteX6" fmla="*/ 2628 w 726189"/>
                  <a:gd name="connsiteY6" fmla="*/ 283919 h 575392"/>
                  <a:gd name="connsiteX0" fmla="*/ 3350 w 729519"/>
                  <a:gd name="connsiteY0" fmla="*/ 283919 h 548781"/>
                  <a:gd name="connsiteX1" fmla="*/ 359204 w 729519"/>
                  <a:gd name="connsiteY1" fmla="*/ 0 h 548781"/>
                  <a:gd name="connsiteX2" fmla="*/ 715058 w 729519"/>
                  <a:gd name="connsiteY2" fmla="*/ 283919 h 548781"/>
                  <a:gd name="connsiteX3" fmla="*/ 611762 w 729519"/>
                  <a:gd name="connsiteY3" fmla="*/ 478580 h 548781"/>
                  <a:gd name="connsiteX4" fmla="*/ 205541 w 729519"/>
                  <a:gd name="connsiteY4" fmla="*/ 538354 h 548781"/>
                  <a:gd name="connsiteX5" fmla="*/ 3350 w 729519"/>
                  <a:gd name="connsiteY5" fmla="*/ 283919 h 548781"/>
                  <a:gd name="connsiteX0" fmla="*/ 3350 w 614268"/>
                  <a:gd name="connsiteY0" fmla="*/ 287070 h 560524"/>
                  <a:gd name="connsiteX1" fmla="*/ 359204 w 614268"/>
                  <a:gd name="connsiteY1" fmla="*/ 3151 h 560524"/>
                  <a:gd name="connsiteX2" fmla="*/ 611762 w 614268"/>
                  <a:gd name="connsiteY2" fmla="*/ 481731 h 560524"/>
                  <a:gd name="connsiteX3" fmla="*/ 205541 w 614268"/>
                  <a:gd name="connsiteY3" fmla="*/ 541505 h 560524"/>
                  <a:gd name="connsiteX4" fmla="*/ 3350 w 614268"/>
                  <a:gd name="connsiteY4" fmla="*/ 287070 h 560524"/>
                  <a:gd name="connsiteX0" fmla="*/ 8313 w 416682"/>
                  <a:gd name="connsiteY0" fmla="*/ 538538 h 578514"/>
                  <a:gd name="connsiteX1" fmla="*/ 161976 w 416682"/>
                  <a:gd name="connsiteY1" fmla="*/ 184 h 578514"/>
                  <a:gd name="connsiteX2" fmla="*/ 414534 w 416682"/>
                  <a:gd name="connsiteY2" fmla="*/ 478764 h 578514"/>
                  <a:gd name="connsiteX3" fmla="*/ 8313 w 416682"/>
                  <a:gd name="connsiteY3" fmla="*/ 538538 h 578514"/>
                  <a:gd name="connsiteX0" fmla="*/ 104037 w 559169"/>
                  <a:gd name="connsiteY0" fmla="*/ 542759 h 582735"/>
                  <a:gd name="connsiteX1" fmla="*/ 257700 w 559169"/>
                  <a:gd name="connsiteY1" fmla="*/ 4405 h 582735"/>
                  <a:gd name="connsiteX2" fmla="*/ 510258 w 559169"/>
                  <a:gd name="connsiteY2" fmla="*/ 482985 h 582735"/>
                  <a:gd name="connsiteX3" fmla="*/ 104037 w 559169"/>
                  <a:gd name="connsiteY3" fmla="*/ 542759 h 582735"/>
                  <a:gd name="connsiteX0" fmla="*/ 125777 w 599246"/>
                  <a:gd name="connsiteY0" fmla="*/ 543217 h 583193"/>
                  <a:gd name="connsiteX1" fmla="*/ 279440 w 599246"/>
                  <a:gd name="connsiteY1" fmla="*/ 4863 h 583193"/>
                  <a:gd name="connsiteX2" fmla="*/ 531998 w 599246"/>
                  <a:gd name="connsiteY2" fmla="*/ 483443 h 583193"/>
                  <a:gd name="connsiteX3" fmla="*/ 125777 w 599246"/>
                  <a:gd name="connsiteY3" fmla="*/ 543217 h 583193"/>
                  <a:gd name="connsiteX0" fmla="*/ 139155 w 612624"/>
                  <a:gd name="connsiteY0" fmla="*/ 543217 h 579358"/>
                  <a:gd name="connsiteX1" fmla="*/ 292818 w 612624"/>
                  <a:gd name="connsiteY1" fmla="*/ 4863 h 579358"/>
                  <a:gd name="connsiteX2" fmla="*/ 545376 w 612624"/>
                  <a:gd name="connsiteY2" fmla="*/ 483443 h 579358"/>
                  <a:gd name="connsiteX3" fmla="*/ 139155 w 612624"/>
                  <a:gd name="connsiteY3" fmla="*/ 543217 h 579358"/>
                  <a:gd name="connsiteX0" fmla="*/ 127645 w 590993"/>
                  <a:gd name="connsiteY0" fmla="*/ 543133 h 579274"/>
                  <a:gd name="connsiteX1" fmla="*/ 281308 w 590993"/>
                  <a:gd name="connsiteY1" fmla="*/ 4779 h 579274"/>
                  <a:gd name="connsiteX2" fmla="*/ 533866 w 590993"/>
                  <a:gd name="connsiteY2" fmla="*/ 483359 h 579274"/>
                  <a:gd name="connsiteX3" fmla="*/ 127645 w 590993"/>
                  <a:gd name="connsiteY3" fmla="*/ 543133 h 579274"/>
                  <a:gd name="connsiteX0" fmla="*/ 127645 w 590993"/>
                  <a:gd name="connsiteY0" fmla="*/ 543133 h 634573"/>
                  <a:gd name="connsiteX1" fmla="*/ 281308 w 590993"/>
                  <a:gd name="connsiteY1" fmla="*/ 4779 h 634573"/>
                  <a:gd name="connsiteX2" fmla="*/ 533866 w 590993"/>
                  <a:gd name="connsiteY2" fmla="*/ 483359 h 634573"/>
                  <a:gd name="connsiteX3" fmla="*/ 219085 w 590993"/>
                  <a:gd name="connsiteY3" fmla="*/ 634573 h 634573"/>
                  <a:gd name="connsiteX0" fmla="*/ 127645 w 590993"/>
                  <a:gd name="connsiteY0" fmla="*/ 543133 h 543133"/>
                  <a:gd name="connsiteX1" fmla="*/ 281308 w 590993"/>
                  <a:gd name="connsiteY1" fmla="*/ 4779 h 543133"/>
                  <a:gd name="connsiteX2" fmla="*/ 533866 w 590993"/>
                  <a:gd name="connsiteY2" fmla="*/ 483359 h 54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0993" h="543133">
                    <a:moveTo>
                      <a:pt x="127645" y="543133"/>
                    </a:moveTo>
                    <a:cubicBezTo>
                      <a:pt x="45505" y="472017"/>
                      <a:pt x="-179549" y="60272"/>
                      <a:pt x="281308" y="4779"/>
                    </a:cubicBezTo>
                    <a:cubicBezTo>
                      <a:pt x="742165" y="-50714"/>
                      <a:pt x="559476" y="393633"/>
                      <a:pt x="533866" y="483359"/>
                    </a:cubicBezTo>
                  </a:path>
                </a:pathLst>
              </a:custGeom>
              <a:solidFill>
                <a:srgbClr val="FFAA13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Oval 7">
                <a:extLst>
                  <a:ext uri="{FF2B5EF4-FFF2-40B4-BE49-F238E27FC236}">
                    <a16:creationId xmlns:a16="http://schemas.microsoft.com/office/drawing/2014/main" id="{7FF9B279-1727-E10F-B9C6-05722CD68B21}"/>
                  </a:ext>
                </a:extLst>
              </p:cNvPr>
              <p:cNvSpPr/>
              <p:nvPr/>
            </p:nvSpPr>
            <p:spPr>
              <a:xfrm rot="20198826">
                <a:off x="2283522" y="1781457"/>
                <a:ext cx="336380" cy="324187"/>
              </a:xfrm>
              <a:custGeom>
                <a:avLst/>
                <a:gdLst>
                  <a:gd name="connsiteX0" fmla="*/ 0 w 467532"/>
                  <a:gd name="connsiteY0" fmla="*/ 283919 h 567838"/>
                  <a:gd name="connsiteX1" fmla="*/ 233766 w 467532"/>
                  <a:gd name="connsiteY1" fmla="*/ 0 h 567838"/>
                  <a:gd name="connsiteX2" fmla="*/ 467532 w 467532"/>
                  <a:gd name="connsiteY2" fmla="*/ 283919 h 567838"/>
                  <a:gd name="connsiteX3" fmla="*/ 233766 w 467532"/>
                  <a:gd name="connsiteY3" fmla="*/ 567838 h 567838"/>
                  <a:gd name="connsiteX4" fmla="*/ 0 w 467532"/>
                  <a:gd name="connsiteY4" fmla="*/ 283919 h 567838"/>
                  <a:gd name="connsiteX0" fmla="*/ 0 w 467532"/>
                  <a:gd name="connsiteY0" fmla="*/ 283919 h 319409"/>
                  <a:gd name="connsiteX1" fmla="*/ 233766 w 467532"/>
                  <a:gd name="connsiteY1" fmla="*/ 0 h 319409"/>
                  <a:gd name="connsiteX2" fmla="*/ 467532 w 467532"/>
                  <a:gd name="connsiteY2" fmla="*/ 283919 h 319409"/>
                  <a:gd name="connsiteX3" fmla="*/ 0 w 467532"/>
                  <a:gd name="connsiteY3" fmla="*/ 283919 h 319409"/>
                  <a:gd name="connsiteX0" fmla="*/ 0 w 299446"/>
                  <a:gd name="connsiteY0" fmla="*/ 333503 h 352714"/>
                  <a:gd name="connsiteX1" fmla="*/ 65680 w 299446"/>
                  <a:gd name="connsiteY1" fmla="*/ 354 h 352714"/>
                  <a:gd name="connsiteX2" fmla="*/ 299446 w 299446"/>
                  <a:gd name="connsiteY2" fmla="*/ 284273 h 352714"/>
                  <a:gd name="connsiteX3" fmla="*/ 0 w 299446"/>
                  <a:gd name="connsiteY3" fmla="*/ 333503 h 352714"/>
                  <a:gd name="connsiteX0" fmla="*/ 4686 w 196564"/>
                  <a:gd name="connsiteY0" fmla="*/ 333460 h 353461"/>
                  <a:gd name="connsiteX1" fmla="*/ 70366 w 196564"/>
                  <a:gd name="connsiteY1" fmla="*/ 311 h 353461"/>
                  <a:gd name="connsiteX2" fmla="*/ 196564 w 196564"/>
                  <a:gd name="connsiteY2" fmla="*/ 287066 h 353461"/>
                  <a:gd name="connsiteX3" fmla="*/ 4686 w 196564"/>
                  <a:gd name="connsiteY3" fmla="*/ 333460 h 353461"/>
                  <a:gd name="connsiteX0" fmla="*/ 74777 w 299977"/>
                  <a:gd name="connsiteY0" fmla="*/ 333373 h 353374"/>
                  <a:gd name="connsiteX1" fmla="*/ 140457 w 299977"/>
                  <a:gd name="connsiteY1" fmla="*/ 224 h 353374"/>
                  <a:gd name="connsiteX2" fmla="*/ 266655 w 299977"/>
                  <a:gd name="connsiteY2" fmla="*/ 286979 h 353374"/>
                  <a:gd name="connsiteX3" fmla="*/ 74777 w 299977"/>
                  <a:gd name="connsiteY3" fmla="*/ 333373 h 353374"/>
                  <a:gd name="connsiteX0" fmla="*/ 98043 w 308026"/>
                  <a:gd name="connsiteY0" fmla="*/ 321913 h 341073"/>
                  <a:gd name="connsiteX1" fmla="*/ 130235 w 308026"/>
                  <a:gd name="connsiteY1" fmla="*/ 243 h 341073"/>
                  <a:gd name="connsiteX2" fmla="*/ 289921 w 308026"/>
                  <a:gd name="connsiteY2" fmla="*/ 275519 h 341073"/>
                  <a:gd name="connsiteX3" fmla="*/ 98043 w 308026"/>
                  <a:gd name="connsiteY3" fmla="*/ 321913 h 341073"/>
                  <a:gd name="connsiteX0" fmla="*/ 73834 w 269300"/>
                  <a:gd name="connsiteY0" fmla="*/ 322194 h 341354"/>
                  <a:gd name="connsiteX1" fmla="*/ 106026 w 269300"/>
                  <a:gd name="connsiteY1" fmla="*/ 524 h 341354"/>
                  <a:gd name="connsiteX2" fmla="*/ 265712 w 269300"/>
                  <a:gd name="connsiteY2" fmla="*/ 275800 h 341354"/>
                  <a:gd name="connsiteX3" fmla="*/ 73834 w 269300"/>
                  <a:gd name="connsiteY3" fmla="*/ 322194 h 341354"/>
                  <a:gd name="connsiteX0" fmla="*/ 108014 w 303480"/>
                  <a:gd name="connsiteY0" fmla="*/ 322194 h 344918"/>
                  <a:gd name="connsiteX1" fmla="*/ 140206 w 303480"/>
                  <a:gd name="connsiteY1" fmla="*/ 524 h 344918"/>
                  <a:gd name="connsiteX2" fmla="*/ 299892 w 303480"/>
                  <a:gd name="connsiteY2" fmla="*/ 275800 h 344918"/>
                  <a:gd name="connsiteX3" fmla="*/ 108014 w 303480"/>
                  <a:gd name="connsiteY3" fmla="*/ 322194 h 344918"/>
                  <a:gd name="connsiteX0" fmla="*/ 108014 w 336380"/>
                  <a:gd name="connsiteY0" fmla="*/ 322097 h 344821"/>
                  <a:gd name="connsiteX1" fmla="*/ 140206 w 336380"/>
                  <a:gd name="connsiteY1" fmla="*/ 427 h 344821"/>
                  <a:gd name="connsiteX2" fmla="*/ 299892 w 336380"/>
                  <a:gd name="connsiteY2" fmla="*/ 275703 h 344821"/>
                  <a:gd name="connsiteX3" fmla="*/ 108014 w 336380"/>
                  <a:gd name="connsiteY3" fmla="*/ 322097 h 344821"/>
                  <a:gd name="connsiteX0" fmla="*/ 108014 w 336380"/>
                  <a:gd name="connsiteY0" fmla="*/ 322097 h 325923"/>
                  <a:gd name="connsiteX1" fmla="*/ 140206 w 336380"/>
                  <a:gd name="connsiteY1" fmla="*/ 427 h 325923"/>
                  <a:gd name="connsiteX2" fmla="*/ 299892 w 336380"/>
                  <a:gd name="connsiteY2" fmla="*/ 275703 h 325923"/>
                  <a:gd name="connsiteX3" fmla="*/ 108014 w 336380"/>
                  <a:gd name="connsiteY3" fmla="*/ 322097 h 325923"/>
                  <a:gd name="connsiteX0" fmla="*/ 108014 w 336380"/>
                  <a:gd name="connsiteY0" fmla="*/ 322097 h 324187"/>
                  <a:gd name="connsiteX1" fmla="*/ 140206 w 336380"/>
                  <a:gd name="connsiteY1" fmla="*/ 427 h 324187"/>
                  <a:gd name="connsiteX2" fmla="*/ 299892 w 336380"/>
                  <a:gd name="connsiteY2" fmla="*/ 275703 h 324187"/>
                  <a:gd name="connsiteX3" fmla="*/ 108014 w 336380"/>
                  <a:gd name="connsiteY3" fmla="*/ 322097 h 324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380" h="324187">
                    <a:moveTo>
                      <a:pt x="108014" y="322097"/>
                    </a:moveTo>
                    <a:cubicBezTo>
                      <a:pt x="-21448" y="268124"/>
                      <a:pt x="-61249" y="10204"/>
                      <a:pt x="140206" y="427"/>
                    </a:cubicBezTo>
                    <a:cubicBezTo>
                      <a:pt x="341661" y="-9350"/>
                      <a:pt x="374221" y="150992"/>
                      <a:pt x="299892" y="275703"/>
                    </a:cubicBezTo>
                    <a:cubicBezTo>
                      <a:pt x="259738" y="301757"/>
                      <a:pt x="214768" y="332546"/>
                      <a:pt x="108014" y="322097"/>
                    </a:cubicBezTo>
                    <a:close/>
                  </a:path>
                </a:pathLst>
              </a:custGeom>
              <a:solidFill>
                <a:srgbClr val="E45218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2" name="Rectangle 23">
              <a:extLst>
                <a:ext uri="{FF2B5EF4-FFF2-40B4-BE49-F238E27FC236}">
                  <a16:creationId xmlns:a16="http://schemas.microsoft.com/office/drawing/2014/main" id="{6540BC1F-7FD1-EC49-FBBF-68DD077B2FED}"/>
                </a:ext>
              </a:extLst>
            </p:cNvPr>
            <p:cNvSpPr/>
            <p:nvPr/>
          </p:nvSpPr>
          <p:spPr>
            <a:xfrm>
              <a:off x="10428999" y="4250498"/>
              <a:ext cx="701645" cy="659310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5" h="659310">
                  <a:moveTo>
                    <a:pt x="0" y="258367"/>
                  </a:moveTo>
                  <a:cubicBezTo>
                    <a:pt x="67194" y="-135333"/>
                    <a:pt x="429664" y="13892"/>
                    <a:pt x="515908" y="105967"/>
                  </a:cubicBezTo>
                  <a:cubicBezTo>
                    <a:pt x="658782" y="226617"/>
                    <a:pt x="501620" y="513954"/>
                    <a:pt x="701645" y="525067"/>
                  </a:cubicBezTo>
                  <a:cubicBezTo>
                    <a:pt x="220113" y="912417"/>
                    <a:pt x="233882" y="347267"/>
                    <a:pt x="0" y="258367"/>
                  </a:cubicBezTo>
                  <a:close/>
                </a:path>
              </a:pathLst>
            </a:custGeom>
            <a:solidFill>
              <a:srgbClr val="E45218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BC21AB7-BF05-E04E-D7B3-131AB5574840}"/>
                </a:ext>
              </a:extLst>
            </p:cNvPr>
            <p:cNvGrpSpPr/>
            <p:nvPr/>
          </p:nvGrpSpPr>
          <p:grpSpPr>
            <a:xfrm flipH="1">
              <a:off x="9086237" y="1373513"/>
              <a:ext cx="590993" cy="543133"/>
              <a:chOff x="2125857" y="1596979"/>
              <a:chExt cx="590993" cy="543133"/>
            </a:xfrm>
          </p:grpSpPr>
          <p:sp>
            <p:nvSpPr>
              <p:cNvPr id="115" name="Oval 6">
                <a:extLst>
                  <a:ext uri="{FF2B5EF4-FFF2-40B4-BE49-F238E27FC236}">
                    <a16:creationId xmlns:a16="http://schemas.microsoft.com/office/drawing/2014/main" id="{2BAA12AE-2028-4ABE-4AC6-EAC39679C450}"/>
                  </a:ext>
                </a:extLst>
              </p:cNvPr>
              <p:cNvSpPr/>
              <p:nvPr/>
            </p:nvSpPr>
            <p:spPr>
              <a:xfrm rot="20198826">
                <a:off x="2125857" y="1596979"/>
                <a:ext cx="590993" cy="543133"/>
              </a:xfrm>
              <a:custGeom>
                <a:avLst/>
                <a:gdLst>
                  <a:gd name="connsiteX0" fmla="*/ 0 w 711708"/>
                  <a:gd name="connsiteY0" fmla="*/ 283919 h 567838"/>
                  <a:gd name="connsiteX1" fmla="*/ 355854 w 711708"/>
                  <a:gd name="connsiteY1" fmla="*/ 0 h 567838"/>
                  <a:gd name="connsiteX2" fmla="*/ 711708 w 711708"/>
                  <a:gd name="connsiteY2" fmla="*/ 283919 h 567838"/>
                  <a:gd name="connsiteX3" fmla="*/ 355854 w 711708"/>
                  <a:gd name="connsiteY3" fmla="*/ 567838 h 567838"/>
                  <a:gd name="connsiteX4" fmla="*/ 0 w 711708"/>
                  <a:gd name="connsiteY4" fmla="*/ 283919 h 567838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0 w 723561"/>
                  <a:gd name="connsiteY0" fmla="*/ 283919 h 575780"/>
                  <a:gd name="connsiteX1" fmla="*/ 355854 w 723561"/>
                  <a:gd name="connsiteY1" fmla="*/ 0 h 575780"/>
                  <a:gd name="connsiteX2" fmla="*/ 711708 w 723561"/>
                  <a:gd name="connsiteY2" fmla="*/ 283919 h 575780"/>
                  <a:gd name="connsiteX3" fmla="*/ 608412 w 723561"/>
                  <a:gd name="connsiteY3" fmla="*/ 478580 h 575780"/>
                  <a:gd name="connsiteX4" fmla="*/ 355854 w 723561"/>
                  <a:gd name="connsiteY4" fmla="*/ 567838 h 575780"/>
                  <a:gd name="connsiteX5" fmla="*/ 0 w 723561"/>
                  <a:gd name="connsiteY5" fmla="*/ 283919 h 575780"/>
                  <a:gd name="connsiteX0" fmla="*/ 2628 w 726189"/>
                  <a:gd name="connsiteY0" fmla="*/ 283919 h 575392"/>
                  <a:gd name="connsiteX1" fmla="*/ 358482 w 726189"/>
                  <a:gd name="connsiteY1" fmla="*/ 0 h 575392"/>
                  <a:gd name="connsiteX2" fmla="*/ 714336 w 726189"/>
                  <a:gd name="connsiteY2" fmla="*/ 283919 h 575392"/>
                  <a:gd name="connsiteX3" fmla="*/ 611040 w 726189"/>
                  <a:gd name="connsiteY3" fmla="*/ 478580 h 575392"/>
                  <a:gd name="connsiteX4" fmla="*/ 358482 w 726189"/>
                  <a:gd name="connsiteY4" fmla="*/ 567838 h 575392"/>
                  <a:gd name="connsiteX5" fmla="*/ 204819 w 726189"/>
                  <a:gd name="connsiteY5" fmla="*/ 538354 h 575392"/>
                  <a:gd name="connsiteX6" fmla="*/ 2628 w 726189"/>
                  <a:gd name="connsiteY6" fmla="*/ 283919 h 575392"/>
                  <a:gd name="connsiteX0" fmla="*/ 3350 w 729519"/>
                  <a:gd name="connsiteY0" fmla="*/ 283919 h 548781"/>
                  <a:gd name="connsiteX1" fmla="*/ 359204 w 729519"/>
                  <a:gd name="connsiteY1" fmla="*/ 0 h 548781"/>
                  <a:gd name="connsiteX2" fmla="*/ 715058 w 729519"/>
                  <a:gd name="connsiteY2" fmla="*/ 283919 h 548781"/>
                  <a:gd name="connsiteX3" fmla="*/ 611762 w 729519"/>
                  <a:gd name="connsiteY3" fmla="*/ 478580 h 548781"/>
                  <a:gd name="connsiteX4" fmla="*/ 205541 w 729519"/>
                  <a:gd name="connsiteY4" fmla="*/ 538354 h 548781"/>
                  <a:gd name="connsiteX5" fmla="*/ 3350 w 729519"/>
                  <a:gd name="connsiteY5" fmla="*/ 283919 h 548781"/>
                  <a:gd name="connsiteX0" fmla="*/ 3350 w 614268"/>
                  <a:gd name="connsiteY0" fmla="*/ 287070 h 560524"/>
                  <a:gd name="connsiteX1" fmla="*/ 359204 w 614268"/>
                  <a:gd name="connsiteY1" fmla="*/ 3151 h 560524"/>
                  <a:gd name="connsiteX2" fmla="*/ 611762 w 614268"/>
                  <a:gd name="connsiteY2" fmla="*/ 481731 h 560524"/>
                  <a:gd name="connsiteX3" fmla="*/ 205541 w 614268"/>
                  <a:gd name="connsiteY3" fmla="*/ 541505 h 560524"/>
                  <a:gd name="connsiteX4" fmla="*/ 3350 w 614268"/>
                  <a:gd name="connsiteY4" fmla="*/ 287070 h 560524"/>
                  <a:gd name="connsiteX0" fmla="*/ 8313 w 416682"/>
                  <a:gd name="connsiteY0" fmla="*/ 538538 h 578514"/>
                  <a:gd name="connsiteX1" fmla="*/ 161976 w 416682"/>
                  <a:gd name="connsiteY1" fmla="*/ 184 h 578514"/>
                  <a:gd name="connsiteX2" fmla="*/ 414534 w 416682"/>
                  <a:gd name="connsiteY2" fmla="*/ 478764 h 578514"/>
                  <a:gd name="connsiteX3" fmla="*/ 8313 w 416682"/>
                  <a:gd name="connsiteY3" fmla="*/ 538538 h 578514"/>
                  <a:gd name="connsiteX0" fmla="*/ 104037 w 559169"/>
                  <a:gd name="connsiteY0" fmla="*/ 542759 h 582735"/>
                  <a:gd name="connsiteX1" fmla="*/ 257700 w 559169"/>
                  <a:gd name="connsiteY1" fmla="*/ 4405 h 582735"/>
                  <a:gd name="connsiteX2" fmla="*/ 510258 w 559169"/>
                  <a:gd name="connsiteY2" fmla="*/ 482985 h 582735"/>
                  <a:gd name="connsiteX3" fmla="*/ 104037 w 559169"/>
                  <a:gd name="connsiteY3" fmla="*/ 542759 h 582735"/>
                  <a:gd name="connsiteX0" fmla="*/ 125777 w 599246"/>
                  <a:gd name="connsiteY0" fmla="*/ 543217 h 583193"/>
                  <a:gd name="connsiteX1" fmla="*/ 279440 w 599246"/>
                  <a:gd name="connsiteY1" fmla="*/ 4863 h 583193"/>
                  <a:gd name="connsiteX2" fmla="*/ 531998 w 599246"/>
                  <a:gd name="connsiteY2" fmla="*/ 483443 h 583193"/>
                  <a:gd name="connsiteX3" fmla="*/ 125777 w 599246"/>
                  <a:gd name="connsiteY3" fmla="*/ 543217 h 583193"/>
                  <a:gd name="connsiteX0" fmla="*/ 139155 w 612624"/>
                  <a:gd name="connsiteY0" fmla="*/ 543217 h 579358"/>
                  <a:gd name="connsiteX1" fmla="*/ 292818 w 612624"/>
                  <a:gd name="connsiteY1" fmla="*/ 4863 h 579358"/>
                  <a:gd name="connsiteX2" fmla="*/ 545376 w 612624"/>
                  <a:gd name="connsiteY2" fmla="*/ 483443 h 579358"/>
                  <a:gd name="connsiteX3" fmla="*/ 139155 w 612624"/>
                  <a:gd name="connsiteY3" fmla="*/ 543217 h 579358"/>
                  <a:gd name="connsiteX0" fmla="*/ 127645 w 590993"/>
                  <a:gd name="connsiteY0" fmla="*/ 543133 h 579274"/>
                  <a:gd name="connsiteX1" fmla="*/ 281308 w 590993"/>
                  <a:gd name="connsiteY1" fmla="*/ 4779 h 579274"/>
                  <a:gd name="connsiteX2" fmla="*/ 533866 w 590993"/>
                  <a:gd name="connsiteY2" fmla="*/ 483359 h 579274"/>
                  <a:gd name="connsiteX3" fmla="*/ 127645 w 590993"/>
                  <a:gd name="connsiteY3" fmla="*/ 543133 h 579274"/>
                  <a:gd name="connsiteX0" fmla="*/ 127645 w 590993"/>
                  <a:gd name="connsiteY0" fmla="*/ 543133 h 634573"/>
                  <a:gd name="connsiteX1" fmla="*/ 281308 w 590993"/>
                  <a:gd name="connsiteY1" fmla="*/ 4779 h 634573"/>
                  <a:gd name="connsiteX2" fmla="*/ 533866 w 590993"/>
                  <a:gd name="connsiteY2" fmla="*/ 483359 h 634573"/>
                  <a:gd name="connsiteX3" fmla="*/ 219085 w 590993"/>
                  <a:gd name="connsiteY3" fmla="*/ 634573 h 634573"/>
                  <a:gd name="connsiteX0" fmla="*/ 127645 w 590993"/>
                  <a:gd name="connsiteY0" fmla="*/ 543133 h 543133"/>
                  <a:gd name="connsiteX1" fmla="*/ 281308 w 590993"/>
                  <a:gd name="connsiteY1" fmla="*/ 4779 h 543133"/>
                  <a:gd name="connsiteX2" fmla="*/ 533866 w 590993"/>
                  <a:gd name="connsiteY2" fmla="*/ 483359 h 543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0993" h="543133">
                    <a:moveTo>
                      <a:pt x="127645" y="543133"/>
                    </a:moveTo>
                    <a:cubicBezTo>
                      <a:pt x="45505" y="472017"/>
                      <a:pt x="-179549" y="60272"/>
                      <a:pt x="281308" y="4779"/>
                    </a:cubicBezTo>
                    <a:cubicBezTo>
                      <a:pt x="742165" y="-50714"/>
                      <a:pt x="559476" y="393633"/>
                      <a:pt x="533866" y="483359"/>
                    </a:cubicBezTo>
                  </a:path>
                </a:pathLst>
              </a:custGeom>
              <a:solidFill>
                <a:srgbClr val="FFAA13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Oval 7">
                <a:extLst>
                  <a:ext uri="{FF2B5EF4-FFF2-40B4-BE49-F238E27FC236}">
                    <a16:creationId xmlns:a16="http://schemas.microsoft.com/office/drawing/2014/main" id="{854915B1-E710-EE6C-04BF-4E2A9D06F476}"/>
                  </a:ext>
                </a:extLst>
              </p:cNvPr>
              <p:cNvSpPr/>
              <p:nvPr/>
            </p:nvSpPr>
            <p:spPr>
              <a:xfrm rot="20198826">
                <a:off x="2283522" y="1781457"/>
                <a:ext cx="336380" cy="324187"/>
              </a:xfrm>
              <a:custGeom>
                <a:avLst/>
                <a:gdLst>
                  <a:gd name="connsiteX0" fmla="*/ 0 w 467532"/>
                  <a:gd name="connsiteY0" fmla="*/ 283919 h 567838"/>
                  <a:gd name="connsiteX1" fmla="*/ 233766 w 467532"/>
                  <a:gd name="connsiteY1" fmla="*/ 0 h 567838"/>
                  <a:gd name="connsiteX2" fmla="*/ 467532 w 467532"/>
                  <a:gd name="connsiteY2" fmla="*/ 283919 h 567838"/>
                  <a:gd name="connsiteX3" fmla="*/ 233766 w 467532"/>
                  <a:gd name="connsiteY3" fmla="*/ 567838 h 567838"/>
                  <a:gd name="connsiteX4" fmla="*/ 0 w 467532"/>
                  <a:gd name="connsiteY4" fmla="*/ 283919 h 567838"/>
                  <a:gd name="connsiteX0" fmla="*/ 0 w 467532"/>
                  <a:gd name="connsiteY0" fmla="*/ 283919 h 319409"/>
                  <a:gd name="connsiteX1" fmla="*/ 233766 w 467532"/>
                  <a:gd name="connsiteY1" fmla="*/ 0 h 319409"/>
                  <a:gd name="connsiteX2" fmla="*/ 467532 w 467532"/>
                  <a:gd name="connsiteY2" fmla="*/ 283919 h 319409"/>
                  <a:gd name="connsiteX3" fmla="*/ 0 w 467532"/>
                  <a:gd name="connsiteY3" fmla="*/ 283919 h 319409"/>
                  <a:gd name="connsiteX0" fmla="*/ 0 w 299446"/>
                  <a:gd name="connsiteY0" fmla="*/ 333503 h 352714"/>
                  <a:gd name="connsiteX1" fmla="*/ 65680 w 299446"/>
                  <a:gd name="connsiteY1" fmla="*/ 354 h 352714"/>
                  <a:gd name="connsiteX2" fmla="*/ 299446 w 299446"/>
                  <a:gd name="connsiteY2" fmla="*/ 284273 h 352714"/>
                  <a:gd name="connsiteX3" fmla="*/ 0 w 299446"/>
                  <a:gd name="connsiteY3" fmla="*/ 333503 h 352714"/>
                  <a:gd name="connsiteX0" fmla="*/ 4686 w 196564"/>
                  <a:gd name="connsiteY0" fmla="*/ 333460 h 353461"/>
                  <a:gd name="connsiteX1" fmla="*/ 70366 w 196564"/>
                  <a:gd name="connsiteY1" fmla="*/ 311 h 353461"/>
                  <a:gd name="connsiteX2" fmla="*/ 196564 w 196564"/>
                  <a:gd name="connsiteY2" fmla="*/ 287066 h 353461"/>
                  <a:gd name="connsiteX3" fmla="*/ 4686 w 196564"/>
                  <a:gd name="connsiteY3" fmla="*/ 333460 h 353461"/>
                  <a:gd name="connsiteX0" fmla="*/ 74777 w 299977"/>
                  <a:gd name="connsiteY0" fmla="*/ 333373 h 353374"/>
                  <a:gd name="connsiteX1" fmla="*/ 140457 w 299977"/>
                  <a:gd name="connsiteY1" fmla="*/ 224 h 353374"/>
                  <a:gd name="connsiteX2" fmla="*/ 266655 w 299977"/>
                  <a:gd name="connsiteY2" fmla="*/ 286979 h 353374"/>
                  <a:gd name="connsiteX3" fmla="*/ 74777 w 299977"/>
                  <a:gd name="connsiteY3" fmla="*/ 333373 h 353374"/>
                  <a:gd name="connsiteX0" fmla="*/ 98043 w 308026"/>
                  <a:gd name="connsiteY0" fmla="*/ 321913 h 341073"/>
                  <a:gd name="connsiteX1" fmla="*/ 130235 w 308026"/>
                  <a:gd name="connsiteY1" fmla="*/ 243 h 341073"/>
                  <a:gd name="connsiteX2" fmla="*/ 289921 w 308026"/>
                  <a:gd name="connsiteY2" fmla="*/ 275519 h 341073"/>
                  <a:gd name="connsiteX3" fmla="*/ 98043 w 308026"/>
                  <a:gd name="connsiteY3" fmla="*/ 321913 h 341073"/>
                  <a:gd name="connsiteX0" fmla="*/ 73834 w 269300"/>
                  <a:gd name="connsiteY0" fmla="*/ 322194 h 341354"/>
                  <a:gd name="connsiteX1" fmla="*/ 106026 w 269300"/>
                  <a:gd name="connsiteY1" fmla="*/ 524 h 341354"/>
                  <a:gd name="connsiteX2" fmla="*/ 265712 w 269300"/>
                  <a:gd name="connsiteY2" fmla="*/ 275800 h 341354"/>
                  <a:gd name="connsiteX3" fmla="*/ 73834 w 269300"/>
                  <a:gd name="connsiteY3" fmla="*/ 322194 h 341354"/>
                  <a:gd name="connsiteX0" fmla="*/ 108014 w 303480"/>
                  <a:gd name="connsiteY0" fmla="*/ 322194 h 344918"/>
                  <a:gd name="connsiteX1" fmla="*/ 140206 w 303480"/>
                  <a:gd name="connsiteY1" fmla="*/ 524 h 344918"/>
                  <a:gd name="connsiteX2" fmla="*/ 299892 w 303480"/>
                  <a:gd name="connsiteY2" fmla="*/ 275800 h 344918"/>
                  <a:gd name="connsiteX3" fmla="*/ 108014 w 303480"/>
                  <a:gd name="connsiteY3" fmla="*/ 322194 h 344918"/>
                  <a:gd name="connsiteX0" fmla="*/ 108014 w 336380"/>
                  <a:gd name="connsiteY0" fmla="*/ 322097 h 344821"/>
                  <a:gd name="connsiteX1" fmla="*/ 140206 w 336380"/>
                  <a:gd name="connsiteY1" fmla="*/ 427 h 344821"/>
                  <a:gd name="connsiteX2" fmla="*/ 299892 w 336380"/>
                  <a:gd name="connsiteY2" fmla="*/ 275703 h 344821"/>
                  <a:gd name="connsiteX3" fmla="*/ 108014 w 336380"/>
                  <a:gd name="connsiteY3" fmla="*/ 322097 h 344821"/>
                  <a:gd name="connsiteX0" fmla="*/ 108014 w 336380"/>
                  <a:gd name="connsiteY0" fmla="*/ 322097 h 325923"/>
                  <a:gd name="connsiteX1" fmla="*/ 140206 w 336380"/>
                  <a:gd name="connsiteY1" fmla="*/ 427 h 325923"/>
                  <a:gd name="connsiteX2" fmla="*/ 299892 w 336380"/>
                  <a:gd name="connsiteY2" fmla="*/ 275703 h 325923"/>
                  <a:gd name="connsiteX3" fmla="*/ 108014 w 336380"/>
                  <a:gd name="connsiteY3" fmla="*/ 322097 h 325923"/>
                  <a:gd name="connsiteX0" fmla="*/ 108014 w 336380"/>
                  <a:gd name="connsiteY0" fmla="*/ 322097 h 324187"/>
                  <a:gd name="connsiteX1" fmla="*/ 140206 w 336380"/>
                  <a:gd name="connsiteY1" fmla="*/ 427 h 324187"/>
                  <a:gd name="connsiteX2" fmla="*/ 299892 w 336380"/>
                  <a:gd name="connsiteY2" fmla="*/ 275703 h 324187"/>
                  <a:gd name="connsiteX3" fmla="*/ 108014 w 336380"/>
                  <a:gd name="connsiteY3" fmla="*/ 322097 h 324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380" h="324187">
                    <a:moveTo>
                      <a:pt x="108014" y="322097"/>
                    </a:moveTo>
                    <a:cubicBezTo>
                      <a:pt x="-21448" y="268124"/>
                      <a:pt x="-61249" y="10204"/>
                      <a:pt x="140206" y="427"/>
                    </a:cubicBezTo>
                    <a:cubicBezTo>
                      <a:pt x="341661" y="-9350"/>
                      <a:pt x="374221" y="150992"/>
                      <a:pt x="299892" y="275703"/>
                    </a:cubicBezTo>
                    <a:cubicBezTo>
                      <a:pt x="259738" y="301757"/>
                      <a:pt x="214768" y="332546"/>
                      <a:pt x="108014" y="322097"/>
                    </a:cubicBezTo>
                    <a:close/>
                  </a:path>
                </a:pathLst>
              </a:custGeom>
              <a:solidFill>
                <a:srgbClr val="E45218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35A3F72-8BCF-BF10-EB47-7F3C5275B6B8}"/>
                </a:ext>
              </a:extLst>
            </p:cNvPr>
            <p:cNvGrpSpPr/>
            <p:nvPr/>
          </p:nvGrpSpPr>
          <p:grpSpPr>
            <a:xfrm>
              <a:off x="8148495" y="2995873"/>
              <a:ext cx="688969" cy="634560"/>
              <a:chOff x="3128139" y="3182833"/>
              <a:chExt cx="688969" cy="634560"/>
            </a:xfrm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37851DCA-A2C3-503E-DB8C-FC992845FF2F}"/>
                  </a:ext>
                </a:extLst>
              </p:cNvPr>
              <p:cNvSpPr/>
              <p:nvPr/>
            </p:nvSpPr>
            <p:spPr>
              <a:xfrm>
                <a:off x="3128139" y="3433910"/>
                <a:ext cx="357932" cy="383483"/>
              </a:xfrm>
              <a:custGeom>
                <a:avLst/>
                <a:gdLst>
                  <a:gd name="connsiteX0" fmla="*/ 321468 w 356106"/>
                  <a:gd name="connsiteY0" fmla="*/ 0 h 308933"/>
                  <a:gd name="connsiteX1" fmla="*/ 326231 w 356106"/>
                  <a:gd name="connsiteY1" fmla="*/ 300037 h 308933"/>
                  <a:gd name="connsiteX2" fmla="*/ 0 w 356106"/>
                  <a:gd name="connsiteY2" fmla="*/ 235743 h 308933"/>
                  <a:gd name="connsiteX3" fmla="*/ 0 w 356106"/>
                  <a:gd name="connsiteY3" fmla="*/ 235743 h 308933"/>
                  <a:gd name="connsiteX0" fmla="*/ 321468 w 356106"/>
                  <a:gd name="connsiteY0" fmla="*/ 0 h 347764"/>
                  <a:gd name="connsiteX1" fmla="*/ 326231 w 356106"/>
                  <a:gd name="connsiteY1" fmla="*/ 300037 h 347764"/>
                  <a:gd name="connsiteX2" fmla="*/ 0 w 356106"/>
                  <a:gd name="connsiteY2" fmla="*/ 235743 h 347764"/>
                  <a:gd name="connsiteX3" fmla="*/ 0 w 356106"/>
                  <a:gd name="connsiteY3" fmla="*/ 235743 h 347764"/>
                  <a:gd name="connsiteX0" fmla="*/ 321468 w 346112"/>
                  <a:gd name="connsiteY0" fmla="*/ 0 h 347764"/>
                  <a:gd name="connsiteX1" fmla="*/ 326231 w 346112"/>
                  <a:gd name="connsiteY1" fmla="*/ 300037 h 347764"/>
                  <a:gd name="connsiteX2" fmla="*/ 0 w 346112"/>
                  <a:gd name="connsiteY2" fmla="*/ 235743 h 347764"/>
                  <a:gd name="connsiteX3" fmla="*/ 0 w 346112"/>
                  <a:gd name="connsiteY3" fmla="*/ 235743 h 347764"/>
                  <a:gd name="connsiteX0" fmla="*/ 328611 w 349549"/>
                  <a:gd name="connsiteY0" fmla="*/ 0 h 383483"/>
                  <a:gd name="connsiteX1" fmla="*/ 326231 w 349549"/>
                  <a:gd name="connsiteY1" fmla="*/ 335756 h 383483"/>
                  <a:gd name="connsiteX2" fmla="*/ 0 w 349549"/>
                  <a:gd name="connsiteY2" fmla="*/ 271462 h 383483"/>
                  <a:gd name="connsiteX3" fmla="*/ 0 w 349549"/>
                  <a:gd name="connsiteY3" fmla="*/ 271462 h 383483"/>
                  <a:gd name="connsiteX0" fmla="*/ 328611 w 342861"/>
                  <a:gd name="connsiteY0" fmla="*/ 0 h 383483"/>
                  <a:gd name="connsiteX1" fmla="*/ 326231 w 342861"/>
                  <a:gd name="connsiteY1" fmla="*/ 335756 h 383483"/>
                  <a:gd name="connsiteX2" fmla="*/ 0 w 342861"/>
                  <a:gd name="connsiteY2" fmla="*/ 271462 h 383483"/>
                  <a:gd name="connsiteX3" fmla="*/ 0 w 342861"/>
                  <a:gd name="connsiteY3" fmla="*/ 271462 h 383483"/>
                  <a:gd name="connsiteX0" fmla="*/ 328611 w 351111"/>
                  <a:gd name="connsiteY0" fmla="*/ 0 h 383483"/>
                  <a:gd name="connsiteX1" fmla="*/ 326231 w 351111"/>
                  <a:gd name="connsiteY1" fmla="*/ 335756 h 383483"/>
                  <a:gd name="connsiteX2" fmla="*/ 0 w 351111"/>
                  <a:gd name="connsiteY2" fmla="*/ 271462 h 383483"/>
                  <a:gd name="connsiteX3" fmla="*/ 0 w 351111"/>
                  <a:gd name="connsiteY3" fmla="*/ 271462 h 383483"/>
                  <a:gd name="connsiteX0" fmla="*/ 328611 w 355290"/>
                  <a:gd name="connsiteY0" fmla="*/ 0 h 383483"/>
                  <a:gd name="connsiteX1" fmla="*/ 326231 w 355290"/>
                  <a:gd name="connsiteY1" fmla="*/ 335756 h 383483"/>
                  <a:gd name="connsiteX2" fmla="*/ 0 w 355290"/>
                  <a:gd name="connsiteY2" fmla="*/ 271462 h 383483"/>
                  <a:gd name="connsiteX3" fmla="*/ 0 w 355290"/>
                  <a:gd name="connsiteY3" fmla="*/ 271462 h 383483"/>
                  <a:gd name="connsiteX0" fmla="*/ 328611 w 357932"/>
                  <a:gd name="connsiteY0" fmla="*/ 0 h 383483"/>
                  <a:gd name="connsiteX1" fmla="*/ 326231 w 357932"/>
                  <a:gd name="connsiteY1" fmla="*/ 335756 h 383483"/>
                  <a:gd name="connsiteX2" fmla="*/ 0 w 357932"/>
                  <a:gd name="connsiteY2" fmla="*/ 271462 h 383483"/>
                  <a:gd name="connsiteX3" fmla="*/ 0 w 357932"/>
                  <a:gd name="connsiteY3" fmla="*/ 271462 h 383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932" h="383483">
                    <a:moveTo>
                      <a:pt x="328611" y="0"/>
                    </a:moveTo>
                    <a:cubicBezTo>
                      <a:pt x="348256" y="37505"/>
                      <a:pt x="384571" y="289322"/>
                      <a:pt x="326231" y="335756"/>
                    </a:cubicBezTo>
                    <a:cubicBezTo>
                      <a:pt x="122634" y="472679"/>
                      <a:pt x="0" y="271462"/>
                      <a:pt x="0" y="271462"/>
                    </a:cubicBezTo>
                    <a:lnTo>
                      <a:pt x="0" y="271462"/>
                    </a:ln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25EED81-33D9-E5E5-6B02-856462E0EF85}"/>
                  </a:ext>
                </a:extLst>
              </p:cNvPr>
              <p:cNvSpPr/>
              <p:nvPr/>
            </p:nvSpPr>
            <p:spPr>
              <a:xfrm flipH="1">
                <a:off x="3459922" y="3405377"/>
                <a:ext cx="357186" cy="407295"/>
              </a:xfrm>
              <a:custGeom>
                <a:avLst/>
                <a:gdLst>
                  <a:gd name="connsiteX0" fmla="*/ 321468 w 356106"/>
                  <a:gd name="connsiteY0" fmla="*/ 0 h 308933"/>
                  <a:gd name="connsiteX1" fmla="*/ 326231 w 356106"/>
                  <a:gd name="connsiteY1" fmla="*/ 300037 h 308933"/>
                  <a:gd name="connsiteX2" fmla="*/ 0 w 356106"/>
                  <a:gd name="connsiteY2" fmla="*/ 235743 h 308933"/>
                  <a:gd name="connsiteX3" fmla="*/ 0 w 356106"/>
                  <a:gd name="connsiteY3" fmla="*/ 235743 h 308933"/>
                  <a:gd name="connsiteX0" fmla="*/ 321468 w 356106"/>
                  <a:gd name="connsiteY0" fmla="*/ 0 h 347764"/>
                  <a:gd name="connsiteX1" fmla="*/ 326231 w 356106"/>
                  <a:gd name="connsiteY1" fmla="*/ 300037 h 347764"/>
                  <a:gd name="connsiteX2" fmla="*/ 0 w 356106"/>
                  <a:gd name="connsiteY2" fmla="*/ 235743 h 347764"/>
                  <a:gd name="connsiteX3" fmla="*/ 0 w 356106"/>
                  <a:gd name="connsiteY3" fmla="*/ 235743 h 347764"/>
                  <a:gd name="connsiteX0" fmla="*/ 321468 w 346112"/>
                  <a:gd name="connsiteY0" fmla="*/ 0 h 347764"/>
                  <a:gd name="connsiteX1" fmla="*/ 326231 w 346112"/>
                  <a:gd name="connsiteY1" fmla="*/ 300037 h 347764"/>
                  <a:gd name="connsiteX2" fmla="*/ 0 w 346112"/>
                  <a:gd name="connsiteY2" fmla="*/ 235743 h 347764"/>
                  <a:gd name="connsiteX3" fmla="*/ 0 w 346112"/>
                  <a:gd name="connsiteY3" fmla="*/ 235743 h 347764"/>
                  <a:gd name="connsiteX0" fmla="*/ 328611 w 349549"/>
                  <a:gd name="connsiteY0" fmla="*/ 0 h 383483"/>
                  <a:gd name="connsiteX1" fmla="*/ 326231 w 349549"/>
                  <a:gd name="connsiteY1" fmla="*/ 335756 h 383483"/>
                  <a:gd name="connsiteX2" fmla="*/ 0 w 349549"/>
                  <a:gd name="connsiteY2" fmla="*/ 271462 h 383483"/>
                  <a:gd name="connsiteX3" fmla="*/ 0 w 349549"/>
                  <a:gd name="connsiteY3" fmla="*/ 271462 h 383483"/>
                  <a:gd name="connsiteX0" fmla="*/ 328611 w 342861"/>
                  <a:gd name="connsiteY0" fmla="*/ 0 h 383483"/>
                  <a:gd name="connsiteX1" fmla="*/ 326231 w 342861"/>
                  <a:gd name="connsiteY1" fmla="*/ 335756 h 383483"/>
                  <a:gd name="connsiteX2" fmla="*/ 0 w 342861"/>
                  <a:gd name="connsiteY2" fmla="*/ 271462 h 383483"/>
                  <a:gd name="connsiteX3" fmla="*/ 0 w 342861"/>
                  <a:gd name="connsiteY3" fmla="*/ 271462 h 383483"/>
                  <a:gd name="connsiteX0" fmla="*/ 328611 w 351111"/>
                  <a:gd name="connsiteY0" fmla="*/ 0 h 383483"/>
                  <a:gd name="connsiteX1" fmla="*/ 326231 w 351111"/>
                  <a:gd name="connsiteY1" fmla="*/ 335756 h 383483"/>
                  <a:gd name="connsiteX2" fmla="*/ 0 w 351111"/>
                  <a:gd name="connsiteY2" fmla="*/ 271462 h 383483"/>
                  <a:gd name="connsiteX3" fmla="*/ 0 w 351111"/>
                  <a:gd name="connsiteY3" fmla="*/ 271462 h 383483"/>
                  <a:gd name="connsiteX0" fmla="*/ 328611 w 355290"/>
                  <a:gd name="connsiteY0" fmla="*/ 0 h 383483"/>
                  <a:gd name="connsiteX1" fmla="*/ 326231 w 355290"/>
                  <a:gd name="connsiteY1" fmla="*/ 335756 h 383483"/>
                  <a:gd name="connsiteX2" fmla="*/ 0 w 355290"/>
                  <a:gd name="connsiteY2" fmla="*/ 271462 h 383483"/>
                  <a:gd name="connsiteX3" fmla="*/ 0 w 355290"/>
                  <a:gd name="connsiteY3" fmla="*/ 271462 h 383483"/>
                  <a:gd name="connsiteX0" fmla="*/ 328611 w 357932"/>
                  <a:gd name="connsiteY0" fmla="*/ 0 h 383483"/>
                  <a:gd name="connsiteX1" fmla="*/ 326231 w 357932"/>
                  <a:gd name="connsiteY1" fmla="*/ 335756 h 383483"/>
                  <a:gd name="connsiteX2" fmla="*/ 0 w 357932"/>
                  <a:gd name="connsiteY2" fmla="*/ 271462 h 383483"/>
                  <a:gd name="connsiteX3" fmla="*/ 0 w 357932"/>
                  <a:gd name="connsiteY3" fmla="*/ 271462 h 383483"/>
                  <a:gd name="connsiteX0" fmla="*/ 357186 w 371625"/>
                  <a:gd name="connsiteY0" fmla="*/ 0 h 407295"/>
                  <a:gd name="connsiteX1" fmla="*/ 326231 w 371625"/>
                  <a:gd name="connsiteY1" fmla="*/ 359568 h 407295"/>
                  <a:gd name="connsiteX2" fmla="*/ 0 w 371625"/>
                  <a:gd name="connsiteY2" fmla="*/ 295274 h 407295"/>
                  <a:gd name="connsiteX3" fmla="*/ 0 w 371625"/>
                  <a:gd name="connsiteY3" fmla="*/ 295274 h 407295"/>
                  <a:gd name="connsiteX0" fmla="*/ 357186 w 362023"/>
                  <a:gd name="connsiteY0" fmla="*/ 0 h 407295"/>
                  <a:gd name="connsiteX1" fmla="*/ 326231 w 362023"/>
                  <a:gd name="connsiteY1" fmla="*/ 359568 h 407295"/>
                  <a:gd name="connsiteX2" fmla="*/ 0 w 362023"/>
                  <a:gd name="connsiteY2" fmla="*/ 295274 h 407295"/>
                  <a:gd name="connsiteX3" fmla="*/ 0 w 362023"/>
                  <a:gd name="connsiteY3" fmla="*/ 295274 h 407295"/>
                  <a:gd name="connsiteX0" fmla="*/ 357186 w 359615"/>
                  <a:gd name="connsiteY0" fmla="*/ 0 h 407295"/>
                  <a:gd name="connsiteX1" fmla="*/ 352388 w 359615"/>
                  <a:gd name="connsiteY1" fmla="*/ 91499 h 407295"/>
                  <a:gd name="connsiteX2" fmla="*/ 326231 w 359615"/>
                  <a:gd name="connsiteY2" fmla="*/ 359568 h 407295"/>
                  <a:gd name="connsiteX3" fmla="*/ 0 w 359615"/>
                  <a:gd name="connsiteY3" fmla="*/ 295274 h 407295"/>
                  <a:gd name="connsiteX4" fmla="*/ 0 w 359615"/>
                  <a:gd name="connsiteY4" fmla="*/ 295274 h 407295"/>
                  <a:gd name="connsiteX0" fmla="*/ 357186 w 359615"/>
                  <a:gd name="connsiteY0" fmla="*/ 0 h 407295"/>
                  <a:gd name="connsiteX1" fmla="*/ 352388 w 359615"/>
                  <a:gd name="connsiteY1" fmla="*/ 91499 h 407295"/>
                  <a:gd name="connsiteX2" fmla="*/ 326231 w 359615"/>
                  <a:gd name="connsiteY2" fmla="*/ 359568 h 407295"/>
                  <a:gd name="connsiteX3" fmla="*/ 0 w 359615"/>
                  <a:gd name="connsiteY3" fmla="*/ 295274 h 407295"/>
                  <a:gd name="connsiteX4" fmla="*/ 0 w 359615"/>
                  <a:gd name="connsiteY4" fmla="*/ 295274 h 407295"/>
                  <a:gd name="connsiteX0" fmla="*/ 357186 w 361642"/>
                  <a:gd name="connsiteY0" fmla="*/ 0 h 407295"/>
                  <a:gd name="connsiteX1" fmla="*/ 326231 w 361642"/>
                  <a:gd name="connsiteY1" fmla="*/ 359568 h 407295"/>
                  <a:gd name="connsiteX2" fmla="*/ 0 w 361642"/>
                  <a:gd name="connsiteY2" fmla="*/ 295274 h 407295"/>
                  <a:gd name="connsiteX3" fmla="*/ 0 w 361642"/>
                  <a:gd name="connsiteY3" fmla="*/ 295274 h 407295"/>
                  <a:gd name="connsiteX0" fmla="*/ 357186 w 361642"/>
                  <a:gd name="connsiteY0" fmla="*/ 0 h 407295"/>
                  <a:gd name="connsiteX1" fmla="*/ 326231 w 361642"/>
                  <a:gd name="connsiteY1" fmla="*/ 359568 h 407295"/>
                  <a:gd name="connsiteX2" fmla="*/ 0 w 361642"/>
                  <a:gd name="connsiteY2" fmla="*/ 295274 h 407295"/>
                  <a:gd name="connsiteX3" fmla="*/ 0 w 361642"/>
                  <a:gd name="connsiteY3" fmla="*/ 295274 h 407295"/>
                  <a:gd name="connsiteX0" fmla="*/ 357186 w 357186"/>
                  <a:gd name="connsiteY0" fmla="*/ 0 h 407295"/>
                  <a:gd name="connsiteX1" fmla="*/ 326231 w 357186"/>
                  <a:gd name="connsiteY1" fmla="*/ 359568 h 407295"/>
                  <a:gd name="connsiteX2" fmla="*/ 0 w 357186"/>
                  <a:gd name="connsiteY2" fmla="*/ 295274 h 407295"/>
                  <a:gd name="connsiteX3" fmla="*/ 0 w 357186"/>
                  <a:gd name="connsiteY3" fmla="*/ 295274 h 407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186" h="407295">
                    <a:moveTo>
                      <a:pt x="357186" y="0"/>
                    </a:moveTo>
                    <a:cubicBezTo>
                      <a:pt x="350737" y="215404"/>
                      <a:pt x="366712" y="327025"/>
                      <a:pt x="326231" y="359568"/>
                    </a:cubicBezTo>
                    <a:cubicBezTo>
                      <a:pt x="122634" y="496491"/>
                      <a:pt x="0" y="295274"/>
                      <a:pt x="0" y="295274"/>
                    </a:cubicBezTo>
                    <a:lnTo>
                      <a:pt x="0" y="295274"/>
                    </a:lnTo>
                  </a:path>
                </a:pathLst>
              </a:custGeom>
              <a:solidFill>
                <a:srgbClr val="FFAA1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Rectangle: Rounded Corners 24">
                <a:extLst>
                  <a:ext uri="{FF2B5EF4-FFF2-40B4-BE49-F238E27FC236}">
                    <a16:creationId xmlns:a16="http://schemas.microsoft.com/office/drawing/2014/main" id="{36CA1969-9452-5110-AB7D-D1F745C89316}"/>
                  </a:ext>
                </a:extLst>
              </p:cNvPr>
              <p:cNvSpPr/>
              <p:nvPr/>
            </p:nvSpPr>
            <p:spPr>
              <a:xfrm>
                <a:off x="3195148" y="3182833"/>
                <a:ext cx="554951" cy="294501"/>
              </a:xfrm>
              <a:custGeom>
                <a:avLst/>
                <a:gdLst>
                  <a:gd name="connsiteX0" fmla="*/ 0 w 561975"/>
                  <a:gd name="connsiteY0" fmla="*/ 110339 h 220678"/>
                  <a:gd name="connsiteX1" fmla="*/ 110339 w 561975"/>
                  <a:gd name="connsiteY1" fmla="*/ 0 h 220678"/>
                  <a:gd name="connsiteX2" fmla="*/ 451636 w 561975"/>
                  <a:gd name="connsiteY2" fmla="*/ 0 h 220678"/>
                  <a:gd name="connsiteX3" fmla="*/ 561975 w 561975"/>
                  <a:gd name="connsiteY3" fmla="*/ 110339 h 220678"/>
                  <a:gd name="connsiteX4" fmla="*/ 561975 w 561975"/>
                  <a:gd name="connsiteY4" fmla="*/ 110339 h 220678"/>
                  <a:gd name="connsiteX5" fmla="*/ 451636 w 561975"/>
                  <a:gd name="connsiteY5" fmla="*/ 220678 h 220678"/>
                  <a:gd name="connsiteX6" fmla="*/ 110339 w 561975"/>
                  <a:gd name="connsiteY6" fmla="*/ 220678 h 220678"/>
                  <a:gd name="connsiteX7" fmla="*/ 0 w 561975"/>
                  <a:gd name="connsiteY7" fmla="*/ 110339 h 220678"/>
                  <a:gd name="connsiteX0" fmla="*/ 6599 w 568574"/>
                  <a:gd name="connsiteY0" fmla="*/ 110339 h 220678"/>
                  <a:gd name="connsiteX1" fmla="*/ 297913 w 568574"/>
                  <a:gd name="connsiteY1" fmla="*/ 2381 h 220678"/>
                  <a:gd name="connsiteX2" fmla="*/ 458235 w 568574"/>
                  <a:gd name="connsiteY2" fmla="*/ 0 h 220678"/>
                  <a:gd name="connsiteX3" fmla="*/ 568574 w 568574"/>
                  <a:gd name="connsiteY3" fmla="*/ 110339 h 220678"/>
                  <a:gd name="connsiteX4" fmla="*/ 568574 w 568574"/>
                  <a:gd name="connsiteY4" fmla="*/ 110339 h 220678"/>
                  <a:gd name="connsiteX5" fmla="*/ 458235 w 568574"/>
                  <a:gd name="connsiteY5" fmla="*/ 220678 h 220678"/>
                  <a:gd name="connsiteX6" fmla="*/ 116938 w 568574"/>
                  <a:gd name="connsiteY6" fmla="*/ 220678 h 220678"/>
                  <a:gd name="connsiteX7" fmla="*/ 6599 w 568574"/>
                  <a:gd name="connsiteY7" fmla="*/ 110339 h 220678"/>
                  <a:gd name="connsiteX0" fmla="*/ 7798 w 553104"/>
                  <a:gd name="connsiteY0" fmla="*/ 105576 h 220678"/>
                  <a:gd name="connsiteX1" fmla="*/ 282443 w 553104"/>
                  <a:gd name="connsiteY1" fmla="*/ 2381 h 220678"/>
                  <a:gd name="connsiteX2" fmla="*/ 442765 w 553104"/>
                  <a:gd name="connsiteY2" fmla="*/ 0 h 220678"/>
                  <a:gd name="connsiteX3" fmla="*/ 553104 w 553104"/>
                  <a:gd name="connsiteY3" fmla="*/ 110339 h 220678"/>
                  <a:gd name="connsiteX4" fmla="*/ 553104 w 553104"/>
                  <a:gd name="connsiteY4" fmla="*/ 110339 h 220678"/>
                  <a:gd name="connsiteX5" fmla="*/ 442765 w 553104"/>
                  <a:gd name="connsiteY5" fmla="*/ 220678 h 220678"/>
                  <a:gd name="connsiteX6" fmla="*/ 101468 w 553104"/>
                  <a:gd name="connsiteY6" fmla="*/ 220678 h 220678"/>
                  <a:gd name="connsiteX7" fmla="*/ 7798 w 553104"/>
                  <a:gd name="connsiteY7" fmla="*/ 105576 h 220678"/>
                  <a:gd name="connsiteX0" fmla="*/ 3 w 545309"/>
                  <a:gd name="connsiteY0" fmla="*/ 105576 h 296878"/>
                  <a:gd name="connsiteX1" fmla="*/ 274648 w 545309"/>
                  <a:gd name="connsiteY1" fmla="*/ 2381 h 296878"/>
                  <a:gd name="connsiteX2" fmla="*/ 434970 w 545309"/>
                  <a:gd name="connsiteY2" fmla="*/ 0 h 296878"/>
                  <a:gd name="connsiteX3" fmla="*/ 545309 w 545309"/>
                  <a:gd name="connsiteY3" fmla="*/ 110339 h 296878"/>
                  <a:gd name="connsiteX4" fmla="*/ 545309 w 545309"/>
                  <a:gd name="connsiteY4" fmla="*/ 110339 h 296878"/>
                  <a:gd name="connsiteX5" fmla="*/ 434970 w 545309"/>
                  <a:gd name="connsiteY5" fmla="*/ 220678 h 296878"/>
                  <a:gd name="connsiteX6" fmla="*/ 279411 w 545309"/>
                  <a:gd name="connsiteY6" fmla="*/ 296878 h 296878"/>
                  <a:gd name="connsiteX7" fmla="*/ 3 w 545309"/>
                  <a:gd name="connsiteY7" fmla="*/ 105576 h 296878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10339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43677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3195 h 294500"/>
                  <a:gd name="connsiteX1" fmla="*/ 274648 w 545309"/>
                  <a:gd name="connsiteY1" fmla="*/ 0 h 294500"/>
                  <a:gd name="connsiteX2" fmla="*/ 545309 w 545309"/>
                  <a:gd name="connsiteY2" fmla="*/ 107958 h 294500"/>
                  <a:gd name="connsiteX3" fmla="*/ 545309 w 545309"/>
                  <a:gd name="connsiteY3" fmla="*/ 141296 h 294500"/>
                  <a:gd name="connsiteX4" fmla="*/ 279411 w 545309"/>
                  <a:gd name="connsiteY4" fmla="*/ 294497 h 294500"/>
                  <a:gd name="connsiteX5" fmla="*/ 3 w 545309"/>
                  <a:gd name="connsiteY5" fmla="*/ 103195 h 294500"/>
                  <a:gd name="connsiteX0" fmla="*/ 2 w 554833"/>
                  <a:gd name="connsiteY0" fmla="*/ 136533 h 294500"/>
                  <a:gd name="connsiteX1" fmla="*/ 284172 w 554833"/>
                  <a:gd name="connsiteY1" fmla="*/ 0 h 294500"/>
                  <a:gd name="connsiteX2" fmla="*/ 554833 w 554833"/>
                  <a:gd name="connsiteY2" fmla="*/ 107958 h 294500"/>
                  <a:gd name="connsiteX3" fmla="*/ 554833 w 554833"/>
                  <a:gd name="connsiteY3" fmla="*/ 141296 h 294500"/>
                  <a:gd name="connsiteX4" fmla="*/ 288935 w 554833"/>
                  <a:gd name="connsiteY4" fmla="*/ 294497 h 294500"/>
                  <a:gd name="connsiteX5" fmla="*/ 2 w 554833"/>
                  <a:gd name="connsiteY5" fmla="*/ 136533 h 294500"/>
                  <a:gd name="connsiteX0" fmla="*/ 2 w 554835"/>
                  <a:gd name="connsiteY0" fmla="*/ 136533 h 294501"/>
                  <a:gd name="connsiteX1" fmla="*/ 284172 w 554835"/>
                  <a:gd name="connsiteY1" fmla="*/ 0 h 294501"/>
                  <a:gd name="connsiteX2" fmla="*/ 554833 w 554835"/>
                  <a:gd name="connsiteY2" fmla="*/ 141296 h 294501"/>
                  <a:gd name="connsiteX3" fmla="*/ 288935 w 554835"/>
                  <a:gd name="connsiteY3" fmla="*/ 294497 h 294501"/>
                  <a:gd name="connsiteX4" fmla="*/ 2 w 554835"/>
                  <a:gd name="connsiteY4" fmla="*/ 136533 h 294501"/>
                  <a:gd name="connsiteX0" fmla="*/ 2 w 554896"/>
                  <a:gd name="connsiteY0" fmla="*/ 136533 h 294501"/>
                  <a:gd name="connsiteX1" fmla="*/ 284172 w 554896"/>
                  <a:gd name="connsiteY1" fmla="*/ 0 h 294501"/>
                  <a:gd name="connsiteX2" fmla="*/ 554833 w 554896"/>
                  <a:gd name="connsiteY2" fmla="*/ 141296 h 294501"/>
                  <a:gd name="connsiteX3" fmla="*/ 288935 w 554896"/>
                  <a:gd name="connsiteY3" fmla="*/ 294497 h 294501"/>
                  <a:gd name="connsiteX4" fmla="*/ 2 w 554896"/>
                  <a:gd name="connsiteY4" fmla="*/ 136533 h 294501"/>
                  <a:gd name="connsiteX0" fmla="*/ 57 w 554951"/>
                  <a:gd name="connsiteY0" fmla="*/ 136533 h 294501"/>
                  <a:gd name="connsiteX1" fmla="*/ 284227 w 554951"/>
                  <a:gd name="connsiteY1" fmla="*/ 0 h 294501"/>
                  <a:gd name="connsiteX2" fmla="*/ 554888 w 554951"/>
                  <a:gd name="connsiteY2" fmla="*/ 141296 h 294501"/>
                  <a:gd name="connsiteX3" fmla="*/ 288990 w 554951"/>
                  <a:gd name="connsiteY3" fmla="*/ 294497 h 294501"/>
                  <a:gd name="connsiteX4" fmla="*/ 57 w 554951"/>
                  <a:gd name="connsiteY4" fmla="*/ 136533 h 29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951" h="294501">
                    <a:moveTo>
                      <a:pt x="57" y="136533"/>
                    </a:moveTo>
                    <a:cubicBezTo>
                      <a:pt x="4026" y="66019"/>
                      <a:pt x="223288" y="0"/>
                      <a:pt x="284227" y="0"/>
                    </a:cubicBezTo>
                    <a:cubicBezTo>
                      <a:pt x="376699" y="794"/>
                      <a:pt x="558857" y="56495"/>
                      <a:pt x="554888" y="141296"/>
                    </a:cubicBezTo>
                    <a:cubicBezTo>
                      <a:pt x="555682" y="190379"/>
                      <a:pt x="379874" y="295291"/>
                      <a:pt x="288990" y="294497"/>
                    </a:cubicBezTo>
                    <a:cubicBezTo>
                      <a:pt x="198106" y="293703"/>
                      <a:pt x="-3912" y="207047"/>
                      <a:pt x="57" y="136533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Rectangle: Rounded Corners 24">
                <a:extLst>
                  <a:ext uri="{FF2B5EF4-FFF2-40B4-BE49-F238E27FC236}">
                    <a16:creationId xmlns:a16="http://schemas.microsoft.com/office/drawing/2014/main" id="{F6D5E1F3-944D-F0E7-F59E-5F4219E63408}"/>
                  </a:ext>
                </a:extLst>
              </p:cNvPr>
              <p:cNvSpPr/>
              <p:nvPr/>
            </p:nvSpPr>
            <p:spPr>
              <a:xfrm>
                <a:off x="3345656" y="3240989"/>
                <a:ext cx="250687" cy="67947"/>
              </a:xfrm>
              <a:custGeom>
                <a:avLst/>
                <a:gdLst>
                  <a:gd name="connsiteX0" fmla="*/ 0 w 561975"/>
                  <a:gd name="connsiteY0" fmla="*/ 110339 h 220678"/>
                  <a:gd name="connsiteX1" fmla="*/ 110339 w 561975"/>
                  <a:gd name="connsiteY1" fmla="*/ 0 h 220678"/>
                  <a:gd name="connsiteX2" fmla="*/ 451636 w 561975"/>
                  <a:gd name="connsiteY2" fmla="*/ 0 h 220678"/>
                  <a:gd name="connsiteX3" fmla="*/ 561975 w 561975"/>
                  <a:gd name="connsiteY3" fmla="*/ 110339 h 220678"/>
                  <a:gd name="connsiteX4" fmla="*/ 561975 w 561975"/>
                  <a:gd name="connsiteY4" fmla="*/ 110339 h 220678"/>
                  <a:gd name="connsiteX5" fmla="*/ 451636 w 561975"/>
                  <a:gd name="connsiteY5" fmla="*/ 220678 h 220678"/>
                  <a:gd name="connsiteX6" fmla="*/ 110339 w 561975"/>
                  <a:gd name="connsiteY6" fmla="*/ 220678 h 220678"/>
                  <a:gd name="connsiteX7" fmla="*/ 0 w 561975"/>
                  <a:gd name="connsiteY7" fmla="*/ 110339 h 220678"/>
                  <a:gd name="connsiteX0" fmla="*/ 6599 w 568574"/>
                  <a:gd name="connsiteY0" fmla="*/ 110339 h 220678"/>
                  <a:gd name="connsiteX1" fmla="*/ 297913 w 568574"/>
                  <a:gd name="connsiteY1" fmla="*/ 2381 h 220678"/>
                  <a:gd name="connsiteX2" fmla="*/ 458235 w 568574"/>
                  <a:gd name="connsiteY2" fmla="*/ 0 h 220678"/>
                  <a:gd name="connsiteX3" fmla="*/ 568574 w 568574"/>
                  <a:gd name="connsiteY3" fmla="*/ 110339 h 220678"/>
                  <a:gd name="connsiteX4" fmla="*/ 568574 w 568574"/>
                  <a:gd name="connsiteY4" fmla="*/ 110339 h 220678"/>
                  <a:gd name="connsiteX5" fmla="*/ 458235 w 568574"/>
                  <a:gd name="connsiteY5" fmla="*/ 220678 h 220678"/>
                  <a:gd name="connsiteX6" fmla="*/ 116938 w 568574"/>
                  <a:gd name="connsiteY6" fmla="*/ 220678 h 220678"/>
                  <a:gd name="connsiteX7" fmla="*/ 6599 w 568574"/>
                  <a:gd name="connsiteY7" fmla="*/ 110339 h 220678"/>
                  <a:gd name="connsiteX0" fmla="*/ 7798 w 553104"/>
                  <a:gd name="connsiteY0" fmla="*/ 105576 h 220678"/>
                  <a:gd name="connsiteX1" fmla="*/ 282443 w 553104"/>
                  <a:gd name="connsiteY1" fmla="*/ 2381 h 220678"/>
                  <a:gd name="connsiteX2" fmla="*/ 442765 w 553104"/>
                  <a:gd name="connsiteY2" fmla="*/ 0 h 220678"/>
                  <a:gd name="connsiteX3" fmla="*/ 553104 w 553104"/>
                  <a:gd name="connsiteY3" fmla="*/ 110339 h 220678"/>
                  <a:gd name="connsiteX4" fmla="*/ 553104 w 553104"/>
                  <a:gd name="connsiteY4" fmla="*/ 110339 h 220678"/>
                  <a:gd name="connsiteX5" fmla="*/ 442765 w 553104"/>
                  <a:gd name="connsiteY5" fmla="*/ 220678 h 220678"/>
                  <a:gd name="connsiteX6" fmla="*/ 101468 w 553104"/>
                  <a:gd name="connsiteY6" fmla="*/ 220678 h 220678"/>
                  <a:gd name="connsiteX7" fmla="*/ 7798 w 553104"/>
                  <a:gd name="connsiteY7" fmla="*/ 105576 h 220678"/>
                  <a:gd name="connsiteX0" fmla="*/ 3 w 545309"/>
                  <a:gd name="connsiteY0" fmla="*/ 105576 h 296878"/>
                  <a:gd name="connsiteX1" fmla="*/ 274648 w 545309"/>
                  <a:gd name="connsiteY1" fmla="*/ 2381 h 296878"/>
                  <a:gd name="connsiteX2" fmla="*/ 434970 w 545309"/>
                  <a:gd name="connsiteY2" fmla="*/ 0 h 296878"/>
                  <a:gd name="connsiteX3" fmla="*/ 545309 w 545309"/>
                  <a:gd name="connsiteY3" fmla="*/ 110339 h 296878"/>
                  <a:gd name="connsiteX4" fmla="*/ 545309 w 545309"/>
                  <a:gd name="connsiteY4" fmla="*/ 110339 h 296878"/>
                  <a:gd name="connsiteX5" fmla="*/ 434970 w 545309"/>
                  <a:gd name="connsiteY5" fmla="*/ 220678 h 296878"/>
                  <a:gd name="connsiteX6" fmla="*/ 279411 w 545309"/>
                  <a:gd name="connsiteY6" fmla="*/ 296878 h 296878"/>
                  <a:gd name="connsiteX7" fmla="*/ 3 w 545309"/>
                  <a:gd name="connsiteY7" fmla="*/ 105576 h 296878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10339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5576 h 296881"/>
                  <a:gd name="connsiteX1" fmla="*/ 274648 w 545309"/>
                  <a:gd name="connsiteY1" fmla="*/ 2381 h 296881"/>
                  <a:gd name="connsiteX2" fmla="*/ 434970 w 545309"/>
                  <a:gd name="connsiteY2" fmla="*/ 0 h 296881"/>
                  <a:gd name="connsiteX3" fmla="*/ 545309 w 545309"/>
                  <a:gd name="connsiteY3" fmla="*/ 110339 h 296881"/>
                  <a:gd name="connsiteX4" fmla="*/ 545309 w 545309"/>
                  <a:gd name="connsiteY4" fmla="*/ 143677 h 296881"/>
                  <a:gd name="connsiteX5" fmla="*/ 279411 w 545309"/>
                  <a:gd name="connsiteY5" fmla="*/ 296878 h 296881"/>
                  <a:gd name="connsiteX6" fmla="*/ 3 w 545309"/>
                  <a:gd name="connsiteY6" fmla="*/ 105576 h 296881"/>
                  <a:gd name="connsiteX0" fmla="*/ 3 w 545309"/>
                  <a:gd name="connsiteY0" fmla="*/ 103195 h 294500"/>
                  <a:gd name="connsiteX1" fmla="*/ 274648 w 545309"/>
                  <a:gd name="connsiteY1" fmla="*/ 0 h 294500"/>
                  <a:gd name="connsiteX2" fmla="*/ 545309 w 545309"/>
                  <a:gd name="connsiteY2" fmla="*/ 107958 h 294500"/>
                  <a:gd name="connsiteX3" fmla="*/ 545309 w 545309"/>
                  <a:gd name="connsiteY3" fmla="*/ 141296 h 294500"/>
                  <a:gd name="connsiteX4" fmla="*/ 279411 w 545309"/>
                  <a:gd name="connsiteY4" fmla="*/ 294497 h 294500"/>
                  <a:gd name="connsiteX5" fmla="*/ 3 w 545309"/>
                  <a:gd name="connsiteY5" fmla="*/ 103195 h 294500"/>
                  <a:gd name="connsiteX0" fmla="*/ 2 w 554833"/>
                  <a:gd name="connsiteY0" fmla="*/ 136533 h 294500"/>
                  <a:gd name="connsiteX1" fmla="*/ 284172 w 554833"/>
                  <a:gd name="connsiteY1" fmla="*/ 0 h 294500"/>
                  <a:gd name="connsiteX2" fmla="*/ 554833 w 554833"/>
                  <a:gd name="connsiteY2" fmla="*/ 107958 h 294500"/>
                  <a:gd name="connsiteX3" fmla="*/ 554833 w 554833"/>
                  <a:gd name="connsiteY3" fmla="*/ 141296 h 294500"/>
                  <a:gd name="connsiteX4" fmla="*/ 288935 w 554833"/>
                  <a:gd name="connsiteY4" fmla="*/ 294497 h 294500"/>
                  <a:gd name="connsiteX5" fmla="*/ 2 w 554833"/>
                  <a:gd name="connsiteY5" fmla="*/ 136533 h 294500"/>
                  <a:gd name="connsiteX0" fmla="*/ 2 w 554835"/>
                  <a:gd name="connsiteY0" fmla="*/ 136533 h 294501"/>
                  <a:gd name="connsiteX1" fmla="*/ 284172 w 554835"/>
                  <a:gd name="connsiteY1" fmla="*/ 0 h 294501"/>
                  <a:gd name="connsiteX2" fmla="*/ 554833 w 554835"/>
                  <a:gd name="connsiteY2" fmla="*/ 141296 h 294501"/>
                  <a:gd name="connsiteX3" fmla="*/ 288935 w 554835"/>
                  <a:gd name="connsiteY3" fmla="*/ 294497 h 294501"/>
                  <a:gd name="connsiteX4" fmla="*/ 2 w 554835"/>
                  <a:gd name="connsiteY4" fmla="*/ 136533 h 294501"/>
                  <a:gd name="connsiteX0" fmla="*/ 2 w 554896"/>
                  <a:gd name="connsiteY0" fmla="*/ 136533 h 294501"/>
                  <a:gd name="connsiteX1" fmla="*/ 284172 w 554896"/>
                  <a:gd name="connsiteY1" fmla="*/ 0 h 294501"/>
                  <a:gd name="connsiteX2" fmla="*/ 554833 w 554896"/>
                  <a:gd name="connsiteY2" fmla="*/ 141296 h 294501"/>
                  <a:gd name="connsiteX3" fmla="*/ 288935 w 554896"/>
                  <a:gd name="connsiteY3" fmla="*/ 294497 h 294501"/>
                  <a:gd name="connsiteX4" fmla="*/ 2 w 554896"/>
                  <a:gd name="connsiteY4" fmla="*/ 136533 h 294501"/>
                  <a:gd name="connsiteX0" fmla="*/ 57 w 554951"/>
                  <a:gd name="connsiteY0" fmla="*/ 136533 h 294501"/>
                  <a:gd name="connsiteX1" fmla="*/ 284227 w 554951"/>
                  <a:gd name="connsiteY1" fmla="*/ 0 h 294501"/>
                  <a:gd name="connsiteX2" fmla="*/ 554888 w 554951"/>
                  <a:gd name="connsiteY2" fmla="*/ 141296 h 294501"/>
                  <a:gd name="connsiteX3" fmla="*/ 288990 w 554951"/>
                  <a:gd name="connsiteY3" fmla="*/ 294497 h 294501"/>
                  <a:gd name="connsiteX4" fmla="*/ 57 w 554951"/>
                  <a:gd name="connsiteY4" fmla="*/ 136533 h 29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951" h="294501">
                    <a:moveTo>
                      <a:pt x="57" y="136533"/>
                    </a:moveTo>
                    <a:cubicBezTo>
                      <a:pt x="4026" y="66019"/>
                      <a:pt x="223288" y="0"/>
                      <a:pt x="284227" y="0"/>
                    </a:cubicBezTo>
                    <a:cubicBezTo>
                      <a:pt x="376699" y="794"/>
                      <a:pt x="558857" y="56495"/>
                      <a:pt x="554888" y="141296"/>
                    </a:cubicBezTo>
                    <a:cubicBezTo>
                      <a:pt x="555682" y="190379"/>
                      <a:pt x="379874" y="295291"/>
                      <a:pt x="288990" y="294497"/>
                    </a:cubicBezTo>
                    <a:cubicBezTo>
                      <a:pt x="198106" y="293703"/>
                      <a:pt x="-3912" y="207047"/>
                      <a:pt x="57" y="13653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D11A9C1C-29C0-8344-FA3E-4DA894F270A3}"/>
                </a:ext>
              </a:extLst>
            </p:cNvPr>
            <p:cNvGrpSpPr/>
            <p:nvPr/>
          </p:nvGrpSpPr>
          <p:grpSpPr>
            <a:xfrm>
              <a:off x="9606644" y="3118310"/>
              <a:ext cx="504825" cy="315916"/>
              <a:chOff x="4586288" y="3305270"/>
              <a:chExt cx="504825" cy="315916"/>
            </a:xfrm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D9C078B0-F160-822F-EE01-8403C1F0F075}"/>
                  </a:ext>
                </a:extLst>
              </p:cNvPr>
              <p:cNvSpPr/>
              <p:nvPr/>
            </p:nvSpPr>
            <p:spPr>
              <a:xfrm>
                <a:off x="4586288" y="3305270"/>
                <a:ext cx="504825" cy="4276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825" h="42767">
                    <a:moveTo>
                      <a:pt x="0" y="42767"/>
                    </a:moveTo>
                    <a:cubicBezTo>
                      <a:pt x="168275" y="36417"/>
                      <a:pt x="265112" y="-36608"/>
                      <a:pt x="504825" y="23717"/>
                    </a:cubicBezTo>
                    <a:lnTo>
                      <a:pt x="504825" y="2371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27BAD183-2AEB-192F-09BC-1A19F92E4E9B}"/>
                  </a:ext>
                </a:extLst>
              </p:cNvPr>
              <p:cNvSpPr/>
              <p:nvPr/>
            </p:nvSpPr>
            <p:spPr>
              <a:xfrm rot="1572263" flipV="1">
                <a:off x="4595421" y="3514733"/>
                <a:ext cx="419908" cy="106453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550" h="99579">
                    <a:moveTo>
                      <a:pt x="0" y="0"/>
                    </a:moveTo>
                    <a:cubicBezTo>
                      <a:pt x="180517" y="32777"/>
                      <a:pt x="375156" y="110318"/>
                      <a:pt x="541550" y="9833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BD25082-1A8C-BE4C-5428-504861BD41BB}"/>
                </a:ext>
              </a:extLst>
            </p:cNvPr>
            <p:cNvGrpSpPr/>
            <p:nvPr/>
          </p:nvGrpSpPr>
          <p:grpSpPr>
            <a:xfrm>
              <a:off x="8872964" y="2363101"/>
              <a:ext cx="554951" cy="752786"/>
              <a:chOff x="3852608" y="2550061"/>
              <a:chExt cx="554951" cy="752786"/>
            </a:xfrm>
            <a:solidFill>
              <a:schemeClr val="tx1"/>
            </a:solidFill>
          </p:grpSpPr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EA5B730B-4C1D-FA03-5DD7-8072315F1ACB}"/>
                  </a:ext>
                </a:extLst>
              </p:cNvPr>
              <p:cNvSpPr/>
              <p:nvPr/>
            </p:nvSpPr>
            <p:spPr>
              <a:xfrm rot="1572263" flipV="1">
                <a:off x="4068690" y="2550061"/>
                <a:ext cx="122789" cy="5125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  <a:gd name="connsiteX0" fmla="*/ 1 w 452131"/>
                  <a:gd name="connsiteY0" fmla="*/ 0 h 113728"/>
                  <a:gd name="connsiteX1" fmla="*/ 452131 w 452131"/>
                  <a:gd name="connsiteY1" fmla="*/ 112657 h 113728"/>
                  <a:gd name="connsiteX0" fmla="*/ 1 w 368727"/>
                  <a:gd name="connsiteY0" fmla="*/ 0 h 84396"/>
                  <a:gd name="connsiteX1" fmla="*/ 368727 w 368727"/>
                  <a:gd name="connsiteY1" fmla="*/ 82882 h 84396"/>
                  <a:gd name="connsiteX0" fmla="*/ 1 w 368727"/>
                  <a:gd name="connsiteY0" fmla="*/ 0 h 103535"/>
                  <a:gd name="connsiteX1" fmla="*/ 368727 w 368727"/>
                  <a:gd name="connsiteY1" fmla="*/ 82882 h 103535"/>
                  <a:gd name="connsiteX0" fmla="*/ 1 w 368727"/>
                  <a:gd name="connsiteY0" fmla="*/ 0 h 111642"/>
                  <a:gd name="connsiteX1" fmla="*/ 368727 w 368727"/>
                  <a:gd name="connsiteY1" fmla="*/ 82882 h 11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8727" h="111642">
                    <a:moveTo>
                      <a:pt x="1" y="0"/>
                    </a:moveTo>
                    <a:cubicBezTo>
                      <a:pt x="110650" y="88766"/>
                      <a:pt x="180427" y="150638"/>
                      <a:pt x="368727" y="82882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687753A7-1D3D-A3AC-68DB-C15A549F04CD}"/>
                  </a:ext>
                </a:extLst>
              </p:cNvPr>
              <p:cNvSpPr/>
              <p:nvPr/>
            </p:nvSpPr>
            <p:spPr>
              <a:xfrm>
                <a:off x="3852608" y="2747896"/>
                <a:ext cx="554951" cy="554951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287B3427-EF94-7151-494D-C23AB4E35605}"/>
                  </a:ext>
                </a:extLst>
              </p:cNvPr>
              <p:cNvSpPr/>
              <p:nvPr/>
            </p:nvSpPr>
            <p:spPr>
              <a:xfrm>
                <a:off x="3983626" y="2913619"/>
                <a:ext cx="139211" cy="139211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79C44B48-E2B0-5592-7AFF-79FCA874C4E6}"/>
                  </a:ext>
                </a:extLst>
              </p:cNvPr>
              <p:cNvSpPr/>
              <p:nvPr/>
            </p:nvSpPr>
            <p:spPr>
              <a:xfrm>
                <a:off x="4175037" y="2943255"/>
                <a:ext cx="100618" cy="100618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41865324-9B85-F3B4-B4D9-94A81A640B99}"/>
                </a:ext>
              </a:extLst>
            </p:cNvPr>
            <p:cNvGrpSpPr/>
            <p:nvPr/>
          </p:nvGrpSpPr>
          <p:grpSpPr>
            <a:xfrm flipH="1">
              <a:off x="7490337" y="2414273"/>
              <a:ext cx="554951" cy="752786"/>
              <a:chOff x="3852608" y="2550061"/>
              <a:chExt cx="554951" cy="752786"/>
            </a:xfrm>
          </p:grpSpPr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57AD7001-6DFB-5879-CB83-C2DEB5B925E1}"/>
                  </a:ext>
                </a:extLst>
              </p:cNvPr>
              <p:cNvSpPr/>
              <p:nvPr/>
            </p:nvSpPr>
            <p:spPr>
              <a:xfrm rot="1572263" flipV="1">
                <a:off x="4068690" y="2550061"/>
                <a:ext cx="122789" cy="5125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  <a:gd name="connsiteX0" fmla="*/ 1 w 452131"/>
                  <a:gd name="connsiteY0" fmla="*/ 0 h 113728"/>
                  <a:gd name="connsiteX1" fmla="*/ 452131 w 452131"/>
                  <a:gd name="connsiteY1" fmla="*/ 112657 h 113728"/>
                  <a:gd name="connsiteX0" fmla="*/ 1 w 368727"/>
                  <a:gd name="connsiteY0" fmla="*/ 0 h 84396"/>
                  <a:gd name="connsiteX1" fmla="*/ 368727 w 368727"/>
                  <a:gd name="connsiteY1" fmla="*/ 82882 h 84396"/>
                  <a:gd name="connsiteX0" fmla="*/ 1 w 368727"/>
                  <a:gd name="connsiteY0" fmla="*/ 0 h 103535"/>
                  <a:gd name="connsiteX1" fmla="*/ 368727 w 368727"/>
                  <a:gd name="connsiteY1" fmla="*/ 82882 h 103535"/>
                  <a:gd name="connsiteX0" fmla="*/ 1 w 368727"/>
                  <a:gd name="connsiteY0" fmla="*/ 0 h 111642"/>
                  <a:gd name="connsiteX1" fmla="*/ 368727 w 368727"/>
                  <a:gd name="connsiteY1" fmla="*/ 82882 h 11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8727" h="111642">
                    <a:moveTo>
                      <a:pt x="1" y="0"/>
                    </a:moveTo>
                    <a:cubicBezTo>
                      <a:pt x="110650" y="88766"/>
                      <a:pt x="180427" y="150638"/>
                      <a:pt x="368727" y="8288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C05E832E-22E6-6F78-7F22-B3ED90E19CAF}"/>
                  </a:ext>
                </a:extLst>
              </p:cNvPr>
              <p:cNvSpPr/>
              <p:nvPr/>
            </p:nvSpPr>
            <p:spPr>
              <a:xfrm>
                <a:off x="3852608" y="2747896"/>
                <a:ext cx="554951" cy="554951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0A8A4D5E-C315-BDA8-1A5A-1F01D8C772D1}"/>
                  </a:ext>
                </a:extLst>
              </p:cNvPr>
              <p:cNvSpPr/>
              <p:nvPr/>
            </p:nvSpPr>
            <p:spPr>
              <a:xfrm>
                <a:off x="3983626" y="2913619"/>
                <a:ext cx="139211" cy="139211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812E19DB-D2E8-B3FD-A346-8A27539D1D8E}"/>
                  </a:ext>
                </a:extLst>
              </p:cNvPr>
              <p:cNvSpPr/>
              <p:nvPr/>
            </p:nvSpPr>
            <p:spPr>
              <a:xfrm>
                <a:off x="4175037" y="2943255"/>
                <a:ext cx="100618" cy="100618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40DC283E-4384-7BAE-A7F2-47BF221929BC}"/>
                </a:ext>
              </a:extLst>
            </p:cNvPr>
            <p:cNvGrpSpPr/>
            <p:nvPr/>
          </p:nvGrpSpPr>
          <p:grpSpPr>
            <a:xfrm flipH="1">
              <a:off x="6748578" y="3186243"/>
              <a:ext cx="504825" cy="315916"/>
              <a:chOff x="4586288" y="3305270"/>
              <a:chExt cx="504825" cy="315916"/>
            </a:xfrm>
          </p:grpSpPr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271F7F7F-B242-2E5C-0666-448CF4361C5D}"/>
                  </a:ext>
                </a:extLst>
              </p:cNvPr>
              <p:cNvSpPr/>
              <p:nvPr/>
            </p:nvSpPr>
            <p:spPr>
              <a:xfrm>
                <a:off x="4586288" y="3305270"/>
                <a:ext cx="504825" cy="42767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825" h="42767">
                    <a:moveTo>
                      <a:pt x="0" y="42767"/>
                    </a:moveTo>
                    <a:cubicBezTo>
                      <a:pt x="168275" y="36417"/>
                      <a:pt x="265112" y="-36608"/>
                      <a:pt x="504825" y="23717"/>
                    </a:cubicBezTo>
                    <a:lnTo>
                      <a:pt x="504825" y="2371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137FF21B-9531-5618-3CAE-C66121135732}"/>
                  </a:ext>
                </a:extLst>
              </p:cNvPr>
              <p:cNvSpPr/>
              <p:nvPr/>
            </p:nvSpPr>
            <p:spPr>
              <a:xfrm rot="1572263" flipV="1">
                <a:off x="4595421" y="3514733"/>
                <a:ext cx="419908" cy="106453"/>
              </a:xfrm>
              <a:custGeom>
                <a:avLst/>
                <a:gdLst>
                  <a:gd name="connsiteX0" fmla="*/ 0 w 504825"/>
                  <a:gd name="connsiteY0" fmla="*/ 19050 h 19050"/>
                  <a:gd name="connsiteX1" fmla="*/ 504825 w 504825"/>
                  <a:gd name="connsiteY1" fmla="*/ 0 h 19050"/>
                  <a:gd name="connsiteX2" fmla="*/ 504825 w 504825"/>
                  <a:gd name="connsiteY2" fmla="*/ 0 h 19050"/>
                  <a:gd name="connsiteX0" fmla="*/ 0 w 504825"/>
                  <a:gd name="connsiteY0" fmla="*/ 42767 h 42767"/>
                  <a:gd name="connsiteX1" fmla="*/ 504825 w 504825"/>
                  <a:gd name="connsiteY1" fmla="*/ 23717 h 42767"/>
                  <a:gd name="connsiteX2" fmla="*/ 504825 w 504825"/>
                  <a:gd name="connsiteY2" fmla="*/ 23717 h 42767"/>
                  <a:gd name="connsiteX0" fmla="*/ 1 w 491868"/>
                  <a:gd name="connsiteY0" fmla="*/ 1263 h 71929"/>
                  <a:gd name="connsiteX1" fmla="*/ 491868 w 491868"/>
                  <a:gd name="connsiteY1" fmla="*/ 71929 h 71929"/>
                  <a:gd name="connsiteX2" fmla="*/ 491868 w 491868"/>
                  <a:gd name="connsiteY2" fmla="*/ 71929 h 71929"/>
                  <a:gd name="connsiteX0" fmla="*/ 0 w 541549"/>
                  <a:gd name="connsiteY0" fmla="*/ 1263 h 99595"/>
                  <a:gd name="connsiteX1" fmla="*/ 491867 w 541549"/>
                  <a:gd name="connsiteY1" fmla="*/ 71929 h 99595"/>
                  <a:gd name="connsiteX2" fmla="*/ 541550 w 541549"/>
                  <a:gd name="connsiteY2" fmla="*/ 99595 h 99595"/>
                  <a:gd name="connsiteX0" fmla="*/ 0 w 541550"/>
                  <a:gd name="connsiteY0" fmla="*/ 0 h 98332"/>
                  <a:gd name="connsiteX1" fmla="*/ 541550 w 541550"/>
                  <a:gd name="connsiteY1" fmla="*/ 98332 h 98332"/>
                  <a:gd name="connsiteX0" fmla="*/ 0 w 541550"/>
                  <a:gd name="connsiteY0" fmla="*/ 0 h 99579"/>
                  <a:gd name="connsiteX1" fmla="*/ 541550 w 541550"/>
                  <a:gd name="connsiteY1" fmla="*/ 98332 h 99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1550" h="99579">
                    <a:moveTo>
                      <a:pt x="0" y="0"/>
                    </a:moveTo>
                    <a:cubicBezTo>
                      <a:pt x="180517" y="32777"/>
                      <a:pt x="375156" y="110318"/>
                      <a:pt x="541550" y="9833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029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02160DB-C49C-41E9-A510-9C84CFD795FC}"/>
              </a:ext>
            </a:extLst>
          </p:cNvPr>
          <p:cNvGrpSpPr/>
          <p:nvPr/>
        </p:nvGrpSpPr>
        <p:grpSpPr>
          <a:xfrm flipH="1">
            <a:off x="-913430" y="275786"/>
            <a:ext cx="5942630" cy="7220828"/>
            <a:chOff x="5326077" y="1827206"/>
            <a:chExt cx="3607219" cy="4383093"/>
          </a:xfrm>
        </p:grpSpPr>
        <p:sp>
          <p:nvSpPr>
            <p:cNvPr id="3" name="Oval 5">
              <a:extLst>
                <a:ext uri="{FF2B5EF4-FFF2-40B4-BE49-F238E27FC236}">
                  <a16:creationId xmlns:a16="http://schemas.microsoft.com/office/drawing/2014/main" id="{31A2B669-9101-8627-FE69-5A7E669005A2}"/>
                </a:ext>
              </a:extLst>
            </p:cNvPr>
            <p:cNvSpPr/>
            <p:nvPr/>
          </p:nvSpPr>
          <p:spPr>
            <a:xfrm rot="2040070" flipH="1">
              <a:off x="6342725" y="2000931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68146505-2E32-9DF2-D16C-5625649088C3}"/>
                </a:ext>
              </a:extLst>
            </p:cNvPr>
            <p:cNvSpPr/>
            <p:nvPr/>
          </p:nvSpPr>
          <p:spPr>
            <a:xfrm rot="2040070" flipH="1">
              <a:off x="6410148" y="2110303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261BBF89-C131-A779-2BE8-DC72FAB1431B}"/>
                </a:ext>
              </a:extLst>
            </p:cNvPr>
            <p:cNvSpPr/>
            <p:nvPr/>
          </p:nvSpPr>
          <p:spPr>
            <a:xfrm rot="1036537" flipH="1">
              <a:off x="6567544" y="2164126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35">
              <a:extLst>
                <a:ext uri="{FF2B5EF4-FFF2-40B4-BE49-F238E27FC236}">
                  <a16:creationId xmlns:a16="http://schemas.microsoft.com/office/drawing/2014/main" id="{8273A58C-8AC6-CF97-F21D-79DAEA6878C6}"/>
                </a:ext>
              </a:extLst>
            </p:cNvPr>
            <p:cNvSpPr/>
            <p:nvPr/>
          </p:nvSpPr>
          <p:spPr>
            <a:xfrm rot="3817919">
              <a:off x="5851978" y="4206127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" h="605210">
                  <a:moveTo>
                    <a:pt x="42654" y="0"/>
                  </a:moveTo>
                  <a:lnTo>
                    <a:pt x="88373" y="0"/>
                  </a:ln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F3A05CD8-7665-A69E-983A-CFCB9571D0C1}"/>
                </a:ext>
              </a:extLst>
            </p:cNvPr>
            <p:cNvSpPr/>
            <p:nvPr/>
          </p:nvSpPr>
          <p:spPr>
            <a:xfrm rot="19559930">
              <a:off x="5365030" y="1827206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CFE6F16A-5DA1-D294-5ACA-0ABB22A25538}"/>
                </a:ext>
              </a:extLst>
            </p:cNvPr>
            <p:cNvSpPr/>
            <p:nvPr/>
          </p:nvSpPr>
          <p:spPr>
            <a:xfrm rot="19359691" flipH="1">
              <a:off x="5450366" y="1966950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B3AE8ED8-5EC8-A3D1-FB4F-4EB61814F356}"/>
                </a:ext>
              </a:extLst>
            </p:cNvPr>
            <p:cNvSpPr/>
            <p:nvPr/>
          </p:nvSpPr>
          <p:spPr>
            <a:xfrm rot="20563463">
              <a:off x="5464584" y="2020615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C9495C39-7B19-E75A-E0D5-3208996AA2A5}"/>
                </a:ext>
              </a:extLst>
            </p:cNvPr>
            <p:cNvSpPr/>
            <p:nvPr/>
          </p:nvSpPr>
          <p:spPr>
            <a:xfrm rot="1827507">
              <a:off x="7148089" y="5227819"/>
              <a:ext cx="1785207" cy="735547"/>
            </a:xfrm>
            <a:custGeom>
              <a:avLst/>
              <a:gdLst>
                <a:gd name="connsiteX0" fmla="*/ 0 w 1127760"/>
                <a:gd name="connsiteY0" fmla="*/ 0 h 403860"/>
                <a:gd name="connsiteX1" fmla="*/ 1127760 w 1127760"/>
                <a:gd name="connsiteY1" fmla="*/ 0 h 403860"/>
                <a:gd name="connsiteX2" fmla="*/ 1127760 w 1127760"/>
                <a:gd name="connsiteY2" fmla="*/ 403860 h 403860"/>
                <a:gd name="connsiteX3" fmla="*/ 0 w 1127760"/>
                <a:gd name="connsiteY3" fmla="*/ 403860 h 403860"/>
                <a:gd name="connsiteX4" fmla="*/ 0 w 1127760"/>
                <a:gd name="connsiteY4" fmla="*/ 0 h 403860"/>
                <a:gd name="connsiteX0" fmla="*/ 0 w 1732465"/>
                <a:gd name="connsiteY0" fmla="*/ 146227 h 550087"/>
                <a:gd name="connsiteX1" fmla="*/ 1127760 w 1732465"/>
                <a:gd name="connsiteY1" fmla="*/ 146227 h 550087"/>
                <a:gd name="connsiteX2" fmla="*/ 1732465 w 1732465"/>
                <a:gd name="connsiteY2" fmla="*/ 0 h 550087"/>
                <a:gd name="connsiteX3" fmla="*/ 0 w 1732465"/>
                <a:gd name="connsiteY3" fmla="*/ 550087 h 550087"/>
                <a:gd name="connsiteX4" fmla="*/ 0 w 1732465"/>
                <a:gd name="connsiteY4" fmla="*/ 146227 h 550087"/>
                <a:gd name="connsiteX0" fmla="*/ 0 w 1732465"/>
                <a:gd name="connsiteY0" fmla="*/ 315583 h 719443"/>
                <a:gd name="connsiteX1" fmla="*/ 1649371 w 1732465"/>
                <a:gd name="connsiteY1" fmla="*/ 0 h 719443"/>
                <a:gd name="connsiteX2" fmla="*/ 1732465 w 1732465"/>
                <a:gd name="connsiteY2" fmla="*/ 169356 h 719443"/>
                <a:gd name="connsiteX3" fmla="*/ 0 w 1732465"/>
                <a:gd name="connsiteY3" fmla="*/ 719443 h 719443"/>
                <a:gd name="connsiteX4" fmla="*/ 0 w 1732465"/>
                <a:gd name="connsiteY4" fmla="*/ 315583 h 71944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0 w 1732465"/>
                <a:gd name="connsiteY4" fmla="*/ 719443 h 719443"/>
                <a:gd name="connsiteX5" fmla="*/ 0 w 1732465"/>
                <a:gd name="connsiteY5" fmla="*/ 315583 h 719443"/>
                <a:gd name="connsiteX0" fmla="*/ 0 w 1732465"/>
                <a:gd name="connsiteY0" fmla="*/ 315583 h 761853"/>
                <a:gd name="connsiteX1" fmla="*/ 834361 w 1732465"/>
                <a:gd name="connsiteY1" fmla="*/ 314081 h 761853"/>
                <a:gd name="connsiteX2" fmla="*/ 1649371 w 1732465"/>
                <a:gd name="connsiteY2" fmla="*/ 0 h 761853"/>
                <a:gd name="connsiteX3" fmla="*/ 1732465 w 1732465"/>
                <a:gd name="connsiteY3" fmla="*/ 169356 h 761853"/>
                <a:gd name="connsiteX4" fmla="*/ 779444 w 1732465"/>
                <a:gd name="connsiteY4" fmla="*/ 761853 h 761853"/>
                <a:gd name="connsiteX5" fmla="*/ 0 w 1732465"/>
                <a:gd name="connsiteY5" fmla="*/ 719443 h 761853"/>
                <a:gd name="connsiteX6" fmla="*/ 0 w 1732465"/>
                <a:gd name="connsiteY6" fmla="*/ 315583 h 76185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761679 w 1732465"/>
                <a:gd name="connsiteY4" fmla="*/ 701581 h 719443"/>
                <a:gd name="connsiteX5" fmla="*/ 0 w 1732465"/>
                <a:gd name="connsiteY5" fmla="*/ 719443 h 719443"/>
                <a:gd name="connsiteX6" fmla="*/ 0 w 1732465"/>
                <a:gd name="connsiteY6" fmla="*/ 315583 h 719443"/>
                <a:gd name="connsiteX0" fmla="*/ 0 w 1743413"/>
                <a:gd name="connsiteY0" fmla="*/ 315583 h 719443"/>
                <a:gd name="connsiteX1" fmla="*/ 834361 w 1743413"/>
                <a:gd name="connsiteY1" fmla="*/ 314081 h 719443"/>
                <a:gd name="connsiteX2" fmla="*/ 1649371 w 1743413"/>
                <a:gd name="connsiteY2" fmla="*/ 0 h 719443"/>
                <a:gd name="connsiteX3" fmla="*/ 1732465 w 1743413"/>
                <a:gd name="connsiteY3" fmla="*/ 169356 h 719443"/>
                <a:gd name="connsiteX4" fmla="*/ 761679 w 1743413"/>
                <a:gd name="connsiteY4" fmla="*/ 701581 h 719443"/>
                <a:gd name="connsiteX5" fmla="*/ 0 w 1743413"/>
                <a:gd name="connsiteY5" fmla="*/ 719443 h 719443"/>
                <a:gd name="connsiteX6" fmla="*/ 0 w 1743413"/>
                <a:gd name="connsiteY6" fmla="*/ 315583 h 719443"/>
                <a:gd name="connsiteX0" fmla="*/ 0 w 1776215"/>
                <a:gd name="connsiteY0" fmla="*/ 315583 h 719443"/>
                <a:gd name="connsiteX1" fmla="*/ 834361 w 1776215"/>
                <a:gd name="connsiteY1" fmla="*/ 314081 h 719443"/>
                <a:gd name="connsiteX2" fmla="*/ 1649371 w 1776215"/>
                <a:gd name="connsiteY2" fmla="*/ 0 h 719443"/>
                <a:gd name="connsiteX3" fmla="*/ 1732465 w 1776215"/>
                <a:gd name="connsiteY3" fmla="*/ 169356 h 719443"/>
                <a:gd name="connsiteX4" fmla="*/ 761679 w 1776215"/>
                <a:gd name="connsiteY4" fmla="*/ 701581 h 719443"/>
                <a:gd name="connsiteX5" fmla="*/ 0 w 1776215"/>
                <a:gd name="connsiteY5" fmla="*/ 719443 h 719443"/>
                <a:gd name="connsiteX6" fmla="*/ 0 w 1776215"/>
                <a:gd name="connsiteY6" fmla="*/ 315583 h 719443"/>
                <a:gd name="connsiteX0" fmla="*/ 0 w 1649371"/>
                <a:gd name="connsiteY0" fmla="*/ 315583 h 719443"/>
                <a:gd name="connsiteX1" fmla="*/ 834361 w 1649371"/>
                <a:gd name="connsiteY1" fmla="*/ 314081 h 719443"/>
                <a:gd name="connsiteX2" fmla="*/ 1649371 w 1649371"/>
                <a:gd name="connsiteY2" fmla="*/ 0 h 719443"/>
                <a:gd name="connsiteX3" fmla="*/ 761679 w 1649371"/>
                <a:gd name="connsiteY3" fmla="*/ 701581 h 719443"/>
                <a:gd name="connsiteX4" fmla="*/ 0 w 1649371"/>
                <a:gd name="connsiteY4" fmla="*/ 719443 h 719443"/>
                <a:gd name="connsiteX5" fmla="*/ 0 w 1649371"/>
                <a:gd name="connsiteY5" fmla="*/ 315583 h 719443"/>
                <a:gd name="connsiteX0" fmla="*/ 0 w 1649371"/>
                <a:gd name="connsiteY0" fmla="*/ 324536 h 728396"/>
                <a:gd name="connsiteX1" fmla="*/ 834361 w 1649371"/>
                <a:gd name="connsiteY1" fmla="*/ 323034 h 728396"/>
                <a:gd name="connsiteX2" fmla="*/ 1649371 w 1649371"/>
                <a:gd name="connsiteY2" fmla="*/ 8953 h 728396"/>
                <a:gd name="connsiteX3" fmla="*/ 761679 w 1649371"/>
                <a:gd name="connsiteY3" fmla="*/ 710534 h 728396"/>
                <a:gd name="connsiteX4" fmla="*/ 0 w 1649371"/>
                <a:gd name="connsiteY4" fmla="*/ 728396 h 728396"/>
                <a:gd name="connsiteX5" fmla="*/ 0 w 1649371"/>
                <a:gd name="connsiteY5" fmla="*/ 324536 h 728396"/>
                <a:gd name="connsiteX0" fmla="*/ 0 w 1651864"/>
                <a:gd name="connsiteY0" fmla="*/ 324536 h 728396"/>
                <a:gd name="connsiteX1" fmla="*/ 834361 w 1651864"/>
                <a:gd name="connsiteY1" fmla="*/ 323034 h 728396"/>
                <a:gd name="connsiteX2" fmla="*/ 1649371 w 1651864"/>
                <a:gd name="connsiteY2" fmla="*/ 8953 h 728396"/>
                <a:gd name="connsiteX3" fmla="*/ 761679 w 1651864"/>
                <a:gd name="connsiteY3" fmla="*/ 710534 h 728396"/>
                <a:gd name="connsiteX4" fmla="*/ 0 w 1651864"/>
                <a:gd name="connsiteY4" fmla="*/ 728396 h 728396"/>
                <a:gd name="connsiteX5" fmla="*/ 0 w 1651864"/>
                <a:gd name="connsiteY5" fmla="*/ 324536 h 728396"/>
                <a:gd name="connsiteX0" fmla="*/ 0 w 1651864"/>
                <a:gd name="connsiteY0" fmla="*/ 326975 h 730835"/>
                <a:gd name="connsiteX1" fmla="*/ 834361 w 1651864"/>
                <a:gd name="connsiteY1" fmla="*/ 325473 h 730835"/>
                <a:gd name="connsiteX2" fmla="*/ 1649371 w 1651864"/>
                <a:gd name="connsiteY2" fmla="*/ 11392 h 730835"/>
                <a:gd name="connsiteX3" fmla="*/ 761679 w 1651864"/>
                <a:gd name="connsiteY3" fmla="*/ 712973 h 730835"/>
                <a:gd name="connsiteX4" fmla="*/ 0 w 1651864"/>
                <a:gd name="connsiteY4" fmla="*/ 730835 h 730835"/>
                <a:gd name="connsiteX5" fmla="*/ 0 w 1651864"/>
                <a:gd name="connsiteY5" fmla="*/ 326975 h 730835"/>
                <a:gd name="connsiteX0" fmla="*/ 0 w 1651864"/>
                <a:gd name="connsiteY0" fmla="*/ 325663 h 729523"/>
                <a:gd name="connsiteX1" fmla="*/ 1649371 w 1651864"/>
                <a:gd name="connsiteY1" fmla="*/ 10080 h 729523"/>
                <a:gd name="connsiteX2" fmla="*/ 761679 w 1651864"/>
                <a:gd name="connsiteY2" fmla="*/ 711661 h 729523"/>
                <a:gd name="connsiteX3" fmla="*/ 0 w 1651864"/>
                <a:gd name="connsiteY3" fmla="*/ 729523 h 729523"/>
                <a:gd name="connsiteX4" fmla="*/ 0 w 1651864"/>
                <a:gd name="connsiteY4" fmla="*/ 325663 h 729523"/>
                <a:gd name="connsiteX0" fmla="*/ 0 w 1651864"/>
                <a:gd name="connsiteY0" fmla="*/ 319772 h 723632"/>
                <a:gd name="connsiteX1" fmla="*/ 1649371 w 1651864"/>
                <a:gd name="connsiteY1" fmla="*/ 4189 h 723632"/>
                <a:gd name="connsiteX2" fmla="*/ 761679 w 1651864"/>
                <a:gd name="connsiteY2" fmla="*/ 705770 h 723632"/>
                <a:gd name="connsiteX3" fmla="*/ 0 w 1651864"/>
                <a:gd name="connsiteY3" fmla="*/ 723632 h 723632"/>
                <a:gd name="connsiteX4" fmla="*/ 0 w 1651864"/>
                <a:gd name="connsiteY4" fmla="*/ 319772 h 723632"/>
                <a:gd name="connsiteX0" fmla="*/ 0 w 1649371"/>
                <a:gd name="connsiteY0" fmla="*/ 319772 h 723632"/>
                <a:gd name="connsiteX1" fmla="*/ 1649371 w 1649371"/>
                <a:gd name="connsiteY1" fmla="*/ 4189 h 723632"/>
                <a:gd name="connsiteX2" fmla="*/ 0 w 1649371"/>
                <a:gd name="connsiteY2" fmla="*/ 723632 h 723632"/>
                <a:gd name="connsiteX3" fmla="*/ 0 w 1649371"/>
                <a:gd name="connsiteY3" fmla="*/ 319772 h 723632"/>
                <a:gd name="connsiteX0" fmla="*/ 0 w 1649371"/>
                <a:gd name="connsiteY0" fmla="*/ 319772 h 723710"/>
                <a:gd name="connsiteX1" fmla="*/ 1649371 w 1649371"/>
                <a:gd name="connsiteY1" fmla="*/ 4189 h 723710"/>
                <a:gd name="connsiteX2" fmla="*/ 0 w 1649371"/>
                <a:gd name="connsiteY2" fmla="*/ 723632 h 723710"/>
                <a:gd name="connsiteX3" fmla="*/ 0 w 1649371"/>
                <a:gd name="connsiteY3" fmla="*/ 319772 h 723710"/>
                <a:gd name="connsiteX0" fmla="*/ 0 w 1649371"/>
                <a:gd name="connsiteY0" fmla="*/ 319772 h 735547"/>
                <a:gd name="connsiteX1" fmla="*/ 1649371 w 1649371"/>
                <a:gd name="connsiteY1" fmla="*/ 4189 h 735547"/>
                <a:gd name="connsiteX2" fmla="*/ 0 w 1649371"/>
                <a:gd name="connsiteY2" fmla="*/ 723632 h 735547"/>
                <a:gd name="connsiteX3" fmla="*/ 0 w 1649371"/>
                <a:gd name="connsiteY3" fmla="*/ 319772 h 73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9371" h="735547">
                  <a:moveTo>
                    <a:pt x="0" y="319772"/>
                  </a:moveTo>
                  <a:cubicBezTo>
                    <a:pt x="638042" y="642766"/>
                    <a:pt x="1522425" y="-60144"/>
                    <a:pt x="1649371" y="4189"/>
                  </a:cubicBezTo>
                  <a:cubicBezTo>
                    <a:pt x="1649371" y="71499"/>
                    <a:pt x="999489" y="839677"/>
                    <a:pt x="0" y="723632"/>
                  </a:cubicBezTo>
                  <a:lnTo>
                    <a:pt x="0" y="31977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B2A5E2D5-D8AF-52F4-CADE-0B1491E10729}"/>
                </a:ext>
              </a:extLst>
            </p:cNvPr>
            <p:cNvSpPr/>
            <p:nvPr/>
          </p:nvSpPr>
          <p:spPr>
            <a:xfrm>
              <a:off x="6029569" y="4789824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: Rounded Corners 10">
              <a:extLst>
                <a:ext uri="{FF2B5EF4-FFF2-40B4-BE49-F238E27FC236}">
                  <a16:creationId xmlns:a16="http://schemas.microsoft.com/office/drawing/2014/main" id="{62132593-1C24-A9C6-A787-15066CE14AAC}"/>
                </a:ext>
              </a:extLst>
            </p:cNvPr>
            <p:cNvSpPr/>
            <p:nvPr/>
          </p:nvSpPr>
          <p:spPr>
            <a:xfrm>
              <a:off x="5775520" y="5786755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: Rounded Corners 10">
              <a:extLst>
                <a:ext uri="{FF2B5EF4-FFF2-40B4-BE49-F238E27FC236}">
                  <a16:creationId xmlns:a16="http://schemas.microsoft.com/office/drawing/2014/main" id="{6F3F0BBD-EA1B-A36D-9862-B8DA90F8D30F}"/>
                </a:ext>
              </a:extLst>
            </p:cNvPr>
            <p:cNvSpPr/>
            <p:nvPr/>
          </p:nvSpPr>
          <p:spPr>
            <a:xfrm rot="15023604" flipH="1">
              <a:off x="6245637" y="5704664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7">
              <a:extLst>
                <a:ext uri="{FF2B5EF4-FFF2-40B4-BE49-F238E27FC236}">
                  <a16:creationId xmlns:a16="http://schemas.microsoft.com/office/drawing/2014/main" id="{906E6DFD-CB85-EAD7-4FB9-3EDBE98394FC}"/>
                </a:ext>
              </a:extLst>
            </p:cNvPr>
            <p:cNvSpPr/>
            <p:nvPr/>
          </p:nvSpPr>
          <p:spPr>
            <a:xfrm rot="19820956">
              <a:off x="5694761" y="3327272"/>
              <a:ext cx="1562927" cy="2552129"/>
            </a:xfrm>
            <a:custGeom>
              <a:avLst/>
              <a:gdLst>
                <a:gd name="connsiteX0" fmla="*/ 0 w 2368765"/>
                <a:gd name="connsiteY0" fmla="*/ 1317009 h 2634018"/>
                <a:gd name="connsiteX1" fmla="*/ 1184383 w 2368765"/>
                <a:gd name="connsiteY1" fmla="*/ 0 h 2634018"/>
                <a:gd name="connsiteX2" fmla="*/ 2368766 w 2368765"/>
                <a:gd name="connsiteY2" fmla="*/ 1317009 h 2634018"/>
                <a:gd name="connsiteX3" fmla="*/ 1184383 w 2368765"/>
                <a:gd name="connsiteY3" fmla="*/ 2634018 h 2634018"/>
                <a:gd name="connsiteX4" fmla="*/ 0 w 2368765"/>
                <a:gd name="connsiteY4" fmla="*/ 1317009 h 2634018"/>
                <a:gd name="connsiteX0" fmla="*/ 0 w 2232288"/>
                <a:gd name="connsiteY0" fmla="*/ 1467872 h 2635718"/>
                <a:gd name="connsiteX1" fmla="*/ 1047905 w 2232288"/>
                <a:gd name="connsiteY1" fmla="*/ 738 h 2635718"/>
                <a:gd name="connsiteX2" fmla="*/ 2232288 w 2232288"/>
                <a:gd name="connsiteY2" fmla="*/ 1317747 h 2635718"/>
                <a:gd name="connsiteX3" fmla="*/ 1047905 w 2232288"/>
                <a:gd name="connsiteY3" fmla="*/ 2634756 h 2635718"/>
                <a:gd name="connsiteX4" fmla="*/ 0 w 2232288"/>
                <a:gd name="connsiteY4" fmla="*/ 1467872 h 2635718"/>
                <a:gd name="connsiteX0" fmla="*/ 0 w 2232288"/>
                <a:gd name="connsiteY0" fmla="*/ 1713326 h 2880851"/>
                <a:gd name="connsiteX1" fmla="*/ 1047905 w 2232288"/>
                <a:gd name="connsiteY1" fmla="*/ 533 h 2880851"/>
                <a:gd name="connsiteX2" fmla="*/ 2232288 w 2232288"/>
                <a:gd name="connsiteY2" fmla="*/ 1563201 h 2880851"/>
                <a:gd name="connsiteX3" fmla="*/ 1047905 w 2232288"/>
                <a:gd name="connsiteY3" fmla="*/ 2880210 h 2880851"/>
                <a:gd name="connsiteX4" fmla="*/ 0 w 2232288"/>
                <a:gd name="connsiteY4" fmla="*/ 1713326 h 2880851"/>
                <a:gd name="connsiteX0" fmla="*/ 0 w 2232288"/>
                <a:gd name="connsiteY0" fmla="*/ 1712907 h 2880432"/>
                <a:gd name="connsiteX1" fmla="*/ 1047905 w 2232288"/>
                <a:gd name="connsiteY1" fmla="*/ 114 h 2880432"/>
                <a:gd name="connsiteX2" fmla="*/ 2232288 w 2232288"/>
                <a:gd name="connsiteY2" fmla="*/ 1562782 h 2880432"/>
                <a:gd name="connsiteX3" fmla="*/ 1047905 w 2232288"/>
                <a:gd name="connsiteY3" fmla="*/ 2879791 h 2880432"/>
                <a:gd name="connsiteX4" fmla="*/ 0 w 2232288"/>
                <a:gd name="connsiteY4" fmla="*/ 1712907 h 2880432"/>
                <a:gd name="connsiteX0" fmla="*/ 7497 w 2239785"/>
                <a:gd name="connsiteY0" fmla="*/ 1752003 h 2919459"/>
                <a:gd name="connsiteX1" fmla="*/ 608513 w 2239785"/>
                <a:gd name="connsiteY1" fmla="*/ 578296 h 2919459"/>
                <a:gd name="connsiteX2" fmla="*/ 1055402 w 2239785"/>
                <a:gd name="connsiteY2" fmla="*/ 39210 h 2919459"/>
                <a:gd name="connsiteX3" fmla="*/ 2239785 w 2239785"/>
                <a:gd name="connsiteY3" fmla="*/ 1601878 h 2919459"/>
                <a:gd name="connsiteX4" fmla="*/ 1055402 w 2239785"/>
                <a:gd name="connsiteY4" fmla="*/ 2918887 h 2919459"/>
                <a:gd name="connsiteX5" fmla="*/ 7497 w 2239785"/>
                <a:gd name="connsiteY5" fmla="*/ 1752003 h 2919459"/>
                <a:gd name="connsiteX0" fmla="*/ 446889 w 1631272"/>
                <a:gd name="connsiteY0" fmla="*/ 2918887 h 2943136"/>
                <a:gd name="connsiteX1" fmla="*/ 0 w 1631272"/>
                <a:gd name="connsiteY1" fmla="*/ 578296 h 2943136"/>
                <a:gd name="connsiteX2" fmla="*/ 446889 w 1631272"/>
                <a:gd name="connsiteY2" fmla="*/ 39210 h 2943136"/>
                <a:gd name="connsiteX3" fmla="*/ 1631272 w 1631272"/>
                <a:gd name="connsiteY3" fmla="*/ 1601878 h 2943136"/>
                <a:gd name="connsiteX4" fmla="*/ 446889 w 1631272"/>
                <a:gd name="connsiteY4" fmla="*/ 2918887 h 2943136"/>
                <a:gd name="connsiteX0" fmla="*/ 858688 w 2097067"/>
                <a:gd name="connsiteY0" fmla="*/ 2918887 h 2926202"/>
                <a:gd name="connsiteX1" fmla="*/ 411799 w 2097067"/>
                <a:gd name="connsiteY1" fmla="*/ 578296 h 2926202"/>
                <a:gd name="connsiteX2" fmla="*/ 858688 w 2097067"/>
                <a:gd name="connsiteY2" fmla="*/ 39210 h 2926202"/>
                <a:gd name="connsiteX3" fmla="*/ 2043071 w 2097067"/>
                <a:gd name="connsiteY3" fmla="*/ 1601878 h 2926202"/>
                <a:gd name="connsiteX4" fmla="*/ 858688 w 2097067"/>
                <a:gd name="connsiteY4" fmla="*/ 2918887 h 2926202"/>
                <a:gd name="connsiteX0" fmla="*/ 1013958 w 2252337"/>
                <a:gd name="connsiteY0" fmla="*/ 2918887 h 2925680"/>
                <a:gd name="connsiteX1" fmla="*/ 567069 w 2252337"/>
                <a:gd name="connsiteY1" fmla="*/ 578296 h 2925680"/>
                <a:gd name="connsiteX2" fmla="*/ 1013958 w 2252337"/>
                <a:gd name="connsiteY2" fmla="*/ 39210 h 2925680"/>
                <a:gd name="connsiteX3" fmla="*/ 2198341 w 2252337"/>
                <a:gd name="connsiteY3" fmla="*/ 1601878 h 2925680"/>
                <a:gd name="connsiteX4" fmla="*/ 1013958 w 2252337"/>
                <a:gd name="connsiteY4" fmla="*/ 2918887 h 2925680"/>
                <a:gd name="connsiteX0" fmla="*/ 950155 w 2155116"/>
                <a:gd name="connsiteY0" fmla="*/ 2918887 h 2918904"/>
                <a:gd name="connsiteX1" fmla="*/ 503266 w 2155116"/>
                <a:gd name="connsiteY1" fmla="*/ 578296 h 2918904"/>
                <a:gd name="connsiteX2" fmla="*/ 950155 w 2155116"/>
                <a:gd name="connsiteY2" fmla="*/ 39210 h 2918904"/>
                <a:gd name="connsiteX3" fmla="*/ 2134538 w 2155116"/>
                <a:gd name="connsiteY3" fmla="*/ 1601878 h 2918904"/>
                <a:gd name="connsiteX4" fmla="*/ 950155 w 2155116"/>
                <a:gd name="connsiteY4" fmla="*/ 2918887 h 2918904"/>
                <a:gd name="connsiteX0" fmla="*/ 950155 w 2155116"/>
                <a:gd name="connsiteY0" fmla="*/ 2881535 h 2881552"/>
                <a:gd name="connsiteX1" fmla="*/ 503266 w 2155116"/>
                <a:gd name="connsiteY1" fmla="*/ 540944 h 2881552"/>
                <a:gd name="connsiteX2" fmla="*/ 950155 w 2155116"/>
                <a:gd name="connsiteY2" fmla="*/ 1858 h 2881552"/>
                <a:gd name="connsiteX3" fmla="*/ 2134538 w 2155116"/>
                <a:gd name="connsiteY3" fmla="*/ 1564526 h 2881552"/>
                <a:gd name="connsiteX4" fmla="*/ 950155 w 2155116"/>
                <a:gd name="connsiteY4" fmla="*/ 2881535 h 2881552"/>
                <a:gd name="connsiteX0" fmla="*/ 950155 w 2155116"/>
                <a:gd name="connsiteY0" fmla="*/ 2879693 h 2879710"/>
                <a:gd name="connsiteX1" fmla="*/ 503266 w 2155116"/>
                <a:gd name="connsiteY1" fmla="*/ 539102 h 2879710"/>
                <a:gd name="connsiteX2" fmla="*/ 950155 w 2155116"/>
                <a:gd name="connsiteY2" fmla="*/ 16 h 2879710"/>
                <a:gd name="connsiteX3" fmla="*/ 1499553 w 2155116"/>
                <a:gd name="connsiteY3" fmla="*/ 552750 h 2879710"/>
                <a:gd name="connsiteX4" fmla="*/ 2134538 w 2155116"/>
                <a:gd name="connsiteY4" fmla="*/ 1562684 h 2879710"/>
                <a:gd name="connsiteX5" fmla="*/ 950155 w 2155116"/>
                <a:gd name="connsiteY5" fmla="*/ 2879693 h 2879710"/>
                <a:gd name="connsiteX0" fmla="*/ 950155 w 1499553"/>
                <a:gd name="connsiteY0" fmla="*/ 2879693 h 2879710"/>
                <a:gd name="connsiteX1" fmla="*/ 503266 w 1499553"/>
                <a:gd name="connsiteY1" fmla="*/ 539102 h 2879710"/>
                <a:gd name="connsiteX2" fmla="*/ 950155 w 1499553"/>
                <a:gd name="connsiteY2" fmla="*/ 16 h 2879710"/>
                <a:gd name="connsiteX3" fmla="*/ 1499553 w 1499553"/>
                <a:gd name="connsiteY3" fmla="*/ 552750 h 2879710"/>
                <a:gd name="connsiteX4" fmla="*/ 950155 w 1499553"/>
                <a:gd name="connsiteY4" fmla="*/ 2879693 h 2879710"/>
                <a:gd name="connsiteX0" fmla="*/ 1080842 w 2048951"/>
                <a:gd name="connsiteY0" fmla="*/ 2879693 h 2883255"/>
                <a:gd name="connsiteX1" fmla="*/ 633953 w 2048951"/>
                <a:gd name="connsiteY1" fmla="*/ 539102 h 2883255"/>
                <a:gd name="connsiteX2" fmla="*/ 1080842 w 2048951"/>
                <a:gd name="connsiteY2" fmla="*/ 16 h 2883255"/>
                <a:gd name="connsiteX3" fmla="*/ 1630240 w 2048951"/>
                <a:gd name="connsiteY3" fmla="*/ 552750 h 2883255"/>
                <a:gd name="connsiteX4" fmla="*/ 1080842 w 2048951"/>
                <a:gd name="connsiteY4" fmla="*/ 2879693 h 2883255"/>
                <a:gd name="connsiteX0" fmla="*/ 1080842 w 2178894"/>
                <a:gd name="connsiteY0" fmla="*/ 2879693 h 2883010"/>
                <a:gd name="connsiteX1" fmla="*/ 633953 w 2178894"/>
                <a:gd name="connsiteY1" fmla="*/ 539102 h 2883010"/>
                <a:gd name="connsiteX2" fmla="*/ 1080842 w 2178894"/>
                <a:gd name="connsiteY2" fmla="*/ 16 h 2883010"/>
                <a:gd name="connsiteX3" fmla="*/ 1630240 w 2178894"/>
                <a:gd name="connsiteY3" fmla="*/ 552750 h 2883010"/>
                <a:gd name="connsiteX4" fmla="*/ 1080842 w 2178894"/>
                <a:gd name="connsiteY4" fmla="*/ 2879693 h 2883010"/>
                <a:gd name="connsiteX0" fmla="*/ 1130092 w 2180651"/>
                <a:gd name="connsiteY0" fmla="*/ 2879693 h 2883010"/>
                <a:gd name="connsiteX1" fmla="*/ 574021 w 2180651"/>
                <a:gd name="connsiteY1" fmla="*/ 539102 h 2883010"/>
                <a:gd name="connsiteX2" fmla="*/ 1020910 w 2180651"/>
                <a:gd name="connsiteY2" fmla="*/ 16 h 2883010"/>
                <a:gd name="connsiteX3" fmla="*/ 1570308 w 2180651"/>
                <a:gd name="connsiteY3" fmla="*/ 552750 h 2883010"/>
                <a:gd name="connsiteX4" fmla="*/ 1130092 w 2180651"/>
                <a:gd name="connsiteY4" fmla="*/ 2879693 h 2883010"/>
                <a:gd name="connsiteX0" fmla="*/ 1026353 w 1966593"/>
                <a:gd name="connsiteY0" fmla="*/ 2879693 h 2885692"/>
                <a:gd name="connsiteX1" fmla="*/ 470282 w 1966593"/>
                <a:gd name="connsiteY1" fmla="*/ 539102 h 2885692"/>
                <a:gd name="connsiteX2" fmla="*/ 917171 w 1966593"/>
                <a:gd name="connsiteY2" fmla="*/ 16 h 2885692"/>
                <a:gd name="connsiteX3" fmla="*/ 1466569 w 1966593"/>
                <a:gd name="connsiteY3" fmla="*/ 552750 h 2885692"/>
                <a:gd name="connsiteX4" fmla="*/ 1026353 w 1966593"/>
                <a:gd name="connsiteY4" fmla="*/ 2879693 h 2885692"/>
                <a:gd name="connsiteX0" fmla="*/ 1111626 w 2051866"/>
                <a:gd name="connsiteY0" fmla="*/ 2879693 h 2885954"/>
                <a:gd name="connsiteX1" fmla="*/ 555555 w 2051866"/>
                <a:gd name="connsiteY1" fmla="*/ 539102 h 2885954"/>
                <a:gd name="connsiteX2" fmla="*/ 1002444 w 2051866"/>
                <a:gd name="connsiteY2" fmla="*/ 16 h 2885954"/>
                <a:gd name="connsiteX3" fmla="*/ 1551842 w 2051866"/>
                <a:gd name="connsiteY3" fmla="*/ 552750 h 2885954"/>
                <a:gd name="connsiteX4" fmla="*/ 1111626 w 2051866"/>
                <a:gd name="connsiteY4" fmla="*/ 2879693 h 2885954"/>
                <a:gd name="connsiteX0" fmla="*/ 135964 w 1076204"/>
                <a:gd name="connsiteY0" fmla="*/ 2879677 h 2879677"/>
                <a:gd name="connsiteX1" fmla="*/ 26782 w 1076204"/>
                <a:gd name="connsiteY1" fmla="*/ 0 h 2879677"/>
                <a:gd name="connsiteX2" fmla="*/ 576180 w 1076204"/>
                <a:gd name="connsiteY2" fmla="*/ 552734 h 2879677"/>
                <a:gd name="connsiteX3" fmla="*/ 135964 w 1076204"/>
                <a:gd name="connsiteY3" fmla="*/ 2879677 h 2879677"/>
                <a:gd name="connsiteX0" fmla="*/ 393332 w 1333572"/>
                <a:gd name="connsiteY0" fmla="*/ 2879707 h 2879707"/>
                <a:gd name="connsiteX1" fmla="*/ 284150 w 1333572"/>
                <a:gd name="connsiteY1" fmla="*/ 30 h 2879707"/>
                <a:gd name="connsiteX2" fmla="*/ 833548 w 1333572"/>
                <a:gd name="connsiteY2" fmla="*/ 552764 h 2879707"/>
                <a:gd name="connsiteX3" fmla="*/ 393332 w 1333572"/>
                <a:gd name="connsiteY3" fmla="*/ 2879707 h 2879707"/>
                <a:gd name="connsiteX0" fmla="*/ 855822 w 1766979"/>
                <a:gd name="connsiteY0" fmla="*/ 2879707 h 2880122"/>
                <a:gd name="connsiteX1" fmla="*/ 746640 w 1766979"/>
                <a:gd name="connsiteY1" fmla="*/ 30 h 2880122"/>
                <a:gd name="connsiteX2" fmla="*/ 1296038 w 1766979"/>
                <a:gd name="connsiteY2" fmla="*/ 552764 h 2880122"/>
                <a:gd name="connsiteX3" fmla="*/ 855822 w 1766979"/>
                <a:gd name="connsiteY3" fmla="*/ 2879707 h 2880122"/>
                <a:gd name="connsiteX0" fmla="*/ 855822 w 855822"/>
                <a:gd name="connsiteY0" fmla="*/ 2879677 h 2880092"/>
                <a:gd name="connsiteX1" fmla="*/ 746640 w 855822"/>
                <a:gd name="connsiteY1" fmla="*/ 0 h 2880092"/>
                <a:gd name="connsiteX2" fmla="*/ 855822 w 855822"/>
                <a:gd name="connsiteY2" fmla="*/ 2879677 h 2880092"/>
                <a:gd name="connsiteX0" fmla="*/ 841211 w 1447490"/>
                <a:gd name="connsiteY0" fmla="*/ 2879677 h 2880547"/>
                <a:gd name="connsiteX1" fmla="*/ 732029 w 1447490"/>
                <a:gd name="connsiteY1" fmla="*/ 0 h 2880547"/>
                <a:gd name="connsiteX2" fmla="*/ 841211 w 1447490"/>
                <a:gd name="connsiteY2" fmla="*/ 2879677 h 2880547"/>
                <a:gd name="connsiteX0" fmla="*/ 760317 w 1449076"/>
                <a:gd name="connsiteY0" fmla="*/ 2879790 h 2880665"/>
                <a:gd name="connsiteX1" fmla="*/ 651135 w 1449076"/>
                <a:gd name="connsiteY1" fmla="*/ 113 h 2880665"/>
                <a:gd name="connsiteX2" fmla="*/ 760317 w 1449076"/>
                <a:gd name="connsiteY2" fmla="*/ 2879790 h 2880665"/>
                <a:gd name="connsiteX0" fmla="*/ 1083466 w 2100805"/>
                <a:gd name="connsiteY0" fmla="*/ 2879785 h 2881650"/>
                <a:gd name="connsiteX1" fmla="*/ 974284 w 2100805"/>
                <a:gd name="connsiteY1" fmla="*/ 108 h 2881650"/>
                <a:gd name="connsiteX2" fmla="*/ 1083466 w 2100805"/>
                <a:gd name="connsiteY2" fmla="*/ 2879785 h 2881650"/>
                <a:gd name="connsiteX0" fmla="*/ 1048607 w 2030698"/>
                <a:gd name="connsiteY0" fmla="*/ 2879791 h 2882197"/>
                <a:gd name="connsiteX1" fmla="*/ 939425 w 2030698"/>
                <a:gd name="connsiteY1" fmla="*/ 114 h 2882197"/>
                <a:gd name="connsiteX2" fmla="*/ 1048607 w 2030698"/>
                <a:gd name="connsiteY2" fmla="*/ 2879791 h 2882197"/>
                <a:gd name="connsiteX0" fmla="*/ 979012 w 1890631"/>
                <a:gd name="connsiteY0" fmla="*/ 2879789 h 2879882"/>
                <a:gd name="connsiteX1" fmla="*/ 869830 w 1890631"/>
                <a:gd name="connsiteY1" fmla="*/ 112 h 2879882"/>
                <a:gd name="connsiteX2" fmla="*/ 979012 w 1890631"/>
                <a:gd name="connsiteY2" fmla="*/ 2879789 h 2879882"/>
                <a:gd name="connsiteX0" fmla="*/ 162777 w 863348"/>
                <a:gd name="connsiteY0" fmla="*/ 2885989 h 2990195"/>
                <a:gd name="connsiteX1" fmla="*/ 53595 w 863348"/>
                <a:gd name="connsiteY1" fmla="*/ 6312 h 2990195"/>
                <a:gd name="connsiteX2" fmla="*/ 862933 w 863348"/>
                <a:gd name="connsiteY2" fmla="*/ 2134660 h 2990195"/>
                <a:gd name="connsiteX3" fmla="*/ 162777 w 863348"/>
                <a:gd name="connsiteY3" fmla="*/ 2885989 h 2990195"/>
                <a:gd name="connsiteX0" fmla="*/ 121712 w 828140"/>
                <a:gd name="connsiteY0" fmla="*/ 2936294 h 3040500"/>
                <a:gd name="connsiteX1" fmla="*/ 12530 w 828140"/>
                <a:gd name="connsiteY1" fmla="*/ 56617 h 3040500"/>
                <a:gd name="connsiteX2" fmla="*/ 266167 w 828140"/>
                <a:gd name="connsiteY2" fmla="*/ 1111130 h 3040500"/>
                <a:gd name="connsiteX3" fmla="*/ 821868 w 828140"/>
                <a:gd name="connsiteY3" fmla="*/ 2184965 h 3040500"/>
                <a:gd name="connsiteX4" fmla="*/ 121712 w 828140"/>
                <a:gd name="connsiteY4" fmla="*/ 2936294 h 3040500"/>
                <a:gd name="connsiteX0" fmla="*/ 1061931 w 2313935"/>
                <a:gd name="connsiteY0" fmla="*/ 2936294 h 2989678"/>
                <a:gd name="connsiteX1" fmla="*/ 952749 w 2313935"/>
                <a:gd name="connsiteY1" fmla="*/ 56617 h 2989678"/>
                <a:gd name="connsiteX2" fmla="*/ 1206386 w 2313935"/>
                <a:gd name="connsiteY2" fmla="*/ 1111130 h 2989678"/>
                <a:gd name="connsiteX3" fmla="*/ 1762087 w 2313935"/>
                <a:gd name="connsiteY3" fmla="*/ 2184965 h 2989678"/>
                <a:gd name="connsiteX4" fmla="*/ 1061931 w 2313935"/>
                <a:gd name="connsiteY4" fmla="*/ 2936294 h 2989678"/>
                <a:gd name="connsiteX0" fmla="*/ 240256 w 946684"/>
                <a:gd name="connsiteY0" fmla="*/ 2936294 h 2936941"/>
                <a:gd name="connsiteX1" fmla="*/ 131074 w 946684"/>
                <a:gd name="connsiteY1" fmla="*/ 56617 h 2936941"/>
                <a:gd name="connsiteX2" fmla="*/ 384711 w 946684"/>
                <a:gd name="connsiteY2" fmla="*/ 1111130 h 2936941"/>
                <a:gd name="connsiteX3" fmla="*/ 940412 w 946684"/>
                <a:gd name="connsiteY3" fmla="*/ 2184965 h 2936941"/>
                <a:gd name="connsiteX4" fmla="*/ 240256 w 946684"/>
                <a:gd name="connsiteY4" fmla="*/ 2936294 h 2936941"/>
                <a:gd name="connsiteX0" fmla="*/ 250028 w 956456"/>
                <a:gd name="connsiteY0" fmla="*/ 2974499 h 2975146"/>
                <a:gd name="connsiteX1" fmla="*/ 140846 w 956456"/>
                <a:gd name="connsiteY1" fmla="*/ 94822 h 2975146"/>
                <a:gd name="connsiteX2" fmla="*/ 394483 w 956456"/>
                <a:gd name="connsiteY2" fmla="*/ 1149335 h 2975146"/>
                <a:gd name="connsiteX3" fmla="*/ 950184 w 956456"/>
                <a:gd name="connsiteY3" fmla="*/ 2223170 h 2975146"/>
                <a:gd name="connsiteX4" fmla="*/ 250028 w 956456"/>
                <a:gd name="connsiteY4" fmla="*/ 2974499 h 2975146"/>
                <a:gd name="connsiteX0" fmla="*/ 960368 w 1666796"/>
                <a:gd name="connsiteY0" fmla="*/ 2906396 h 2906956"/>
                <a:gd name="connsiteX1" fmla="*/ 355 w 1666796"/>
                <a:gd name="connsiteY1" fmla="*/ 2232006 h 2906956"/>
                <a:gd name="connsiteX2" fmla="*/ 851186 w 1666796"/>
                <a:gd name="connsiteY2" fmla="*/ 26719 h 2906956"/>
                <a:gd name="connsiteX3" fmla="*/ 1104823 w 1666796"/>
                <a:gd name="connsiteY3" fmla="*/ 1081232 h 2906956"/>
                <a:gd name="connsiteX4" fmla="*/ 1660524 w 1666796"/>
                <a:gd name="connsiteY4" fmla="*/ 2155067 h 2906956"/>
                <a:gd name="connsiteX5" fmla="*/ 960368 w 1666796"/>
                <a:gd name="connsiteY5" fmla="*/ 2906396 h 2906956"/>
                <a:gd name="connsiteX0" fmla="*/ 1020918 w 1727346"/>
                <a:gd name="connsiteY0" fmla="*/ 2906396 h 2906955"/>
                <a:gd name="connsiteX1" fmla="*/ 60905 w 1727346"/>
                <a:gd name="connsiteY1" fmla="*/ 2232006 h 2906955"/>
                <a:gd name="connsiteX2" fmla="*/ 911736 w 1727346"/>
                <a:gd name="connsiteY2" fmla="*/ 26719 h 2906955"/>
                <a:gd name="connsiteX3" fmla="*/ 1165373 w 1727346"/>
                <a:gd name="connsiteY3" fmla="*/ 1081232 h 2906955"/>
                <a:gd name="connsiteX4" fmla="*/ 1721074 w 1727346"/>
                <a:gd name="connsiteY4" fmla="*/ 2155067 h 2906955"/>
                <a:gd name="connsiteX5" fmla="*/ 1020918 w 1727346"/>
                <a:gd name="connsiteY5" fmla="*/ 2906396 h 2906955"/>
                <a:gd name="connsiteX0" fmla="*/ 968083 w 1674511"/>
                <a:gd name="connsiteY0" fmla="*/ 2906396 h 2906955"/>
                <a:gd name="connsiteX1" fmla="*/ 8070 w 1674511"/>
                <a:gd name="connsiteY1" fmla="*/ 2232006 h 2906955"/>
                <a:gd name="connsiteX2" fmla="*/ 858901 w 1674511"/>
                <a:gd name="connsiteY2" fmla="*/ 26719 h 2906955"/>
                <a:gd name="connsiteX3" fmla="*/ 1112538 w 1674511"/>
                <a:gd name="connsiteY3" fmla="*/ 1081232 h 2906955"/>
                <a:gd name="connsiteX4" fmla="*/ 1668239 w 1674511"/>
                <a:gd name="connsiteY4" fmla="*/ 2155067 h 2906955"/>
                <a:gd name="connsiteX5" fmla="*/ 968083 w 1674511"/>
                <a:gd name="connsiteY5" fmla="*/ 2906396 h 2906955"/>
                <a:gd name="connsiteX0" fmla="*/ 967156 w 1673584"/>
                <a:gd name="connsiteY0" fmla="*/ 2860372 h 2860931"/>
                <a:gd name="connsiteX1" fmla="*/ 7143 w 1673584"/>
                <a:gd name="connsiteY1" fmla="*/ 2185982 h 2860931"/>
                <a:gd name="connsiteX2" fmla="*/ 965975 w 1673584"/>
                <a:gd name="connsiteY2" fmla="*/ 27982 h 2860931"/>
                <a:gd name="connsiteX3" fmla="*/ 1111611 w 1673584"/>
                <a:gd name="connsiteY3" fmla="*/ 1035208 h 2860931"/>
                <a:gd name="connsiteX4" fmla="*/ 1667312 w 1673584"/>
                <a:gd name="connsiteY4" fmla="*/ 2109043 h 2860931"/>
                <a:gd name="connsiteX5" fmla="*/ 967156 w 1673584"/>
                <a:gd name="connsiteY5" fmla="*/ 2860372 h 2860931"/>
                <a:gd name="connsiteX0" fmla="*/ 969174 w 1675602"/>
                <a:gd name="connsiteY0" fmla="*/ 2882825 h 2883384"/>
                <a:gd name="connsiteX1" fmla="*/ 9161 w 1675602"/>
                <a:gd name="connsiteY1" fmla="*/ 2208435 h 2883384"/>
                <a:gd name="connsiteX2" fmla="*/ 967993 w 1675602"/>
                <a:gd name="connsiteY2" fmla="*/ 50435 h 2883384"/>
                <a:gd name="connsiteX3" fmla="*/ 1113629 w 1675602"/>
                <a:gd name="connsiteY3" fmla="*/ 1057661 h 2883384"/>
                <a:gd name="connsiteX4" fmla="*/ 1669330 w 1675602"/>
                <a:gd name="connsiteY4" fmla="*/ 2131496 h 2883384"/>
                <a:gd name="connsiteX5" fmla="*/ 969174 w 1675602"/>
                <a:gd name="connsiteY5" fmla="*/ 2882825 h 2883384"/>
                <a:gd name="connsiteX0" fmla="*/ 967644 w 1674072"/>
                <a:gd name="connsiteY0" fmla="*/ 2844875 h 2845434"/>
                <a:gd name="connsiteX1" fmla="*/ 7631 w 1674072"/>
                <a:gd name="connsiteY1" fmla="*/ 2170485 h 2845434"/>
                <a:gd name="connsiteX2" fmla="*/ 966463 w 1674072"/>
                <a:gd name="connsiteY2" fmla="*/ 12485 h 2845434"/>
                <a:gd name="connsiteX3" fmla="*/ 1112099 w 1674072"/>
                <a:gd name="connsiteY3" fmla="*/ 1019711 h 2845434"/>
                <a:gd name="connsiteX4" fmla="*/ 1667800 w 1674072"/>
                <a:gd name="connsiteY4" fmla="*/ 2093546 h 2845434"/>
                <a:gd name="connsiteX5" fmla="*/ 967644 w 1674072"/>
                <a:gd name="connsiteY5" fmla="*/ 2844875 h 2845434"/>
                <a:gd name="connsiteX0" fmla="*/ 1009180 w 1715608"/>
                <a:gd name="connsiteY0" fmla="*/ 2844875 h 2845434"/>
                <a:gd name="connsiteX1" fmla="*/ 49167 w 1715608"/>
                <a:gd name="connsiteY1" fmla="*/ 2170485 h 2845434"/>
                <a:gd name="connsiteX2" fmla="*/ 1007999 w 1715608"/>
                <a:gd name="connsiteY2" fmla="*/ 12485 h 2845434"/>
                <a:gd name="connsiteX3" fmla="*/ 1153635 w 1715608"/>
                <a:gd name="connsiteY3" fmla="*/ 1019711 h 2845434"/>
                <a:gd name="connsiteX4" fmla="*/ 1709336 w 1715608"/>
                <a:gd name="connsiteY4" fmla="*/ 2093546 h 2845434"/>
                <a:gd name="connsiteX5" fmla="*/ 1009180 w 1715608"/>
                <a:gd name="connsiteY5" fmla="*/ 2844875 h 2845434"/>
                <a:gd name="connsiteX0" fmla="*/ 1006411 w 1712003"/>
                <a:gd name="connsiteY0" fmla="*/ 2862643 h 2863202"/>
                <a:gd name="connsiteX1" fmla="*/ 46398 w 1712003"/>
                <a:gd name="connsiteY1" fmla="*/ 2188253 h 2863202"/>
                <a:gd name="connsiteX2" fmla="*/ 1005230 w 1712003"/>
                <a:gd name="connsiteY2" fmla="*/ 30253 h 2863202"/>
                <a:gd name="connsiteX3" fmla="*/ 1068070 w 1712003"/>
                <a:gd name="connsiteY3" fmla="*/ 1005341 h 2863202"/>
                <a:gd name="connsiteX4" fmla="*/ 1706567 w 1712003"/>
                <a:gd name="connsiteY4" fmla="*/ 2111314 h 2863202"/>
                <a:gd name="connsiteX5" fmla="*/ 1006411 w 1712003"/>
                <a:gd name="connsiteY5" fmla="*/ 2862643 h 2863202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29201"/>
                <a:gd name="connsiteY0" fmla="*/ 2862643 h 2863365"/>
                <a:gd name="connsiteX1" fmla="*/ 46398 w 1629201"/>
                <a:gd name="connsiteY1" fmla="*/ 2188253 h 2863365"/>
                <a:gd name="connsiteX2" fmla="*/ 1005230 w 1629201"/>
                <a:gd name="connsiteY2" fmla="*/ 30253 h 2863365"/>
                <a:gd name="connsiteX3" fmla="*/ 1068070 w 1629201"/>
                <a:gd name="connsiteY3" fmla="*/ 1005341 h 2863365"/>
                <a:gd name="connsiteX4" fmla="*/ 1629201 w 1629201"/>
                <a:gd name="connsiteY4" fmla="*/ 2100055 h 2863365"/>
                <a:gd name="connsiteX5" fmla="*/ 1006411 w 1629201"/>
                <a:gd name="connsiteY5" fmla="*/ 2862643 h 2863365"/>
                <a:gd name="connsiteX0" fmla="*/ 1006411 w 1758725"/>
                <a:gd name="connsiteY0" fmla="*/ 2862643 h 2863256"/>
                <a:gd name="connsiteX1" fmla="*/ 46398 w 1758725"/>
                <a:gd name="connsiteY1" fmla="*/ 2188253 h 2863256"/>
                <a:gd name="connsiteX2" fmla="*/ 1005230 w 1758725"/>
                <a:gd name="connsiteY2" fmla="*/ 30253 h 2863256"/>
                <a:gd name="connsiteX3" fmla="*/ 1068070 w 1758725"/>
                <a:gd name="connsiteY3" fmla="*/ 1005341 h 2863256"/>
                <a:gd name="connsiteX4" fmla="*/ 1758725 w 1758725"/>
                <a:gd name="connsiteY4" fmla="*/ 2107426 h 2863256"/>
                <a:gd name="connsiteX5" fmla="*/ 1006411 w 1758725"/>
                <a:gd name="connsiteY5" fmla="*/ 2862643 h 2863256"/>
                <a:gd name="connsiteX0" fmla="*/ 1006411 w 1759523"/>
                <a:gd name="connsiteY0" fmla="*/ 2862643 h 2863256"/>
                <a:gd name="connsiteX1" fmla="*/ 46398 w 1759523"/>
                <a:gd name="connsiteY1" fmla="*/ 2188253 h 2863256"/>
                <a:gd name="connsiteX2" fmla="*/ 1005230 w 1759523"/>
                <a:gd name="connsiteY2" fmla="*/ 30253 h 2863256"/>
                <a:gd name="connsiteX3" fmla="*/ 1068070 w 1759523"/>
                <a:gd name="connsiteY3" fmla="*/ 1005341 h 2863256"/>
                <a:gd name="connsiteX4" fmla="*/ 1758725 w 1759523"/>
                <a:gd name="connsiteY4" fmla="*/ 2107426 h 2863256"/>
                <a:gd name="connsiteX5" fmla="*/ 1006411 w 1759523"/>
                <a:gd name="connsiteY5" fmla="*/ 2862643 h 2863256"/>
                <a:gd name="connsiteX0" fmla="*/ 1006411 w 1660791"/>
                <a:gd name="connsiteY0" fmla="*/ 2862643 h 2862910"/>
                <a:gd name="connsiteX1" fmla="*/ 46398 w 1660791"/>
                <a:gd name="connsiteY1" fmla="*/ 2188253 h 2862910"/>
                <a:gd name="connsiteX2" fmla="*/ 1005230 w 1660791"/>
                <a:gd name="connsiteY2" fmla="*/ 30253 h 2862910"/>
                <a:gd name="connsiteX3" fmla="*/ 1068070 w 1660791"/>
                <a:gd name="connsiteY3" fmla="*/ 1005341 h 2862910"/>
                <a:gd name="connsiteX4" fmla="*/ 1659836 w 1660791"/>
                <a:gd name="connsiteY4" fmla="*/ 2136082 h 2862910"/>
                <a:gd name="connsiteX5" fmla="*/ 1006411 w 1660791"/>
                <a:gd name="connsiteY5" fmla="*/ 2862643 h 286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0791" h="2862910">
                  <a:moveTo>
                    <a:pt x="1006411" y="2862643"/>
                  </a:moveTo>
                  <a:cubicBezTo>
                    <a:pt x="737505" y="2871338"/>
                    <a:pt x="64595" y="2668199"/>
                    <a:pt x="46398" y="2188253"/>
                  </a:cubicBezTo>
                  <a:cubicBezTo>
                    <a:pt x="-233171" y="1357457"/>
                    <a:pt x="834951" y="227405"/>
                    <a:pt x="1005230" y="30253"/>
                  </a:cubicBezTo>
                  <a:cubicBezTo>
                    <a:pt x="1175509" y="-166899"/>
                    <a:pt x="933180" y="650616"/>
                    <a:pt x="1068070" y="1005341"/>
                  </a:cubicBezTo>
                  <a:cubicBezTo>
                    <a:pt x="1202960" y="1360066"/>
                    <a:pt x="1685078" y="1618256"/>
                    <a:pt x="1659836" y="2136082"/>
                  </a:cubicBezTo>
                  <a:cubicBezTo>
                    <a:pt x="1512636" y="2675183"/>
                    <a:pt x="1275317" y="2853948"/>
                    <a:pt x="1006411" y="2862643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0405A428-8773-0984-D3F8-3490F738B581}"/>
                </a:ext>
              </a:extLst>
            </p:cNvPr>
            <p:cNvSpPr/>
            <p:nvPr/>
          </p:nvSpPr>
          <p:spPr>
            <a:xfrm>
              <a:off x="6658095" y="4893177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: Rounded Corners 10">
              <a:extLst>
                <a:ext uri="{FF2B5EF4-FFF2-40B4-BE49-F238E27FC236}">
                  <a16:creationId xmlns:a16="http://schemas.microsoft.com/office/drawing/2014/main" id="{993740C1-6607-D8A3-70BC-E8F3AEA94DEF}"/>
                </a:ext>
              </a:extLst>
            </p:cNvPr>
            <p:cNvSpPr/>
            <p:nvPr/>
          </p:nvSpPr>
          <p:spPr>
            <a:xfrm>
              <a:off x="6404046" y="5890108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6830C2-293A-9AB8-0F9F-296A7A49E053}"/>
                </a:ext>
              </a:extLst>
            </p:cNvPr>
            <p:cNvSpPr/>
            <p:nvPr/>
          </p:nvSpPr>
          <p:spPr>
            <a:xfrm rot="21151717">
              <a:off x="5850668" y="4072293"/>
              <a:ext cx="466896" cy="1350598"/>
            </a:xfrm>
            <a:prstGeom prst="ellipse">
              <a:avLst/>
            </a:pr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7C7AEA-F2A4-5B97-B3D1-49827F0FF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9973" y="5266780"/>
              <a:ext cx="588148" cy="17823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9" name="Oval 4">
              <a:extLst>
                <a:ext uri="{FF2B5EF4-FFF2-40B4-BE49-F238E27FC236}">
                  <a16:creationId xmlns:a16="http://schemas.microsoft.com/office/drawing/2014/main" id="{90BA584C-3D36-895B-7D17-A9017D542781}"/>
                </a:ext>
              </a:extLst>
            </p:cNvPr>
            <p:cNvSpPr/>
            <p:nvPr/>
          </p:nvSpPr>
          <p:spPr>
            <a:xfrm>
              <a:off x="5326077" y="2416678"/>
              <a:ext cx="1407061" cy="1378424"/>
            </a:xfrm>
            <a:custGeom>
              <a:avLst/>
              <a:gdLst>
                <a:gd name="connsiteX0" fmla="*/ 0 w 1378424"/>
                <a:gd name="connsiteY0" fmla="*/ 689212 h 1378424"/>
                <a:gd name="connsiteX1" fmla="*/ 689212 w 1378424"/>
                <a:gd name="connsiteY1" fmla="*/ 0 h 1378424"/>
                <a:gd name="connsiteX2" fmla="*/ 1378424 w 1378424"/>
                <a:gd name="connsiteY2" fmla="*/ 689212 h 1378424"/>
                <a:gd name="connsiteX3" fmla="*/ 689212 w 1378424"/>
                <a:gd name="connsiteY3" fmla="*/ 1378424 h 1378424"/>
                <a:gd name="connsiteX4" fmla="*/ 0 w 1378424"/>
                <a:gd name="connsiteY4" fmla="*/ 689212 h 1378424"/>
                <a:gd name="connsiteX0" fmla="*/ 0 w 1396077"/>
                <a:gd name="connsiteY0" fmla="*/ 689212 h 1378424"/>
                <a:gd name="connsiteX1" fmla="*/ 689212 w 1396077"/>
                <a:gd name="connsiteY1" fmla="*/ 0 h 1378424"/>
                <a:gd name="connsiteX2" fmla="*/ 1378424 w 1396077"/>
                <a:gd name="connsiteY2" fmla="*/ 689212 h 1378424"/>
                <a:gd name="connsiteX3" fmla="*/ 689212 w 1396077"/>
                <a:gd name="connsiteY3" fmla="*/ 1378424 h 1378424"/>
                <a:gd name="connsiteX4" fmla="*/ 0 w 1396077"/>
                <a:gd name="connsiteY4" fmla="*/ 689212 h 1378424"/>
                <a:gd name="connsiteX0" fmla="*/ 10984 w 1407061"/>
                <a:gd name="connsiteY0" fmla="*/ 689212 h 1378424"/>
                <a:gd name="connsiteX1" fmla="*/ 700196 w 1407061"/>
                <a:gd name="connsiteY1" fmla="*/ 0 h 1378424"/>
                <a:gd name="connsiteX2" fmla="*/ 1389408 w 1407061"/>
                <a:gd name="connsiteY2" fmla="*/ 689212 h 1378424"/>
                <a:gd name="connsiteX3" fmla="*/ 700196 w 1407061"/>
                <a:gd name="connsiteY3" fmla="*/ 1378424 h 1378424"/>
                <a:gd name="connsiteX4" fmla="*/ 10984 w 1407061"/>
                <a:gd name="connsiteY4" fmla="*/ 689212 h 137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7061" h="1378424">
                  <a:moveTo>
                    <a:pt x="10984" y="689212"/>
                  </a:moveTo>
                  <a:cubicBezTo>
                    <a:pt x="92871" y="281275"/>
                    <a:pt x="319555" y="0"/>
                    <a:pt x="700196" y="0"/>
                  </a:cubicBezTo>
                  <a:cubicBezTo>
                    <a:pt x="1080837" y="0"/>
                    <a:pt x="1389408" y="308571"/>
                    <a:pt x="1389408" y="689212"/>
                  </a:cubicBezTo>
                  <a:cubicBezTo>
                    <a:pt x="1498590" y="1219978"/>
                    <a:pt x="1080837" y="1378424"/>
                    <a:pt x="700196" y="1378424"/>
                  </a:cubicBezTo>
                  <a:cubicBezTo>
                    <a:pt x="319555" y="1378424"/>
                    <a:pt x="-70903" y="1097149"/>
                    <a:pt x="10984" y="689212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Rounded Corners 10">
              <a:extLst>
                <a:ext uri="{FF2B5EF4-FFF2-40B4-BE49-F238E27FC236}">
                  <a16:creationId xmlns:a16="http://schemas.microsoft.com/office/drawing/2014/main" id="{EB822A07-6726-78DB-084E-81041FE31421}"/>
                </a:ext>
              </a:extLst>
            </p:cNvPr>
            <p:cNvSpPr/>
            <p:nvPr/>
          </p:nvSpPr>
          <p:spPr>
            <a:xfrm rot="16575385" flipH="1">
              <a:off x="6992640" y="4617000"/>
              <a:ext cx="294727" cy="643353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AB128D-E535-8401-2A0B-64CC7C61B3A9}"/>
                </a:ext>
              </a:extLst>
            </p:cNvPr>
            <p:cNvSpPr/>
            <p:nvPr/>
          </p:nvSpPr>
          <p:spPr>
            <a:xfrm>
              <a:off x="6209488" y="2861164"/>
              <a:ext cx="209550" cy="28817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B1F06A8-2BFC-F5FE-FA9D-DB15F2983CC1}"/>
                </a:ext>
              </a:extLst>
            </p:cNvPr>
            <p:cNvSpPr/>
            <p:nvPr/>
          </p:nvSpPr>
          <p:spPr>
            <a:xfrm>
              <a:off x="5515705" y="2842667"/>
              <a:ext cx="209550" cy="28817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F2C639-72F9-6E04-DE2B-FCDC0A42AD4F}"/>
                </a:ext>
              </a:extLst>
            </p:cNvPr>
            <p:cNvSpPr/>
            <p:nvPr/>
          </p:nvSpPr>
          <p:spPr>
            <a:xfrm>
              <a:off x="5573159" y="2910544"/>
              <a:ext cx="103377" cy="142166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A8FA1E5-507A-AE64-3F4A-6572677097B2}"/>
                </a:ext>
              </a:extLst>
            </p:cNvPr>
            <p:cNvSpPr/>
            <p:nvPr/>
          </p:nvSpPr>
          <p:spPr>
            <a:xfrm>
              <a:off x="6262574" y="2916207"/>
              <a:ext cx="103377" cy="142166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95B860A-9DBF-0E49-CB45-8EB9DF0B6412}"/>
                </a:ext>
              </a:extLst>
            </p:cNvPr>
            <p:cNvSpPr/>
            <p:nvPr/>
          </p:nvSpPr>
          <p:spPr>
            <a:xfrm>
              <a:off x="5818876" y="3123914"/>
              <a:ext cx="209550" cy="12720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E89A080-E128-BEB7-ED24-F56350F921D9}"/>
                </a:ext>
              </a:extLst>
            </p:cNvPr>
            <p:cNvSpPr/>
            <p:nvPr/>
          </p:nvSpPr>
          <p:spPr>
            <a:xfrm rot="21290501">
              <a:off x="5916799" y="3208169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E46A49A-F97F-39E8-713C-F474D8E3149B}"/>
                </a:ext>
              </a:extLst>
            </p:cNvPr>
            <p:cNvSpPr/>
            <p:nvPr/>
          </p:nvSpPr>
          <p:spPr>
            <a:xfrm flipH="1">
              <a:off x="5791368" y="3212212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10">
              <a:extLst>
                <a:ext uri="{FF2B5EF4-FFF2-40B4-BE49-F238E27FC236}">
                  <a16:creationId xmlns:a16="http://schemas.microsoft.com/office/drawing/2014/main" id="{EC8D6A52-344A-E3AB-FED4-AF7F58A669B0}"/>
                </a:ext>
              </a:extLst>
            </p:cNvPr>
            <p:cNvSpPr/>
            <p:nvPr/>
          </p:nvSpPr>
          <p:spPr>
            <a:xfrm rot="15023604" flipH="1">
              <a:off x="6868407" y="5775701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35">
              <a:extLst>
                <a:ext uri="{FF2B5EF4-FFF2-40B4-BE49-F238E27FC236}">
                  <a16:creationId xmlns:a16="http://schemas.microsoft.com/office/drawing/2014/main" id="{7ABDFADC-0C30-E691-E2B3-ECAC0BA54A5B}"/>
                </a:ext>
              </a:extLst>
            </p:cNvPr>
            <p:cNvSpPr/>
            <p:nvPr/>
          </p:nvSpPr>
          <p:spPr>
            <a:xfrm rot="3817919">
              <a:off x="5922900" y="4411054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  <a:gd name="connsiteX0" fmla="*/ 88373 w 143240"/>
                <a:gd name="connsiteY0" fmla="*/ 0 h 605210"/>
                <a:gd name="connsiteX1" fmla="*/ 42654 w 143240"/>
                <a:gd name="connsiteY1" fmla="*/ 605128 h 605210"/>
                <a:gd name="connsiteX2" fmla="*/ 42654 w 143240"/>
                <a:gd name="connsiteY2" fmla="*/ 0 h 605210"/>
                <a:gd name="connsiteX3" fmla="*/ 143240 w 143240"/>
                <a:gd name="connsiteY3" fmla="*/ 54867 h 605210"/>
                <a:gd name="connsiteX0" fmla="*/ 88373 w 94850"/>
                <a:gd name="connsiteY0" fmla="*/ 0 h 605210"/>
                <a:gd name="connsiteX1" fmla="*/ 42654 w 94850"/>
                <a:gd name="connsiteY1" fmla="*/ 605128 h 605210"/>
                <a:gd name="connsiteX2" fmla="*/ 42654 w 94850"/>
                <a:gd name="connsiteY2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850" h="605210">
                  <a:moveTo>
                    <a:pt x="88373" y="0"/>
                  </a:move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</a:path>
              </a:pathLst>
            </a:custGeom>
            <a:solidFill>
              <a:srgbClr val="ED7D3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976751E-A930-2404-F9DE-397969321832}"/>
              </a:ext>
            </a:extLst>
          </p:cNvPr>
          <p:cNvGrpSpPr/>
          <p:nvPr/>
        </p:nvGrpSpPr>
        <p:grpSpPr>
          <a:xfrm>
            <a:off x="3796897" y="182077"/>
            <a:ext cx="5942630" cy="7220828"/>
            <a:chOff x="4000153" y="161571"/>
            <a:chExt cx="5942630" cy="7220828"/>
          </a:xfrm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D7AF5802-8456-DDE4-813F-53301AE849B7}"/>
                </a:ext>
              </a:extLst>
            </p:cNvPr>
            <p:cNvSpPr/>
            <p:nvPr/>
          </p:nvSpPr>
          <p:spPr>
            <a:xfrm rot="19559930">
              <a:off x="7195794" y="447770"/>
              <a:ext cx="1072136" cy="1492691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5">
              <a:extLst>
                <a:ext uri="{FF2B5EF4-FFF2-40B4-BE49-F238E27FC236}">
                  <a16:creationId xmlns:a16="http://schemas.microsoft.com/office/drawing/2014/main" id="{3A5C098D-0970-E0E6-255D-E8A98D923EE6}"/>
                </a:ext>
              </a:extLst>
            </p:cNvPr>
            <p:cNvSpPr/>
            <p:nvPr/>
          </p:nvSpPr>
          <p:spPr>
            <a:xfrm rot="19559930">
              <a:off x="7306868" y="627953"/>
              <a:ext cx="849987" cy="1183402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5">
              <a:extLst>
                <a:ext uri="{FF2B5EF4-FFF2-40B4-BE49-F238E27FC236}">
                  <a16:creationId xmlns:a16="http://schemas.microsoft.com/office/drawing/2014/main" id="{DE2B23F2-E80D-2DEC-D45B-BA46D3787899}"/>
                </a:ext>
              </a:extLst>
            </p:cNvPr>
            <p:cNvSpPr/>
            <p:nvPr/>
          </p:nvSpPr>
          <p:spPr>
            <a:xfrm rot="2040070" flipH="1">
              <a:off x="8806475" y="161571"/>
              <a:ext cx="1072136" cy="1492691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0CEF5DBD-A3F1-EC02-55F0-BE75679FFAEB}"/>
                </a:ext>
              </a:extLst>
            </p:cNvPr>
            <p:cNvSpPr/>
            <p:nvPr/>
          </p:nvSpPr>
          <p:spPr>
            <a:xfrm rot="2240309">
              <a:off x="8888039" y="391789"/>
              <a:ext cx="849987" cy="1183402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13E044DC-70B1-F153-B7F6-B1004448064D}"/>
                </a:ext>
              </a:extLst>
            </p:cNvPr>
            <p:cNvSpPr/>
            <p:nvPr/>
          </p:nvSpPr>
          <p:spPr>
            <a:xfrm rot="20563463">
              <a:off x="7290498" y="716622"/>
              <a:ext cx="607059" cy="1442613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4FD43C5B-6A0E-3EA8-809A-42E0C87B2D02}"/>
                </a:ext>
              </a:extLst>
            </p:cNvPr>
            <p:cNvSpPr/>
            <p:nvPr/>
          </p:nvSpPr>
          <p:spPr>
            <a:xfrm rot="1036537" flipH="1">
              <a:off x="9107544" y="480198"/>
              <a:ext cx="607059" cy="1442613"/>
            </a:xfrm>
            <a:prstGeom prst="arc">
              <a:avLst>
                <a:gd name="adj1" fmla="val 16200000"/>
                <a:gd name="adj2" fmla="val 2998321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93BFAA7C-87A5-AA30-4337-F9AF6C12A190}"/>
                </a:ext>
              </a:extLst>
            </p:cNvPr>
            <p:cNvSpPr/>
            <p:nvPr/>
          </p:nvSpPr>
          <p:spPr>
            <a:xfrm rot="17782081" flipH="1">
              <a:off x="8891520" y="4080671"/>
              <a:ext cx="184879" cy="1179655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" h="605210">
                  <a:moveTo>
                    <a:pt x="42654" y="0"/>
                  </a:moveTo>
                  <a:lnTo>
                    <a:pt x="88373" y="0"/>
                  </a:ln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3FC9CF05-DF9D-F291-5783-3E2788B57280}"/>
                </a:ext>
              </a:extLst>
            </p:cNvPr>
            <p:cNvSpPr/>
            <p:nvPr/>
          </p:nvSpPr>
          <p:spPr>
            <a:xfrm rot="19772493" flipH="1">
              <a:off x="4000153" y="5763834"/>
              <a:ext cx="2940998" cy="1211760"/>
            </a:xfrm>
            <a:custGeom>
              <a:avLst/>
              <a:gdLst>
                <a:gd name="connsiteX0" fmla="*/ 0 w 1127760"/>
                <a:gd name="connsiteY0" fmla="*/ 0 h 403860"/>
                <a:gd name="connsiteX1" fmla="*/ 1127760 w 1127760"/>
                <a:gd name="connsiteY1" fmla="*/ 0 h 403860"/>
                <a:gd name="connsiteX2" fmla="*/ 1127760 w 1127760"/>
                <a:gd name="connsiteY2" fmla="*/ 403860 h 403860"/>
                <a:gd name="connsiteX3" fmla="*/ 0 w 1127760"/>
                <a:gd name="connsiteY3" fmla="*/ 403860 h 403860"/>
                <a:gd name="connsiteX4" fmla="*/ 0 w 1127760"/>
                <a:gd name="connsiteY4" fmla="*/ 0 h 403860"/>
                <a:gd name="connsiteX0" fmla="*/ 0 w 1732465"/>
                <a:gd name="connsiteY0" fmla="*/ 146227 h 550087"/>
                <a:gd name="connsiteX1" fmla="*/ 1127760 w 1732465"/>
                <a:gd name="connsiteY1" fmla="*/ 146227 h 550087"/>
                <a:gd name="connsiteX2" fmla="*/ 1732465 w 1732465"/>
                <a:gd name="connsiteY2" fmla="*/ 0 h 550087"/>
                <a:gd name="connsiteX3" fmla="*/ 0 w 1732465"/>
                <a:gd name="connsiteY3" fmla="*/ 550087 h 550087"/>
                <a:gd name="connsiteX4" fmla="*/ 0 w 1732465"/>
                <a:gd name="connsiteY4" fmla="*/ 146227 h 550087"/>
                <a:gd name="connsiteX0" fmla="*/ 0 w 1732465"/>
                <a:gd name="connsiteY0" fmla="*/ 315583 h 719443"/>
                <a:gd name="connsiteX1" fmla="*/ 1649371 w 1732465"/>
                <a:gd name="connsiteY1" fmla="*/ 0 h 719443"/>
                <a:gd name="connsiteX2" fmla="*/ 1732465 w 1732465"/>
                <a:gd name="connsiteY2" fmla="*/ 169356 h 719443"/>
                <a:gd name="connsiteX3" fmla="*/ 0 w 1732465"/>
                <a:gd name="connsiteY3" fmla="*/ 719443 h 719443"/>
                <a:gd name="connsiteX4" fmla="*/ 0 w 1732465"/>
                <a:gd name="connsiteY4" fmla="*/ 315583 h 71944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0 w 1732465"/>
                <a:gd name="connsiteY4" fmla="*/ 719443 h 719443"/>
                <a:gd name="connsiteX5" fmla="*/ 0 w 1732465"/>
                <a:gd name="connsiteY5" fmla="*/ 315583 h 719443"/>
                <a:gd name="connsiteX0" fmla="*/ 0 w 1732465"/>
                <a:gd name="connsiteY0" fmla="*/ 315583 h 761853"/>
                <a:gd name="connsiteX1" fmla="*/ 834361 w 1732465"/>
                <a:gd name="connsiteY1" fmla="*/ 314081 h 761853"/>
                <a:gd name="connsiteX2" fmla="*/ 1649371 w 1732465"/>
                <a:gd name="connsiteY2" fmla="*/ 0 h 761853"/>
                <a:gd name="connsiteX3" fmla="*/ 1732465 w 1732465"/>
                <a:gd name="connsiteY3" fmla="*/ 169356 h 761853"/>
                <a:gd name="connsiteX4" fmla="*/ 779444 w 1732465"/>
                <a:gd name="connsiteY4" fmla="*/ 761853 h 761853"/>
                <a:gd name="connsiteX5" fmla="*/ 0 w 1732465"/>
                <a:gd name="connsiteY5" fmla="*/ 719443 h 761853"/>
                <a:gd name="connsiteX6" fmla="*/ 0 w 1732465"/>
                <a:gd name="connsiteY6" fmla="*/ 315583 h 76185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761679 w 1732465"/>
                <a:gd name="connsiteY4" fmla="*/ 701581 h 719443"/>
                <a:gd name="connsiteX5" fmla="*/ 0 w 1732465"/>
                <a:gd name="connsiteY5" fmla="*/ 719443 h 719443"/>
                <a:gd name="connsiteX6" fmla="*/ 0 w 1732465"/>
                <a:gd name="connsiteY6" fmla="*/ 315583 h 719443"/>
                <a:gd name="connsiteX0" fmla="*/ 0 w 1743413"/>
                <a:gd name="connsiteY0" fmla="*/ 315583 h 719443"/>
                <a:gd name="connsiteX1" fmla="*/ 834361 w 1743413"/>
                <a:gd name="connsiteY1" fmla="*/ 314081 h 719443"/>
                <a:gd name="connsiteX2" fmla="*/ 1649371 w 1743413"/>
                <a:gd name="connsiteY2" fmla="*/ 0 h 719443"/>
                <a:gd name="connsiteX3" fmla="*/ 1732465 w 1743413"/>
                <a:gd name="connsiteY3" fmla="*/ 169356 h 719443"/>
                <a:gd name="connsiteX4" fmla="*/ 761679 w 1743413"/>
                <a:gd name="connsiteY4" fmla="*/ 701581 h 719443"/>
                <a:gd name="connsiteX5" fmla="*/ 0 w 1743413"/>
                <a:gd name="connsiteY5" fmla="*/ 719443 h 719443"/>
                <a:gd name="connsiteX6" fmla="*/ 0 w 1743413"/>
                <a:gd name="connsiteY6" fmla="*/ 315583 h 719443"/>
                <a:gd name="connsiteX0" fmla="*/ 0 w 1776215"/>
                <a:gd name="connsiteY0" fmla="*/ 315583 h 719443"/>
                <a:gd name="connsiteX1" fmla="*/ 834361 w 1776215"/>
                <a:gd name="connsiteY1" fmla="*/ 314081 h 719443"/>
                <a:gd name="connsiteX2" fmla="*/ 1649371 w 1776215"/>
                <a:gd name="connsiteY2" fmla="*/ 0 h 719443"/>
                <a:gd name="connsiteX3" fmla="*/ 1732465 w 1776215"/>
                <a:gd name="connsiteY3" fmla="*/ 169356 h 719443"/>
                <a:gd name="connsiteX4" fmla="*/ 761679 w 1776215"/>
                <a:gd name="connsiteY4" fmla="*/ 701581 h 719443"/>
                <a:gd name="connsiteX5" fmla="*/ 0 w 1776215"/>
                <a:gd name="connsiteY5" fmla="*/ 719443 h 719443"/>
                <a:gd name="connsiteX6" fmla="*/ 0 w 1776215"/>
                <a:gd name="connsiteY6" fmla="*/ 315583 h 719443"/>
                <a:gd name="connsiteX0" fmla="*/ 0 w 1649371"/>
                <a:gd name="connsiteY0" fmla="*/ 315583 h 719443"/>
                <a:gd name="connsiteX1" fmla="*/ 834361 w 1649371"/>
                <a:gd name="connsiteY1" fmla="*/ 314081 h 719443"/>
                <a:gd name="connsiteX2" fmla="*/ 1649371 w 1649371"/>
                <a:gd name="connsiteY2" fmla="*/ 0 h 719443"/>
                <a:gd name="connsiteX3" fmla="*/ 761679 w 1649371"/>
                <a:gd name="connsiteY3" fmla="*/ 701581 h 719443"/>
                <a:gd name="connsiteX4" fmla="*/ 0 w 1649371"/>
                <a:gd name="connsiteY4" fmla="*/ 719443 h 719443"/>
                <a:gd name="connsiteX5" fmla="*/ 0 w 1649371"/>
                <a:gd name="connsiteY5" fmla="*/ 315583 h 719443"/>
                <a:gd name="connsiteX0" fmla="*/ 0 w 1649371"/>
                <a:gd name="connsiteY0" fmla="*/ 324536 h 728396"/>
                <a:gd name="connsiteX1" fmla="*/ 834361 w 1649371"/>
                <a:gd name="connsiteY1" fmla="*/ 323034 h 728396"/>
                <a:gd name="connsiteX2" fmla="*/ 1649371 w 1649371"/>
                <a:gd name="connsiteY2" fmla="*/ 8953 h 728396"/>
                <a:gd name="connsiteX3" fmla="*/ 761679 w 1649371"/>
                <a:gd name="connsiteY3" fmla="*/ 710534 h 728396"/>
                <a:gd name="connsiteX4" fmla="*/ 0 w 1649371"/>
                <a:gd name="connsiteY4" fmla="*/ 728396 h 728396"/>
                <a:gd name="connsiteX5" fmla="*/ 0 w 1649371"/>
                <a:gd name="connsiteY5" fmla="*/ 324536 h 728396"/>
                <a:gd name="connsiteX0" fmla="*/ 0 w 1651864"/>
                <a:gd name="connsiteY0" fmla="*/ 324536 h 728396"/>
                <a:gd name="connsiteX1" fmla="*/ 834361 w 1651864"/>
                <a:gd name="connsiteY1" fmla="*/ 323034 h 728396"/>
                <a:gd name="connsiteX2" fmla="*/ 1649371 w 1651864"/>
                <a:gd name="connsiteY2" fmla="*/ 8953 h 728396"/>
                <a:gd name="connsiteX3" fmla="*/ 761679 w 1651864"/>
                <a:gd name="connsiteY3" fmla="*/ 710534 h 728396"/>
                <a:gd name="connsiteX4" fmla="*/ 0 w 1651864"/>
                <a:gd name="connsiteY4" fmla="*/ 728396 h 728396"/>
                <a:gd name="connsiteX5" fmla="*/ 0 w 1651864"/>
                <a:gd name="connsiteY5" fmla="*/ 324536 h 728396"/>
                <a:gd name="connsiteX0" fmla="*/ 0 w 1651864"/>
                <a:gd name="connsiteY0" fmla="*/ 326975 h 730835"/>
                <a:gd name="connsiteX1" fmla="*/ 834361 w 1651864"/>
                <a:gd name="connsiteY1" fmla="*/ 325473 h 730835"/>
                <a:gd name="connsiteX2" fmla="*/ 1649371 w 1651864"/>
                <a:gd name="connsiteY2" fmla="*/ 11392 h 730835"/>
                <a:gd name="connsiteX3" fmla="*/ 761679 w 1651864"/>
                <a:gd name="connsiteY3" fmla="*/ 712973 h 730835"/>
                <a:gd name="connsiteX4" fmla="*/ 0 w 1651864"/>
                <a:gd name="connsiteY4" fmla="*/ 730835 h 730835"/>
                <a:gd name="connsiteX5" fmla="*/ 0 w 1651864"/>
                <a:gd name="connsiteY5" fmla="*/ 326975 h 730835"/>
                <a:gd name="connsiteX0" fmla="*/ 0 w 1651864"/>
                <a:gd name="connsiteY0" fmla="*/ 325663 h 729523"/>
                <a:gd name="connsiteX1" fmla="*/ 1649371 w 1651864"/>
                <a:gd name="connsiteY1" fmla="*/ 10080 h 729523"/>
                <a:gd name="connsiteX2" fmla="*/ 761679 w 1651864"/>
                <a:gd name="connsiteY2" fmla="*/ 711661 h 729523"/>
                <a:gd name="connsiteX3" fmla="*/ 0 w 1651864"/>
                <a:gd name="connsiteY3" fmla="*/ 729523 h 729523"/>
                <a:gd name="connsiteX4" fmla="*/ 0 w 1651864"/>
                <a:gd name="connsiteY4" fmla="*/ 325663 h 729523"/>
                <a:gd name="connsiteX0" fmla="*/ 0 w 1651864"/>
                <a:gd name="connsiteY0" fmla="*/ 319772 h 723632"/>
                <a:gd name="connsiteX1" fmla="*/ 1649371 w 1651864"/>
                <a:gd name="connsiteY1" fmla="*/ 4189 h 723632"/>
                <a:gd name="connsiteX2" fmla="*/ 761679 w 1651864"/>
                <a:gd name="connsiteY2" fmla="*/ 705770 h 723632"/>
                <a:gd name="connsiteX3" fmla="*/ 0 w 1651864"/>
                <a:gd name="connsiteY3" fmla="*/ 723632 h 723632"/>
                <a:gd name="connsiteX4" fmla="*/ 0 w 1651864"/>
                <a:gd name="connsiteY4" fmla="*/ 319772 h 723632"/>
                <a:gd name="connsiteX0" fmla="*/ 0 w 1649371"/>
                <a:gd name="connsiteY0" fmla="*/ 319772 h 723632"/>
                <a:gd name="connsiteX1" fmla="*/ 1649371 w 1649371"/>
                <a:gd name="connsiteY1" fmla="*/ 4189 h 723632"/>
                <a:gd name="connsiteX2" fmla="*/ 0 w 1649371"/>
                <a:gd name="connsiteY2" fmla="*/ 723632 h 723632"/>
                <a:gd name="connsiteX3" fmla="*/ 0 w 1649371"/>
                <a:gd name="connsiteY3" fmla="*/ 319772 h 723632"/>
                <a:gd name="connsiteX0" fmla="*/ 0 w 1649371"/>
                <a:gd name="connsiteY0" fmla="*/ 319772 h 723710"/>
                <a:gd name="connsiteX1" fmla="*/ 1649371 w 1649371"/>
                <a:gd name="connsiteY1" fmla="*/ 4189 h 723710"/>
                <a:gd name="connsiteX2" fmla="*/ 0 w 1649371"/>
                <a:gd name="connsiteY2" fmla="*/ 723632 h 723710"/>
                <a:gd name="connsiteX3" fmla="*/ 0 w 1649371"/>
                <a:gd name="connsiteY3" fmla="*/ 319772 h 723710"/>
                <a:gd name="connsiteX0" fmla="*/ 0 w 1649371"/>
                <a:gd name="connsiteY0" fmla="*/ 319772 h 735547"/>
                <a:gd name="connsiteX1" fmla="*/ 1649371 w 1649371"/>
                <a:gd name="connsiteY1" fmla="*/ 4189 h 735547"/>
                <a:gd name="connsiteX2" fmla="*/ 0 w 1649371"/>
                <a:gd name="connsiteY2" fmla="*/ 723632 h 735547"/>
                <a:gd name="connsiteX3" fmla="*/ 0 w 1649371"/>
                <a:gd name="connsiteY3" fmla="*/ 319772 h 73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9371" h="735547">
                  <a:moveTo>
                    <a:pt x="0" y="319772"/>
                  </a:moveTo>
                  <a:cubicBezTo>
                    <a:pt x="638042" y="642766"/>
                    <a:pt x="1522425" y="-60144"/>
                    <a:pt x="1649371" y="4189"/>
                  </a:cubicBezTo>
                  <a:cubicBezTo>
                    <a:pt x="1649371" y="71499"/>
                    <a:pt x="999489" y="839677"/>
                    <a:pt x="0" y="723632"/>
                  </a:cubicBezTo>
                  <a:lnTo>
                    <a:pt x="0" y="31977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5103EFB3-013E-A593-390D-D0042D49A792}"/>
                </a:ext>
              </a:extLst>
            </p:cNvPr>
            <p:cNvSpPr/>
            <p:nvPr/>
          </p:nvSpPr>
          <p:spPr>
            <a:xfrm flipH="1">
              <a:off x="7642169" y="5042269"/>
              <a:ext cx="1141662" cy="2064545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: Rounded Corners 10">
              <a:extLst>
                <a:ext uri="{FF2B5EF4-FFF2-40B4-BE49-F238E27FC236}">
                  <a16:creationId xmlns:a16="http://schemas.microsoft.com/office/drawing/2014/main" id="{D460572D-2285-5A0E-D37D-26443779B080}"/>
                </a:ext>
              </a:extLst>
            </p:cNvPr>
            <p:cNvSpPr/>
            <p:nvPr/>
          </p:nvSpPr>
          <p:spPr>
            <a:xfrm flipH="1">
              <a:off x="7729486" y="6684641"/>
              <a:ext cx="1472872" cy="5274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: Rounded Corners 10">
              <a:extLst>
                <a:ext uri="{FF2B5EF4-FFF2-40B4-BE49-F238E27FC236}">
                  <a16:creationId xmlns:a16="http://schemas.microsoft.com/office/drawing/2014/main" id="{CEFD21BD-E95E-89DA-4CE7-5F178B9445F2}"/>
                </a:ext>
              </a:extLst>
            </p:cNvPr>
            <p:cNvSpPr/>
            <p:nvPr/>
          </p:nvSpPr>
          <p:spPr>
            <a:xfrm rot="6576396">
              <a:off x="7979165" y="6549402"/>
              <a:ext cx="448710" cy="28797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7">
              <a:extLst>
                <a:ext uri="{FF2B5EF4-FFF2-40B4-BE49-F238E27FC236}">
                  <a16:creationId xmlns:a16="http://schemas.microsoft.com/office/drawing/2014/main" id="{1E3F05E7-F5DA-F829-F4D3-FA113D4E830B}"/>
                </a:ext>
              </a:extLst>
            </p:cNvPr>
            <p:cNvSpPr/>
            <p:nvPr/>
          </p:nvSpPr>
          <p:spPr>
            <a:xfrm rot="1779044" flipH="1">
              <a:off x="6760595" y="2632821"/>
              <a:ext cx="2574808" cy="4204448"/>
            </a:xfrm>
            <a:custGeom>
              <a:avLst/>
              <a:gdLst>
                <a:gd name="connsiteX0" fmla="*/ 0 w 2368765"/>
                <a:gd name="connsiteY0" fmla="*/ 1317009 h 2634018"/>
                <a:gd name="connsiteX1" fmla="*/ 1184383 w 2368765"/>
                <a:gd name="connsiteY1" fmla="*/ 0 h 2634018"/>
                <a:gd name="connsiteX2" fmla="*/ 2368766 w 2368765"/>
                <a:gd name="connsiteY2" fmla="*/ 1317009 h 2634018"/>
                <a:gd name="connsiteX3" fmla="*/ 1184383 w 2368765"/>
                <a:gd name="connsiteY3" fmla="*/ 2634018 h 2634018"/>
                <a:gd name="connsiteX4" fmla="*/ 0 w 2368765"/>
                <a:gd name="connsiteY4" fmla="*/ 1317009 h 2634018"/>
                <a:gd name="connsiteX0" fmla="*/ 0 w 2232288"/>
                <a:gd name="connsiteY0" fmla="*/ 1467872 h 2635718"/>
                <a:gd name="connsiteX1" fmla="*/ 1047905 w 2232288"/>
                <a:gd name="connsiteY1" fmla="*/ 738 h 2635718"/>
                <a:gd name="connsiteX2" fmla="*/ 2232288 w 2232288"/>
                <a:gd name="connsiteY2" fmla="*/ 1317747 h 2635718"/>
                <a:gd name="connsiteX3" fmla="*/ 1047905 w 2232288"/>
                <a:gd name="connsiteY3" fmla="*/ 2634756 h 2635718"/>
                <a:gd name="connsiteX4" fmla="*/ 0 w 2232288"/>
                <a:gd name="connsiteY4" fmla="*/ 1467872 h 2635718"/>
                <a:gd name="connsiteX0" fmla="*/ 0 w 2232288"/>
                <a:gd name="connsiteY0" fmla="*/ 1713326 h 2880851"/>
                <a:gd name="connsiteX1" fmla="*/ 1047905 w 2232288"/>
                <a:gd name="connsiteY1" fmla="*/ 533 h 2880851"/>
                <a:gd name="connsiteX2" fmla="*/ 2232288 w 2232288"/>
                <a:gd name="connsiteY2" fmla="*/ 1563201 h 2880851"/>
                <a:gd name="connsiteX3" fmla="*/ 1047905 w 2232288"/>
                <a:gd name="connsiteY3" fmla="*/ 2880210 h 2880851"/>
                <a:gd name="connsiteX4" fmla="*/ 0 w 2232288"/>
                <a:gd name="connsiteY4" fmla="*/ 1713326 h 2880851"/>
                <a:gd name="connsiteX0" fmla="*/ 0 w 2232288"/>
                <a:gd name="connsiteY0" fmla="*/ 1712907 h 2880432"/>
                <a:gd name="connsiteX1" fmla="*/ 1047905 w 2232288"/>
                <a:gd name="connsiteY1" fmla="*/ 114 h 2880432"/>
                <a:gd name="connsiteX2" fmla="*/ 2232288 w 2232288"/>
                <a:gd name="connsiteY2" fmla="*/ 1562782 h 2880432"/>
                <a:gd name="connsiteX3" fmla="*/ 1047905 w 2232288"/>
                <a:gd name="connsiteY3" fmla="*/ 2879791 h 2880432"/>
                <a:gd name="connsiteX4" fmla="*/ 0 w 2232288"/>
                <a:gd name="connsiteY4" fmla="*/ 1712907 h 2880432"/>
                <a:gd name="connsiteX0" fmla="*/ 7497 w 2239785"/>
                <a:gd name="connsiteY0" fmla="*/ 1752003 h 2919459"/>
                <a:gd name="connsiteX1" fmla="*/ 608513 w 2239785"/>
                <a:gd name="connsiteY1" fmla="*/ 578296 h 2919459"/>
                <a:gd name="connsiteX2" fmla="*/ 1055402 w 2239785"/>
                <a:gd name="connsiteY2" fmla="*/ 39210 h 2919459"/>
                <a:gd name="connsiteX3" fmla="*/ 2239785 w 2239785"/>
                <a:gd name="connsiteY3" fmla="*/ 1601878 h 2919459"/>
                <a:gd name="connsiteX4" fmla="*/ 1055402 w 2239785"/>
                <a:gd name="connsiteY4" fmla="*/ 2918887 h 2919459"/>
                <a:gd name="connsiteX5" fmla="*/ 7497 w 2239785"/>
                <a:gd name="connsiteY5" fmla="*/ 1752003 h 2919459"/>
                <a:gd name="connsiteX0" fmla="*/ 446889 w 1631272"/>
                <a:gd name="connsiteY0" fmla="*/ 2918887 h 2943136"/>
                <a:gd name="connsiteX1" fmla="*/ 0 w 1631272"/>
                <a:gd name="connsiteY1" fmla="*/ 578296 h 2943136"/>
                <a:gd name="connsiteX2" fmla="*/ 446889 w 1631272"/>
                <a:gd name="connsiteY2" fmla="*/ 39210 h 2943136"/>
                <a:gd name="connsiteX3" fmla="*/ 1631272 w 1631272"/>
                <a:gd name="connsiteY3" fmla="*/ 1601878 h 2943136"/>
                <a:gd name="connsiteX4" fmla="*/ 446889 w 1631272"/>
                <a:gd name="connsiteY4" fmla="*/ 2918887 h 2943136"/>
                <a:gd name="connsiteX0" fmla="*/ 858688 w 2097067"/>
                <a:gd name="connsiteY0" fmla="*/ 2918887 h 2926202"/>
                <a:gd name="connsiteX1" fmla="*/ 411799 w 2097067"/>
                <a:gd name="connsiteY1" fmla="*/ 578296 h 2926202"/>
                <a:gd name="connsiteX2" fmla="*/ 858688 w 2097067"/>
                <a:gd name="connsiteY2" fmla="*/ 39210 h 2926202"/>
                <a:gd name="connsiteX3" fmla="*/ 2043071 w 2097067"/>
                <a:gd name="connsiteY3" fmla="*/ 1601878 h 2926202"/>
                <a:gd name="connsiteX4" fmla="*/ 858688 w 2097067"/>
                <a:gd name="connsiteY4" fmla="*/ 2918887 h 2926202"/>
                <a:gd name="connsiteX0" fmla="*/ 1013958 w 2252337"/>
                <a:gd name="connsiteY0" fmla="*/ 2918887 h 2925680"/>
                <a:gd name="connsiteX1" fmla="*/ 567069 w 2252337"/>
                <a:gd name="connsiteY1" fmla="*/ 578296 h 2925680"/>
                <a:gd name="connsiteX2" fmla="*/ 1013958 w 2252337"/>
                <a:gd name="connsiteY2" fmla="*/ 39210 h 2925680"/>
                <a:gd name="connsiteX3" fmla="*/ 2198341 w 2252337"/>
                <a:gd name="connsiteY3" fmla="*/ 1601878 h 2925680"/>
                <a:gd name="connsiteX4" fmla="*/ 1013958 w 2252337"/>
                <a:gd name="connsiteY4" fmla="*/ 2918887 h 2925680"/>
                <a:gd name="connsiteX0" fmla="*/ 950155 w 2155116"/>
                <a:gd name="connsiteY0" fmla="*/ 2918887 h 2918904"/>
                <a:gd name="connsiteX1" fmla="*/ 503266 w 2155116"/>
                <a:gd name="connsiteY1" fmla="*/ 578296 h 2918904"/>
                <a:gd name="connsiteX2" fmla="*/ 950155 w 2155116"/>
                <a:gd name="connsiteY2" fmla="*/ 39210 h 2918904"/>
                <a:gd name="connsiteX3" fmla="*/ 2134538 w 2155116"/>
                <a:gd name="connsiteY3" fmla="*/ 1601878 h 2918904"/>
                <a:gd name="connsiteX4" fmla="*/ 950155 w 2155116"/>
                <a:gd name="connsiteY4" fmla="*/ 2918887 h 2918904"/>
                <a:gd name="connsiteX0" fmla="*/ 950155 w 2155116"/>
                <a:gd name="connsiteY0" fmla="*/ 2881535 h 2881552"/>
                <a:gd name="connsiteX1" fmla="*/ 503266 w 2155116"/>
                <a:gd name="connsiteY1" fmla="*/ 540944 h 2881552"/>
                <a:gd name="connsiteX2" fmla="*/ 950155 w 2155116"/>
                <a:gd name="connsiteY2" fmla="*/ 1858 h 2881552"/>
                <a:gd name="connsiteX3" fmla="*/ 2134538 w 2155116"/>
                <a:gd name="connsiteY3" fmla="*/ 1564526 h 2881552"/>
                <a:gd name="connsiteX4" fmla="*/ 950155 w 2155116"/>
                <a:gd name="connsiteY4" fmla="*/ 2881535 h 2881552"/>
                <a:gd name="connsiteX0" fmla="*/ 950155 w 2155116"/>
                <a:gd name="connsiteY0" fmla="*/ 2879693 h 2879710"/>
                <a:gd name="connsiteX1" fmla="*/ 503266 w 2155116"/>
                <a:gd name="connsiteY1" fmla="*/ 539102 h 2879710"/>
                <a:gd name="connsiteX2" fmla="*/ 950155 w 2155116"/>
                <a:gd name="connsiteY2" fmla="*/ 16 h 2879710"/>
                <a:gd name="connsiteX3" fmla="*/ 1499553 w 2155116"/>
                <a:gd name="connsiteY3" fmla="*/ 552750 h 2879710"/>
                <a:gd name="connsiteX4" fmla="*/ 2134538 w 2155116"/>
                <a:gd name="connsiteY4" fmla="*/ 1562684 h 2879710"/>
                <a:gd name="connsiteX5" fmla="*/ 950155 w 2155116"/>
                <a:gd name="connsiteY5" fmla="*/ 2879693 h 2879710"/>
                <a:gd name="connsiteX0" fmla="*/ 950155 w 1499553"/>
                <a:gd name="connsiteY0" fmla="*/ 2879693 h 2879710"/>
                <a:gd name="connsiteX1" fmla="*/ 503266 w 1499553"/>
                <a:gd name="connsiteY1" fmla="*/ 539102 h 2879710"/>
                <a:gd name="connsiteX2" fmla="*/ 950155 w 1499553"/>
                <a:gd name="connsiteY2" fmla="*/ 16 h 2879710"/>
                <a:gd name="connsiteX3" fmla="*/ 1499553 w 1499553"/>
                <a:gd name="connsiteY3" fmla="*/ 552750 h 2879710"/>
                <a:gd name="connsiteX4" fmla="*/ 950155 w 1499553"/>
                <a:gd name="connsiteY4" fmla="*/ 2879693 h 2879710"/>
                <a:gd name="connsiteX0" fmla="*/ 1080842 w 2048951"/>
                <a:gd name="connsiteY0" fmla="*/ 2879693 h 2883255"/>
                <a:gd name="connsiteX1" fmla="*/ 633953 w 2048951"/>
                <a:gd name="connsiteY1" fmla="*/ 539102 h 2883255"/>
                <a:gd name="connsiteX2" fmla="*/ 1080842 w 2048951"/>
                <a:gd name="connsiteY2" fmla="*/ 16 h 2883255"/>
                <a:gd name="connsiteX3" fmla="*/ 1630240 w 2048951"/>
                <a:gd name="connsiteY3" fmla="*/ 552750 h 2883255"/>
                <a:gd name="connsiteX4" fmla="*/ 1080842 w 2048951"/>
                <a:gd name="connsiteY4" fmla="*/ 2879693 h 2883255"/>
                <a:gd name="connsiteX0" fmla="*/ 1080842 w 2178894"/>
                <a:gd name="connsiteY0" fmla="*/ 2879693 h 2883010"/>
                <a:gd name="connsiteX1" fmla="*/ 633953 w 2178894"/>
                <a:gd name="connsiteY1" fmla="*/ 539102 h 2883010"/>
                <a:gd name="connsiteX2" fmla="*/ 1080842 w 2178894"/>
                <a:gd name="connsiteY2" fmla="*/ 16 h 2883010"/>
                <a:gd name="connsiteX3" fmla="*/ 1630240 w 2178894"/>
                <a:gd name="connsiteY3" fmla="*/ 552750 h 2883010"/>
                <a:gd name="connsiteX4" fmla="*/ 1080842 w 2178894"/>
                <a:gd name="connsiteY4" fmla="*/ 2879693 h 2883010"/>
                <a:gd name="connsiteX0" fmla="*/ 1130092 w 2180651"/>
                <a:gd name="connsiteY0" fmla="*/ 2879693 h 2883010"/>
                <a:gd name="connsiteX1" fmla="*/ 574021 w 2180651"/>
                <a:gd name="connsiteY1" fmla="*/ 539102 h 2883010"/>
                <a:gd name="connsiteX2" fmla="*/ 1020910 w 2180651"/>
                <a:gd name="connsiteY2" fmla="*/ 16 h 2883010"/>
                <a:gd name="connsiteX3" fmla="*/ 1570308 w 2180651"/>
                <a:gd name="connsiteY3" fmla="*/ 552750 h 2883010"/>
                <a:gd name="connsiteX4" fmla="*/ 1130092 w 2180651"/>
                <a:gd name="connsiteY4" fmla="*/ 2879693 h 2883010"/>
                <a:gd name="connsiteX0" fmla="*/ 1026353 w 1966593"/>
                <a:gd name="connsiteY0" fmla="*/ 2879693 h 2885692"/>
                <a:gd name="connsiteX1" fmla="*/ 470282 w 1966593"/>
                <a:gd name="connsiteY1" fmla="*/ 539102 h 2885692"/>
                <a:gd name="connsiteX2" fmla="*/ 917171 w 1966593"/>
                <a:gd name="connsiteY2" fmla="*/ 16 h 2885692"/>
                <a:gd name="connsiteX3" fmla="*/ 1466569 w 1966593"/>
                <a:gd name="connsiteY3" fmla="*/ 552750 h 2885692"/>
                <a:gd name="connsiteX4" fmla="*/ 1026353 w 1966593"/>
                <a:gd name="connsiteY4" fmla="*/ 2879693 h 2885692"/>
                <a:gd name="connsiteX0" fmla="*/ 1111626 w 2051866"/>
                <a:gd name="connsiteY0" fmla="*/ 2879693 h 2885954"/>
                <a:gd name="connsiteX1" fmla="*/ 555555 w 2051866"/>
                <a:gd name="connsiteY1" fmla="*/ 539102 h 2885954"/>
                <a:gd name="connsiteX2" fmla="*/ 1002444 w 2051866"/>
                <a:gd name="connsiteY2" fmla="*/ 16 h 2885954"/>
                <a:gd name="connsiteX3" fmla="*/ 1551842 w 2051866"/>
                <a:gd name="connsiteY3" fmla="*/ 552750 h 2885954"/>
                <a:gd name="connsiteX4" fmla="*/ 1111626 w 2051866"/>
                <a:gd name="connsiteY4" fmla="*/ 2879693 h 2885954"/>
                <a:gd name="connsiteX0" fmla="*/ 135964 w 1076204"/>
                <a:gd name="connsiteY0" fmla="*/ 2879677 h 2879677"/>
                <a:gd name="connsiteX1" fmla="*/ 26782 w 1076204"/>
                <a:gd name="connsiteY1" fmla="*/ 0 h 2879677"/>
                <a:gd name="connsiteX2" fmla="*/ 576180 w 1076204"/>
                <a:gd name="connsiteY2" fmla="*/ 552734 h 2879677"/>
                <a:gd name="connsiteX3" fmla="*/ 135964 w 1076204"/>
                <a:gd name="connsiteY3" fmla="*/ 2879677 h 2879677"/>
                <a:gd name="connsiteX0" fmla="*/ 393332 w 1333572"/>
                <a:gd name="connsiteY0" fmla="*/ 2879707 h 2879707"/>
                <a:gd name="connsiteX1" fmla="*/ 284150 w 1333572"/>
                <a:gd name="connsiteY1" fmla="*/ 30 h 2879707"/>
                <a:gd name="connsiteX2" fmla="*/ 833548 w 1333572"/>
                <a:gd name="connsiteY2" fmla="*/ 552764 h 2879707"/>
                <a:gd name="connsiteX3" fmla="*/ 393332 w 1333572"/>
                <a:gd name="connsiteY3" fmla="*/ 2879707 h 2879707"/>
                <a:gd name="connsiteX0" fmla="*/ 855822 w 1766979"/>
                <a:gd name="connsiteY0" fmla="*/ 2879707 h 2880122"/>
                <a:gd name="connsiteX1" fmla="*/ 746640 w 1766979"/>
                <a:gd name="connsiteY1" fmla="*/ 30 h 2880122"/>
                <a:gd name="connsiteX2" fmla="*/ 1296038 w 1766979"/>
                <a:gd name="connsiteY2" fmla="*/ 552764 h 2880122"/>
                <a:gd name="connsiteX3" fmla="*/ 855822 w 1766979"/>
                <a:gd name="connsiteY3" fmla="*/ 2879707 h 2880122"/>
                <a:gd name="connsiteX0" fmla="*/ 855822 w 855822"/>
                <a:gd name="connsiteY0" fmla="*/ 2879677 h 2880092"/>
                <a:gd name="connsiteX1" fmla="*/ 746640 w 855822"/>
                <a:gd name="connsiteY1" fmla="*/ 0 h 2880092"/>
                <a:gd name="connsiteX2" fmla="*/ 855822 w 855822"/>
                <a:gd name="connsiteY2" fmla="*/ 2879677 h 2880092"/>
                <a:gd name="connsiteX0" fmla="*/ 841211 w 1447490"/>
                <a:gd name="connsiteY0" fmla="*/ 2879677 h 2880547"/>
                <a:gd name="connsiteX1" fmla="*/ 732029 w 1447490"/>
                <a:gd name="connsiteY1" fmla="*/ 0 h 2880547"/>
                <a:gd name="connsiteX2" fmla="*/ 841211 w 1447490"/>
                <a:gd name="connsiteY2" fmla="*/ 2879677 h 2880547"/>
                <a:gd name="connsiteX0" fmla="*/ 760317 w 1449076"/>
                <a:gd name="connsiteY0" fmla="*/ 2879790 h 2880665"/>
                <a:gd name="connsiteX1" fmla="*/ 651135 w 1449076"/>
                <a:gd name="connsiteY1" fmla="*/ 113 h 2880665"/>
                <a:gd name="connsiteX2" fmla="*/ 760317 w 1449076"/>
                <a:gd name="connsiteY2" fmla="*/ 2879790 h 2880665"/>
                <a:gd name="connsiteX0" fmla="*/ 1083466 w 2100805"/>
                <a:gd name="connsiteY0" fmla="*/ 2879785 h 2881650"/>
                <a:gd name="connsiteX1" fmla="*/ 974284 w 2100805"/>
                <a:gd name="connsiteY1" fmla="*/ 108 h 2881650"/>
                <a:gd name="connsiteX2" fmla="*/ 1083466 w 2100805"/>
                <a:gd name="connsiteY2" fmla="*/ 2879785 h 2881650"/>
                <a:gd name="connsiteX0" fmla="*/ 1048607 w 2030698"/>
                <a:gd name="connsiteY0" fmla="*/ 2879791 h 2882197"/>
                <a:gd name="connsiteX1" fmla="*/ 939425 w 2030698"/>
                <a:gd name="connsiteY1" fmla="*/ 114 h 2882197"/>
                <a:gd name="connsiteX2" fmla="*/ 1048607 w 2030698"/>
                <a:gd name="connsiteY2" fmla="*/ 2879791 h 2882197"/>
                <a:gd name="connsiteX0" fmla="*/ 979012 w 1890631"/>
                <a:gd name="connsiteY0" fmla="*/ 2879789 h 2879882"/>
                <a:gd name="connsiteX1" fmla="*/ 869830 w 1890631"/>
                <a:gd name="connsiteY1" fmla="*/ 112 h 2879882"/>
                <a:gd name="connsiteX2" fmla="*/ 979012 w 1890631"/>
                <a:gd name="connsiteY2" fmla="*/ 2879789 h 2879882"/>
                <a:gd name="connsiteX0" fmla="*/ 162777 w 863348"/>
                <a:gd name="connsiteY0" fmla="*/ 2885989 h 2990195"/>
                <a:gd name="connsiteX1" fmla="*/ 53595 w 863348"/>
                <a:gd name="connsiteY1" fmla="*/ 6312 h 2990195"/>
                <a:gd name="connsiteX2" fmla="*/ 862933 w 863348"/>
                <a:gd name="connsiteY2" fmla="*/ 2134660 h 2990195"/>
                <a:gd name="connsiteX3" fmla="*/ 162777 w 863348"/>
                <a:gd name="connsiteY3" fmla="*/ 2885989 h 2990195"/>
                <a:gd name="connsiteX0" fmla="*/ 121712 w 828140"/>
                <a:gd name="connsiteY0" fmla="*/ 2936294 h 3040500"/>
                <a:gd name="connsiteX1" fmla="*/ 12530 w 828140"/>
                <a:gd name="connsiteY1" fmla="*/ 56617 h 3040500"/>
                <a:gd name="connsiteX2" fmla="*/ 266167 w 828140"/>
                <a:gd name="connsiteY2" fmla="*/ 1111130 h 3040500"/>
                <a:gd name="connsiteX3" fmla="*/ 821868 w 828140"/>
                <a:gd name="connsiteY3" fmla="*/ 2184965 h 3040500"/>
                <a:gd name="connsiteX4" fmla="*/ 121712 w 828140"/>
                <a:gd name="connsiteY4" fmla="*/ 2936294 h 3040500"/>
                <a:gd name="connsiteX0" fmla="*/ 1061931 w 2313935"/>
                <a:gd name="connsiteY0" fmla="*/ 2936294 h 2989678"/>
                <a:gd name="connsiteX1" fmla="*/ 952749 w 2313935"/>
                <a:gd name="connsiteY1" fmla="*/ 56617 h 2989678"/>
                <a:gd name="connsiteX2" fmla="*/ 1206386 w 2313935"/>
                <a:gd name="connsiteY2" fmla="*/ 1111130 h 2989678"/>
                <a:gd name="connsiteX3" fmla="*/ 1762087 w 2313935"/>
                <a:gd name="connsiteY3" fmla="*/ 2184965 h 2989678"/>
                <a:gd name="connsiteX4" fmla="*/ 1061931 w 2313935"/>
                <a:gd name="connsiteY4" fmla="*/ 2936294 h 2989678"/>
                <a:gd name="connsiteX0" fmla="*/ 240256 w 946684"/>
                <a:gd name="connsiteY0" fmla="*/ 2936294 h 2936941"/>
                <a:gd name="connsiteX1" fmla="*/ 131074 w 946684"/>
                <a:gd name="connsiteY1" fmla="*/ 56617 h 2936941"/>
                <a:gd name="connsiteX2" fmla="*/ 384711 w 946684"/>
                <a:gd name="connsiteY2" fmla="*/ 1111130 h 2936941"/>
                <a:gd name="connsiteX3" fmla="*/ 940412 w 946684"/>
                <a:gd name="connsiteY3" fmla="*/ 2184965 h 2936941"/>
                <a:gd name="connsiteX4" fmla="*/ 240256 w 946684"/>
                <a:gd name="connsiteY4" fmla="*/ 2936294 h 2936941"/>
                <a:gd name="connsiteX0" fmla="*/ 250028 w 956456"/>
                <a:gd name="connsiteY0" fmla="*/ 2974499 h 2975146"/>
                <a:gd name="connsiteX1" fmla="*/ 140846 w 956456"/>
                <a:gd name="connsiteY1" fmla="*/ 94822 h 2975146"/>
                <a:gd name="connsiteX2" fmla="*/ 394483 w 956456"/>
                <a:gd name="connsiteY2" fmla="*/ 1149335 h 2975146"/>
                <a:gd name="connsiteX3" fmla="*/ 950184 w 956456"/>
                <a:gd name="connsiteY3" fmla="*/ 2223170 h 2975146"/>
                <a:gd name="connsiteX4" fmla="*/ 250028 w 956456"/>
                <a:gd name="connsiteY4" fmla="*/ 2974499 h 2975146"/>
                <a:gd name="connsiteX0" fmla="*/ 960368 w 1666796"/>
                <a:gd name="connsiteY0" fmla="*/ 2906396 h 2906956"/>
                <a:gd name="connsiteX1" fmla="*/ 355 w 1666796"/>
                <a:gd name="connsiteY1" fmla="*/ 2232006 h 2906956"/>
                <a:gd name="connsiteX2" fmla="*/ 851186 w 1666796"/>
                <a:gd name="connsiteY2" fmla="*/ 26719 h 2906956"/>
                <a:gd name="connsiteX3" fmla="*/ 1104823 w 1666796"/>
                <a:gd name="connsiteY3" fmla="*/ 1081232 h 2906956"/>
                <a:gd name="connsiteX4" fmla="*/ 1660524 w 1666796"/>
                <a:gd name="connsiteY4" fmla="*/ 2155067 h 2906956"/>
                <a:gd name="connsiteX5" fmla="*/ 960368 w 1666796"/>
                <a:gd name="connsiteY5" fmla="*/ 2906396 h 2906956"/>
                <a:gd name="connsiteX0" fmla="*/ 1020918 w 1727346"/>
                <a:gd name="connsiteY0" fmla="*/ 2906396 h 2906955"/>
                <a:gd name="connsiteX1" fmla="*/ 60905 w 1727346"/>
                <a:gd name="connsiteY1" fmla="*/ 2232006 h 2906955"/>
                <a:gd name="connsiteX2" fmla="*/ 911736 w 1727346"/>
                <a:gd name="connsiteY2" fmla="*/ 26719 h 2906955"/>
                <a:gd name="connsiteX3" fmla="*/ 1165373 w 1727346"/>
                <a:gd name="connsiteY3" fmla="*/ 1081232 h 2906955"/>
                <a:gd name="connsiteX4" fmla="*/ 1721074 w 1727346"/>
                <a:gd name="connsiteY4" fmla="*/ 2155067 h 2906955"/>
                <a:gd name="connsiteX5" fmla="*/ 1020918 w 1727346"/>
                <a:gd name="connsiteY5" fmla="*/ 2906396 h 2906955"/>
                <a:gd name="connsiteX0" fmla="*/ 968083 w 1674511"/>
                <a:gd name="connsiteY0" fmla="*/ 2906396 h 2906955"/>
                <a:gd name="connsiteX1" fmla="*/ 8070 w 1674511"/>
                <a:gd name="connsiteY1" fmla="*/ 2232006 h 2906955"/>
                <a:gd name="connsiteX2" fmla="*/ 858901 w 1674511"/>
                <a:gd name="connsiteY2" fmla="*/ 26719 h 2906955"/>
                <a:gd name="connsiteX3" fmla="*/ 1112538 w 1674511"/>
                <a:gd name="connsiteY3" fmla="*/ 1081232 h 2906955"/>
                <a:gd name="connsiteX4" fmla="*/ 1668239 w 1674511"/>
                <a:gd name="connsiteY4" fmla="*/ 2155067 h 2906955"/>
                <a:gd name="connsiteX5" fmla="*/ 968083 w 1674511"/>
                <a:gd name="connsiteY5" fmla="*/ 2906396 h 2906955"/>
                <a:gd name="connsiteX0" fmla="*/ 967156 w 1673584"/>
                <a:gd name="connsiteY0" fmla="*/ 2860372 h 2860931"/>
                <a:gd name="connsiteX1" fmla="*/ 7143 w 1673584"/>
                <a:gd name="connsiteY1" fmla="*/ 2185982 h 2860931"/>
                <a:gd name="connsiteX2" fmla="*/ 965975 w 1673584"/>
                <a:gd name="connsiteY2" fmla="*/ 27982 h 2860931"/>
                <a:gd name="connsiteX3" fmla="*/ 1111611 w 1673584"/>
                <a:gd name="connsiteY3" fmla="*/ 1035208 h 2860931"/>
                <a:gd name="connsiteX4" fmla="*/ 1667312 w 1673584"/>
                <a:gd name="connsiteY4" fmla="*/ 2109043 h 2860931"/>
                <a:gd name="connsiteX5" fmla="*/ 967156 w 1673584"/>
                <a:gd name="connsiteY5" fmla="*/ 2860372 h 2860931"/>
                <a:gd name="connsiteX0" fmla="*/ 969174 w 1675602"/>
                <a:gd name="connsiteY0" fmla="*/ 2882825 h 2883384"/>
                <a:gd name="connsiteX1" fmla="*/ 9161 w 1675602"/>
                <a:gd name="connsiteY1" fmla="*/ 2208435 h 2883384"/>
                <a:gd name="connsiteX2" fmla="*/ 967993 w 1675602"/>
                <a:gd name="connsiteY2" fmla="*/ 50435 h 2883384"/>
                <a:gd name="connsiteX3" fmla="*/ 1113629 w 1675602"/>
                <a:gd name="connsiteY3" fmla="*/ 1057661 h 2883384"/>
                <a:gd name="connsiteX4" fmla="*/ 1669330 w 1675602"/>
                <a:gd name="connsiteY4" fmla="*/ 2131496 h 2883384"/>
                <a:gd name="connsiteX5" fmla="*/ 969174 w 1675602"/>
                <a:gd name="connsiteY5" fmla="*/ 2882825 h 2883384"/>
                <a:gd name="connsiteX0" fmla="*/ 967644 w 1674072"/>
                <a:gd name="connsiteY0" fmla="*/ 2844875 h 2845434"/>
                <a:gd name="connsiteX1" fmla="*/ 7631 w 1674072"/>
                <a:gd name="connsiteY1" fmla="*/ 2170485 h 2845434"/>
                <a:gd name="connsiteX2" fmla="*/ 966463 w 1674072"/>
                <a:gd name="connsiteY2" fmla="*/ 12485 h 2845434"/>
                <a:gd name="connsiteX3" fmla="*/ 1112099 w 1674072"/>
                <a:gd name="connsiteY3" fmla="*/ 1019711 h 2845434"/>
                <a:gd name="connsiteX4" fmla="*/ 1667800 w 1674072"/>
                <a:gd name="connsiteY4" fmla="*/ 2093546 h 2845434"/>
                <a:gd name="connsiteX5" fmla="*/ 967644 w 1674072"/>
                <a:gd name="connsiteY5" fmla="*/ 2844875 h 2845434"/>
                <a:gd name="connsiteX0" fmla="*/ 1009180 w 1715608"/>
                <a:gd name="connsiteY0" fmla="*/ 2844875 h 2845434"/>
                <a:gd name="connsiteX1" fmla="*/ 49167 w 1715608"/>
                <a:gd name="connsiteY1" fmla="*/ 2170485 h 2845434"/>
                <a:gd name="connsiteX2" fmla="*/ 1007999 w 1715608"/>
                <a:gd name="connsiteY2" fmla="*/ 12485 h 2845434"/>
                <a:gd name="connsiteX3" fmla="*/ 1153635 w 1715608"/>
                <a:gd name="connsiteY3" fmla="*/ 1019711 h 2845434"/>
                <a:gd name="connsiteX4" fmla="*/ 1709336 w 1715608"/>
                <a:gd name="connsiteY4" fmla="*/ 2093546 h 2845434"/>
                <a:gd name="connsiteX5" fmla="*/ 1009180 w 1715608"/>
                <a:gd name="connsiteY5" fmla="*/ 2844875 h 2845434"/>
                <a:gd name="connsiteX0" fmla="*/ 1006411 w 1712003"/>
                <a:gd name="connsiteY0" fmla="*/ 2862643 h 2863202"/>
                <a:gd name="connsiteX1" fmla="*/ 46398 w 1712003"/>
                <a:gd name="connsiteY1" fmla="*/ 2188253 h 2863202"/>
                <a:gd name="connsiteX2" fmla="*/ 1005230 w 1712003"/>
                <a:gd name="connsiteY2" fmla="*/ 30253 h 2863202"/>
                <a:gd name="connsiteX3" fmla="*/ 1068070 w 1712003"/>
                <a:gd name="connsiteY3" fmla="*/ 1005341 h 2863202"/>
                <a:gd name="connsiteX4" fmla="*/ 1706567 w 1712003"/>
                <a:gd name="connsiteY4" fmla="*/ 2111314 h 2863202"/>
                <a:gd name="connsiteX5" fmla="*/ 1006411 w 1712003"/>
                <a:gd name="connsiteY5" fmla="*/ 2862643 h 2863202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29201"/>
                <a:gd name="connsiteY0" fmla="*/ 2862643 h 2863365"/>
                <a:gd name="connsiteX1" fmla="*/ 46398 w 1629201"/>
                <a:gd name="connsiteY1" fmla="*/ 2188253 h 2863365"/>
                <a:gd name="connsiteX2" fmla="*/ 1005230 w 1629201"/>
                <a:gd name="connsiteY2" fmla="*/ 30253 h 2863365"/>
                <a:gd name="connsiteX3" fmla="*/ 1068070 w 1629201"/>
                <a:gd name="connsiteY3" fmla="*/ 1005341 h 2863365"/>
                <a:gd name="connsiteX4" fmla="*/ 1629201 w 1629201"/>
                <a:gd name="connsiteY4" fmla="*/ 2100055 h 2863365"/>
                <a:gd name="connsiteX5" fmla="*/ 1006411 w 1629201"/>
                <a:gd name="connsiteY5" fmla="*/ 2862643 h 2863365"/>
                <a:gd name="connsiteX0" fmla="*/ 1006411 w 1758725"/>
                <a:gd name="connsiteY0" fmla="*/ 2862643 h 2863256"/>
                <a:gd name="connsiteX1" fmla="*/ 46398 w 1758725"/>
                <a:gd name="connsiteY1" fmla="*/ 2188253 h 2863256"/>
                <a:gd name="connsiteX2" fmla="*/ 1005230 w 1758725"/>
                <a:gd name="connsiteY2" fmla="*/ 30253 h 2863256"/>
                <a:gd name="connsiteX3" fmla="*/ 1068070 w 1758725"/>
                <a:gd name="connsiteY3" fmla="*/ 1005341 h 2863256"/>
                <a:gd name="connsiteX4" fmla="*/ 1758725 w 1758725"/>
                <a:gd name="connsiteY4" fmla="*/ 2107426 h 2863256"/>
                <a:gd name="connsiteX5" fmla="*/ 1006411 w 1758725"/>
                <a:gd name="connsiteY5" fmla="*/ 2862643 h 2863256"/>
                <a:gd name="connsiteX0" fmla="*/ 1006411 w 1759523"/>
                <a:gd name="connsiteY0" fmla="*/ 2862643 h 2863256"/>
                <a:gd name="connsiteX1" fmla="*/ 46398 w 1759523"/>
                <a:gd name="connsiteY1" fmla="*/ 2188253 h 2863256"/>
                <a:gd name="connsiteX2" fmla="*/ 1005230 w 1759523"/>
                <a:gd name="connsiteY2" fmla="*/ 30253 h 2863256"/>
                <a:gd name="connsiteX3" fmla="*/ 1068070 w 1759523"/>
                <a:gd name="connsiteY3" fmla="*/ 1005341 h 2863256"/>
                <a:gd name="connsiteX4" fmla="*/ 1758725 w 1759523"/>
                <a:gd name="connsiteY4" fmla="*/ 2107426 h 2863256"/>
                <a:gd name="connsiteX5" fmla="*/ 1006411 w 1759523"/>
                <a:gd name="connsiteY5" fmla="*/ 2862643 h 2863256"/>
                <a:gd name="connsiteX0" fmla="*/ 1006411 w 1660791"/>
                <a:gd name="connsiteY0" fmla="*/ 2862643 h 2862910"/>
                <a:gd name="connsiteX1" fmla="*/ 46398 w 1660791"/>
                <a:gd name="connsiteY1" fmla="*/ 2188253 h 2862910"/>
                <a:gd name="connsiteX2" fmla="*/ 1005230 w 1660791"/>
                <a:gd name="connsiteY2" fmla="*/ 30253 h 2862910"/>
                <a:gd name="connsiteX3" fmla="*/ 1068070 w 1660791"/>
                <a:gd name="connsiteY3" fmla="*/ 1005341 h 2862910"/>
                <a:gd name="connsiteX4" fmla="*/ 1659836 w 1660791"/>
                <a:gd name="connsiteY4" fmla="*/ 2136082 h 2862910"/>
                <a:gd name="connsiteX5" fmla="*/ 1006411 w 1660791"/>
                <a:gd name="connsiteY5" fmla="*/ 2862643 h 286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0791" h="2862910">
                  <a:moveTo>
                    <a:pt x="1006411" y="2862643"/>
                  </a:moveTo>
                  <a:cubicBezTo>
                    <a:pt x="737505" y="2871338"/>
                    <a:pt x="64595" y="2668199"/>
                    <a:pt x="46398" y="2188253"/>
                  </a:cubicBezTo>
                  <a:cubicBezTo>
                    <a:pt x="-233171" y="1357457"/>
                    <a:pt x="834951" y="227405"/>
                    <a:pt x="1005230" y="30253"/>
                  </a:cubicBezTo>
                  <a:cubicBezTo>
                    <a:pt x="1175509" y="-166899"/>
                    <a:pt x="933180" y="650616"/>
                    <a:pt x="1068070" y="1005341"/>
                  </a:cubicBezTo>
                  <a:cubicBezTo>
                    <a:pt x="1202960" y="1360066"/>
                    <a:pt x="1685078" y="1618256"/>
                    <a:pt x="1659836" y="2136082"/>
                  </a:cubicBezTo>
                  <a:cubicBezTo>
                    <a:pt x="1512636" y="2675183"/>
                    <a:pt x="1275317" y="2853948"/>
                    <a:pt x="1006411" y="2862643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673C81EA-3E74-00DD-AB1B-1706C85B96D1}"/>
                </a:ext>
              </a:extLst>
            </p:cNvPr>
            <p:cNvSpPr/>
            <p:nvPr/>
          </p:nvSpPr>
          <p:spPr>
            <a:xfrm flipH="1">
              <a:off x="6606719" y="5212536"/>
              <a:ext cx="1141662" cy="2064545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: Rounded Corners 10">
              <a:extLst>
                <a:ext uri="{FF2B5EF4-FFF2-40B4-BE49-F238E27FC236}">
                  <a16:creationId xmlns:a16="http://schemas.microsoft.com/office/drawing/2014/main" id="{9B6A6A12-EC12-0D8A-5C05-1F195DBDB870}"/>
                </a:ext>
              </a:extLst>
            </p:cNvPr>
            <p:cNvSpPr/>
            <p:nvPr/>
          </p:nvSpPr>
          <p:spPr>
            <a:xfrm flipH="1">
              <a:off x="6694036" y="6854908"/>
              <a:ext cx="1472872" cy="5274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B566127-9106-19EB-F40C-F17EBFE6B615}"/>
                </a:ext>
              </a:extLst>
            </p:cNvPr>
            <p:cNvSpPr/>
            <p:nvPr/>
          </p:nvSpPr>
          <p:spPr>
            <a:xfrm rot="448283" flipH="1">
              <a:off x="8309381" y="3860189"/>
              <a:ext cx="769177" cy="2225012"/>
            </a:xfrm>
            <a:prstGeom prst="ellipse">
              <a:avLst/>
            </a:prstGeom>
            <a:solidFill>
              <a:srgbClr val="FFC000">
                <a:lumMod val="40000"/>
                <a:lumOff val="6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val 4">
              <a:extLst>
                <a:ext uri="{FF2B5EF4-FFF2-40B4-BE49-F238E27FC236}">
                  <a16:creationId xmlns:a16="http://schemas.microsoft.com/office/drawing/2014/main" id="{0E0B2482-76C3-F603-BA11-5CD48A9E3BED}"/>
                </a:ext>
              </a:extLst>
            </p:cNvPr>
            <p:cNvSpPr/>
            <p:nvPr/>
          </p:nvSpPr>
          <p:spPr>
            <a:xfrm flipH="1">
              <a:off x="7624753" y="1132683"/>
              <a:ext cx="2318030" cy="2270854"/>
            </a:xfrm>
            <a:custGeom>
              <a:avLst/>
              <a:gdLst>
                <a:gd name="connsiteX0" fmla="*/ 0 w 1378424"/>
                <a:gd name="connsiteY0" fmla="*/ 689212 h 1378424"/>
                <a:gd name="connsiteX1" fmla="*/ 689212 w 1378424"/>
                <a:gd name="connsiteY1" fmla="*/ 0 h 1378424"/>
                <a:gd name="connsiteX2" fmla="*/ 1378424 w 1378424"/>
                <a:gd name="connsiteY2" fmla="*/ 689212 h 1378424"/>
                <a:gd name="connsiteX3" fmla="*/ 689212 w 1378424"/>
                <a:gd name="connsiteY3" fmla="*/ 1378424 h 1378424"/>
                <a:gd name="connsiteX4" fmla="*/ 0 w 1378424"/>
                <a:gd name="connsiteY4" fmla="*/ 689212 h 1378424"/>
                <a:gd name="connsiteX0" fmla="*/ 0 w 1396077"/>
                <a:gd name="connsiteY0" fmla="*/ 689212 h 1378424"/>
                <a:gd name="connsiteX1" fmla="*/ 689212 w 1396077"/>
                <a:gd name="connsiteY1" fmla="*/ 0 h 1378424"/>
                <a:gd name="connsiteX2" fmla="*/ 1378424 w 1396077"/>
                <a:gd name="connsiteY2" fmla="*/ 689212 h 1378424"/>
                <a:gd name="connsiteX3" fmla="*/ 689212 w 1396077"/>
                <a:gd name="connsiteY3" fmla="*/ 1378424 h 1378424"/>
                <a:gd name="connsiteX4" fmla="*/ 0 w 1396077"/>
                <a:gd name="connsiteY4" fmla="*/ 689212 h 1378424"/>
                <a:gd name="connsiteX0" fmla="*/ 10984 w 1407061"/>
                <a:gd name="connsiteY0" fmla="*/ 689212 h 1378424"/>
                <a:gd name="connsiteX1" fmla="*/ 700196 w 1407061"/>
                <a:gd name="connsiteY1" fmla="*/ 0 h 1378424"/>
                <a:gd name="connsiteX2" fmla="*/ 1389408 w 1407061"/>
                <a:gd name="connsiteY2" fmla="*/ 689212 h 1378424"/>
                <a:gd name="connsiteX3" fmla="*/ 700196 w 1407061"/>
                <a:gd name="connsiteY3" fmla="*/ 1378424 h 1378424"/>
                <a:gd name="connsiteX4" fmla="*/ 10984 w 1407061"/>
                <a:gd name="connsiteY4" fmla="*/ 689212 h 137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7061" h="1378424">
                  <a:moveTo>
                    <a:pt x="10984" y="689212"/>
                  </a:moveTo>
                  <a:cubicBezTo>
                    <a:pt x="92871" y="281275"/>
                    <a:pt x="319555" y="0"/>
                    <a:pt x="700196" y="0"/>
                  </a:cubicBezTo>
                  <a:cubicBezTo>
                    <a:pt x="1080837" y="0"/>
                    <a:pt x="1389408" y="308571"/>
                    <a:pt x="1389408" y="689212"/>
                  </a:cubicBezTo>
                  <a:cubicBezTo>
                    <a:pt x="1498590" y="1219978"/>
                    <a:pt x="1080837" y="1378424"/>
                    <a:pt x="700196" y="1378424"/>
                  </a:cubicBezTo>
                  <a:cubicBezTo>
                    <a:pt x="319555" y="1378424"/>
                    <a:pt x="-70903" y="1097149"/>
                    <a:pt x="10984" y="689212"/>
                  </a:cubicBez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: Rounded Corners 10">
              <a:extLst>
                <a:ext uri="{FF2B5EF4-FFF2-40B4-BE49-F238E27FC236}">
                  <a16:creationId xmlns:a16="http://schemas.microsoft.com/office/drawing/2014/main" id="{1C10DC64-84C7-9F56-DEB8-4A8F6CADA39A}"/>
                </a:ext>
              </a:extLst>
            </p:cNvPr>
            <p:cNvSpPr/>
            <p:nvPr/>
          </p:nvSpPr>
          <p:spPr>
            <a:xfrm rot="5024615">
              <a:off x="6711701" y="4757555"/>
              <a:ext cx="485541" cy="1059877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DBBA23B-7648-6C55-722D-9DD28235AB64}"/>
                </a:ext>
              </a:extLst>
            </p:cNvPr>
            <p:cNvSpPr/>
            <p:nvPr/>
          </p:nvSpPr>
          <p:spPr>
            <a:xfrm flipH="1">
              <a:off x="8142210" y="1864942"/>
              <a:ext cx="345218" cy="474749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DCD6A59-63A3-92DB-D754-928239E57841}"/>
                </a:ext>
              </a:extLst>
            </p:cNvPr>
            <p:cNvSpPr/>
            <p:nvPr/>
          </p:nvSpPr>
          <p:spPr>
            <a:xfrm flipH="1">
              <a:off x="9285166" y="1834469"/>
              <a:ext cx="345218" cy="474749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37C5B6E-05BB-135F-028C-7F4671C78647}"/>
                </a:ext>
              </a:extLst>
            </p:cNvPr>
            <p:cNvSpPr/>
            <p:nvPr/>
          </p:nvSpPr>
          <p:spPr>
            <a:xfrm flipH="1">
              <a:off x="9365427" y="1946292"/>
              <a:ext cx="170306" cy="234208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036DD2E-8300-A716-D796-F7983E02EC27}"/>
                </a:ext>
              </a:extLst>
            </p:cNvPr>
            <p:cNvSpPr/>
            <p:nvPr/>
          </p:nvSpPr>
          <p:spPr>
            <a:xfrm flipH="1">
              <a:off x="8229666" y="1955621"/>
              <a:ext cx="170306" cy="234208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6AC7EF9-041A-4F9B-5A54-81F6E6214427}"/>
                </a:ext>
              </a:extLst>
            </p:cNvPr>
            <p:cNvSpPr/>
            <p:nvPr/>
          </p:nvSpPr>
          <p:spPr>
            <a:xfrm flipH="1">
              <a:off x="8785714" y="2297803"/>
              <a:ext cx="345218" cy="209563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: Rounded Corners 10">
              <a:extLst>
                <a:ext uri="{FF2B5EF4-FFF2-40B4-BE49-F238E27FC236}">
                  <a16:creationId xmlns:a16="http://schemas.microsoft.com/office/drawing/2014/main" id="{21B18830-182D-ACCD-E37B-A47EED569B53}"/>
                </a:ext>
              </a:extLst>
            </p:cNvPr>
            <p:cNvSpPr/>
            <p:nvPr/>
          </p:nvSpPr>
          <p:spPr>
            <a:xfrm rot="6576396">
              <a:off x="6953197" y="6666430"/>
              <a:ext cx="448710" cy="28797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35">
              <a:extLst>
                <a:ext uri="{FF2B5EF4-FFF2-40B4-BE49-F238E27FC236}">
                  <a16:creationId xmlns:a16="http://schemas.microsoft.com/office/drawing/2014/main" id="{6517A8C1-8CE7-276C-F1A2-E7D125BA4F72}"/>
                </a:ext>
              </a:extLst>
            </p:cNvPr>
            <p:cNvSpPr/>
            <p:nvPr/>
          </p:nvSpPr>
          <p:spPr>
            <a:xfrm rot="17782081" flipH="1">
              <a:off x="8774681" y="4418273"/>
              <a:ext cx="184879" cy="1179655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  <a:gd name="connsiteX0" fmla="*/ 88373 w 143240"/>
                <a:gd name="connsiteY0" fmla="*/ 0 h 605210"/>
                <a:gd name="connsiteX1" fmla="*/ 42654 w 143240"/>
                <a:gd name="connsiteY1" fmla="*/ 605128 h 605210"/>
                <a:gd name="connsiteX2" fmla="*/ 42654 w 143240"/>
                <a:gd name="connsiteY2" fmla="*/ 0 h 605210"/>
                <a:gd name="connsiteX3" fmla="*/ 143240 w 143240"/>
                <a:gd name="connsiteY3" fmla="*/ 54867 h 605210"/>
                <a:gd name="connsiteX0" fmla="*/ 88373 w 94850"/>
                <a:gd name="connsiteY0" fmla="*/ 0 h 605210"/>
                <a:gd name="connsiteX1" fmla="*/ 42654 w 94850"/>
                <a:gd name="connsiteY1" fmla="*/ 605128 h 605210"/>
                <a:gd name="connsiteX2" fmla="*/ 42654 w 94850"/>
                <a:gd name="connsiteY2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850" h="605210">
                  <a:moveTo>
                    <a:pt x="88373" y="0"/>
                  </a:move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</a:path>
              </a:pathLst>
            </a:custGeom>
            <a:solidFill>
              <a:srgbClr val="ED7D3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0992029-2AD8-D671-2F66-136665ECE87F}"/>
                </a:ext>
              </a:extLst>
            </p:cNvPr>
            <p:cNvSpPr/>
            <p:nvPr/>
          </p:nvSpPr>
          <p:spPr>
            <a:xfrm rot="309499" flipH="1">
              <a:off x="8742081" y="2436607"/>
              <a:ext cx="227531" cy="373320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DA4E27A-DB19-A30E-B333-B2CD020B4E45}"/>
                </a:ext>
              </a:extLst>
            </p:cNvPr>
            <p:cNvSpPr/>
            <p:nvPr/>
          </p:nvSpPr>
          <p:spPr>
            <a:xfrm>
              <a:off x="8948719" y="2443268"/>
              <a:ext cx="227531" cy="373320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04B5A37-965F-59E3-1BAF-B506A4D204A1}"/>
              </a:ext>
            </a:extLst>
          </p:cNvPr>
          <p:cNvGrpSpPr/>
          <p:nvPr/>
        </p:nvGrpSpPr>
        <p:grpSpPr>
          <a:xfrm flipH="1">
            <a:off x="-2508657" y="-166626"/>
            <a:ext cx="5942630" cy="7220828"/>
            <a:chOff x="5326077" y="1827206"/>
            <a:chExt cx="3607219" cy="4383093"/>
          </a:xfrm>
          <a:solidFill>
            <a:schemeClr val="bg1"/>
          </a:solidFill>
        </p:grpSpPr>
        <p:sp>
          <p:nvSpPr>
            <p:cNvPr id="66" name="Oval 5">
              <a:extLst>
                <a:ext uri="{FF2B5EF4-FFF2-40B4-BE49-F238E27FC236}">
                  <a16:creationId xmlns:a16="http://schemas.microsoft.com/office/drawing/2014/main" id="{BDF13DF1-45CE-D2A4-450B-203A5E9D668D}"/>
                </a:ext>
              </a:extLst>
            </p:cNvPr>
            <p:cNvSpPr/>
            <p:nvPr/>
          </p:nvSpPr>
          <p:spPr>
            <a:xfrm rot="2040070" flipH="1">
              <a:off x="6342725" y="2000931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Oval 5">
              <a:extLst>
                <a:ext uri="{FF2B5EF4-FFF2-40B4-BE49-F238E27FC236}">
                  <a16:creationId xmlns:a16="http://schemas.microsoft.com/office/drawing/2014/main" id="{2A689DF4-F6DA-E778-45F3-B6ED16D068D2}"/>
                </a:ext>
              </a:extLst>
            </p:cNvPr>
            <p:cNvSpPr/>
            <p:nvPr/>
          </p:nvSpPr>
          <p:spPr>
            <a:xfrm rot="2040070" flipH="1">
              <a:off x="6410148" y="2110303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A07BB0AF-B149-253F-36CA-40CC464FE01A}"/>
                </a:ext>
              </a:extLst>
            </p:cNvPr>
            <p:cNvSpPr/>
            <p:nvPr/>
          </p:nvSpPr>
          <p:spPr>
            <a:xfrm rot="1036537" flipH="1">
              <a:off x="6567544" y="2164126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5">
              <a:extLst>
                <a:ext uri="{FF2B5EF4-FFF2-40B4-BE49-F238E27FC236}">
                  <a16:creationId xmlns:a16="http://schemas.microsoft.com/office/drawing/2014/main" id="{6F0C85D3-44CD-AF9F-35EC-6F6DDF857559}"/>
                </a:ext>
              </a:extLst>
            </p:cNvPr>
            <p:cNvSpPr/>
            <p:nvPr/>
          </p:nvSpPr>
          <p:spPr>
            <a:xfrm rot="3817919">
              <a:off x="5851978" y="4206127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" h="605210">
                  <a:moveTo>
                    <a:pt x="42654" y="0"/>
                  </a:moveTo>
                  <a:lnTo>
                    <a:pt x="88373" y="0"/>
                  </a:ln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Oval 5">
              <a:extLst>
                <a:ext uri="{FF2B5EF4-FFF2-40B4-BE49-F238E27FC236}">
                  <a16:creationId xmlns:a16="http://schemas.microsoft.com/office/drawing/2014/main" id="{2E81A58F-765C-5B21-8F2D-2D3B55AD1583}"/>
                </a:ext>
              </a:extLst>
            </p:cNvPr>
            <p:cNvSpPr/>
            <p:nvPr/>
          </p:nvSpPr>
          <p:spPr>
            <a:xfrm rot="19559930">
              <a:off x="5365030" y="1827206"/>
              <a:ext cx="650794" cy="906074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Oval 5">
              <a:extLst>
                <a:ext uri="{FF2B5EF4-FFF2-40B4-BE49-F238E27FC236}">
                  <a16:creationId xmlns:a16="http://schemas.microsoft.com/office/drawing/2014/main" id="{A8F79CC3-2EE3-CB42-51DF-D18394F23B2E}"/>
                </a:ext>
              </a:extLst>
            </p:cNvPr>
            <p:cNvSpPr/>
            <p:nvPr/>
          </p:nvSpPr>
          <p:spPr>
            <a:xfrm rot="19359691" flipH="1">
              <a:off x="5450366" y="1966950"/>
              <a:ext cx="515948" cy="718333"/>
            </a:xfrm>
            <a:custGeom>
              <a:avLst/>
              <a:gdLst>
                <a:gd name="connsiteX0" fmla="*/ 0 w 641445"/>
                <a:gd name="connsiteY0" fmla="*/ 539087 h 1078173"/>
                <a:gd name="connsiteX1" fmla="*/ 320723 w 641445"/>
                <a:gd name="connsiteY1" fmla="*/ 0 h 1078173"/>
                <a:gd name="connsiteX2" fmla="*/ 641446 w 641445"/>
                <a:gd name="connsiteY2" fmla="*/ 539087 h 1078173"/>
                <a:gd name="connsiteX3" fmla="*/ 320723 w 641445"/>
                <a:gd name="connsiteY3" fmla="*/ 1078174 h 1078173"/>
                <a:gd name="connsiteX4" fmla="*/ 0 w 641445"/>
                <a:gd name="connsiteY4" fmla="*/ 539087 h 1078173"/>
                <a:gd name="connsiteX0" fmla="*/ 0 w 641446"/>
                <a:gd name="connsiteY0" fmla="*/ 539112 h 1078199"/>
                <a:gd name="connsiteX1" fmla="*/ 320723 w 641446"/>
                <a:gd name="connsiteY1" fmla="*/ 25 h 1078199"/>
                <a:gd name="connsiteX2" fmla="*/ 641446 w 641446"/>
                <a:gd name="connsiteY2" fmla="*/ 539112 h 1078199"/>
                <a:gd name="connsiteX3" fmla="*/ 320723 w 641446"/>
                <a:gd name="connsiteY3" fmla="*/ 1078199 h 1078199"/>
                <a:gd name="connsiteX4" fmla="*/ 0 w 641446"/>
                <a:gd name="connsiteY4" fmla="*/ 539112 h 1078199"/>
                <a:gd name="connsiteX0" fmla="*/ 0 w 611186"/>
                <a:gd name="connsiteY0" fmla="*/ 543038 h 1078177"/>
                <a:gd name="connsiteX1" fmla="*/ 290463 w 611186"/>
                <a:gd name="connsiteY1" fmla="*/ 2 h 1078177"/>
                <a:gd name="connsiteX2" fmla="*/ 611186 w 611186"/>
                <a:gd name="connsiteY2" fmla="*/ 539089 h 1078177"/>
                <a:gd name="connsiteX3" fmla="*/ 290463 w 611186"/>
                <a:gd name="connsiteY3" fmla="*/ 1078176 h 1078177"/>
                <a:gd name="connsiteX4" fmla="*/ 0 w 611186"/>
                <a:gd name="connsiteY4" fmla="*/ 543038 h 107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1186" h="1078177">
                  <a:moveTo>
                    <a:pt x="0" y="543038"/>
                  </a:moveTo>
                  <a:cubicBezTo>
                    <a:pt x="0" y="245308"/>
                    <a:pt x="188599" y="660"/>
                    <a:pt x="290463" y="2"/>
                  </a:cubicBezTo>
                  <a:cubicBezTo>
                    <a:pt x="392327" y="-656"/>
                    <a:pt x="611186" y="241359"/>
                    <a:pt x="611186" y="539089"/>
                  </a:cubicBezTo>
                  <a:cubicBezTo>
                    <a:pt x="611186" y="836819"/>
                    <a:pt x="392327" y="1077518"/>
                    <a:pt x="290463" y="1078176"/>
                  </a:cubicBezTo>
                  <a:cubicBezTo>
                    <a:pt x="188599" y="1078834"/>
                    <a:pt x="0" y="840768"/>
                    <a:pt x="0" y="54303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4B7C2BCB-2350-49B4-3B9D-CA7154BA675D}"/>
                </a:ext>
              </a:extLst>
            </p:cNvPr>
            <p:cNvSpPr/>
            <p:nvPr/>
          </p:nvSpPr>
          <p:spPr>
            <a:xfrm rot="20563463">
              <a:off x="5464584" y="2020615"/>
              <a:ext cx="368489" cy="875676"/>
            </a:xfrm>
            <a:prstGeom prst="arc">
              <a:avLst>
                <a:gd name="adj1" fmla="val 16200000"/>
                <a:gd name="adj2" fmla="val 2998321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 6">
              <a:extLst>
                <a:ext uri="{FF2B5EF4-FFF2-40B4-BE49-F238E27FC236}">
                  <a16:creationId xmlns:a16="http://schemas.microsoft.com/office/drawing/2014/main" id="{C4563A6E-17AC-7A2C-DB64-685954C71557}"/>
                </a:ext>
              </a:extLst>
            </p:cNvPr>
            <p:cNvSpPr/>
            <p:nvPr/>
          </p:nvSpPr>
          <p:spPr>
            <a:xfrm rot="1827507">
              <a:off x="7148089" y="5227819"/>
              <a:ext cx="1785207" cy="735547"/>
            </a:xfrm>
            <a:custGeom>
              <a:avLst/>
              <a:gdLst>
                <a:gd name="connsiteX0" fmla="*/ 0 w 1127760"/>
                <a:gd name="connsiteY0" fmla="*/ 0 h 403860"/>
                <a:gd name="connsiteX1" fmla="*/ 1127760 w 1127760"/>
                <a:gd name="connsiteY1" fmla="*/ 0 h 403860"/>
                <a:gd name="connsiteX2" fmla="*/ 1127760 w 1127760"/>
                <a:gd name="connsiteY2" fmla="*/ 403860 h 403860"/>
                <a:gd name="connsiteX3" fmla="*/ 0 w 1127760"/>
                <a:gd name="connsiteY3" fmla="*/ 403860 h 403860"/>
                <a:gd name="connsiteX4" fmla="*/ 0 w 1127760"/>
                <a:gd name="connsiteY4" fmla="*/ 0 h 403860"/>
                <a:gd name="connsiteX0" fmla="*/ 0 w 1732465"/>
                <a:gd name="connsiteY0" fmla="*/ 146227 h 550087"/>
                <a:gd name="connsiteX1" fmla="*/ 1127760 w 1732465"/>
                <a:gd name="connsiteY1" fmla="*/ 146227 h 550087"/>
                <a:gd name="connsiteX2" fmla="*/ 1732465 w 1732465"/>
                <a:gd name="connsiteY2" fmla="*/ 0 h 550087"/>
                <a:gd name="connsiteX3" fmla="*/ 0 w 1732465"/>
                <a:gd name="connsiteY3" fmla="*/ 550087 h 550087"/>
                <a:gd name="connsiteX4" fmla="*/ 0 w 1732465"/>
                <a:gd name="connsiteY4" fmla="*/ 146227 h 550087"/>
                <a:gd name="connsiteX0" fmla="*/ 0 w 1732465"/>
                <a:gd name="connsiteY0" fmla="*/ 315583 h 719443"/>
                <a:gd name="connsiteX1" fmla="*/ 1649371 w 1732465"/>
                <a:gd name="connsiteY1" fmla="*/ 0 h 719443"/>
                <a:gd name="connsiteX2" fmla="*/ 1732465 w 1732465"/>
                <a:gd name="connsiteY2" fmla="*/ 169356 h 719443"/>
                <a:gd name="connsiteX3" fmla="*/ 0 w 1732465"/>
                <a:gd name="connsiteY3" fmla="*/ 719443 h 719443"/>
                <a:gd name="connsiteX4" fmla="*/ 0 w 1732465"/>
                <a:gd name="connsiteY4" fmla="*/ 315583 h 71944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0 w 1732465"/>
                <a:gd name="connsiteY4" fmla="*/ 719443 h 719443"/>
                <a:gd name="connsiteX5" fmla="*/ 0 w 1732465"/>
                <a:gd name="connsiteY5" fmla="*/ 315583 h 719443"/>
                <a:gd name="connsiteX0" fmla="*/ 0 w 1732465"/>
                <a:gd name="connsiteY0" fmla="*/ 315583 h 761853"/>
                <a:gd name="connsiteX1" fmla="*/ 834361 w 1732465"/>
                <a:gd name="connsiteY1" fmla="*/ 314081 h 761853"/>
                <a:gd name="connsiteX2" fmla="*/ 1649371 w 1732465"/>
                <a:gd name="connsiteY2" fmla="*/ 0 h 761853"/>
                <a:gd name="connsiteX3" fmla="*/ 1732465 w 1732465"/>
                <a:gd name="connsiteY3" fmla="*/ 169356 h 761853"/>
                <a:gd name="connsiteX4" fmla="*/ 779444 w 1732465"/>
                <a:gd name="connsiteY4" fmla="*/ 761853 h 761853"/>
                <a:gd name="connsiteX5" fmla="*/ 0 w 1732465"/>
                <a:gd name="connsiteY5" fmla="*/ 719443 h 761853"/>
                <a:gd name="connsiteX6" fmla="*/ 0 w 1732465"/>
                <a:gd name="connsiteY6" fmla="*/ 315583 h 761853"/>
                <a:gd name="connsiteX0" fmla="*/ 0 w 1732465"/>
                <a:gd name="connsiteY0" fmla="*/ 315583 h 719443"/>
                <a:gd name="connsiteX1" fmla="*/ 834361 w 1732465"/>
                <a:gd name="connsiteY1" fmla="*/ 314081 h 719443"/>
                <a:gd name="connsiteX2" fmla="*/ 1649371 w 1732465"/>
                <a:gd name="connsiteY2" fmla="*/ 0 h 719443"/>
                <a:gd name="connsiteX3" fmla="*/ 1732465 w 1732465"/>
                <a:gd name="connsiteY3" fmla="*/ 169356 h 719443"/>
                <a:gd name="connsiteX4" fmla="*/ 761679 w 1732465"/>
                <a:gd name="connsiteY4" fmla="*/ 701581 h 719443"/>
                <a:gd name="connsiteX5" fmla="*/ 0 w 1732465"/>
                <a:gd name="connsiteY5" fmla="*/ 719443 h 719443"/>
                <a:gd name="connsiteX6" fmla="*/ 0 w 1732465"/>
                <a:gd name="connsiteY6" fmla="*/ 315583 h 719443"/>
                <a:gd name="connsiteX0" fmla="*/ 0 w 1743413"/>
                <a:gd name="connsiteY0" fmla="*/ 315583 h 719443"/>
                <a:gd name="connsiteX1" fmla="*/ 834361 w 1743413"/>
                <a:gd name="connsiteY1" fmla="*/ 314081 h 719443"/>
                <a:gd name="connsiteX2" fmla="*/ 1649371 w 1743413"/>
                <a:gd name="connsiteY2" fmla="*/ 0 h 719443"/>
                <a:gd name="connsiteX3" fmla="*/ 1732465 w 1743413"/>
                <a:gd name="connsiteY3" fmla="*/ 169356 h 719443"/>
                <a:gd name="connsiteX4" fmla="*/ 761679 w 1743413"/>
                <a:gd name="connsiteY4" fmla="*/ 701581 h 719443"/>
                <a:gd name="connsiteX5" fmla="*/ 0 w 1743413"/>
                <a:gd name="connsiteY5" fmla="*/ 719443 h 719443"/>
                <a:gd name="connsiteX6" fmla="*/ 0 w 1743413"/>
                <a:gd name="connsiteY6" fmla="*/ 315583 h 719443"/>
                <a:gd name="connsiteX0" fmla="*/ 0 w 1776215"/>
                <a:gd name="connsiteY0" fmla="*/ 315583 h 719443"/>
                <a:gd name="connsiteX1" fmla="*/ 834361 w 1776215"/>
                <a:gd name="connsiteY1" fmla="*/ 314081 h 719443"/>
                <a:gd name="connsiteX2" fmla="*/ 1649371 w 1776215"/>
                <a:gd name="connsiteY2" fmla="*/ 0 h 719443"/>
                <a:gd name="connsiteX3" fmla="*/ 1732465 w 1776215"/>
                <a:gd name="connsiteY3" fmla="*/ 169356 h 719443"/>
                <a:gd name="connsiteX4" fmla="*/ 761679 w 1776215"/>
                <a:gd name="connsiteY4" fmla="*/ 701581 h 719443"/>
                <a:gd name="connsiteX5" fmla="*/ 0 w 1776215"/>
                <a:gd name="connsiteY5" fmla="*/ 719443 h 719443"/>
                <a:gd name="connsiteX6" fmla="*/ 0 w 1776215"/>
                <a:gd name="connsiteY6" fmla="*/ 315583 h 719443"/>
                <a:gd name="connsiteX0" fmla="*/ 0 w 1649371"/>
                <a:gd name="connsiteY0" fmla="*/ 315583 h 719443"/>
                <a:gd name="connsiteX1" fmla="*/ 834361 w 1649371"/>
                <a:gd name="connsiteY1" fmla="*/ 314081 h 719443"/>
                <a:gd name="connsiteX2" fmla="*/ 1649371 w 1649371"/>
                <a:gd name="connsiteY2" fmla="*/ 0 h 719443"/>
                <a:gd name="connsiteX3" fmla="*/ 761679 w 1649371"/>
                <a:gd name="connsiteY3" fmla="*/ 701581 h 719443"/>
                <a:gd name="connsiteX4" fmla="*/ 0 w 1649371"/>
                <a:gd name="connsiteY4" fmla="*/ 719443 h 719443"/>
                <a:gd name="connsiteX5" fmla="*/ 0 w 1649371"/>
                <a:gd name="connsiteY5" fmla="*/ 315583 h 719443"/>
                <a:gd name="connsiteX0" fmla="*/ 0 w 1649371"/>
                <a:gd name="connsiteY0" fmla="*/ 324536 h 728396"/>
                <a:gd name="connsiteX1" fmla="*/ 834361 w 1649371"/>
                <a:gd name="connsiteY1" fmla="*/ 323034 h 728396"/>
                <a:gd name="connsiteX2" fmla="*/ 1649371 w 1649371"/>
                <a:gd name="connsiteY2" fmla="*/ 8953 h 728396"/>
                <a:gd name="connsiteX3" fmla="*/ 761679 w 1649371"/>
                <a:gd name="connsiteY3" fmla="*/ 710534 h 728396"/>
                <a:gd name="connsiteX4" fmla="*/ 0 w 1649371"/>
                <a:gd name="connsiteY4" fmla="*/ 728396 h 728396"/>
                <a:gd name="connsiteX5" fmla="*/ 0 w 1649371"/>
                <a:gd name="connsiteY5" fmla="*/ 324536 h 728396"/>
                <a:gd name="connsiteX0" fmla="*/ 0 w 1651864"/>
                <a:gd name="connsiteY0" fmla="*/ 324536 h 728396"/>
                <a:gd name="connsiteX1" fmla="*/ 834361 w 1651864"/>
                <a:gd name="connsiteY1" fmla="*/ 323034 h 728396"/>
                <a:gd name="connsiteX2" fmla="*/ 1649371 w 1651864"/>
                <a:gd name="connsiteY2" fmla="*/ 8953 h 728396"/>
                <a:gd name="connsiteX3" fmla="*/ 761679 w 1651864"/>
                <a:gd name="connsiteY3" fmla="*/ 710534 h 728396"/>
                <a:gd name="connsiteX4" fmla="*/ 0 w 1651864"/>
                <a:gd name="connsiteY4" fmla="*/ 728396 h 728396"/>
                <a:gd name="connsiteX5" fmla="*/ 0 w 1651864"/>
                <a:gd name="connsiteY5" fmla="*/ 324536 h 728396"/>
                <a:gd name="connsiteX0" fmla="*/ 0 w 1651864"/>
                <a:gd name="connsiteY0" fmla="*/ 326975 h 730835"/>
                <a:gd name="connsiteX1" fmla="*/ 834361 w 1651864"/>
                <a:gd name="connsiteY1" fmla="*/ 325473 h 730835"/>
                <a:gd name="connsiteX2" fmla="*/ 1649371 w 1651864"/>
                <a:gd name="connsiteY2" fmla="*/ 11392 h 730835"/>
                <a:gd name="connsiteX3" fmla="*/ 761679 w 1651864"/>
                <a:gd name="connsiteY3" fmla="*/ 712973 h 730835"/>
                <a:gd name="connsiteX4" fmla="*/ 0 w 1651864"/>
                <a:gd name="connsiteY4" fmla="*/ 730835 h 730835"/>
                <a:gd name="connsiteX5" fmla="*/ 0 w 1651864"/>
                <a:gd name="connsiteY5" fmla="*/ 326975 h 730835"/>
                <a:gd name="connsiteX0" fmla="*/ 0 w 1651864"/>
                <a:gd name="connsiteY0" fmla="*/ 325663 h 729523"/>
                <a:gd name="connsiteX1" fmla="*/ 1649371 w 1651864"/>
                <a:gd name="connsiteY1" fmla="*/ 10080 h 729523"/>
                <a:gd name="connsiteX2" fmla="*/ 761679 w 1651864"/>
                <a:gd name="connsiteY2" fmla="*/ 711661 h 729523"/>
                <a:gd name="connsiteX3" fmla="*/ 0 w 1651864"/>
                <a:gd name="connsiteY3" fmla="*/ 729523 h 729523"/>
                <a:gd name="connsiteX4" fmla="*/ 0 w 1651864"/>
                <a:gd name="connsiteY4" fmla="*/ 325663 h 729523"/>
                <a:gd name="connsiteX0" fmla="*/ 0 w 1651864"/>
                <a:gd name="connsiteY0" fmla="*/ 319772 h 723632"/>
                <a:gd name="connsiteX1" fmla="*/ 1649371 w 1651864"/>
                <a:gd name="connsiteY1" fmla="*/ 4189 h 723632"/>
                <a:gd name="connsiteX2" fmla="*/ 761679 w 1651864"/>
                <a:gd name="connsiteY2" fmla="*/ 705770 h 723632"/>
                <a:gd name="connsiteX3" fmla="*/ 0 w 1651864"/>
                <a:gd name="connsiteY3" fmla="*/ 723632 h 723632"/>
                <a:gd name="connsiteX4" fmla="*/ 0 w 1651864"/>
                <a:gd name="connsiteY4" fmla="*/ 319772 h 723632"/>
                <a:gd name="connsiteX0" fmla="*/ 0 w 1649371"/>
                <a:gd name="connsiteY0" fmla="*/ 319772 h 723632"/>
                <a:gd name="connsiteX1" fmla="*/ 1649371 w 1649371"/>
                <a:gd name="connsiteY1" fmla="*/ 4189 h 723632"/>
                <a:gd name="connsiteX2" fmla="*/ 0 w 1649371"/>
                <a:gd name="connsiteY2" fmla="*/ 723632 h 723632"/>
                <a:gd name="connsiteX3" fmla="*/ 0 w 1649371"/>
                <a:gd name="connsiteY3" fmla="*/ 319772 h 723632"/>
                <a:gd name="connsiteX0" fmla="*/ 0 w 1649371"/>
                <a:gd name="connsiteY0" fmla="*/ 319772 h 723710"/>
                <a:gd name="connsiteX1" fmla="*/ 1649371 w 1649371"/>
                <a:gd name="connsiteY1" fmla="*/ 4189 h 723710"/>
                <a:gd name="connsiteX2" fmla="*/ 0 w 1649371"/>
                <a:gd name="connsiteY2" fmla="*/ 723632 h 723710"/>
                <a:gd name="connsiteX3" fmla="*/ 0 w 1649371"/>
                <a:gd name="connsiteY3" fmla="*/ 319772 h 723710"/>
                <a:gd name="connsiteX0" fmla="*/ 0 w 1649371"/>
                <a:gd name="connsiteY0" fmla="*/ 319772 h 735547"/>
                <a:gd name="connsiteX1" fmla="*/ 1649371 w 1649371"/>
                <a:gd name="connsiteY1" fmla="*/ 4189 h 735547"/>
                <a:gd name="connsiteX2" fmla="*/ 0 w 1649371"/>
                <a:gd name="connsiteY2" fmla="*/ 723632 h 735547"/>
                <a:gd name="connsiteX3" fmla="*/ 0 w 1649371"/>
                <a:gd name="connsiteY3" fmla="*/ 319772 h 73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9371" h="735547">
                  <a:moveTo>
                    <a:pt x="0" y="319772"/>
                  </a:moveTo>
                  <a:cubicBezTo>
                    <a:pt x="638042" y="642766"/>
                    <a:pt x="1522425" y="-60144"/>
                    <a:pt x="1649371" y="4189"/>
                  </a:cubicBezTo>
                  <a:cubicBezTo>
                    <a:pt x="1649371" y="71499"/>
                    <a:pt x="999489" y="839677"/>
                    <a:pt x="0" y="723632"/>
                  </a:cubicBezTo>
                  <a:lnTo>
                    <a:pt x="0" y="319772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Rectangle 4">
              <a:extLst>
                <a:ext uri="{FF2B5EF4-FFF2-40B4-BE49-F238E27FC236}">
                  <a16:creationId xmlns:a16="http://schemas.microsoft.com/office/drawing/2014/main" id="{910A3AE1-186E-D5DD-B9FF-DF2027C4AF36}"/>
                </a:ext>
              </a:extLst>
            </p:cNvPr>
            <p:cNvSpPr/>
            <p:nvPr/>
          </p:nvSpPr>
          <p:spPr>
            <a:xfrm>
              <a:off x="6029569" y="4789824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Rectangle: Rounded Corners 10">
              <a:extLst>
                <a:ext uri="{FF2B5EF4-FFF2-40B4-BE49-F238E27FC236}">
                  <a16:creationId xmlns:a16="http://schemas.microsoft.com/office/drawing/2014/main" id="{C4B46D55-E01A-F956-58E7-5AEECB208BD0}"/>
                </a:ext>
              </a:extLst>
            </p:cNvPr>
            <p:cNvSpPr/>
            <p:nvPr/>
          </p:nvSpPr>
          <p:spPr>
            <a:xfrm>
              <a:off x="5775520" y="5786755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Rectangle: Rounded Corners 10">
              <a:extLst>
                <a:ext uri="{FF2B5EF4-FFF2-40B4-BE49-F238E27FC236}">
                  <a16:creationId xmlns:a16="http://schemas.microsoft.com/office/drawing/2014/main" id="{FE151CB6-4699-BE0D-E317-55EB231BEB69}"/>
                </a:ext>
              </a:extLst>
            </p:cNvPr>
            <p:cNvSpPr/>
            <p:nvPr/>
          </p:nvSpPr>
          <p:spPr>
            <a:xfrm rot="15023604" flipH="1">
              <a:off x="6245637" y="5704664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Oval 7">
              <a:extLst>
                <a:ext uri="{FF2B5EF4-FFF2-40B4-BE49-F238E27FC236}">
                  <a16:creationId xmlns:a16="http://schemas.microsoft.com/office/drawing/2014/main" id="{BBF0924D-7486-DB2D-7E0C-5CE656495ACF}"/>
                </a:ext>
              </a:extLst>
            </p:cNvPr>
            <p:cNvSpPr/>
            <p:nvPr/>
          </p:nvSpPr>
          <p:spPr>
            <a:xfrm rot="19820956">
              <a:off x="5694761" y="3327272"/>
              <a:ext cx="1562927" cy="2552129"/>
            </a:xfrm>
            <a:custGeom>
              <a:avLst/>
              <a:gdLst>
                <a:gd name="connsiteX0" fmla="*/ 0 w 2368765"/>
                <a:gd name="connsiteY0" fmla="*/ 1317009 h 2634018"/>
                <a:gd name="connsiteX1" fmla="*/ 1184383 w 2368765"/>
                <a:gd name="connsiteY1" fmla="*/ 0 h 2634018"/>
                <a:gd name="connsiteX2" fmla="*/ 2368766 w 2368765"/>
                <a:gd name="connsiteY2" fmla="*/ 1317009 h 2634018"/>
                <a:gd name="connsiteX3" fmla="*/ 1184383 w 2368765"/>
                <a:gd name="connsiteY3" fmla="*/ 2634018 h 2634018"/>
                <a:gd name="connsiteX4" fmla="*/ 0 w 2368765"/>
                <a:gd name="connsiteY4" fmla="*/ 1317009 h 2634018"/>
                <a:gd name="connsiteX0" fmla="*/ 0 w 2232288"/>
                <a:gd name="connsiteY0" fmla="*/ 1467872 h 2635718"/>
                <a:gd name="connsiteX1" fmla="*/ 1047905 w 2232288"/>
                <a:gd name="connsiteY1" fmla="*/ 738 h 2635718"/>
                <a:gd name="connsiteX2" fmla="*/ 2232288 w 2232288"/>
                <a:gd name="connsiteY2" fmla="*/ 1317747 h 2635718"/>
                <a:gd name="connsiteX3" fmla="*/ 1047905 w 2232288"/>
                <a:gd name="connsiteY3" fmla="*/ 2634756 h 2635718"/>
                <a:gd name="connsiteX4" fmla="*/ 0 w 2232288"/>
                <a:gd name="connsiteY4" fmla="*/ 1467872 h 2635718"/>
                <a:gd name="connsiteX0" fmla="*/ 0 w 2232288"/>
                <a:gd name="connsiteY0" fmla="*/ 1713326 h 2880851"/>
                <a:gd name="connsiteX1" fmla="*/ 1047905 w 2232288"/>
                <a:gd name="connsiteY1" fmla="*/ 533 h 2880851"/>
                <a:gd name="connsiteX2" fmla="*/ 2232288 w 2232288"/>
                <a:gd name="connsiteY2" fmla="*/ 1563201 h 2880851"/>
                <a:gd name="connsiteX3" fmla="*/ 1047905 w 2232288"/>
                <a:gd name="connsiteY3" fmla="*/ 2880210 h 2880851"/>
                <a:gd name="connsiteX4" fmla="*/ 0 w 2232288"/>
                <a:gd name="connsiteY4" fmla="*/ 1713326 h 2880851"/>
                <a:gd name="connsiteX0" fmla="*/ 0 w 2232288"/>
                <a:gd name="connsiteY0" fmla="*/ 1712907 h 2880432"/>
                <a:gd name="connsiteX1" fmla="*/ 1047905 w 2232288"/>
                <a:gd name="connsiteY1" fmla="*/ 114 h 2880432"/>
                <a:gd name="connsiteX2" fmla="*/ 2232288 w 2232288"/>
                <a:gd name="connsiteY2" fmla="*/ 1562782 h 2880432"/>
                <a:gd name="connsiteX3" fmla="*/ 1047905 w 2232288"/>
                <a:gd name="connsiteY3" fmla="*/ 2879791 h 2880432"/>
                <a:gd name="connsiteX4" fmla="*/ 0 w 2232288"/>
                <a:gd name="connsiteY4" fmla="*/ 1712907 h 2880432"/>
                <a:gd name="connsiteX0" fmla="*/ 7497 w 2239785"/>
                <a:gd name="connsiteY0" fmla="*/ 1752003 h 2919459"/>
                <a:gd name="connsiteX1" fmla="*/ 608513 w 2239785"/>
                <a:gd name="connsiteY1" fmla="*/ 578296 h 2919459"/>
                <a:gd name="connsiteX2" fmla="*/ 1055402 w 2239785"/>
                <a:gd name="connsiteY2" fmla="*/ 39210 h 2919459"/>
                <a:gd name="connsiteX3" fmla="*/ 2239785 w 2239785"/>
                <a:gd name="connsiteY3" fmla="*/ 1601878 h 2919459"/>
                <a:gd name="connsiteX4" fmla="*/ 1055402 w 2239785"/>
                <a:gd name="connsiteY4" fmla="*/ 2918887 h 2919459"/>
                <a:gd name="connsiteX5" fmla="*/ 7497 w 2239785"/>
                <a:gd name="connsiteY5" fmla="*/ 1752003 h 2919459"/>
                <a:gd name="connsiteX0" fmla="*/ 446889 w 1631272"/>
                <a:gd name="connsiteY0" fmla="*/ 2918887 h 2943136"/>
                <a:gd name="connsiteX1" fmla="*/ 0 w 1631272"/>
                <a:gd name="connsiteY1" fmla="*/ 578296 h 2943136"/>
                <a:gd name="connsiteX2" fmla="*/ 446889 w 1631272"/>
                <a:gd name="connsiteY2" fmla="*/ 39210 h 2943136"/>
                <a:gd name="connsiteX3" fmla="*/ 1631272 w 1631272"/>
                <a:gd name="connsiteY3" fmla="*/ 1601878 h 2943136"/>
                <a:gd name="connsiteX4" fmla="*/ 446889 w 1631272"/>
                <a:gd name="connsiteY4" fmla="*/ 2918887 h 2943136"/>
                <a:gd name="connsiteX0" fmla="*/ 858688 w 2097067"/>
                <a:gd name="connsiteY0" fmla="*/ 2918887 h 2926202"/>
                <a:gd name="connsiteX1" fmla="*/ 411799 w 2097067"/>
                <a:gd name="connsiteY1" fmla="*/ 578296 h 2926202"/>
                <a:gd name="connsiteX2" fmla="*/ 858688 w 2097067"/>
                <a:gd name="connsiteY2" fmla="*/ 39210 h 2926202"/>
                <a:gd name="connsiteX3" fmla="*/ 2043071 w 2097067"/>
                <a:gd name="connsiteY3" fmla="*/ 1601878 h 2926202"/>
                <a:gd name="connsiteX4" fmla="*/ 858688 w 2097067"/>
                <a:gd name="connsiteY4" fmla="*/ 2918887 h 2926202"/>
                <a:gd name="connsiteX0" fmla="*/ 1013958 w 2252337"/>
                <a:gd name="connsiteY0" fmla="*/ 2918887 h 2925680"/>
                <a:gd name="connsiteX1" fmla="*/ 567069 w 2252337"/>
                <a:gd name="connsiteY1" fmla="*/ 578296 h 2925680"/>
                <a:gd name="connsiteX2" fmla="*/ 1013958 w 2252337"/>
                <a:gd name="connsiteY2" fmla="*/ 39210 h 2925680"/>
                <a:gd name="connsiteX3" fmla="*/ 2198341 w 2252337"/>
                <a:gd name="connsiteY3" fmla="*/ 1601878 h 2925680"/>
                <a:gd name="connsiteX4" fmla="*/ 1013958 w 2252337"/>
                <a:gd name="connsiteY4" fmla="*/ 2918887 h 2925680"/>
                <a:gd name="connsiteX0" fmla="*/ 950155 w 2155116"/>
                <a:gd name="connsiteY0" fmla="*/ 2918887 h 2918904"/>
                <a:gd name="connsiteX1" fmla="*/ 503266 w 2155116"/>
                <a:gd name="connsiteY1" fmla="*/ 578296 h 2918904"/>
                <a:gd name="connsiteX2" fmla="*/ 950155 w 2155116"/>
                <a:gd name="connsiteY2" fmla="*/ 39210 h 2918904"/>
                <a:gd name="connsiteX3" fmla="*/ 2134538 w 2155116"/>
                <a:gd name="connsiteY3" fmla="*/ 1601878 h 2918904"/>
                <a:gd name="connsiteX4" fmla="*/ 950155 w 2155116"/>
                <a:gd name="connsiteY4" fmla="*/ 2918887 h 2918904"/>
                <a:gd name="connsiteX0" fmla="*/ 950155 w 2155116"/>
                <a:gd name="connsiteY0" fmla="*/ 2881535 h 2881552"/>
                <a:gd name="connsiteX1" fmla="*/ 503266 w 2155116"/>
                <a:gd name="connsiteY1" fmla="*/ 540944 h 2881552"/>
                <a:gd name="connsiteX2" fmla="*/ 950155 w 2155116"/>
                <a:gd name="connsiteY2" fmla="*/ 1858 h 2881552"/>
                <a:gd name="connsiteX3" fmla="*/ 2134538 w 2155116"/>
                <a:gd name="connsiteY3" fmla="*/ 1564526 h 2881552"/>
                <a:gd name="connsiteX4" fmla="*/ 950155 w 2155116"/>
                <a:gd name="connsiteY4" fmla="*/ 2881535 h 2881552"/>
                <a:gd name="connsiteX0" fmla="*/ 950155 w 2155116"/>
                <a:gd name="connsiteY0" fmla="*/ 2879693 h 2879710"/>
                <a:gd name="connsiteX1" fmla="*/ 503266 w 2155116"/>
                <a:gd name="connsiteY1" fmla="*/ 539102 h 2879710"/>
                <a:gd name="connsiteX2" fmla="*/ 950155 w 2155116"/>
                <a:gd name="connsiteY2" fmla="*/ 16 h 2879710"/>
                <a:gd name="connsiteX3" fmla="*/ 1499553 w 2155116"/>
                <a:gd name="connsiteY3" fmla="*/ 552750 h 2879710"/>
                <a:gd name="connsiteX4" fmla="*/ 2134538 w 2155116"/>
                <a:gd name="connsiteY4" fmla="*/ 1562684 h 2879710"/>
                <a:gd name="connsiteX5" fmla="*/ 950155 w 2155116"/>
                <a:gd name="connsiteY5" fmla="*/ 2879693 h 2879710"/>
                <a:gd name="connsiteX0" fmla="*/ 950155 w 1499553"/>
                <a:gd name="connsiteY0" fmla="*/ 2879693 h 2879710"/>
                <a:gd name="connsiteX1" fmla="*/ 503266 w 1499553"/>
                <a:gd name="connsiteY1" fmla="*/ 539102 h 2879710"/>
                <a:gd name="connsiteX2" fmla="*/ 950155 w 1499553"/>
                <a:gd name="connsiteY2" fmla="*/ 16 h 2879710"/>
                <a:gd name="connsiteX3" fmla="*/ 1499553 w 1499553"/>
                <a:gd name="connsiteY3" fmla="*/ 552750 h 2879710"/>
                <a:gd name="connsiteX4" fmla="*/ 950155 w 1499553"/>
                <a:gd name="connsiteY4" fmla="*/ 2879693 h 2879710"/>
                <a:gd name="connsiteX0" fmla="*/ 1080842 w 2048951"/>
                <a:gd name="connsiteY0" fmla="*/ 2879693 h 2883255"/>
                <a:gd name="connsiteX1" fmla="*/ 633953 w 2048951"/>
                <a:gd name="connsiteY1" fmla="*/ 539102 h 2883255"/>
                <a:gd name="connsiteX2" fmla="*/ 1080842 w 2048951"/>
                <a:gd name="connsiteY2" fmla="*/ 16 h 2883255"/>
                <a:gd name="connsiteX3" fmla="*/ 1630240 w 2048951"/>
                <a:gd name="connsiteY3" fmla="*/ 552750 h 2883255"/>
                <a:gd name="connsiteX4" fmla="*/ 1080842 w 2048951"/>
                <a:gd name="connsiteY4" fmla="*/ 2879693 h 2883255"/>
                <a:gd name="connsiteX0" fmla="*/ 1080842 w 2178894"/>
                <a:gd name="connsiteY0" fmla="*/ 2879693 h 2883010"/>
                <a:gd name="connsiteX1" fmla="*/ 633953 w 2178894"/>
                <a:gd name="connsiteY1" fmla="*/ 539102 h 2883010"/>
                <a:gd name="connsiteX2" fmla="*/ 1080842 w 2178894"/>
                <a:gd name="connsiteY2" fmla="*/ 16 h 2883010"/>
                <a:gd name="connsiteX3" fmla="*/ 1630240 w 2178894"/>
                <a:gd name="connsiteY3" fmla="*/ 552750 h 2883010"/>
                <a:gd name="connsiteX4" fmla="*/ 1080842 w 2178894"/>
                <a:gd name="connsiteY4" fmla="*/ 2879693 h 2883010"/>
                <a:gd name="connsiteX0" fmla="*/ 1130092 w 2180651"/>
                <a:gd name="connsiteY0" fmla="*/ 2879693 h 2883010"/>
                <a:gd name="connsiteX1" fmla="*/ 574021 w 2180651"/>
                <a:gd name="connsiteY1" fmla="*/ 539102 h 2883010"/>
                <a:gd name="connsiteX2" fmla="*/ 1020910 w 2180651"/>
                <a:gd name="connsiteY2" fmla="*/ 16 h 2883010"/>
                <a:gd name="connsiteX3" fmla="*/ 1570308 w 2180651"/>
                <a:gd name="connsiteY3" fmla="*/ 552750 h 2883010"/>
                <a:gd name="connsiteX4" fmla="*/ 1130092 w 2180651"/>
                <a:gd name="connsiteY4" fmla="*/ 2879693 h 2883010"/>
                <a:gd name="connsiteX0" fmla="*/ 1026353 w 1966593"/>
                <a:gd name="connsiteY0" fmla="*/ 2879693 h 2885692"/>
                <a:gd name="connsiteX1" fmla="*/ 470282 w 1966593"/>
                <a:gd name="connsiteY1" fmla="*/ 539102 h 2885692"/>
                <a:gd name="connsiteX2" fmla="*/ 917171 w 1966593"/>
                <a:gd name="connsiteY2" fmla="*/ 16 h 2885692"/>
                <a:gd name="connsiteX3" fmla="*/ 1466569 w 1966593"/>
                <a:gd name="connsiteY3" fmla="*/ 552750 h 2885692"/>
                <a:gd name="connsiteX4" fmla="*/ 1026353 w 1966593"/>
                <a:gd name="connsiteY4" fmla="*/ 2879693 h 2885692"/>
                <a:gd name="connsiteX0" fmla="*/ 1111626 w 2051866"/>
                <a:gd name="connsiteY0" fmla="*/ 2879693 h 2885954"/>
                <a:gd name="connsiteX1" fmla="*/ 555555 w 2051866"/>
                <a:gd name="connsiteY1" fmla="*/ 539102 h 2885954"/>
                <a:gd name="connsiteX2" fmla="*/ 1002444 w 2051866"/>
                <a:gd name="connsiteY2" fmla="*/ 16 h 2885954"/>
                <a:gd name="connsiteX3" fmla="*/ 1551842 w 2051866"/>
                <a:gd name="connsiteY3" fmla="*/ 552750 h 2885954"/>
                <a:gd name="connsiteX4" fmla="*/ 1111626 w 2051866"/>
                <a:gd name="connsiteY4" fmla="*/ 2879693 h 2885954"/>
                <a:gd name="connsiteX0" fmla="*/ 135964 w 1076204"/>
                <a:gd name="connsiteY0" fmla="*/ 2879677 h 2879677"/>
                <a:gd name="connsiteX1" fmla="*/ 26782 w 1076204"/>
                <a:gd name="connsiteY1" fmla="*/ 0 h 2879677"/>
                <a:gd name="connsiteX2" fmla="*/ 576180 w 1076204"/>
                <a:gd name="connsiteY2" fmla="*/ 552734 h 2879677"/>
                <a:gd name="connsiteX3" fmla="*/ 135964 w 1076204"/>
                <a:gd name="connsiteY3" fmla="*/ 2879677 h 2879677"/>
                <a:gd name="connsiteX0" fmla="*/ 393332 w 1333572"/>
                <a:gd name="connsiteY0" fmla="*/ 2879707 h 2879707"/>
                <a:gd name="connsiteX1" fmla="*/ 284150 w 1333572"/>
                <a:gd name="connsiteY1" fmla="*/ 30 h 2879707"/>
                <a:gd name="connsiteX2" fmla="*/ 833548 w 1333572"/>
                <a:gd name="connsiteY2" fmla="*/ 552764 h 2879707"/>
                <a:gd name="connsiteX3" fmla="*/ 393332 w 1333572"/>
                <a:gd name="connsiteY3" fmla="*/ 2879707 h 2879707"/>
                <a:gd name="connsiteX0" fmla="*/ 855822 w 1766979"/>
                <a:gd name="connsiteY0" fmla="*/ 2879707 h 2880122"/>
                <a:gd name="connsiteX1" fmla="*/ 746640 w 1766979"/>
                <a:gd name="connsiteY1" fmla="*/ 30 h 2880122"/>
                <a:gd name="connsiteX2" fmla="*/ 1296038 w 1766979"/>
                <a:gd name="connsiteY2" fmla="*/ 552764 h 2880122"/>
                <a:gd name="connsiteX3" fmla="*/ 855822 w 1766979"/>
                <a:gd name="connsiteY3" fmla="*/ 2879707 h 2880122"/>
                <a:gd name="connsiteX0" fmla="*/ 855822 w 855822"/>
                <a:gd name="connsiteY0" fmla="*/ 2879677 h 2880092"/>
                <a:gd name="connsiteX1" fmla="*/ 746640 w 855822"/>
                <a:gd name="connsiteY1" fmla="*/ 0 h 2880092"/>
                <a:gd name="connsiteX2" fmla="*/ 855822 w 855822"/>
                <a:gd name="connsiteY2" fmla="*/ 2879677 h 2880092"/>
                <a:gd name="connsiteX0" fmla="*/ 841211 w 1447490"/>
                <a:gd name="connsiteY0" fmla="*/ 2879677 h 2880547"/>
                <a:gd name="connsiteX1" fmla="*/ 732029 w 1447490"/>
                <a:gd name="connsiteY1" fmla="*/ 0 h 2880547"/>
                <a:gd name="connsiteX2" fmla="*/ 841211 w 1447490"/>
                <a:gd name="connsiteY2" fmla="*/ 2879677 h 2880547"/>
                <a:gd name="connsiteX0" fmla="*/ 760317 w 1449076"/>
                <a:gd name="connsiteY0" fmla="*/ 2879790 h 2880665"/>
                <a:gd name="connsiteX1" fmla="*/ 651135 w 1449076"/>
                <a:gd name="connsiteY1" fmla="*/ 113 h 2880665"/>
                <a:gd name="connsiteX2" fmla="*/ 760317 w 1449076"/>
                <a:gd name="connsiteY2" fmla="*/ 2879790 h 2880665"/>
                <a:gd name="connsiteX0" fmla="*/ 1083466 w 2100805"/>
                <a:gd name="connsiteY0" fmla="*/ 2879785 h 2881650"/>
                <a:gd name="connsiteX1" fmla="*/ 974284 w 2100805"/>
                <a:gd name="connsiteY1" fmla="*/ 108 h 2881650"/>
                <a:gd name="connsiteX2" fmla="*/ 1083466 w 2100805"/>
                <a:gd name="connsiteY2" fmla="*/ 2879785 h 2881650"/>
                <a:gd name="connsiteX0" fmla="*/ 1048607 w 2030698"/>
                <a:gd name="connsiteY0" fmla="*/ 2879791 h 2882197"/>
                <a:gd name="connsiteX1" fmla="*/ 939425 w 2030698"/>
                <a:gd name="connsiteY1" fmla="*/ 114 h 2882197"/>
                <a:gd name="connsiteX2" fmla="*/ 1048607 w 2030698"/>
                <a:gd name="connsiteY2" fmla="*/ 2879791 h 2882197"/>
                <a:gd name="connsiteX0" fmla="*/ 979012 w 1890631"/>
                <a:gd name="connsiteY0" fmla="*/ 2879789 h 2879882"/>
                <a:gd name="connsiteX1" fmla="*/ 869830 w 1890631"/>
                <a:gd name="connsiteY1" fmla="*/ 112 h 2879882"/>
                <a:gd name="connsiteX2" fmla="*/ 979012 w 1890631"/>
                <a:gd name="connsiteY2" fmla="*/ 2879789 h 2879882"/>
                <a:gd name="connsiteX0" fmla="*/ 162777 w 863348"/>
                <a:gd name="connsiteY0" fmla="*/ 2885989 h 2990195"/>
                <a:gd name="connsiteX1" fmla="*/ 53595 w 863348"/>
                <a:gd name="connsiteY1" fmla="*/ 6312 h 2990195"/>
                <a:gd name="connsiteX2" fmla="*/ 862933 w 863348"/>
                <a:gd name="connsiteY2" fmla="*/ 2134660 h 2990195"/>
                <a:gd name="connsiteX3" fmla="*/ 162777 w 863348"/>
                <a:gd name="connsiteY3" fmla="*/ 2885989 h 2990195"/>
                <a:gd name="connsiteX0" fmla="*/ 121712 w 828140"/>
                <a:gd name="connsiteY0" fmla="*/ 2936294 h 3040500"/>
                <a:gd name="connsiteX1" fmla="*/ 12530 w 828140"/>
                <a:gd name="connsiteY1" fmla="*/ 56617 h 3040500"/>
                <a:gd name="connsiteX2" fmla="*/ 266167 w 828140"/>
                <a:gd name="connsiteY2" fmla="*/ 1111130 h 3040500"/>
                <a:gd name="connsiteX3" fmla="*/ 821868 w 828140"/>
                <a:gd name="connsiteY3" fmla="*/ 2184965 h 3040500"/>
                <a:gd name="connsiteX4" fmla="*/ 121712 w 828140"/>
                <a:gd name="connsiteY4" fmla="*/ 2936294 h 3040500"/>
                <a:gd name="connsiteX0" fmla="*/ 1061931 w 2313935"/>
                <a:gd name="connsiteY0" fmla="*/ 2936294 h 2989678"/>
                <a:gd name="connsiteX1" fmla="*/ 952749 w 2313935"/>
                <a:gd name="connsiteY1" fmla="*/ 56617 h 2989678"/>
                <a:gd name="connsiteX2" fmla="*/ 1206386 w 2313935"/>
                <a:gd name="connsiteY2" fmla="*/ 1111130 h 2989678"/>
                <a:gd name="connsiteX3" fmla="*/ 1762087 w 2313935"/>
                <a:gd name="connsiteY3" fmla="*/ 2184965 h 2989678"/>
                <a:gd name="connsiteX4" fmla="*/ 1061931 w 2313935"/>
                <a:gd name="connsiteY4" fmla="*/ 2936294 h 2989678"/>
                <a:gd name="connsiteX0" fmla="*/ 240256 w 946684"/>
                <a:gd name="connsiteY0" fmla="*/ 2936294 h 2936941"/>
                <a:gd name="connsiteX1" fmla="*/ 131074 w 946684"/>
                <a:gd name="connsiteY1" fmla="*/ 56617 h 2936941"/>
                <a:gd name="connsiteX2" fmla="*/ 384711 w 946684"/>
                <a:gd name="connsiteY2" fmla="*/ 1111130 h 2936941"/>
                <a:gd name="connsiteX3" fmla="*/ 940412 w 946684"/>
                <a:gd name="connsiteY3" fmla="*/ 2184965 h 2936941"/>
                <a:gd name="connsiteX4" fmla="*/ 240256 w 946684"/>
                <a:gd name="connsiteY4" fmla="*/ 2936294 h 2936941"/>
                <a:gd name="connsiteX0" fmla="*/ 250028 w 956456"/>
                <a:gd name="connsiteY0" fmla="*/ 2974499 h 2975146"/>
                <a:gd name="connsiteX1" fmla="*/ 140846 w 956456"/>
                <a:gd name="connsiteY1" fmla="*/ 94822 h 2975146"/>
                <a:gd name="connsiteX2" fmla="*/ 394483 w 956456"/>
                <a:gd name="connsiteY2" fmla="*/ 1149335 h 2975146"/>
                <a:gd name="connsiteX3" fmla="*/ 950184 w 956456"/>
                <a:gd name="connsiteY3" fmla="*/ 2223170 h 2975146"/>
                <a:gd name="connsiteX4" fmla="*/ 250028 w 956456"/>
                <a:gd name="connsiteY4" fmla="*/ 2974499 h 2975146"/>
                <a:gd name="connsiteX0" fmla="*/ 960368 w 1666796"/>
                <a:gd name="connsiteY0" fmla="*/ 2906396 h 2906956"/>
                <a:gd name="connsiteX1" fmla="*/ 355 w 1666796"/>
                <a:gd name="connsiteY1" fmla="*/ 2232006 h 2906956"/>
                <a:gd name="connsiteX2" fmla="*/ 851186 w 1666796"/>
                <a:gd name="connsiteY2" fmla="*/ 26719 h 2906956"/>
                <a:gd name="connsiteX3" fmla="*/ 1104823 w 1666796"/>
                <a:gd name="connsiteY3" fmla="*/ 1081232 h 2906956"/>
                <a:gd name="connsiteX4" fmla="*/ 1660524 w 1666796"/>
                <a:gd name="connsiteY4" fmla="*/ 2155067 h 2906956"/>
                <a:gd name="connsiteX5" fmla="*/ 960368 w 1666796"/>
                <a:gd name="connsiteY5" fmla="*/ 2906396 h 2906956"/>
                <a:gd name="connsiteX0" fmla="*/ 1020918 w 1727346"/>
                <a:gd name="connsiteY0" fmla="*/ 2906396 h 2906955"/>
                <a:gd name="connsiteX1" fmla="*/ 60905 w 1727346"/>
                <a:gd name="connsiteY1" fmla="*/ 2232006 h 2906955"/>
                <a:gd name="connsiteX2" fmla="*/ 911736 w 1727346"/>
                <a:gd name="connsiteY2" fmla="*/ 26719 h 2906955"/>
                <a:gd name="connsiteX3" fmla="*/ 1165373 w 1727346"/>
                <a:gd name="connsiteY3" fmla="*/ 1081232 h 2906955"/>
                <a:gd name="connsiteX4" fmla="*/ 1721074 w 1727346"/>
                <a:gd name="connsiteY4" fmla="*/ 2155067 h 2906955"/>
                <a:gd name="connsiteX5" fmla="*/ 1020918 w 1727346"/>
                <a:gd name="connsiteY5" fmla="*/ 2906396 h 2906955"/>
                <a:gd name="connsiteX0" fmla="*/ 968083 w 1674511"/>
                <a:gd name="connsiteY0" fmla="*/ 2906396 h 2906955"/>
                <a:gd name="connsiteX1" fmla="*/ 8070 w 1674511"/>
                <a:gd name="connsiteY1" fmla="*/ 2232006 h 2906955"/>
                <a:gd name="connsiteX2" fmla="*/ 858901 w 1674511"/>
                <a:gd name="connsiteY2" fmla="*/ 26719 h 2906955"/>
                <a:gd name="connsiteX3" fmla="*/ 1112538 w 1674511"/>
                <a:gd name="connsiteY3" fmla="*/ 1081232 h 2906955"/>
                <a:gd name="connsiteX4" fmla="*/ 1668239 w 1674511"/>
                <a:gd name="connsiteY4" fmla="*/ 2155067 h 2906955"/>
                <a:gd name="connsiteX5" fmla="*/ 968083 w 1674511"/>
                <a:gd name="connsiteY5" fmla="*/ 2906396 h 2906955"/>
                <a:gd name="connsiteX0" fmla="*/ 967156 w 1673584"/>
                <a:gd name="connsiteY0" fmla="*/ 2860372 h 2860931"/>
                <a:gd name="connsiteX1" fmla="*/ 7143 w 1673584"/>
                <a:gd name="connsiteY1" fmla="*/ 2185982 h 2860931"/>
                <a:gd name="connsiteX2" fmla="*/ 965975 w 1673584"/>
                <a:gd name="connsiteY2" fmla="*/ 27982 h 2860931"/>
                <a:gd name="connsiteX3" fmla="*/ 1111611 w 1673584"/>
                <a:gd name="connsiteY3" fmla="*/ 1035208 h 2860931"/>
                <a:gd name="connsiteX4" fmla="*/ 1667312 w 1673584"/>
                <a:gd name="connsiteY4" fmla="*/ 2109043 h 2860931"/>
                <a:gd name="connsiteX5" fmla="*/ 967156 w 1673584"/>
                <a:gd name="connsiteY5" fmla="*/ 2860372 h 2860931"/>
                <a:gd name="connsiteX0" fmla="*/ 969174 w 1675602"/>
                <a:gd name="connsiteY0" fmla="*/ 2882825 h 2883384"/>
                <a:gd name="connsiteX1" fmla="*/ 9161 w 1675602"/>
                <a:gd name="connsiteY1" fmla="*/ 2208435 h 2883384"/>
                <a:gd name="connsiteX2" fmla="*/ 967993 w 1675602"/>
                <a:gd name="connsiteY2" fmla="*/ 50435 h 2883384"/>
                <a:gd name="connsiteX3" fmla="*/ 1113629 w 1675602"/>
                <a:gd name="connsiteY3" fmla="*/ 1057661 h 2883384"/>
                <a:gd name="connsiteX4" fmla="*/ 1669330 w 1675602"/>
                <a:gd name="connsiteY4" fmla="*/ 2131496 h 2883384"/>
                <a:gd name="connsiteX5" fmla="*/ 969174 w 1675602"/>
                <a:gd name="connsiteY5" fmla="*/ 2882825 h 2883384"/>
                <a:gd name="connsiteX0" fmla="*/ 967644 w 1674072"/>
                <a:gd name="connsiteY0" fmla="*/ 2844875 h 2845434"/>
                <a:gd name="connsiteX1" fmla="*/ 7631 w 1674072"/>
                <a:gd name="connsiteY1" fmla="*/ 2170485 h 2845434"/>
                <a:gd name="connsiteX2" fmla="*/ 966463 w 1674072"/>
                <a:gd name="connsiteY2" fmla="*/ 12485 h 2845434"/>
                <a:gd name="connsiteX3" fmla="*/ 1112099 w 1674072"/>
                <a:gd name="connsiteY3" fmla="*/ 1019711 h 2845434"/>
                <a:gd name="connsiteX4" fmla="*/ 1667800 w 1674072"/>
                <a:gd name="connsiteY4" fmla="*/ 2093546 h 2845434"/>
                <a:gd name="connsiteX5" fmla="*/ 967644 w 1674072"/>
                <a:gd name="connsiteY5" fmla="*/ 2844875 h 2845434"/>
                <a:gd name="connsiteX0" fmla="*/ 1009180 w 1715608"/>
                <a:gd name="connsiteY0" fmla="*/ 2844875 h 2845434"/>
                <a:gd name="connsiteX1" fmla="*/ 49167 w 1715608"/>
                <a:gd name="connsiteY1" fmla="*/ 2170485 h 2845434"/>
                <a:gd name="connsiteX2" fmla="*/ 1007999 w 1715608"/>
                <a:gd name="connsiteY2" fmla="*/ 12485 h 2845434"/>
                <a:gd name="connsiteX3" fmla="*/ 1153635 w 1715608"/>
                <a:gd name="connsiteY3" fmla="*/ 1019711 h 2845434"/>
                <a:gd name="connsiteX4" fmla="*/ 1709336 w 1715608"/>
                <a:gd name="connsiteY4" fmla="*/ 2093546 h 2845434"/>
                <a:gd name="connsiteX5" fmla="*/ 1009180 w 1715608"/>
                <a:gd name="connsiteY5" fmla="*/ 2844875 h 2845434"/>
                <a:gd name="connsiteX0" fmla="*/ 1006411 w 1712003"/>
                <a:gd name="connsiteY0" fmla="*/ 2862643 h 2863202"/>
                <a:gd name="connsiteX1" fmla="*/ 46398 w 1712003"/>
                <a:gd name="connsiteY1" fmla="*/ 2188253 h 2863202"/>
                <a:gd name="connsiteX2" fmla="*/ 1005230 w 1712003"/>
                <a:gd name="connsiteY2" fmla="*/ 30253 h 2863202"/>
                <a:gd name="connsiteX3" fmla="*/ 1068070 w 1712003"/>
                <a:gd name="connsiteY3" fmla="*/ 1005341 h 2863202"/>
                <a:gd name="connsiteX4" fmla="*/ 1706567 w 1712003"/>
                <a:gd name="connsiteY4" fmla="*/ 2111314 h 2863202"/>
                <a:gd name="connsiteX5" fmla="*/ 1006411 w 1712003"/>
                <a:gd name="connsiteY5" fmla="*/ 2862643 h 2863202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35410"/>
                <a:gd name="connsiteY0" fmla="*/ 2862643 h 2863365"/>
                <a:gd name="connsiteX1" fmla="*/ 46398 w 1635410"/>
                <a:gd name="connsiteY1" fmla="*/ 2188253 h 2863365"/>
                <a:gd name="connsiteX2" fmla="*/ 1005230 w 1635410"/>
                <a:gd name="connsiteY2" fmla="*/ 30253 h 2863365"/>
                <a:gd name="connsiteX3" fmla="*/ 1068070 w 1635410"/>
                <a:gd name="connsiteY3" fmla="*/ 1005341 h 2863365"/>
                <a:gd name="connsiteX4" fmla="*/ 1629201 w 1635410"/>
                <a:gd name="connsiteY4" fmla="*/ 2100055 h 2863365"/>
                <a:gd name="connsiteX5" fmla="*/ 1006411 w 1635410"/>
                <a:gd name="connsiteY5" fmla="*/ 2862643 h 2863365"/>
                <a:gd name="connsiteX0" fmla="*/ 1006411 w 1629201"/>
                <a:gd name="connsiteY0" fmla="*/ 2862643 h 2863365"/>
                <a:gd name="connsiteX1" fmla="*/ 46398 w 1629201"/>
                <a:gd name="connsiteY1" fmla="*/ 2188253 h 2863365"/>
                <a:gd name="connsiteX2" fmla="*/ 1005230 w 1629201"/>
                <a:gd name="connsiteY2" fmla="*/ 30253 h 2863365"/>
                <a:gd name="connsiteX3" fmla="*/ 1068070 w 1629201"/>
                <a:gd name="connsiteY3" fmla="*/ 1005341 h 2863365"/>
                <a:gd name="connsiteX4" fmla="*/ 1629201 w 1629201"/>
                <a:gd name="connsiteY4" fmla="*/ 2100055 h 2863365"/>
                <a:gd name="connsiteX5" fmla="*/ 1006411 w 1629201"/>
                <a:gd name="connsiteY5" fmla="*/ 2862643 h 2863365"/>
                <a:gd name="connsiteX0" fmla="*/ 1006411 w 1758725"/>
                <a:gd name="connsiteY0" fmla="*/ 2862643 h 2863256"/>
                <a:gd name="connsiteX1" fmla="*/ 46398 w 1758725"/>
                <a:gd name="connsiteY1" fmla="*/ 2188253 h 2863256"/>
                <a:gd name="connsiteX2" fmla="*/ 1005230 w 1758725"/>
                <a:gd name="connsiteY2" fmla="*/ 30253 h 2863256"/>
                <a:gd name="connsiteX3" fmla="*/ 1068070 w 1758725"/>
                <a:gd name="connsiteY3" fmla="*/ 1005341 h 2863256"/>
                <a:gd name="connsiteX4" fmla="*/ 1758725 w 1758725"/>
                <a:gd name="connsiteY4" fmla="*/ 2107426 h 2863256"/>
                <a:gd name="connsiteX5" fmla="*/ 1006411 w 1758725"/>
                <a:gd name="connsiteY5" fmla="*/ 2862643 h 2863256"/>
                <a:gd name="connsiteX0" fmla="*/ 1006411 w 1759523"/>
                <a:gd name="connsiteY0" fmla="*/ 2862643 h 2863256"/>
                <a:gd name="connsiteX1" fmla="*/ 46398 w 1759523"/>
                <a:gd name="connsiteY1" fmla="*/ 2188253 h 2863256"/>
                <a:gd name="connsiteX2" fmla="*/ 1005230 w 1759523"/>
                <a:gd name="connsiteY2" fmla="*/ 30253 h 2863256"/>
                <a:gd name="connsiteX3" fmla="*/ 1068070 w 1759523"/>
                <a:gd name="connsiteY3" fmla="*/ 1005341 h 2863256"/>
                <a:gd name="connsiteX4" fmla="*/ 1758725 w 1759523"/>
                <a:gd name="connsiteY4" fmla="*/ 2107426 h 2863256"/>
                <a:gd name="connsiteX5" fmla="*/ 1006411 w 1759523"/>
                <a:gd name="connsiteY5" fmla="*/ 2862643 h 2863256"/>
                <a:gd name="connsiteX0" fmla="*/ 1006411 w 1660791"/>
                <a:gd name="connsiteY0" fmla="*/ 2862643 h 2862910"/>
                <a:gd name="connsiteX1" fmla="*/ 46398 w 1660791"/>
                <a:gd name="connsiteY1" fmla="*/ 2188253 h 2862910"/>
                <a:gd name="connsiteX2" fmla="*/ 1005230 w 1660791"/>
                <a:gd name="connsiteY2" fmla="*/ 30253 h 2862910"/>
                <a:gd name="connsiteX3" fmla="*/ 1068070 w 1660791"/>
                <a:gd name="connsiteY3" fmla="*/ 1005341 h 2862910"/>
                <a:gd name="connsiteX4" fmla="*/ 1659836 w 1660791"/>
                <a:gd name="connsiteY4" fmla="*/ 2136082 h 2862910"/>
                <a:gd name="connsiteX5" fmla="*/ 1006411 w 1660791"/>
                <a:gd name="connsiteY5" fmla="*/ 2862643 h 286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0791" h="2862910">
                  <a:moveTo>
                    <a:pt x="1006411" y="2862643"/>
                  </a:moveTo>
                  <a:cubicBezTo>
                    <a:pt x="737505" y="2871338"/>
                    <a:pt x="64595" y="2668199"/>
                    <a:pt x="46398" y="2188253"/>
                  </a:cubicBezTo>
                  <a:cubicBezTo>
                    <a:pt x="-233171" y="1357457"/>
                    <a:pt x="834951" y="227405"/>
                    <a:pt x="1005230" y="30253"/>
                  </a:cubicBezTo>
                  <a:cubicBezTo>
                    <a:pt x="1175509" y="-166899"/>
                    <a:pt x="933180" y="650616"/>
                    <a:pt x="1068070" y="1005341"/>
                  </a:cubicBezTo>
                  <a:cubicBezTo>
                    <a:pt x="1202960" y="1360066"/>
                    <a:pt x="1685078" y="1618256"/>
                    <a:pt x="1659836" y="2136082"/>
                  </a:cubicBezTo>
                  <a:cubicBezTo>
                    <a:pt x="1512636" y="2675183"/>
                    <a:pt x="1275317" y="2853948"/>
                    <a:pt x="1006411" y="286264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6B1FBAC6-58FB-0F13-58EC-38896459F55B}"/>
                </a:ext>
              </a:extLst>
            </p:cNvPr>
            <p:cNvSpPr/>
            <p:nvPr/>
          </p:nvSpPr>
          <p:spPr>
            <a:xfrm>
              <a:off x="6658095" y="4893177"/>
              <a:ext cx="692997" cy="1253193"/>
            </a:xfrm>
            <a:custGeom>
              <a:avLst/>
              <a:gdLst>
                <a:gd name="connsiteX0" fmla="*/ 0 w 191068"/>
                <a:gd name="connsiteY0" fmla="*/ 0 h 1144772"/>
                <a:gd name="connsiteX1" fmla="*/ 191068 w 191068"/>
                <a:gd name="connsiteY1" fmla="*/ 0 h 1144772"/>
                <a:gd name="connsiteX2" fmla="*/ 191068 w 191068"/>
                <a:gd name="connsiteY2" fmla="*/ 1144772 h 1144772"/>
                <a:gd name="connsiteX3" fmla="*/ 0 w 191068"/>
                <a:gd name="connsiteY3" fmla="*/ 1144772 h 1144772"/>
                <a:gd name="connsiteX4" fmla="*/ 0 w 191068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1144772 h 1144772"/>
                <a:gd name="connsiteX4" fmla="*/ 216746 w 407814"/>
                <a:gd name="connsiteY4" fmla="*/ 0 h 1144772"/>
                <a:gd name="connsiteX0" fmla="*/ 216746 w 407814"/>
                <a:gd name="connsiteY0" fmla="*/ 0 h 1144772"/>
                <a:gd name="connsiteX1" fmla="*/ 407814 w 407814"/>
                <a:gd name="connsiteY1" fmla="*/ 0 h 1144772"/>
                <a:gd name="connsiteX2" fmla="*/ 407814 w 407814"/>
                <a:gd name="connsiteY2" fmla="*/ 1144772 h 1144772"/>
                <a:gd name="connsiteX3" fmla="*/ 216746 w 407814"/>
                <a:gd name="connsiteY3" fmla="*/ 916172 h 1144772"/>
                <a:gd name="connsiteX4" fmla="*/ 216746 w 407814"/>
                <a:gd name="connsiteY4" fmla="*/ 0 h 1144772"/>
                <a:gd name="connsiteX0" fmla="*/ 216746 w 407814"/>
                <a:gd name="connsiteY0" fmla="*/ 0 h 1192233"/>
                <a:gd name="connsiteX1" fmla="*/ 407814 w 407814"/>
                <a:gd name="connsiteY1" fmla="*/ 0 h 1192233"/>
                <a:gd name="connsiteX2" fmla="*/ 407814 w 407814"/>
                <a:gd name="connsiteY2" fmla="*/ 1144772 h 1192233"/>
                <a:gd name="connsiteX3" fmla="*/ 207078 w 407814"/>
                <a:gd name="connsiteY3" fmla="*/ 1187583 h 1192233"/>
                <a:gd name="connsiteX4" fmla="*/ 216746 w 407814"/>
                <a:gd name="connsiteY4" fmla="*/ 916172 h 1192233"/>
                <a:gd name="connsiteX5" fmla="*/ 216746 w 407814"/>
                <a:gd name="connsiteY5" fmla="*/ 0 h 1192233"/>
                <a:gd name="connsiteX0" fmla="*/ 212865 w 403933"/>
                <a:gd name="connsiteY0" fmla="*/ 0 h 1192233"/>
                <a:gd name="connsiteX1" fmla="*/ 403933 w 403933"/>
                <a:gd name="connsiteY1" fmla="*/ 0 h 1192233"/>
                <a:gd name="connsiteX2" fmla="*/ 403933 w 403933"/>
                <a:gd name="connsiteY2" fmla="*/ 1144772 h 1192233"/>
                <a:gd name="connsiteX3" fmla="*/ 203197 w 403933"/>
                <a:gd name="connsiteY3" fmla="*/ 1187583 h 1192233"/>
                <a:gd name="connsiteX4" fmla="*/ 228105 w 403933"/>
                <a:gd name="connsiteY4" fmla="*/ 923792 h 1192233"/>
                <a:gd name="connsiteX5" fmla="*/ 212865 w 403933"/>
                <a:gd name="connsiteY5" fmla="*/ 0 h 1192233"/>
                <a:gd name="connsiteX0" fmla="*/ 247673 w 438741"/>
                <a:gd name="connsiteY0" fmla="*/ 0 h 1192233"/>
                <a:gd name="connsiteX1" fmla="*/ 438741 w 438741"/>
                <a:gd name="connsiteY1" fmla="*/ 0 h 1192233"/>
                <a:gd name="connsiteX2" fmla="*/ 438741 w 438741"/>
                <a:gd name="connsiteY2" fmla="*/ 1144772 h 1192233"/>
                <a:gd name="connsiteX3" fmla="*/ 238005 w 438741"/>
                <a:gd name="connsiteY3" fmla="*/ 1187583 h 1192233"/>
                <a:gd name="connsiteX4" fmla="*/ 262913 w 438741"/>
                <a:gd name="connsiteY4" fmla="*/ 923792 h 1192233"/>
                <a:gd name="connsiteX5" fmla="*/ 247673 w 438741"/>
                <a:gd name="connsiteY5" fmla="*/ 0 h 1192233"/>
                <a:gd name="connsiteX0" fmla="*/ 247673 w 537801"/>
                <a:gd name="connsiteY0" fmla="*/ 30480 h 1222713"/>
                <a:gd name="connsiteX1" fmla="*/ 537801 w 537801"/>
                <a:gd name="connsiteY1" fmla="*/ 0 h 1222713"/>
                <a:gd name="connsiteX2" fmla="*/ 438741 w 537801"/>
                <a:gd name="connsiteY2" fmla="*/ 1175252 h 1222713"/>
                <a:gd name="connsiteX3" fmla="*/ 238005 w 537801"/>
                <a:gd name="connsiteY3" fmla="*/ 1218063 h 1222713"/>
                <a:gd name="connsiteX4" fmla="*/ 262913 w 537801"/>
                <a:gd name="connsiteY4" fmla="*/ 954272 h 1222713"/>
                <a:gd name="connsiteX5" fmla="*/ 247673 w 537801"/>
                <a:gd name="connsiteY5" fmla="*/ 30480 h 1222713"/>
                <a:gd name="connsiteX0" fmla="*/ 247673 w 666141"/>
                <a:gd name="connsiteY0" fmla="*/ 30480 h 1222713"/>
                <a:gd name="connsiteX1" fmla="*/ 537801 w 666141"/>
                <a:gd name="connsiteY1" fmla="*/ 0 h 1222713"/>
                <a:gd name="connsiteX2" fmla="*/ 438741 w 666141"/>
                <a:gd name="connsiteY2" fmla="*/ 1175252 h 1222713"/>
                <a:gd name="connsiteX3" fmla="*/ 238005 w 666141"/>
                <a:gd name="connsiteY3" fmla="*/ 1218063 h 1222713"/>
                <a:gd name="connsiteX4" fmla="*/ 262913 w 666141"/>
                <a:gd name="connsiteY4" fmla="*/ 954272 h 1222713"/>
                <a:gd name="connsiteX5" fmla="*/ 247673 w 666141"/>
                <a:gd name="connsiteY5" fmla="*/ 30480 h 1222713"/>
                <a:gd name="connsiteX0" fmla="*/ 247673 w 547301"/>
                <a:gd name="connsiteY0" fmla="*/ 30480 h 1222713"/>
                <a:gd name="connsiteX1" fmla="*/ 537801 w 547301"/>
                <a:gd name="connsiteY1" fmla="*/ 0 h 1222713"/>
                <a:gd name="connsiteX2" fmla="*/ 428505 w 547301"/>
                <a:gd name="connsiteY2" fmla="*/ 829443 h 1222713"/>
                <a:gd name="connsiteX3" fmla="*/ 438741 w 547301"/>
                <a:gd name="connsiteY3" fmla="*/ 1175252 h 1222713"/>
                <a:gd name="connsiteX4" fmla="*/ 238005 w 547301"/>
                <a:gd name="connsiteY4" fmla="*/ 1218063 h 1222713"/>
                <a:gd name="connsiteX5" fmla="*/ 262913 w 547301"/>
                <a:gd name="connsiteY5" fmla="*/ 954272 h 1222713"/>
                <a:gd name="connsiteX6" fmla="*/ 247673 w 547301"/>
                <a:gd name="connsiteY6" fmla="*/ 30480 h 1222713"/>
                <a:gd name="connsiteX0" fmla="*/ 247673 w 612857"/>
                <a:gd name="connsiteY0" fmla="*/ 30480 h 1222713"/>
                <a:gd name="connsiteX1" fmla="*/ 537801 w 612857"/>
                <a:gd name="connsiteY1" fmla="*/ 0 h 1222713"/>
                <a:gd name="connsiteX2" fmla="*/ 428505 w 612857"/>
                <a:gd name="connsiteY2" fmla="*/ 829443 h 1222713"/>
                <a:gd name="connsiteX3" fmla="*/ 438741 w 612857"/>
                <a:gd name="connsiteY3" fmla="*/ 1175252 h 1222713"/>
                <a:gd name="connsiteX4" fmla="*/ 238005 w 612857"/>
                <a:gd name="connsiteY4" fmla="*/ 1218063 h 1222713"/>
                <a:gd name="connsiteX5" fmla="*/ 262913 w 612857"/>
                <a:gd name="connsiteY5" fmla="*/ 954272 h 1222713"/>
                <a:gd name="connsiteX6" fmla="*/ 247673 w 612857"/>
                <a:gd name="connsiteY6" fmla="*/ 30480 h 1222713"/>
                <a:gd name="connsiteX0" fmla="*/ 247673 w 688319"/>
                <a:gd name="connsiteY0" fmla="*/ 30480 h 1222713"/>
                <a:gd name="connsiteX1" fmla="*/ 537801 w 688319"/>
                <a:gd name="connsiteY1" fmla="*/ 0 h 1222713"/>
                <a:gd name="connsiteX2" fmla="*/ 428505 w 688319"/>
                <a:gd name="connsiteY2" fmla="*/ 829443 h 1222713"/>
                <a:gd name="connsiteX3" fmla="*/ 438741 w 688319"/>
                <a:gd name="connsiteY3" fmla="*/ 1175252 h 1222713"/>
                <a:gd name="connsiteX4" fmla="*/ 238005 w 688319"/>
                <a:gd name="connsiteY4" fmla="*/ 1218063 h 1222713"/>
                <a:gd name="connsiteX5" fmla="*/ 262913 w 688319"/>
                <a:gd name="connsiteY5" fmla="*/ 954272 h 1222713"/>
                <a:gd name="connsiteX6" fmla="*/ 247673 w 688319"/>
                <a:gd name="connsiteY6" fmla="*/ 30480 h 1222713"/>
                <a:gd name="connsiteX0" fmla="*/ 247673 w 692997"/>
                <a:gd name="connsiteY0" fmla="*/ 60960 h 1253193"/>
                <a:gd name="connsiteX1" fmla="*/ 545421 w 692997"/>
                <a:gd name="connsiteY1" fmla="*/ 0 h 1253193"/>
                <a:gd name="connsiteX2" fmla="*/ 428505 w 692997"/>
                <a:gd name="connsiteY2" fmla="*/ 859923 h 1253193"/>
                <a:gd name="connsiteX3" fmla="*/ 438741 w 692997"/>
                <a:gd name="connsiteY3" fmla="*/ 1205732 h 1253193"/>
                <a:gd name="connsiteX4" fmla="*/ 238005 w 692997"/>
                <a:gd name="connsiteY4" fmla="*/ 1248543 h 1253193"/>
                <a:gd name="connsiteX5" fmla="*/ 262913 w 692997"/>
                <a:gd name="connsiteY5" fmla="*/ 984752 h 1253193"/>
                <a:gd name="connsiteX6" fmla="*/ 247673 w 692997"/>
                <a:gd name="connsiteY6" fmla="*/ 60960 h 125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2997" h="1253193">
                  <a:moveTo>
                    <a:pt x="247673" y="60960"/>
                  </a:moveTo>
                  <a:lnTo>
                    <a:pt x="545421" y="0"/>
                  </a:lnTo>
                  <a:cubicBezTo>
                    <a:pt x="782570" y="37911"/>
                    <a:pt x="726955" y="336388"/>
                    <a:pt x="428505" y="859923"/>
                  </a:cubicBezTo>
                  <a:cubicBezTo>
                    <a:pt x="411995" y="1055798"/>
                    <a:pt x="487001" y="1137152"/>
                    <a:pt x="438741" y="1205732"/>
                  </a:cubicBezTo>
                  <a:cubicBezTo>
                    <a:pt x="415009" y="1179362"/>
                    <a:pt x="261737" y="1274913"/>
                    <a:pt x="238005" y="1248543"/>
                  </a:cubicBezTo>
                  <a:lnTo>
                    <a:pt x="262913" y="984752"/>
                  </a:lnTo>
                  <a:cubicBezTo>
                    <a:pt x="118133" y="808901"/>
                    <a:pt x="-240007" y="495891"/>
                    <a:pt x="247673" y="6096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: Rounded Corners 10">
              <a:extLst>
                <a:ext uri="{FF2B5EF4-FFF2-40B4-BE49-F238E27FC236}">
                  <a16:creationId xmlns:a16="http://schemas.microsoft.com/office/drawing/2014/main" id="{BAB69EC8-E64F-DC62-BE95-A0BB247229D7}"/>
                </a:ext>
              </a:extLst>
            </p:cNvPr>
            <p:cNvSpPr/>
            <p:nvPr/>
          </p:nvSpPr>
          <p:spPr>
            <a:xfrm>
              <a:off x="6404046" y="5890108"/>
              <a:ext cx="894044" cy="320191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A0CDC0F-0396-258C-669A-368F7FD0F2D8}"/>
                </a:ext>
              </a:extLst>
            </p:cNvPr>
            <p:cNvSpPr/>
            <p:nvPr/>
          </p:nvSpPr>
          <p:spPr>
            <a:xfrm rot="21151717">
              <a:off x="5850668" y="4072293"/>
              <a:ext cx="466896" cy="1350598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02645EB-DFC4-C616-8163-0B80C648F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9973" y="5266780"/>
              <a:ext cx="588148" cy="17823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2" name="Oval 4">
              <a:extLst>
                <a:ext uri="{FF2B5EF4-FFF2-40B4-BE49-F238E27FC236}">
                  <a16:creationId xmlns:a16="http://schemas.microsoft.com/office/drawing/2014/main" id="{0EEE272B-6A4A-6A6A-8121-EB98E918D384}"/>
                </a:ext>
              </a:extLst>
            </p:cNvPr>
            <p:cNvSpPr/>
            <p:nvPr/>
          </p:nvSpPr>
          <p:spPr>
            <a:xfrm>
              <a:off x="5326077" y="2416678"/>
              <a:ext cx="1407061" cy="1378424"/>
            </a:xfrm>
            <a:custGeom>
              <a:avLst/>
              <a:gdLst>
                <a:gd name="connsiteX0" fmla="*/ 0 w 1378424"/>
                <a:gd name="connsiteY0" fmla="*/ 689212 h 1378424"/>
                <a:gd name="connsiteX1" fmla="*/ 689212 w 1378424"/>
                <a:gd name="connsiteY1" fmla="*/ 0 h 1378424"/>
                <a:gd name="connsiteX2" fmla="*/ 1378424 w 1378424"/>
                <a:gd name="connsiteY2" fmla="*/ 689212 h 1378424"/>
                <a:gd name="connsiteX3" fmla="*/ 689212 w 1378424"/>
                <a:gd name="connsiteY3" fmla="*/ 1378424 h 1378424"/>
                <a:gd name="connsiteX4" fmla="*/ 0 w 1378424"/>
                <a:gd name="connsiteY4" fmla="*/ 689212 h 1378424"/>
                <a:gd name="connsiteX0" fmla="*/ 0 w 1396077"/>
                <a:gd name="connsiteY0" fmla="*/ 689212 h 1378424"/>
                <a:gd name="connsiteX1" fmla="*/ 689212 w 1396077"/>
                <a:gd name="connsiteY1" fmla="*/ 0 h 1378424"/>
                <a:gd name="connsiteX2" fmla="*/ 1378424 w 1396077"/>
                <a:gd name="connsiteY2" fmla="*/ 689212 h 1378424"/>
                <a:gd name="connsiteX3" fmla="*/ 689212 w 1396077"/>
                <a:gd name="connsiteY3" fmla="*/ 1378424 h 1378424"/>
                <a:gd name="connsiteX4" fmla="*/ 0 w 1396077"/>
                <a:gd name="connsiteY4" fmla="*/ 689212 h 1378424"/>
                <a:gd name="connsiteX0" fmla="*/ 10984 w 1407061"/>
                <a:gd name="connsiteY0" fmla="*/ 689212 h 1378424"/>
                <a:gd name="connsiteX1" fmla="*/ 700196 w 1407061"/>
                <a:gd name="connsiteY1" fmla="*/ 0 h 1378424"/>
                <a:gd name="connsiteX2" fmla="*/ 1389408 w 1407061"/>
                <a:gd name="connsiteY2" fmla="*/ 689212 h 1378424"/>
                <a:gd name="connsiteX3" fmla="*/ 700196 w 1407061"/>
                <a:gd name="connsiteY3" fmla="*/ 1378424 h 1378424"/>
                <a:gd name="connsiteX4" fmla="*/ 10984 w 1407061"/>
                <a:gd name="connsiteY4" fmla="*/ 689212 h 137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7061" h="1378424">
                  <a:moveTo>
                    <a:pt x="10984" y="689212"/>
                  </a:moveTo>
                  <a:cubicBezTo>
                    <a:pt x="92871" y="281275"/>
                    <a:pt x="319555" y="0"/>
                    <a:pt x="700196" y="0"/>
                  </a:cubicBezTo>
                  <a:cubicBezTo>
                    <a:pt x="1080837" y="0"/>
                    <a:pt x="1389408" y="308571"/>
                    <a:pt x="1389408" y="689212"/>
                  </a:cubicBezTo>
                  <a:cubicBezTo>
                    <a:pt x="1498590" y="1219978"/>
                    <a:pt x="1080837" y="1378424"/>
                    <a:pt x="700196" y="1378424"/>
                  </a:cubicBezTo>
                  <a:cubicBezTo>
                    <a:pt x="319555" y="1378424"/>
                    <a:pt x="-70903" y="1097149"/>
                    <a:pt x="10984" y="68921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ectangle: Rounded Corners 10">
              <a:extLst>
                <a:ext uri="{FF2B5EF4-FFF2-40B4-BE49-F238E27FC236}">
                  <a16:creationId xmlns:a16="http://schemas.microsoft.com/office/drawing/2014/main" id="{FEC4D771-8EA4-35A6-C453-621CD00FA842}"/>
                </a:ext>
              </a:extLst>
            </p:cNvPr>
            <p:cNvSpPr/>
            <p:nvPr/>
          </p:nvSpPr>
          <p:spPr>
            <a:xfrm rot="16575385" flipH="1">
              <a:off x="6992640" y="4617000"/>
              <a:ext cx="294727" cy="643353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5C7ED9E-E653-E3AB-EA31-161CDE125DE2}"/>
                </a:ext>
              </a:extLst>
            </p:cNvPr>
            <p:cNvSpPr/>
            <p:nvPr/>
          </p:nvSpPr>
          <p:spPr>
            <a:xfrm>
              <a:off x="6209488" y="2861164"/>
              <a:ext cx="209550" cy="28817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088EECA-94EA-150E-07CD-782E9BE59E19}"/>
                </a:ext>
              </a:extLst>
            </p:cNvPr>
            <p:cNvSpPr/>
            <p:nvPr/>
          </p:nvSpPr>
          <p:spPr>
            <a:xfrm>
              <a:off x="5515705" y="2842667"/>
              <a:ext cx="209550" cy="28817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57790A2-24DC-B664-22A0-6395C1F7B3A0}"/>
                </a:ext>
              </a:extLst>
            </p:cNvPr>
            <p:cNvSpPr/>
            <p:nvPr/>
          </p:nvSpPr>
          <p:spPr>
            <a:xfrm>
              <a:off x="5573159" y="2910544"/>
              <a:ext cx="103377" cy="14216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246349E-6325-0193-7207-89FC9F41DFC6}"/>
                </a:ext>
              </a:extLst>
            </p:cNvPr>
            <p:cNvSpPr/>
            <p:nvPr/>
          </p:nvSpPr>
          <p:spPr>
            <a:xfrm>
              <a:off x="6262574" y="2916207"/>
              <a:ext cx="103377" cy="14216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3E63455-6513-DA02-B622-4BB958BBCC86}"/>
                </a:ext>
              </a:extLst>
            </p:cNvPr>
            <p:cNvSpPr/>
            <p:nvPr/>
          </p:nvSpPr>
          <p:spPr>
            <a:xfrm rot="21290501">
              <a:off x="5916799" y="3208169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D2D036-73E9-2DD1-D609-38C0C3FE6946}"/>
                </a:ext>
              </a:extLst>
            </p:cNvPr>
            <p:cNvSpPr/>
            <p:nvPr/>
          </p:nvSpPr>
          <p:spPr>
            <a:xfrm flipH="1">
              <a:off x="5791368" y="3212212"/>
              <a:ext cx="138113" cy="226608"/>
            </a:xfrm>
            <a:custGeom>
              <a:avLst/>
              <a:gdLst>
                <a:gd name="connsiteX0" fmla="*/ 110978 w 298566"/>
                <a:gd name="connsiteY0" fmla="*/ 0 h 382075"/>
                <a:gd name="connsiteX1" fmla="*/ 6203 w 298566"/>
                <a:gd name="connsiteY1" fmla="*/ 333375 h 382075"/>
                <a:gd name="connsiteX2" fmla="*/ 272903 w 298566"/>
                <a:gd name="connsiteY2" fmla="*/ 381000 h 382075"/>
                <a:gd name="connsiteX3" fmla="*/ 272903 w 298566"/>
                <a:gd name="connsiteY3" fmla="*/ 361950 h 382075"/>
                <a:gd name="connsiteX0" fmla="*/ 76913 w 264501"/>
                <a:gd name="connsiteY0" fmla="*/ 0 h 382075"/>
                <a:gd name="connsiteX1" fmla="*/ 10238 w 264501"/>
                <a:gd name="connsiteY1" fmla="*/ 219075 h 382075"/>
                <a:gd name="connsiteX2" fmla="*/ 238838 w 264501"/>
                <a:gd name="connsiteY2" fmla="*/ 381000 h 382075"/>
                <a:gd name="connsiteX3" fmla="*/ 238838 w 264501"/>
                <a:gd name="connsiteY3" fmla="*/ 361950 h 382075"/>
                <a:gd name="connsiteX0" fmla="*/ 76913 w 254773"/>
                <a:gd name="connsiteY0" fmla="*/ 0 h 381082"/>
                <a:gd name="connsiteX1" fmla="*/ 10238 w 254773"/>
                <a:gd name="connsiteY1" fmla="*/ 219075 h 381082"/>
                <a:gd name="connsiteX2" fmla="*/ 238838 w 254773"/>
                <a:gd name="connsiteY2" fmla="*/ 381000 h 381082"/>
                <a:gd name="connsiteX3" fmla="*/ 200738 w 254773"/>
                <a:gd name="connsiteY3" fmla="*/ 171450 h 381082"/>
                <a:gd name="connsiteX0" fmla="*/ 74234 w 198059"/>
                <a:gd name="connsiteY0" fmla="*/ 0 h 226172"/>
                <a:gd name="connsiteX1" fmla="*/ 7559 w 198059"/>
                <a:gd name="connsiteY1" fmla="*/ 219075 h 226172"/>
                <a:gd name="connsiteX2" fmla="*/ 198059 w 198059"/>
                <a:gd name="connsiteY2" fmla="*/ 171450 h 226172"/>
                <a:gd name="connsiteX0" fmla="*/ 74234 w 198059"/>
                <a:gd name="connsiteY0" fmla="*/ 0 h 237740"/>
                <a:gd name="connsiteX1" fmla="*/ 7559 w 198059"/>
                <a:gd name="connsiteY1" fmla="*/ 219075 h 237740"/>
                <a:gd name="connsiteX2" fmla="*/ 198059 w 198059"/>
                <a:gd name="connsiteY2" fmla="*/ 219075 h 237740"/>
                <a:gd name="connsiteX0" fmla="*/ 72262 w 167512"/>
                <a:gd name="connsiteY0" fmla="*/ 0 h 223925"/>
                <a:gd name="connsiteX1" fmla="*/ 5587 w 167512"/>
                <a:gd name="connsiteY1" fmla="*/ 219075 h 223925"/>
                <a:gd name="connsiteX2" fmla="*/ 167512 w 167512"/>
                <a:gd name="connsiteY2" fmla="*/ 152400 h 223925"/>
                <a:gd name="connsiteX0" fmla="*/ 45006 w 140256"/>
                <a:gd name="connsiteY0" fmla="*/ 0 h 214907"/>
                <a:gd name="connsiteX1" fmla="*/ 16431 w 140256"/>
                <a:gd name="connsiteY1" fmla="*/ 209550 h 214907"/>
                <a:gd name="connsiteX2" fmla="*/ 140256 w 140256"/>
                <a:gd name="connsiteY2" fmla="*/ 152400 h 214907"/>
                <a:gd name="connsiteX0" fmla="*/ 75290 w 170540"/>
                <a:gd name="connsiteY0" fmla="*/ 0 h 210951"/>
                <a:gd name="connsiteX1" fmla="*/ 46715 w 170540"/>
                <a:gd name="connsiteY1" fmla="*/ 209550 h 210951"/>
                <a:gd name="connsiteX2" fmla="*/ 170540 w 170540"/>
                <a:gd name="connsiteY2" fmla="*/ 152400 h 210951"/>
                <a:gd name="connsiteX0" fmla="*/ 30711 w 168824"/>
                <a:gd name="connsiteY0" fmla="*/ 0 h 229972"/>
                <a:gd name="connsiteX1" fmla="*/ 44999 w 168824"/>
                <a:gd name="connsiteY1" fmla="*/ 223838 h 229972"/>
                <a:gd name="connsiteX2" fmla="*/ 168824 w 168824"/>
                <a:gd name="connsiteY2" fmla="*/ 166688 h 229972"/>
                <a:gd name="connsiteX0" fmla="*/ 30711 w 168824"/>
                <a:gd name="connsiteY0" fmla="*/ 0 h 199868"/>
                <a:gd name="connsiteX1" fmla="*/ 44999 w 168824"/>
                <a:gd name="connsiteY1" fmla="*/ 195263 h 199868"/>
                <a:gd name="connsiteX2" fmla="*/ 168824 w 168824"/>
                <a:gd name="connsiteY2" fmla="*/ 138113 h 199868"/>
                <a:gd name="connsiteX0" fmla="*/ 0 w 138113"/>
                <a:gd name="connsiteY0" fmla="*/ 0 h 138113"/>
                <a:gd name="connsiteX1" fmla="*/ 138113 w 138113"/>
                <a:gd name="connsiteY1" fmla="*/ 138113 h 138113"/>
                <a:gd name="connsiteX0" fmla="*/ 0 w 138113"/>
                <a:gd name="connsiteY0" fmla="*/ 0 h 210075"/>
                <a:gd name="connsiteX1" fmla="*/ 138113 w 138113"/>
                <a:gd name="connsiteY1" fmla="*/ 138113 h 21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13" h="210075">
                  <a:moveTo>
                    <a:pt x="0" y="0"/>
                  </a:moveTo>
                  <a:cubicBezTo>
                    <a:pt x="46038" y="46038"/>
                    <a:pt x="-88900" y="344488"/>
                    <a:pt x="138113" y="138113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Rectangle: Rounded Corners 10">
              <a:extLst>
                <a:ext uri="{FF2B5EF4-FFF2-40B4-BE49-F238E27FC236}">
                  <a16:creationId xmlns:a16="http://schemas.microsoft.com/office/drawing/2014/main" id="{CA4EC287-63D5-7BE9-270B-C5B28873822B}"/>
                </a:ext>
              </a:extLst>
            </p:cNvPr>
            <p:cNvSpPr/>
            <p:nvPr/>
          </p:nvSpPr>
          <p:spPr>
            <a:xfrm rot="15023604" flipH="1">
              <a:off x="6868407" y="5775701"/>
              <a:ext cx="272370" cy="174800"/>
            </a:xfrm>
            <a:custGeom>
              <a:avLst/>
              <a:gdLst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611915 w 611915"/>
                <a:gd name="connsiteY4" fmla="*/ 159909 h 191892"/>
                <a:gd name="connsiteX5" fmla="*/ 579932 w 611915"/>
                <a:gd name="connsiteY5" fmla="*/ 191892 h 191892"/>
                <a:gd name="connsiteX6" fmla="*/ 31983 w 611915"/>
                <a:gd name="connsiteY6" fmla="*/ 191892 h 191892"/>
                <a:gd name="connsiteX7" fmla="*/ 0 w 611915"/>
                <a:gd name="connsiteY7" fmla="*/ 159909 h 191892"/>
                <a:gd name="connsiteX8" fmla="*/ 0 w 611915"/>
                <a:gd name="connsiteY8" fmla="*/ 31983 h 191892"/>
                <a:gd name="connsiteX0" fmla="*/ 0 w 611915"/>
                <a:gd name="connsiteY0" fmla="*/ 31983 h 191892"/>
                <a:gd name="connsiteX1" fmla="*/ 31983 w 611915"/>
                <a:gd name="connsiteY1" fmla="*/ 0 h 191892"/>
                <a:gd name="connsiteX2" fmla="*/ 579932 w 611915"/>
                <a:gd name="connsiteY2" fmla="*/ 0 h 191892"/>
                <a:gd name="connsiteX3" fmla="*/ 611915 w 611915"/>
                <a:gd name="connsiteY3" fmla="*/ 31983 h 191892"/>
                <a:gd name="connsiteX4" fmla="*/ 579932 w 611915"/>
                <a:gd name="connsiteY4" fmla="*/ 191892 h 191892"/>
                <a:gd name="connsiteX5" fmla="*/ 31983 w 611915"/>
                <a:gd name="connsiteY5" fmla="*/ 191892 h 191892"/>
                <a:gd name="connsiteX6" fmla="*/ 0 w 611915"/>
                <a:gd name="connsiteY6" fmla="*/ 159909 h 191892"/>
                <a:gd name="connsiteX7" fmla="*/ 0 w 611915"/>
                <a:gd name="connsiteY7" fmla="*/ 31983 h 191892"/>
                <a:gd name="connsiteX0" fmla="*/ 0 w 732332"/>
                <a:gd name="connsiteY0" fmla="*/ 31983 h 191892"/>
                <a:gd name="connsiteX1" fmla="*/ 31983 w 732332"/>
                <a:gd name="connsiteY1" fmla="*/ 0 h 191892"/>
                <a:gd name="connsiteX2" fmla="*/ 579932 w 732332"/>
                <a:gd name="connsiteY2" fmla="*/ 0 h 191892"/>
                <a:gd name="connsiteX3" fmla="*/ 611915 w 732332"/>
                <a:gd name="connsiteY3" fmla="*/ 31983 h 191892"/>
                <a:gd name="connsiteX4" fmla="*/ 732332 w 732332"/>
                <a:gd name="connsiteY4" fmla="*/ 169032 h 191892"/>
                <a:gd name="connsiteX5" fmla="*/ 31983 w 732332"/>
                <a:gd name="connsiteY5" fmla="*/ 191892 h 191892"/>
                <a:gd name="connsiteX6" fmla="*/ 0 w 732332"/>
                <a:gd name="connsiteY6" fmla="*/ 159909 h 191892"/>
                <a:gd name="connsiteX7" fmla="*/ 0 w 732332"/>
                <a:gd name="connsiteY7" fmla="*/ 31983 h 191892"/>
                <a:gd name="connsiteX0" fmla="*/ 0 w 732332"/>
                <a:gd name="connsiteY0" fmla="*/ 116392 h 276301"/>
                <a:gd name="connsiteX1" fmla="*/ 31983 w 732332"/>
                <a:gd name="connsiteY1" fmla="*/ 84409 h 276301"/>
                <a:gd name="connsiteX2" fmla="*/ 579932 w 732332"/>
                <a:gd name="connsiteY2" fmla="*/ 84409 h 276301"/>
                <a:gd name="connsiteX3" fmla="*/ 634775 w 732332"/>
                <a:gd name="connsiteY3" fmla="*/ 2092 h 276301"/>
                <a:gd name="connsiteX4" fmla="*/ 732332 w 732332"/>
                <a:gd name="connsiteY4" fmla="*/ 253441 h 276301"/>
                <a:gd name="connsiteX5" fmla="*/ 31983 w 732332"/>
                <a:gd name="connsiteY5" fmla="*/ 276301 h 276301"/>
                <a:gd name="connsiteX6" fmla="*/ 0 w 732332"/>
                <a:gd name="connsiteY6" fmla="*/ 244318 h 276301"/>
                <a:gd name="connsiteX7" fmla="*/ 0 w 732332"/>
                <a:gd name="connsiteY7" fmla="*/ 116392 h 276301"/>
                <a:gd name="connsiteX0" fmla="*/ 0 w 732332"/>
                <a:gd name="connsiteY0" fmla="*/ 184383 h 344292"/>
                <a:gd name="connsiteX1" fmla="*/ 31983 w 732332"/>
                <a:gd name="connsiteY1" fmla="*/ 15240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0 w 732332"/>
                <a:gd name="connsiteY0" fmla="*/ 18438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0 w 732332"/>
                <a:gd name="connsiteY7" fmla="*/ 184383 h 344292"/>
                <a:gd name="connsiteX0" fmla="*/ 38100 w 732332"/>
                <a:gd name="connsiteY0" fmla="*/ 214863 h 344292"/>
                <a:gd name="connsiteX1" fmla="*/ 100563 w 732332"/>
                <a:gd name="connsiteY1" fmla="*/ 99060 h 344292"/>
                <a:gd name="connsiteX2" fmla="*/ 534212 w 732332"/>
                <a:gd name="connsiteY2" fmla="*/ 0 h 344292"/>
                <a:gd name="connsiteX3" fmla="*/ 634775 w 732332"/>
                <a:gd name="connsiteY3" fmla="*/ 70083 h 344292"/>
                <a:gd name="connsiteX4" fmla="*/ 732332 w 732332"/>
                <a:gd name="connsiteY4" fmla="*/ 321432 h 344292"/>
                <a:gd name="connsiteX5" fmla="*/ 31983 w 732332"/>
                <a:gd name="connsiteY5" fmla="*/ 344292 h 344292"/>
                <a:gd name="connsiteX6" fmla="*/ 0 w 732332"/>
                <a:gd name="connsiteY6" fmla="*/ 312309 h 344292"/>
                <a:gd name="connsiteX7" fmla="*/ 38100 w 732332"/>
                <a:gd name="connsiteY7" fmla="*/ 214863 h 344292"/>
                <a:gd name="connsiteX0" fmla="*/ 60960 w 755192"/>
                <a:gd name="connsiteY0" fmla="*/ 214863 h 344292"/>
                <a:gd name="connsiteX1" fmla="*/ 123423 w 755192"/>
                <a:gd name="connsiteY1" fmla="*/ 99060 h 344292"/>
                <a:gd name="connsiteX2" fmla="*/ 557072 w 755192"/>
                <a:gd name="connsiteY2" fmla="*/ 0 h 344292"/>
                <a:gd name="connsiteX3" fmla="*/ 657635 w 755192"/>
                <a:gd name="connsiteY3" fmla="*/ 70083 h 344292"/>
                <a:gd name="connsiteX4" fmla="*/ 755192 w 755192"/>
                <a:gd name="connsiteY4" fmla="*/ 321432 h 344292"/>
                <a:gd name="connsiteX5" fmla="*/ 54843 w 755192"/>
                <a:gd name="connsiteY5" fmla="*/ 344292 h 344292"/>
                <a:gd name="connsiteX6" fmla="*/ 0 w 755192"/>
                <a:gd name="connsiteY6" fmla="*/ 312309 h 344292"/>
                <a:gd name="connsiteX7" fmla="*/ 60960 w 755192"/>
                <a:gd name="connsiteY7" fmla="*/ 214863 h 344292"/>
                <a:gd name="connsiteX0" fmla="*/ 86906 w 781138"/>
                <a:gd name="connsiteY0" fmla="*/ 214863 h 359532"/>
                <a:gd name="connsiteX1" fmla="*/ 149369 w 781138"/>
                <a:gd name="connsiteY1" fmla="*/ 99060 h 359532"/>
                <a:gd name="connsiteX2" fmla="*/ 583018 w 781138"/>
                <a:gd name="connsiteY2" fmla="*/ 0 h 359532"/>
                <a:gd name="connsiteX3" fmla="*/ 683581 w 781138"/>
                <a:gd name="connsiteY3" fmla="*/ 70083 h 359532"/>
                <a:gd name="connsiteX4" fmla="*/ 781138 w 781138"/>
                <a:gd name="connsiteY4" fmla="*/ 321432 h 359532"/>
                <a:gd name="connsiteX5" fmla="*/ 4589 w 781138"/>
                <a:gd name="connsiteY5" fmla="*/ 359532 h 359532"/>
                <a:gd name="connsiteX6" fmla="*/ 25946 w 781138"/>
                <a:gd name="connsiteY6" fmla="*/ 312309 h 359532"/>
                <a:gd name="connsiteX7" fmla="*/ 86906 w 781138"/>
                <a:gd name="connsiteY7" fmla="*/ 214863 h 359532"/>
                <a:gd name="connsiteX0" fmla="*/ 86906 w 781138"/>
                <a:gd name="connsiteY0" fmla="*/ 214863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6" fmla="*/ 86906 w 781138"/>
                <a:gd name="connsiteY6" fmla="*/ 214863 h 359532"/>
                <a:gd name="connsiteX0" fmla="*/ 25946 w 781138"/>
                <a:gd name="connsiteY0" fmla="*/ 312309 h 359532"/>
                <a:gd name="connsiteX1" fmla="*/ 583018 w 781138"/>
                <a:gd name="connsiteY1" fmla="*/ 0 h 359532"/>
                <a:gd name="connsiteX2" fmla="*/ 683581 w 781138"/>
                <a:gd name="connsiteY2" fmla="*/ 70083 h 359532"/>
                <a:gd name="connsiteX3" fmla="*/ 781138 w 781138"/>
                <a:gd name="connsiteY3" fmla="*/ 321432 h 359532"/>
                <a:gd name="connsiteX4" fmla="*/ 4589 w 781138"/>
                <a:gd name="connsiteY4" fmla="*/ 359532 h 359532"/>
                <a:gd name="connsiteX5" fmla="*/ 25946 w 781138"/>
                <a:gd name="connsiteY5" fmla="*/ 312309 h 359532"/>
                <a:gd name="connsiteX0" fmla="*/ 1568 w 778117"/>
                <a:gd name="connsiteY0" fmla="*/ 359532 h 359532"/>
                <a:gd name="connsiteX1" fmla="*/ 579997 w 778117"/>
                <a:gd name="connsiteY1" fmla="*/ 0 h 359532"/>
                <a:gd name="connsiteX2" fmla="*/ 680560 w 778117"/>
                <a:gd name="connsiteY2" fmla="*/ 70083 h 359532"/>
                <a:gd name="connsiteX3" fmla="*/ 778117 w 778117"/>
                <a:gd name="connsiteY3" fmla="*/ 321432 h 359532"/>
                <a:gd name="connsiteX4" fmla="*/ 1568 w 778117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8992 w 776549"/>
                <a:gd name="connsiteY2" fmla="*/ 7008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671372 w 776549"/>
                <a:gd name="connsiteY2" fmla="*/ 24363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76549"/>
                <a:gd name="connsiteY0" fmla="*/ 359532 h 359532"/>
                <a:gd name="connsiteX1" fmla="*/ 578429 w 776549"/>
                <a:gd name="connsiteY1" fmla="*/ 0 h 359532"/>
                <a:gd name="connsiteX2" fmla="*/ 751309 w 776549"/>
                <a:gd name="connsiteY2" fmla="*/ 41484 h 359532"/>
                <a:gd name="connsiteX3" fmla="*/ 776549 w 776549"/>
                <a:gd name="connsiteY3" fmla="*/ 321432 h 359532"/>
                <a:gd name="connsiteX4" fmla="*/ 0 w 77654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29919 w 751309"/>
                <a:gd name="connsiteY3" fmla="*/ 312872 h 359532"/>
                <a:gd name="connsiteX4" fmla="*/ 0 w 751309"/>
                <a:gd name="connsiteY4" fmla="*/ 359532 h 359532"/>
                <a:gd name="connsiteX0" fmla="*/ 0 w 751309"/>
                <a:gd name="connsiteY0" fmla="*/ 359532 h 359532"/>
                <a:gd name="connsiteX1" fmla="*/ 578429 w 751309"/>
                <a:gd name="connsiteY1" fmla="*/ 0 h 359532"/>
                <a:gd name="connsiteX2" fmla="*/ 751309 w 751309"/>
                <a:gd name="connsiteY2" fmla="*/ 41484 h 359532"/>
                <a:gd name="connsiteX3" fmla="*/ 749903 w 751309"/>
                <a:gd name="connsiteY3" fmla="*/ 312872 h 359532"/>
                <a:gd name="connsiteX4" fmla="*/ 0 w 751309"/>
                <a:gd name="connsiteY4" fmla="*/ 359532 h 359532"/>
                <a:gd name="connsiteX0" fmla="*/ 0 w 781575"/>
                <a:gd name="connsiteY0" fmla="*/ 359702 h 359702"/>
                <a:gd name="connsiteX1" fmla="*/ 578429 w 781575"/>
                <a:gd name="connsiteY1" fmla="*/ 170 h 359702"/>
                <a:gd name="connsiteX2" fmla="*/ 749903 w 781575"/>
                <a:gd name="connsiteY2" fmla="*/ 313042 h 359702"/>
                <a:gd name="connsiteX3" fmla="*/ 0 w 781575"/>
                <a:gd name="connsiteY3" fmla="*/ 359702 h 35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575" h="359702">
                  <a:moveTo>
                    <a:pt x="0" y="359702"/>
                  </a:moveTo>
                  <a:cubicBezTo>
                    <a:pt x="43180" y="16570"/>
                    <a:pt x="465264" y="48411"/>
                    <a:pt x="578429" y="170"/>
                  </a:cubicBezTo>
                  <a:cubicBezTo>
                    <a:pt x="703413" y="-7607"/>
                    <a:pt x="846308" y="253120"/>
                    <a:pt x="749903" y="313042"/>
                  </a:cubicBezTo>
                  <a:lnTo>
                    <a:pt x="0" y="359702"/>
                  </a:ln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35">
              <a:extLst>
                <a:ext uri="{FF2B5EF4-FFF2-40B4-BE49-F238E27FC236}">
                  <a16:creationId xmlns:a16="http://schemas.microsoft.com/office/drawing/2014/main" id="{CBF74D58-8777-6138-C0A9-FB7FE13FFC8B}"/>
                </a:ext>
              </a:extLst>
            </p:cNvPr>
            <p:cNvSpPr/>
            <p:nvPr/>
          </p:nvSpPr>
          <p:spPr>
            <a:xfrm rot="3817919">
              <a:off x="5922900" y="4411054"/>
              <a:ext cx="112223" cy="716059"/>
            </a:xfrm>
            <a:custGeom>
              <a:avLst/>
              <a:gdLst>
                <a:gd name="connsiteX0" fmla="*/ 0 w 45719"/>
                <a:gd name="connsiteY0" fmla="*/ 0 h 605128"/>
                <a:gd name="connsiteX1" fmla="*/ 45719 w 45719"/>
                <a:gd name="connsiteY1" fmla="*/ 0 h 605128"/>
                <a:gd name="connsiteX2" fmla="*/ 45719 w 45719"/>
                <a:gd name="connsiteY2" fmla="*/ 605128 h 605128"/>
                <a:gd name="connsiteX3" fmla="*/ 0 w 45719"/>
                <a:gd name="connsiteY3" fmla="*/ 605128 h 605128"/>
                <a:gd name="connsiteX4" fmla="*/ 0 w 45719"/>
                <a:gd name="connsiteY4" fmla="*/ 0 h 605128"/>
                <a:gd name="connsiteX0" fmla="*/ 0 w 91583"/>
                <a:gd name="connsiteY0" fmla="*/ 0 h 605128"/>
                <a:gd name="connsiteX1" fmla="*/ 45719 w 91583"/>
                <a:gd name="connsiteY1" fmla="*/ 0 h 605128"/>
                <a:gd name="connsiteX2" fmla="*/ 45719 w 91583"/>
                <a:gd name="connsiteY2" fmla="*/ 605128 h 605128"/>
                <a:gd name="connsiteX3" fmla="*/ 0 w 91583"/>
                <a:gd name="connsiteY3" fmla="*/ 605128 h 605128"/>
                <a:gd name="connsiteX4" fmla="*/ 0 w 91583"/>
                <a:gd name="connsiteY4" fmla="*/ 0 h 605128"/>
                <a:gd name="connsiteX0" fmla="*/ 22114 w 113697"/>
                <a:gd name="connsiteY0" fmla="*/ 0 h 605128"/>
                <a:gd name="connsiteX1" fmla="*/ 67833 w 113697"/>
                <a:gd name="connsiteY1" fmla="*/ 0 h 605128"/>
                <a:gd name="connsiteX2" fmla="*/ 67833 w 113697"/>
                <a:gd name="connsiteY2" fmla="*/ 605128 h 605128"/>
                <a:gd name="connsiteX3" fmla="*/ 22114 w 113697"/>
                <a:gd name="connsiteY3" fmla="*/ 605128 h 605128"/>
                <a:gd name="connsiteX4" fmla="*/ 22114 w 113697"/>
                <a:gd name="connsiteY4" fmla="*/ 0 h 605128"/>
                <a:gd name="connsiteX0" fmla="*/ 22114 w 113697"/>
                <a:gd name="connsiteY0" fmla="*/ 0 h 618769"/>
                <a:gd name="connsiteX1" fmla="*/ 67833 w 113697"/>
                <a:gd name="connsiteY1" fmla="*/ 0 h 618769"/>
                <a:gd name="connsiteX2" fmla="*/ 67833 w 113697"/>
                <a:gd name="connsiteY2" fmla="*/ 605128 h 618769"/>
                <a:gd name="connsiteX3" fmla="*/ 22114 w 113697"/>
                <a:gd name="connsiteY3" fmla="*/ 605128 h 618769"/>
                <a:gd name="connsiteX4" fmla="*/ 22114 w 113697"/>
                <a:gd name="connsiteY4" fmla="*/ 0 h 618769"/>
                <a:gd name="connsiteX0" fmla="*/ 22114 w 113697"/>
                <a:gd name="connsiteY0" fmla="*/ 0 h 627702"/>
                <a:gd name="connsiteX1" fmla="*/ 67833 w 113697"/>
                <a:gd name="connsiteY1" fmla="*/ 0 h 627702"/>
                <a:gd name="connsiteX2" fmla="*/ 67833 w 113697"/>
                <a:gd name="connsiteY2" fmla="*/ 605128 h 627702"/>
                <a:gd name="connsiteX3" fmla="*/ 22114 w 113697"/>
                <a:gd name="connsiteY3" fmla="*/ 605128 h 627702"/>
                <a:gd name="connsiteX4" fmla="*/ 22114 w 113697"/>
                <a:gd name="connsiteY4" fmla="*/ 0 h 627702"/>
                <a:gd name="connsiteX0" fmla="*/ 22114 w 113697"/>
                <a:gd name="connsiteY0" fmla="*/ 0 h 624079"/>
                <a:gd name="connsiteX1" fmla="*/ 67833 w 113697"/>
                <a:gd name="connsiteY1" fmla="*/ 0 h 624079"/>
                <a:gd name="connsiteX2" fmla="*/ 67833 w 113697"/>
                <a:gd name="connsiteY2" fmla="*/ 605128 h 624079"/>
                <a:gd name="connsiteX3" fmla="*/ 22114 w 113697"/>
                <a:gd name="connsiteY3" fmla="*/ 605128 h 624079"/>
                <a:gd name="connsiteX4" fmla="*/ 22114 w 113697"/>
                <a:gd name="connsiteY4" fmla="*/ 0 h 624079"/>
                <a:gd name="connsiteX0" fmla="*/ 22114 w 67833"/>
                <a:gd name="connsiteY0" fmla="*/ 0 h 605128"/>
                <a:gd name="connsiteX1" fmla="*/ 67833 w 67833"/>
                <a:gd name="connsiteY1" fmla="*/ 0 h 605128"/>
                <a:gd name="connsiteX2" fmla="*/ 22114 w 67833"/>
                <a:gd name="connsiteY2" fmla="*/ 605128 h 605128"/>
                <a:gd name="connsiteX3" fmla="*/ 22114 w 67833"/>
                <a:gd name="connsiteY3" fmla="*/ 0 h 605128"/>
                <a:gd name="connsiteX0" fmla="*/ 21158 w 66877"/>
                <a:gd name="connsiteY0" fmla="*/ 0 h 605128"/>
                <a:gd name="connsiteX1" fmla="*/ 66877 w 66877"/>
                <a:gd name="connsiteY1" fmla="*/ 0 h 605128"/>
                <a:gd name="connsiteX2" fmla="*/ 21158 w 66877"/>
                <a:gd name="connsiteY2" fmla="*/ 605128 h 605128"/>
                <a:gd name="connsiteX3" fmla="*/ 21158 w 66877"/>
                <a:gd name="connsiteY3" fmla="*/ 0 h 605128"/>
                <a:gd name="connsiteX0" fmla="*/ 21158 w 67533"/>
                <a:gd name="connsiteY0" fmla="*/ 0 h 605140"/>
                <a:gd name="connsiteX1" fmla="*/ 66877 w 67533"/>
                <a:gd name="connsiteY1" fmla="*/ 0 h 605140"/>
                <a:gd name="connsiteX2" fmla="*/ 21158 w 67533"/>
                <a:gd name="connsiteY2" fmla="*/ 605128 h 605140"/>
                <a:gd name="connsiteX3" fmla="*/ 21158 w 67533"/>
                <a:gd name="connsiteY3" fmla="*/ 0 h 605140"/>
                <a:gd name="connsiteX0" fmla="*/ 33883 w 80258"/>
                <a:gd name="connsiteY0" fmla="*/ 0 h 605140"/>
                <a:gd name="connsiteX1" fmla="*/ 79602 w 80258"/>
                <a:gd name="connsiteY1" fmla="*/ 0 h 605140"/>
                <a:gd name="connsiteX2" fmla="*/ 33883 w 80258"/>
                <a:gd name="connsiteY2" fmla="*/ 605128 h 605140"/>
                <a:gd name="connsiteX3" fmla="*/ 33883 w 80258"/>
                <a:gd name="connsiteY3" fmla="*/ 0 h 605140"/>
                <a:gd name="connsiteX0" fmla="*/ 33883 w 86079"/>
                <a:gd name="connsiteY0" fmla="*/ 0 h 605210"/>
                <a:gd name="connsiteX1" fmla="*/ 79602 w 86079"/>
                <a:gd name="connsiteY1" fmla="*/ 0 h 605210"/>
                <a:gd name="connsiteX2" fmla="*/ 33883 w 86079"/>
                <a:gd name="connsiteY2" fmla="*/ 605128 h 605210"/>
                <a:gd name="connsiteX3" fmla="*/ 33883 w 86079"/>
                <a:gd name="connsiteY3" fmla="*/ 0 h 605210"/>
                <a:gd name="connsiteX0" fmla="*/ 42654 w 94850"/>
                <a:gd name="connsiteY0" fmla="*/ 0 h 605210"/>
                <a:gd name="connsiteX1" fmla="*/ 88373 w 94850"/>
                <a:gd name="connsiteY1" fmla="*/ 0 h 605210"/>
                <a:gd name="connsiteX2" fmla="*/ 42654 w 94850"/>
                <a:gd name="connsiteY2" fmla="*/ 605128 h 605210"/>
                <a:gd name="connsiteX3" fmla="*/ 42654 w 94850"/>
                <a:gd name="connsiteY3" fmla="*/ 0 h 605210"/>
                <a:gd name="connsiteX0" fmla="*/ 88373 w 143240"/>
                <a:gd name="connsiteY0" fmla="*/ 0 h 605210"/>
                <a:gd name="connsiteX1" fmla="*/ 42654 w 143240"/>
                <a:gd name="connsiteY1" fmla="*/ 605128 h 605210"/>
                <a:gd name="connsiteX2" fmla="*/ 42654 w 143240"/>
                <a:gd name="connsiteY2" fmla="*/ 0 h 605210"/>
                <a:gd name="connsiteX3" fmla="*/ 143240 w 143240"/>
                <a:gd name="connsiteY3" fmla="*/ 54867 h 605210"/>
                <a:gd name="connsiteX0" fmla="*/ 88373 w 94850"/>
                <a:gd name="connsiteY0" fmla="*/ 0 h 605210"/>
                <a:gd name="connsiteX1" fmla="*/ 42654 w 94850"/>
                <a:gd name="connsiteY1" fmla="*/ 605128 h 605210"/>
                <a:gd name="connsiteX2" fmla="*/ 42654 w 94850"/>
                <a:gd name="connsiteY2" fmla="*/ 0 h 60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850" h="605210">
                  <a:moveTo>
                    <a:pt x="88373" y="0"/>
                  </a:moveTo>
                  <a:cubicBezTo>
                    <a:pt x="88373" y="100855"/>
                    <a:pt x="120228" y="612648"/>
                    <a:pt x="42654" y="605128"/>
                  </a:cubicBezTo>
                  <a:cubicBezTo>
                    <a:pt x="-53319" y="592751"/>
                    <a:pt x="42654" y="201709"/>
                    <a:pt x="42654" y="0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696AEB6-154A-0348-B1F8-A286210FE80F}"/>
                </a:ext>
              </a:extLst>
            </p:cNvPr>
            <p:cNvSpPr/>
            <p:nvPr/>
          </p:nvSpPr>
          <p:spPr>
            <a:xfrm>
              <a:off x="5818876" y="3123914"/>
              <a:ext cx="209550" cy="12720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61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BE112F8-3A82-D316-EF05-F5A828B7987B}"/>
              </a:ext>
            </a:extLst>
          </p:cNvPr>
          <p:cNvGrpSpPr/>
          <p:nvPr/>
        </p:nvGrpSpPr>
        <p:grpSpPr>
          <a:xfrm>
            <a:off x="3820622" y="886373"/>
            <a:ext cx="5328277" cy="5999653"/>
            <a:chOff x="3688179" y="220599"/>
            <a:chExt cx="5328277" cy="599965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3FAB9A8-53F6-8538-63B1-F446F21D21A1}"/>
                </a:ext>
              </a:extLst>
            </p:cNvPr>
            <p:cNvGrpSpPr/>
            <p:nvPr/>
          </p:nvGrpSpPr>
          <p:grpSpPr>
            <a:xfrm rot="20557425" flipH="1">
              <a:off x="3688179" y="220599"/>
              <a:ext cx="1632627" cy="1468790"/>
              <a:chOff x="7051807" y="220606"/>
              <a:chExt cx="1632627" cy="1468790"/>
            </a:xfrm>
          </p:grpSpPr>
          <p:sp>
            <p:nvSpPr>
              <p:cNvPr id="63" name="Oval 25">
                <a:extLst>
                  <a:ext uri="{FF2B5EF4-FFF2-40B4-BE49-F238E27FC236}">
                    <a16:creationId xmlns:a16="http://schemas.microsoft.com/office/drawing/2014/main" id="{429033C9-7619-CA80-2D21-55BB7926D402}"/>
                  </a:ext>
                </a:extLst>
              </p:cNvPr>
              <p:cNvSpPr/>
              <p:nvPr/>
            </p:nvSpPr>
            <p:spPr>
              <a:xfrm>
                <a:off x="7051807" y="220606"/>
                <a:ext cx="1632627" cy="1468790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32627" h="1468790">
                    <a:moveTo>
                      <a:pt x="2048" y="650025"/>
                    </a:moveTo>
                    <a:cubicBezTo>
                      <a:pt x="53610" y="448135"/>
                      <a:pt x="674574" y="-423327"/>
                      <a:pt x="1435861" y="252924"/>
                    </a:cubicBezTo>
                    <a:cubicBezTo>
                      <a:pt x="1930449" y="919649"/>
                      <a:pt x="1365457" y="1398083"/>
                      <a:pt x="1126488" y="1464266"/>
                    </a:cubicBezTo>
                    <a:cubicBezTo>
                      <a:pt x="887519" y="1530449"/>
                      <a:pt x="-49514" y="851915"/>
                      <a:pt x="2048" y="650025"/>
                    </a:cubicBezTo>
                    <a:close/>
                  </a:path>
                </a:pathLst>
              </a:custGeom>
              <a:solidFill>
                <a:srgbClr val="FC970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25">
                <a:extLst>
                  <a:ext uri="{FF2B5EF4-FFF2-40B4-BE49-F238E27FC236}">
                    <a16:creationId xmlns:a16="http://schemas.microsoft.com/office/drawing/2014/main" id="{75797018-9891-554B-331E-E0D5363B153E}"/>
                  </a:ext>
                </a:extLst>
              </p:cNvPr>
              <p:cNvSpPr/>
              <p:nvPr/>
            </p:nvSpPr>
            <p:spPr>
              <a:xfrm>
                <a:off x="7632859" y="645774"/>
                <a:ext cx="666651" cy="760566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  <a:gd name="connsiteX0" fmla="*/ 1898 w 1634603"/>
                  <a:gd name="connsiteY0" fmla="*/ 654597 h 1640856"/>
                  <a:gd name="connsiteX1" fmla="*/ 1435711 w 1634603"/>
                  <a:gd name="connsiteY1" fmla="*/ 257496 h 1640856"/>
                  <a:gd name="connsiteX2" fmla="*/ 1136853 w 1634603"/>
                  <a:gd name="connsiteY2" fmla="*/ 1637063 h 1640856"/>
                  <a:gd name="connsiteX3" fmla="*/ 1898 w 1634603"/>
                  <a:gd name="connsiteY3" fmla="*/ 654597 h 1640856"/>
                  <a:gd name="connsiteX0" fmla="*/ 2190 w 1472542"/>
                  <a:gd name="connsiteY0" fmla="*/ 689037 h 1634251"/>
                  <a:gd name="connsiteX1" fmla="*/ 1278291 w 1472542"/>
                  <a:gd name="connsiteY1" fmla="*/ 249880 h 1634251"/>
                  <a:gd name="connsiteX2" fmla="*/ 979433 w 1472542"/>
                  <a:gd name="connsiteY2" fmla="*/ 1629447 h 1634251"/>
                  <a:gd name="connsiteX3" fmla="*/ 2190 w 1472542"/>
                  <a:gd name="connsiteY3" fmla="*/ 689037 h 1634251"/>
                  <a:gd name="connsiteX0" fmla="*/ 1393 w 1471745"/>
                  <a:gd name="connsiteY0" fmla="*/ 731985 h 1679080"/>
                  <a:gd name="connsiteX1" fmla="*/ 1277494 w 1471745"/>
                  <a:gd name="connsiteY1" fmla="*/ 292828 h 1679080"/>
                  <a:gd name="connsiteX2" fmla="*/ 978636 w 1471745"/>
                  <a:gd name="connsiteY2" fmla="*/ 1672395 h 1679080"/>
                  <a:gd name="connsiteX3" fmla="*/ 1393 w 1471745"/>
                  <a:gd name="connsiteY3" fmla="*/ 731985 h 167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1745" h="1679080">
                    <a:moveTo>
                      <a:pt x="1393" y="731985"/>
                    </a:moveTo>
                    <a:cubicBezTo>
                      <a:pt x="40690" y="260234"/>
                      <a:pt x="516207" y="-383423"/>
                      <a:pt x="1277494" y="292828"/>
                    </a:cubicBezTo>
                    <a:cubicBezTo>
                      <a:pt x="1772082" y="959553"/>
                      <a:pt x="1191319" y="1599202"/>
                      <a:pt x="978636" y="1672395"/>
                    </a:cubicBezTo>
                    <a:cubicBezTo>
                      <a:pt x="765953" y="1745588"/>
                      <a:pt x="-37904" y="1203736"/>
                      <a:pt x="1393" y="731985"/>
                    </a:cubicBezTo>
                    <a:close/>
                  </a:path>
                </a:pathLst>
              </a:custGeom>
              <a:solidFill>
                <a:srgbClr val="ED7D31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A71F822-4F3E-2C95-D82E-AC1CA1EE8863}"/>
                </a:ext>
              </a:extLst>
            </p:cNvPr>
            <p:cNvGrpSpPr/>
            <p:nvPr/>
          </p:nvGrpSpPr>
          <p:grpSpPr>
            <a:xfrm>
              <a:off x="7051807" y="220606"/>
              <a:ext cx="1632627" cy="1468790"/>
              <a:chOff x="7051807" y="220606"/>
              <a:chExt cx="1632627" cy="1468790"/>
            </a:xfrm>
          </p:grpSpPr>
          <p:sp>
            <p:nvSpPr>
              <p:cNvPr id="61" name="Oval 25">
                <a:extLst>
                  <a:ext uri="{FF2B5EF4-FFF2-40B4-BE49-F238E27FC236}">
                    <a16:creationId xmlns:a16="http://schemas.microsoft.com/office/drawing/2014/main" id="{6CFFFD9A-6844-0529-5FDC-34BFAD20C3BF}"/>
                  </a:ext>
                </a:extLst>
              </p:cNvPr>
              <p:cNvSpPr/>
              <p:nvPr/>
            </p:nvSpPr>
            <p:spPr>
              <a:xfrm>
                <a:off x="7051807" y="220606"/>
                <a:ext cx="1632627" cy="1468790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32627" h="1468790">
                    <a:moveTo>
                      <a:pt x="2048" y="650025"/>
                    </a:moveTo>
                    <a:cubicBezTo>
                      <a:pt x="53610" y="448135"/>
                      <a:pt x="674574" y="-423327"/>
                      <a:pt x="1435861" y="252924"/>
                    </a:cubicBezTo>
                    <a:cubicBezTo>
                      <a:pt x="1930449" y="919649"/>
                      <a:pt x="1365457" y="1398083"/>
                      <a:pt x="1126488" y="1464266"/>
                    </a:cubicBezTo>
                    <a:cubicBezTo>
                      <a:pt x="887519" y="1530449"/>
                      <a:pt x="-49514" y="851915"/>
                      <a:pt x="2048" y="650025"/>
                    </a:cubicBezTo>
                    <a:close/>
                  </a:path>
                </a:pathLst>
              </a:custGeom>
              <a:solidFill>
                <a:srgbClr val="FC970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25">
                <a:extLst>
                  <a:ext uri="{FF2B5EF4-FFF2-40B4-BE49-F238E27FC236}">
                    <a16:creationId xmlns:a16="http://schemas.microsoft.com/office/drawing/2014/main" id="{00C3E69C-5397-8B4E-8056-1F7A2EDE0F9D}"/>
                  </a:ext>
                </a:extLst>
              </p:cNvPr>
              <p:cNvSpPr/>
              <p:nvPr/>
            </p:nvSpPr>
            <p:spPr>
              <a:xfrm>
                <a:off x="7632859" y="645774"/>
                <a:ext cx="666651" cy="760566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  <a:gd name="connsiteX0" fmla="*/ 1898 w 1634603"/>
                  <a:gd name="connsiteY0" fmla="*/ 654597 h 1640856"/>
                  <a:gd name="connsiteX1" fmla="*/ 1435711 w 1634603"/>
                  <a:gd name="connsiteY1" fmla="*/ 257496 h 1640856"/>
                  <a:gd name="connsiteX2" fmla="*/ 1136853 w 1634603"/>
                  <a:gd name="connsiteY2" fmla="*/ 1637063 h 1640856"/>
                  <a:gd name="connsiteX3" fmla="*/ 1898 w 1634603"/>
                  <a:gd name="connsiteY3" fmla="*/ 654597 h 1640856"/>
                  <a:gd name="connsiteX0" fmla="*/ 2190 w 1472542"/>
                  <a:gd name="connsiteY0" fmla="*/ 689037 h 1634251"/>
                  <a:gd name="connsiteX1" fmla="*/ 1278291 w 1472542"/>
                  <a:gd name="connsiteY1" fmla="*/ 249880 h 1634251"/>
                  <a:gd name="connsiteX2" fmla="*/ 979433 w 1472542"/>
                  <a:gd name="connsiteY2" fmla="*/ 1629447 h 1634251"/>
                  <a:gd name="connsiteX3" fmla="*/ 2190 w 1472542"/>
                  <a:gd name="connsiteY3" fmla="*/ 689037 h 1634251"/>
                  <a:gd name="connsiteX0" fmla="*/ 1393 w 1471745"/>
                  <a:gd name="connsiteY0" fmla="*/ 731985 h 1679080"/>
                  <a:gd name="connsiteX1" fmla="*/ 1277494 w 1471745"/>
                  <a:gd name="connsiteY1" fmla="*/ 292828 h 1679080"/>
                  <a:gd name="connsiteX2" fmla="*/ 978636 w 1471745"/>
                  <a:gd name="connsiteY2" fmla="*/ 1672395 h 1679080"/>
                  <a:gd name="connsiteX3" fmla="*/ 1393 w 1471745"/>
                  <a:gd name="connsiteY3" fmla="*/ 731985 h 167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1745" h="1679080">
                    <a:moveTo>
                      <a:pt x="1393" y="731985"/>
                    </a:moveTo>
                    <a:cubicBezTo>
                      <a:pt x="40690" y="260234"/>
                      <a:pt x="516207" y="-383423"/>
                      <a:pt x="1277494" y="292828"/>
                    </a:cubicBezTo>
                    <a:cubicBezTo>
                      <a:pt x="1772082" y="959553"/>
                      <a:pt x="1191319" y="1599202"/>
                      <a:pt x="978636" y="1672395"/>
                    </a:cubicBezTo>
                    <a:cubicBezTo>
                      <a:pt x="765953" y="1745588"/>
                      <a:pt x="-37904" y="1203736"/>
                      <a:pt x="1393" y="731985"/>
                    </a:cubicBezTo>
                    <a:close/>
                  </a:path>
                </a:pathLst>
              </a:custGeom>
              <a:solidFill>
                <a:srgbClr val="ED7D31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82FAA1-460B-1D4B-BC7B-DF36DA880BDA}"/>
                </a:ext>
              </a:extLst>
            </p:cNvPr>
            <p:cNvGrpSpPr/>
            <p:nvPr/>
          </p:nvGrpSpPr>
          <p:grpSpPr>
            <a:xfrm>
              <a:off x="7724301" y="3663575"/>
              <a:ext cx="1292155" cy="1417278"/>
              <a:chOff x="7724301" y="3663575"/>
              <a:chExt cx="1292155" cy="1417278"/>
            </a:xfrm>
          </p:grpSpPr>
          <p:sp>
            <p:nvSpPr>
              <p:cNvPr id="57" name="Rectangle 3">
                <a:extLst>
                  <a:ext uri="{FF2B5EF4-FFF2-40B4-BE49-F238E27FC236}">
                    <a16:creationId xmlns:a16="http://schemas.microsoft.com/office/drawing/2014/main" id="{2FD5F5F1-5030-1CC4-E04E-C19BE3915C62}"/>
                  </a:ext>
                </a:extLst>
              </p:cNvPr>
              <p:cNvSpPr/>
              <p:nvPr/>
            </p:nvSpPr>
            <p:spPr>
              <a:xfrm>
                <a:off x="7724301" y="3675739"/>
                <a:ext cx="1292155" cy="1405114"/>
              </a:xfrm>
              <a:custGeom>
                <a:avLst/>
                <a:gdLst>
                  <a:gd name="connsiteX0" fmla="*/ 0 w 412109"/>
                  <a:gd name="connsiteY0" fmla="*/ 0 h 603831"/>
                  <a:gd name="connsiteX1" fmla="*/ 412109 w 412109"/>
                  <a:gd name="connsiteY1" fmla="*/ 0 h 603831"/>
                  <a:gd name="connsiteX2" fmla="*/ 412109 w 412109"/>
                  <a:gd name="connsiteY2" fmla="*/ 603831 h 603831"/>
                  <a:gd name="connsiteX3" fmla="*/ 0 w 412109"/>
                  <a:gd name="connsiteY3" fmla="*/ 603831 h 603831"/>
                  <a:gd name="connsiteX4" fmla="*/ 0 w 412109"/>
                  <a:gd name="connsiteY4" fmla="*/ 0 h 603831"/>
                  <a:gd name="connsiteX0" fmla="*/ 0 w 412109"/>
                  <a:gd name="connsiteY0" fmla="*/ 50800 h 603831"/>
                  <a:gd name="connsiteX1" fmla="*/ 412109 w 412109"/>
                  <a:gd name="connsiteY1" fmla="*/ 0 h 603831"/>
                  <a:gd name="connsiteX2" fmla="*/ 412109 w 412109"/>
                  <a:gd name="connsiteY2" fmla="*/ 603831 h 603831"/>
                  <a:gd name="connsiteX3" fmla="*/ 0 w 412109"/>
                  <a:gd name="connsiteY3" fmla="*/ 603831 h 603831"/>
                  <a:gd name="connsiteX4" fmla="*/ 0 w 412109"/>
                  <a:gd name="connsiteY4" fmla="*/ 50800 h 603831"/>
                  <a:gd name="connsiteX0" fmla="*/ 0 w 412109"/>
                  <a:gd name="connsiteY0" fmla="*/ 50800 h 603831"/>
                  <a:gd name="connsiteX1" fmla="*/ 412109 w 412109"/>
                  <a:gd name="connsiteY1" fmla="*/ 0 h 603831"/>
                  <a:gd name="connsiteX2" fmla="*/ 412109 w 412109"/>
                  <a:gd name="connsiteY2" fmla="*/ 603831 h 603831"/>
                  <a:gd name="connsiteX3" fmla="*/ 177800 w 412109"/>
                  <a:gd name="connsiteY3" fmla="*/ 597481 h 603831"/>
                  <a:gd name="connsiteX4" fmla="*/ 0 w 412109"/>
                  <a:gd name="connsiteY4" fmla="*/ 50800 h 603831"/>
                  <a:gd name="connsiteX0" fmla="*/ 0 w 850259"/>
                  <a:gd name="connsiteY0" fmla="*/ 44450 h 597481"/>
                  <a:gd name="connsiteX1" fmla="*/ 850259 w 850259"/>
                  <a:gd name="connsiteY1" fmla="*/ 0 h 597481"/>
                  <a:gd name="connsiteX2" fmla="*/ 412109 w 850259"/>
                  <a:gd name="connsiteY2" fmla="*/ 597481 h 597481"/>
                  <a:gd name="connsiteX3" fmla="*/ 177800 w 850259"/>
                  <a:gd name="connsiteY3" fmla="*/ 591131 h 597481"/>
                  <a:gd name="connsiteX4" fmla="*/ 0 w 850259"/>
                  <a:gd name="connsiteY4" fmla="*/ 44450 h 597481"/>
                  <a:gd name="connsiteX0" fmla="*/ 0 w 850259"/>
                  <a:gd name="connsiteY0" fmla="*/ 44450 h 591131"/>
                  <a:gd name="connsiteX1" fmla="*/ 850259 w 850259"/>
                  <a:gd name="connsiteY1" fmla="*/ 0 h 591131"/>
                  <a:gd name="connsiteX2" fmla="*/ 177800 w 850259"/>
                  <a:gd name="connsiteY2" fmla="*/ 591131 h 591131"/>
                  <a:gd name="connsiteX3" fmla="*/ 0 w 850259"/>
                  <a:gd name="connsiteY3" fmla="*/ 44450 h 591131"/>
                  <a:gd name="connsiteX0" fmla="*/ 0 w 850259"/>
                  <a:gd name="connsiteY0" fmla="*/ 44450 h 591413"/>
                  <a:gd name="connsiteX1" fmla="*/ 850259 w 850259"/>
                  <a:gd name="connsiteY1" fmla="*/ 0 h 591413"/>
                  <a:gd name="connsiteX2" fmla="*/ 177800 w 850259"/>
                  <a:gd name="connsiteY2" fmla="*/ 591131 h 591413"/>
                  <a:gd name="connsiteX3" fmla="*/ 0 w 850259"/>
                  <a:gd name="connsiteY3" fmla="*/ 44450 h 591413"/>
                  <a:gd name="connsiteX0" fmla="*/ 0 w 850259"/>
                  <a:gd name="connsiteY0" fmla="*/ 44450 h 591404"/>
                  <a:gd name="connsiteX1" fmla="*/ 850259 w 850259"/>
                  <a:gd name="connsiteY1" fmla="*/ 0 h 591404"/>
                  <a:gd name="connsiteX2" fmla="*/ 177800 w 850259"/>
                  <a:gd name="connsiteY2" fmla="*/ 591131 h 591404"/>
                  <a:gd name="connsiteX3" fmla="*/ 0 w 850259"/>
                  <a:gd name="connsiteY3" fmla="*/ 44450 h 591404"/>
                  <a:gd name="connsiteX0" fmla="*/ 0 w 1195482"/>
                  <a:gd name="connsiteY0" fmla="*/ 182503 h 729457"/>
                  <a:gd name="connsiteX1" fmla="*/ 850259 w 1195482"/>
                  <a:gd name="connsiteY1" fmla="*/ 138053 h 729457"/>
                  <a:gd name="connsiteX2" fmla="*/ 177800 w 1195482"/>
                  <a:gd name="connsiteY2" fmla="*/ 729184 h 729457"/>
                  <a:gd name="connsiteX3" fmla="*/ 0 w 1195482"/>
                  <a:gd name="connsiteY3" fmla="*/ 182503 h 729457"/>
                  <a:gd name="connsiteX0" fmla="*/ 0 w 1256158"/>
                  <a:gd name="connsiteY0" fmla="*/ 874516 h 1421470"/>
                  <a:gd name="connsiteX1" fmla="*/ 850259 w 1256158"/>
                  <a:gd name="connsiteY1" fmla="*/ 830066 h 1421470"/>
                  <a:gd name="connsiteX2" fmla="*/ 177800 w 1256158"/>
                  <a:gd name="connsiteY2" fmla="*/ 1421197 h 1421470"/>
                  <a:gd name="connsiteX3" fmla="*/ 0 w 1256158"/>
                  <a:gd name="connsiteY3" fmla="*/ 874516 h 1421470"/>
                  <a:gd name="connsiteX0" fmla="*/ 0 w 1292155"/>
                  <a:gd name="connsiteY0" fmla="*/ 858160 h 1405114"/>
                  <a:gd name="connsiteX1" fmla="*/ 850259 w 1292155"/>
                  <a:gd name="connsiteY1" fmla="*/ 813710 h 1405114"/>
                  <a:gd name="connsiteX2" fmla="*/ 177800 w 1292155"/>
                  <a:gd name="connsiteY2" fmla="*/ 1404841 h 1405114"/>
                  <a:gd name="connsiteX3" fmla="*/ 0 w 1292155"/>
                  <a:gd name="connsiteY3" fmla="*/ 858160 h 1405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2155" h="1405114">
                    <a:moveTo>
                      <a:pt x="0" y="858160"/>
                    </a:moveTo>
                    <a:cubicBezTo>
                      <a:pt x="689820" y="-902907"/>
                      <a:pt x="1970189" y="549127"/>
                      <a:pt x="850259" y="813710"/>
                    </a:cubicBezTo>
                    <a:cubicBezTo>
                      <a:pt x="740406" y="998054"/>
                      <a:pt x="725803" y="1417347"/>
                      <a:pt x="177800" y="1404841"/>
                    </a:cubicBezTo>
                    <a:lnTo>
                      <a:pt x="0" y="858160"/>
                    </a:lnTo>
                    <a:close/>
                  </a:path>
                </a:pathLst>
              </a:custGeom>
              <a:solidFill>
                <a:srgbClr val="FC970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782331A-CE78-483E-BAB8-9163BC6019A0}"/>
                  </a:ext>
                </a:extLst>
              </p:cNvPr>
              <p:cNvSpPr/>
              <p:nvPr/>
            </p:nvSpPr>
            <p:spPr>
              <a:xfrm rot="20596627" flipV="1">
                <a:off x="8183434" y="3663575"/>
                <a:ext cx="826221" cy="806563"/>
              </a:xfrm>
              <a:custGeom>
                <a:avLst/>
                <a:gdLst>
                  <a:gd name="connsiteX0" fmla="*/ 520952 w 826221"/>
                  <a:gd name="connsiteY0" fmla="*/ 778825 h 806563"/>
                  <a:gd name="connsiteX1" fmla="*/ 270457 w 826221"/>
                  <a:gd name="connsiteY1" fmla="*/ 4887 h 806563"/>
                  <a:gd name="connsiteX2" fmla="*/ 265990 w 826221"/>
                  <a:gd name="connsiteY2" fmla="*/ 0 h 806563"/>
                  <a:gd name="connsiteX3" fmla="*/ 245187 w 826221"/>
                  <a:gd name="connsiteY3" fmla="*/ 94736 h 806563"/>
                  <a:gd name="connsiteX4" fmla="*/ 42534 w 826221"/>
                  <a:gd name="connsiteY4" fmla="*/ 638918 h 806563"/>
                  <a:gd name="connsiteX5" fmla="*/ 0 w 826221"/>
                  <a:gd name="connsiteY5" fmla="*/ 707959 h 806563"/>
                  <a:gd name="connsiteX6" fmla="*/ 51624 w 826221"/>
                  <a:gd name="connsiteY6" fmla="*/ 735009 h 806563"/>
                  <a:gd name="connsiteX7" fmla="*/ 520952 w 826221"/>
                  <a:gd name="connsiteY7" fmla="*/ 778825 h 806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6221" h="806563">
                    <a:moveTo>
                      <a:pt x="520952" y="778825"/>
                    </a:moveTo>
                    <a:cubicBezTo>
                      <a:pt x="941835" y="632837"/>
                      <a:pt x="988393" y="-38149"/>
                      <a:pt x="270457" y="4887"/>
                    </a:cubicBezTo>
                    <a:lnTo>
                      <a:pt x="265990" y="0"/>
                    </a:lnTo>
                    <a:lnTo>
                      <a:pt x="245187" y="94736"/>
                    </a:lnTo>
                    <a:cubicBezTo>
                      <a:pt x="210438" y="258874"/>
                      <a:pt x="179755" y="406991"/>
                      <a:pt x="42534" y="638918"/>
                    </a:cubicBezTo>
                    <a:lnTo>
                      <a:pt x="0" y="707959"/>
                    </a:lnTo>
                    <a:lnTo>
                      <a:pt x="51624" y="735009"/>
                    </a:lnTo>
                    <a:cubicBezTo>
                      <a:pt x="234733" y="819167"/>
                      <a:pt x="394687" y="822620"/>
                      <a:pt x="520952" y="778825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50785F81-05F9-09D2-29CD-094BB5A40EB5}"/>
                  </a:ext>
                </a:extLst>
              </p:cNvPr>
              <p:cNvSpPr/>
              <p:nvPr/>
            </p:nvSpPr>
            <p:spPr>
              <a:xfrm rot="20596627" flipV="1">
                <a:off x="7916219" y="3980220"/>
                <a:ext cx="205980" cy="289720"/>
              </a:xfrm>
              <a:custGeom>
                <a:avLst/>
                <a:gdLst>
                  <a:gd name="connsiteX0" fmla="*/ 175555 w 205980"/>
                  <a:gd name="connsiteY0" fmla="*/ 289720 h 289720"/>
                  <a:gd name="connsiteX1" fmla="*/ 183165 w 205980"/>
                  <a:gd name="connsiteY1" fmla="*/ 259588 h 289720"/>
                  <a:gd name="connsiteX2" fmla="*/ 176259 w 205980"/>
                  <a:gd name="connsiteY2" fmla="*/ 2432 h 289720"/>
                  <a:gd name="connsiteX3" fmla="*/ 44898 w 205980"/>
                  <a:gd name="connsiteY3" fmla="*/ 94717 h 289720"/>
                  <a:gd name="connsiteX4" fmla="*/ 0 w 205980"/>
                  <a:gd name="connsiteY4" fmla="*/ 156475 h 289720"/>
                  <a:gd name="connsiteX5" fmla="*/ 20464 w 205980"/>
                  <a:gd name="connsiteY5" fmla="*/ 175279 h 289720"/>
                  <a:gd name="connsiteX6" fmla="*/ 120739 w 205980"/>
                  <a:gd name="connsiteY6" fmla="*/ 253927 h 289720"/>
                  <a:gd name="connsiteX7" fmla="*/ 175555 w 205980"/>
                  <a:gd name="connsiteY7" fmla="*/ 289720 h 28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5980" h="289720">
                    <a:moveTo>
                      <a:pt x="175555" y="289720"/>
                    </a:moveTo>
                    <a:lnTo>
                      <a:pt x="183165" y="259588"/>
                    </a:lnTo>
                    <a:cubicBezTo>
                      <a:pt x="214566" y="115895"/>
                      <a:pt x="214746" y="18823"/>
                      <a:pt x="176259" y="2432"/>
                    </a:cubicBezTo>
                    <a:cubicBezTo>
                      <a:pt x="147395" y="-9861"/>
                      <a:pt x="100880" y="24974"/>
                      <a:pt x="44898" y="94717"/>
                    </a:cubicBezTo>
                    <a:lnTo>
                      <a:pt x="0" y="156475"/>
                    </a:lnTo>
                    <a:lnTo>
                      <a:pt x="20464" y="175279"/>
                    </a:lnTo>
                    <a:cubicBezTo>
                      <a:pt x="54402" y="204150"/>
                      <a:pt x="87843" y="230314"/>
                      <a:pt x="120739" y="253927"/>
                    </a:cubicBezTo>
                    <a:lnTo>
                      <a:pt x="175555" y="28972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3C57D90-C570-4D76-2AAC-CC09A4F11F72}"/>
                  </a:ext>
                </a:extLst>
              </p:cNvPr>
              <p:cNvSpPr/>
              <p:nvPr/>
            </p:nvSpPr>
            <p:spPr>
              <a:xfrm rot="20596627" flipV="1">
                <a:off x="7767732" y="4205063"/>
                <a:ext cx="223338" cy="364094"/>
              </a:xfrm>
              <a:custGeom>
                <a:avLst/>
                <a:gdLst>
                  <a:gd name="connsiteX0" fmla="*/ 174131 w 223338"/>
                  <a:gd name="connsiteY0" fmla="*/ 364094 h 364094"/>
                  <a:gd name="connsiteX1" fmla="*/ 200523 w 223338"/>
                  <a:gd name="connsiteY1" fmla="*/ 259588 h 364094"/>
                  <a:gd name="connsiteX2" fmla="*/ 193617 w 223338"/>
                  <a:gd name="connsiteY2" fmla="*/ 2432 h 364094"/>
                  <a:gd name="connsiteX3" fmla="*/ 3423 w 223338"/>
                  <a:gd name="connsiteY3" fmla="*/ 175644 h 364094"/>
                  <a:gd name="connsiteX4" fmla="*/ 0 w 223338"/>
                  <a:gd name="connsiteY4" fmla="*/ 181129 h 364094"/>
                  <a:gd name="connsiteX5" fmla="*/ 29232 w 223338"/>
                  <a:gd name="connsiteY5" fmla="*/ 216246 h 364094"/>
                  <a:gd name="connsiteX6" fmla="*/ 135179 w 223338"/>
                  <a:gd name="connsiteY6" fmla="*/ 328300 h 364094"/>
                  <a:gd name="connsiteX7" fmla="*/ 174131 w 223338"/>
                  <a:gd name="connsiteY7" fmla="*/ 364094 h 364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338" h="364094">
                    <a:moveTo>
                      <a:pt x="174131" y="364094"/>
                    </a:moveTo>
                    <a:lnTo>
                      <a:pt x="200523" y="259588"/>
                    </a:lnTo>
                    <a:cubicBezTo>
                      <a:pt x="231924" y="115894"/>
                      <a:pt x="232104" y="18823"/>
                      <a:pt x="193617" y="2432"/>
                    </a:cubicBezTo>
                    <a:cubicBezTo>
                      <a:pt x="155131" y="-13959"/>
                      <a:pt x="85267" y="53434"/>
                      <a:pt x="3423" y="175644"/>
                    </a:cubicBezTo>
                    <a:lnTo>
                      <a:pt x="0" y="181129"/>
                    </a:lnTo>
                    <a:lnTo>
                      <a:pt x="29232" y="216246"/>
                    </a:lnTo>
                    <a:cubicBezTo>
                      <a:pt x="64964" y="256562"/>
                      <a:pt x="100295" y="293861"/>
                      <a:pt x="135179" y="328300"/>
                    </a:cubicBezTo>
                    <a:lnTo>
                      <a:pt x="174131" y="364094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Rectangle 29">
              <a:extLst>
                <a:ext uri="{FF2B5EF4-FFF2-40B4-BE49-F238E27FC236}">
                  <a16:creationId xmlns:a16="http://schemas.microsoft.com/office/drawing/2014/main" id="{3118FFF8-1D15-27A1-3B4A-45D57ACFAC7D}"/>
                </a:ext>
              </a:extLst>
            </p:cNvPr>
            <p:cNvSpPr/>
            <p:nvPr/>
          </p:nvSpPr>
          <p:spPr>
            <a:xfrm>
              <a:off x="4920095" y="3759201"/>
              <a:ext cx="3082555" cy="2434950"/>
            </a:xfrm>
            <a:custGeom>
              <a:avLst/>
              <a:gdLst>
                <a:gd name="connsiteX0" fmla="*/ 0 w 919248"/>
                <a:gd name="connsiteY0" fmla="*/ 0 h 1257784"/>
                <a:gd name="connsiteX1" fmla="*/ 919248 w 919248"/>
                <a:gd name="connsiteY1" fmla="*/ 0 h 1257784"/>
                <a:gd name="connsiteX2" fmla="*/ 919248 w 919248"/>
                <a:gd name="connsiteY2" fmla="*/ 1257784 h 1257784"/>
                <a:gd name="connsiteX3" fmla="*/ 0 w 919248"/>
                <a:gd name="connsiteY3" fmla="*/ 1257784 h 1257784"/>
                <a:gd name="connsiteX4" fmla="*/ 0 w 919248"/>
                <a:gd name="connsiteY4" fmla="*/ 0 h 1257784"/>
                <a:gd name="connsiteX0" fmla="*/ 165100 w 919248"/>
                <a:gd name="connsiteY0" fmla="*/ 330200 h 1257784"/>
                <a:gd name="connsiteX1" fmla="*/ 919248 w 919248"/>
                <a:gd name="connsiteY1" fmla="*/ 0 h 1257784"/>
                <a:gd name="connsiteX2" fmla="*/ 919248 w 919248"/>
                <a:gd name="connsiteY2" fmla="*/ 1257784 h 1257784"/>
                <a:gd name="connsiteX3" fmla="*/ 0 w 919248"/>
                <a:gd name="connsiteY3" fmla="*/ 1257784 h 1257784"/>
                <a:gd name="connsiteX4" fmla="*/ 165100 w 919248"/>
                <a:gd name="connsiteY4" fmla="*/ 330200 h 1257784"/>
                <a:gd name="connsiteX0" fmla="*/ 165100 w 1541548"/>
                <a:gd name="connsiteY0" fmla="*/ 0 h 927584"/>
                <a:gd name="connsiteX1" fmla="*/ 1541548 w 1541548"/>
                <a:gd name="connsiteY1" fmla="*/ 50800 h 927584"/>
                <a:gd name="connsiteX2" fmla="*/ 919248 w 1541548"/>
                <a:gd name="connsiteY2" fmla="*/ 927584 h 927584"/>
                <a:gd name="connsiteX3" fmla="*/ 0 w 1541548"/>
                <a:gd name="connsiteY3" fmla="*/ 927584 h 927584"/>
                <a:gd name="connsiteX4" fmla="*/ 165100 w 1541548"/>
                <a:gd name="connsiteY4" fmla="*/ 0 h 927584"/>
                <a:gd name="connsiteX0" fmla="*/ 165100 w 2582948"/>
                <a:gd name="connsiteY0" fmla="*/ 0 h 1676884"/>
                <a:gd name="connsiteX1" fmla="*/ 1541548 w 2582948"/>
                <a:gd name="connsiteY1" fmla="*/ 50800 h 1676884"/>
                <a:gd name="connsiteX2" fmla="*/ 2582948 w 2582948"/>
                <a:gd name="connsiteY2" fmla="*/ 1676884 h 1676884"/>
                <a:gd name="connsiteX3" fmla="*/ 0 w 2582948"/>
                <a:gd name="connsiteY3" fmla="*/ 927584 h 1676884"/>
                <a:gd name="connsiteX4" fmla="*/ 165100 w 2582948"/>
                <a:gd name="connsiteY4" fmla="*/ 0 h 1676884"/>
                <a:gd name="connsiteX0" fmla="*/ 342900 w 2760748"/>
                <a:gd name="connsiteY0" fmla="*/ 0 h 1714984"/>
                <a:gd name="connsiteX1" fmla="*/ 1719348 w 2760748"/>
                <a:gd name="connsiteY1" fmla="*/ 50800 h 1714984"/>
                <a:gd name="connsiteX2" fmla="*/ 2760748 w 2760748"/>
                <a:gd name="connsiteY2" fmla="*/ 1676884 h 1714984"/>
                <a:gd name="connsiteX3" fmla="*/ 0 w 2760748"/>
                <a:gd name="connsiteY3" fmla="*/ 1714984 h 1714984"/>
                <a:gd name="connsiteX4" fmla="*/ 342900 w 2760748"/>
                <a:gd name="connsiteY4" fmla="*/ 0 h 1714984"/>
                <a:gd name="connsiteX0" fmla="*/ 342900 w 2760748"/>
                <a:gd name="connsiteY0" fmla="*/ 0 h 2324100"/>
                <a:gd name="connsiteX1" fmla="*/ 1719348 w 2760748"/>
                <a:gd name="connsiteY1" fmla="*/ 50800 h 2324100"/>
                <a:gd name="connsiteX2" fmla="*/ 2760748 w 2760748"/>
                <a:gd name="connsiteY2" fmla="*/ 1676884 h 2324100"/>
                <a:gd name="connsiteX3" fmla="*/ 495300 w 2760748"/>
                <a:gd name="connsiteY3" fmla="*/ 2324100 h 2324100"/>
                <a:gd name="connsiteX4" fmla="*/ 0 w 2760748"/>
                <a:gd name="connsiteY4" fmla="*/ 1714984 h 2324100"/>
                <a:gd name="connsiteX5" fmla="*/ 342900 w 2760748"/>
                <a:gd name="connsiteY5" fmla="*/ 0 h 2324100"/>
                <a:gd name="connsiteX0" fmla="*/ 342900 w 2760748"/>
                <a:gd name="connsiteY0" fmla="*/ 0 h 2361715"/>
                <a:gd name="connsiteX1" fmla="*/ 1719348 w 2760748"/>
                <a:gd name="connsiteY1" fmla="*/ 50800 h 2361715"/>
                <a:gd name="connsiteX2" fmla="*/ 2760748 w 2760748"/>
                <a:gd name="connsiteY2" fmla="*/ 1676884 h 2361715"/>
                <a:gd name="connsiteX3" fmla="*/ 977900 w 2760748"/>
                <a:gd name="connsiteY3" fmla="*/ 2222500 h 2361715"/>
                <a:gd name="connsiteX4" fmla="*/ 495300 w 2760748"/>
                <a:gd name="connsiteY4" fmla="*/ 2324100 h 2361715"/>
                <a:gd name="connsiteX5" fmla="*/ 0 w 2760748"/>
                <a:gd name="connsiteY5" fmla="*/ 1714984 h 2361715"/>
                <a:gd name="connsiteX6" fmla="*/ 342900 w 2760748"/>
                <a:gd name="connsiteY6" fmla="*/ 0 h 2361715"/>
                <a:gd name="connsiteX0" fmla="*/ 342900 w 2762025"/>
                <a:gd name="connsiteY0" fmla="*/ 0 h 2351732"/>
                <a:gd name="connsiteX1" fmla="*/ 1719348 w 2762025"/>
                <a:gd name="connsiteY1" fmla="*/ 50800 h 2351732"/>
                <a:gd name="connsiteX2" fmla="*/ 2760748 w 2762025"/>
                <a:gd name="connsiteY2" fmla="*/ 1676884 h 2351732"/>
                <a:gd name="connsiteX3" fmla="*/ 1879600 w 2762025"/>
                <a:gd name="connsiteY3" fmla="*/ 2311400 h 2351732"/>
                <a:gd name="connsiteX4" fmla="*/ 977900 w 2762025"/>
                <a:gd name="connsiteY4" fmla="*/ 2222500 h 2351732"/>
                <a:gd name="connsiteX5" fmla="*/ 495300 w 2762025"/>
                <a:gd name="connsiteY5" fmla="*/ 2324100 h 2351732"/>
                <a:gd name="connsiteX6" fmla="*/ 0 w 2762025"/>
                <a:gd name="connsiteY6" fmla="*/ 1714984 h 2351732"/>
                <a:gd name="connsiteX7" fmla="*/ 342900 w 2762025"/>
                <a:gd name="connsiteY7" fmla="*/ 0 h 2351732"/>
                <a:gd name="connsiteX0" fmla="*/ 362404 w 2781529"/>
                <a:gd name="connsiteY0" fmla="*/ 0 h 2351732"/>
                <a:gd name="connsiteX1" fmla="*/ 1738852 w 2781529"/>
                <a:gd name="connsiteY1" fmla="*/ 50800 h 2351732"/>
                <a:gd name="connsiteX2" fmla="*/ 2780252 w 2781529"/>
                <a:gd name="connsiteY2" fmla="*/ 1676884 h 2351732"/>
                <a:gd name="connsiteX3" fmla="*/ 1899104 w 2781529"/>
                <a:gd name="connsiteY3" fmla="*/ 2311400 h 2351732"/>
                <a:gd name="connsiteX4" fmla="*/ 997404 w 2781529"/>
                <a:gd name="connsiteY4" fmla="*/ 2222500 h 2351732"/>
                <a:gd name="connsiteX5" fmla="*/ 514804 w 2781529"/>
                <a:gd name="connsiteY5" fmla="*/ 2324100 h 2351732"/>
                <a:gd name="connsiteX6" fmla="*/ 19504 w 2781529"/>
                <a:gd name="connsiteY6" fmla="*/ 1714984 h 2351732"/>
                <a:gd name="connsiteX7" fmla="*/ 362404 w 2781529"/>
                <a:gd name="connsiteY7" fmla="*/ 0 h 2351732"/>
                <a:gd name="connsiteX0" fmla="*/ 400050 w 2819175"/>
                <a:gd name="connsiteY0" fmla="*/ 0 h 2351732"/>
                <a:gd name="connsiteX1" fmla="*/ 1776498 w 2819175"/>
                <a:gd name="connsiteY1" fmla="*/ 50800 h 2351732"/>
                <a:gd name="connsiteX2" fmla="*/ 2817898 w 2819175"/>
                <a:gd name="connsiteY2" fmla="*/ 1676884 h 2351732"/>
                <a:gd name="connsiteX3" fmla="*/ 1936750 w 2819175"/>
                <a:gd name="connsiteY3" fmla="*/ 2311400 h 2351732"/>
                <a:gd name="connsiteX4" fmla="*/ 1035050 w 2819175"/>
                <a:gd name="connsiteY4" fmla="*/ 2222500 h 2351732"/>
                <a:gd name="connsiteX5" fmla="*/ 552450 w 2819175"/>
                <a:gd name="connsiteY5" fmla="*/ 2324100 h 2351732"/>
                <a:gd name="connsiteX6" fmla="*/ 0 w 2819175"/>
                <a:gd name="connsiteY6" fmla="*/ 1695934 h 2351732"/>
                <a:gd name="connsiteX7" fmla="*/ 400050 w 2819175"/>
                <a:gd name="connsiteY7" fmla="*/ 0 h 2351732"/>
                <a:gd name="connsiteX0" fmla="*/ 485177 w 2904302"/>
                <a:gd name="connsiteY0" fmla="*/ 0 h 2351732"/>
                <a:gd name="connsiteX1" fmla="*/ 1861625 w 2904302"/>
                <a:gd name="connsiteY1" fmla="*/ 50800 h 2351732"/>
                <a:gd name="connsiteX2" fmla="*/ 2903025 w 2904302"/>
                <a:gd name="connsiteY2" fmla="*/ 1676884 h 2351732"/>
                <a:gd name="connsiteX3" fmla="*/ 2021877 w 2904302"/>
                <a:gd name="connsiteY3" fmla="*/ 2311400 h 2351732"/>
                <a:gd name="connsiteX4" fmla="*/ 1120177 w 2904302"/>
                <a:gd name="connsiteY4" fmla="*/ 2222500 h 2351732"/>
                <a:gd name="connsiteX5" fmla="*/ 637577 w 2904302"/>
                <a:gd name="connsiteY5" fmla="*/ 2324100 h 2351732"/>
                <a:gd name="connsiteX6" fmla="*/ 85127 w 2904302"/>
                <a:gd name="connsiteY6" fmla="*/ 1695934 h 2351732"/>
                <a:gd name="connsiteX7" fmla="*/ 485177 w 2904302"/>
                <a:gd name="connsiteY7" fmla="*/ 0 h 2351732"/>
                <a:gd name="connsiteX0" fmla="*/ 556439 w 2975564"/>
                <a:gd name="connsiteY0" fmla="*/ 0 h 2351732"/>
                <a:gd name="connsiteX1" fmla="*/ 1932887 w 2975564"/>
                <a:gd name="connsiteY1" fmla="*/ 50800 h 2351732"/>
                <a:gd name="connsiteX2" fmla="*/ 2974287 w 2975564"/>
                <a:gd name="connsiteY2" fmla="*/ 1676884 h 2351732"/>
                <a:gd name="connsiteX3" fmla="*/ 2093139 w 2975564"/>
                <a:gd name="connsiteY3" fmla="*/ 2311400 h 2351732"/>
                <a:gd name="connsiteX4" fmla="*/ 1191439 w 2975564"/>
                <a:gd name="connsiteY4" fmla="*/ 2222500 h 2351732"/>
                <a:gd name="connsiteX5" fmla="*/ 708839 w 2975564"/>
                <a:gd name="connsiteY5" fmla="*/ 2324100 h 2351732"/>
                <a:gd name="connsiteX6" fmla="*/ 156389 w 2975564"/>
                <a:gd name="connsiteY6" fmla="*/ 1695934 h 2351732"/>
                <a:gd name="connsiteX7" fmla="*/ 556439 w 2975564"/>
                <a:gd name="connsiteY7" fmla="*/ 0 h 2351732"/>
                <a:gd name="connsiteX0" fmla="*/ 588382 w 3007507"/>
                <a:gd name="connsiteY0" fmla="*/ 0 h 2371412"/>
                <a:gd name="connsiteX1" fmla="*/ 1964830 w 3007507"/>
                <a:gd name="connsiteY1" fmla="*/ 50800 h 2371412"/>
                <a:gd name="connsiteX2" fmla="*/ 3006230 w 3007507"/>
                <a:gd name="connsiteY2" fmla="*/ 1676884 h 2371412"/>
                <a:gd name="connsiteX3" fmla="*/ 2125082 w 3007507"/>
                <a:gd name="connsiteY3" fmla="*/ 2311400 h 2371412"/>
                <a:gd name="connsiteX4" fmla="*/ 1223382 w 3007507"/>
                <a:gd name="connsiteY4" fmla="*/ 2222500 h 2371412"/>
                <a:gd name="connsiteX5" fmla="*/ 524882 w 3007507"/>
                <a:gd name="connsiteY5" fmla="*/ 2349500 h 2371412"/>
                <a:gd name="connsiteX6" fmla="*/ 188332 w 3007507"/>
                <a:gd name="connsiteY6" fmla="*/ 1695934 h 2371412"/>
                <a:gd name="connsiteX7" fmla="*/ 588382 w 3007507"/>
                <a:gd name="connsiteY7" fmla="*/ 0 h 2371412"/>
                <a:gd name="connsiteX0" fmla="*/ 586398 w 3005523"/>
                <a:gd name="connsiteY0" fmla="*/ 0 h 2371674"/>
                <a:gd name="connsiteX1" fmla="*/ 1962846 w 3005523"/>
                <a:gd name="connsiteY1" fmla="*/ 50800 h 2371674"/>
                <a:gd name="connsiteX2" fmla="*/ 3004246 w 3005523"/>
                <a:gd name="connsiteY2" fmla="*/ 1676884 h 2371674"/>
                <a:gd name="connsiteX3" fmla="*/ 2123098 w 3005523"/>
                <a:gd name="connsiteY3" fmla="*/ 2311400 h 2371674"/>
                <a:gd name="connsiteX4" fmla="*/ 1221398 w 3005523"/>
                <a:gd name="connsiteY4" fmla="*/ 2222500 h 2371674"/>
                <a:gd name="connsiteX5" fmla="*/ 522898 w 3005523"/>
                <a:gd name="connsiteY5" fmla="*/ 2349500 h 2371674"/>
                <a:gd name="connsiteX6" fmla="*/ 186348 w 3005523"/>
                <a:gd name="connsiteY6" fmla="*/ 1695934 h 2371674"/>
                <a:gd name="connsiteX7" fmla="*/ 586398 w 3005523"/>
                <a:gd name="connsiteY7" fmla="*/ 0 h 2371674"/>
                <a:gd name="connsiteX0" fmla="*/ 551120 w 2970245"/>
                <a:gd name="connsiteY0" fmla="*/ 0 h 2371412"/>
                <a:gd name="connsiteX1" fmla="*/ 1927568 w 2970245"/>
                <a:gd name="connsiteY1" fmla="*/ 50800 h 2371412"/>
                <a:gd name="connsiteX2" fmla="*/ 2968968 w 2970245"/>
                <a:gd name="connsiteY2" fmla="*/ 1676884 h 2371412"/>
                <a:gd name="connsiteX3" fmla="*/ 2087820 w 2970245"/>
                <a:gd name="connsiteY3" fmla="*/ 2311400 h 2371412"/>
                <a:gd name="connsiteX4" fmla="*/ 1186120 w 2970245"/>
                <a:gd name="connsiteY4" fmla="*/ 2222500 h 2371412"/>
                <a:gd name="connsiteX5" fmla="*/ 487620 w 2970245"/>
                <a:gd name="connsiteY5" fmla="*/ 2349500 h 2371412"/>
                <a:gd name="connsiteX6" fmla="*/ 151070 w 2970245"/>
                <a:gd name="connsiteY6" fmla="*/ 1695934 h 2371412"/>
                <a:gd name="connsiteX7" fmla="*/ 551120 w 2970245"/>
                <a:gd name="connsiteY7" fmla="*/ 0 h 2371412"/>
                <a:gd name="connsiteX0" fmla="*/ 551120 w 2970245"/>
                <a:gd name="connsiteY0" fmla="*/ 0 h 2398666"/>
                <a:gd name="connsiteX1" fmla="*/ 1927568 w 2970245"/>
                <a:gd name="connsiteY1" fmla="*/ 50800 h 2398666"/>
                <a:gd name="connsiteX2" fmla="*/ 2968968 w 2970245"/>
                <a:gd name="connsiteY2" fmla="*/ 1676884 h 2398666"/>
                <a:gd name="connsiteX3" fmla="*/ 2087820 w 2970245"/>
                <a:gd name="connsiteY3" fmla="*/ 2311400 h 2398666"/>
                <a:gd name="connsiteX4" fmla="*/ 1186120 w 2970245"/>
                <a:gd name="connsiteY4" fmla="*/ 2222500 h 2398666"/>
                <a:gd name="connsiteX5" fmla="*/ 487620 w 2970245"/>
                <a:gd name="connsiteY5" fmla="*/ 2349500 h 2398666"/>
                <a:gd name="connsiteX6" fmla="*/ 151070 w 2970245"/>
                <a:gd name="connsiteY6" fmla="*/ 1695934 h 2398666"/>
                <a:gd name="connsiteX7" fmla="*/ 551120 w 2970245"/>
                <a:gd name="connsiteY7" fmla="*/ 0 h 2398666"/>
                <a:gd name="connsiteX0" fmla="*/ 551120 w 2970245"/>
                <a:gd name="connsiteY0" fmla="*/ 0 h 2423163"/>
                <a:gd name="connsiteX1" fmla="*/ 1927568 w 2970245"/>
                <a:gd name="connsiteY1" fmla="*/ 50800 h 2423163"/>
                <a:gd name="connsiteX2" fmla="*/ 2968968 w 2970245"/>
                <a:gd name="connsiteY2" fmla="*/ 1676884 h 2423163"/>
                <a:gd name="connsiteX3" fmla="*/ 2087820 w 2970245"/>
                <a:gd name="connsiteY3" fmla="*/ 2311400 h 2423163"/>
                <a:gd name="connsiteX4" fmla="*/ 1186120 w 2970245"/>
                <a:gd name="connsiteY4" fmla="*/ 2222500 h 2423163"/>
                <a:gd name="connsiteX5" fmla="*/ 487620 w 2970245"/>
                <a:gd name="connsiteY5" fmla="*/ 2349500 h 2423163"/>
                <a:gd name="connsiteX6" fmla="*/ 151070 w 2970245"/>
                <a:gd name="connsiteY6" fmla="*/ 1695934 h 2423163"/>
                <a:gd name="connsiteX7" fmla="*/ 551120 w 2970245"/>
                <a:gd name="connsiteY7" fmla="*/ 0 h 2423163"/>
                <a:gd name="connsiteX0" fmla="*/ 551120 w 2970243"/>
                <a:gd name="connsiteY0" fmla="*/ 0 h 2434950"/>
                <a:gd name="connsiteX1" fmla="*/ 1927568 w 2970243"/>
                <a:gd name="connsiteY1" fmla="*/ 50800 h 2434950"/>
                <a:gd name="connsiteX2" fmla="*/ 2968968 w 2970243"/>
                <a:gd name="connsiteY2" fmla="*/ 1676884 h 2434950"/>
                <a:gd name="connsiteX3" fmla="*/ 2087820 w 2970243"/>
                <a:gd name="connsiteY3" fmla="*/ 2311400 h 2434950"/>
                <a:gd name="connsiteX4" fmla="*/ 1192470 w 2970243"/>
                <a:gd name="connsiteY4" fmla="*/ 2241550 h 2434950"/>
                <a:gd name="connsiteX5" fmla="*/ 487620 w 2970243"/>
                <a:gd name="connsiteY5" fmla="*/ 2349500 h 2434950"/>
                <a:gd name="connsiteX6" fmla="*/ 151070 w 2970243"/>
                <a:gd name="connsiteY6" fmla="*/ 1695934 h 2434950"/>
                <a:gd name="connsiteX7" fmla="*/ 551120 w 2970243"/>
                <a:gd name="connsiteY7" fmla="*/ 0 h 2434950"/>
                <a:gd name="connsiteX0" fmla="*/ 551120 w 2970243"/>
                <a:gd name="connsiteY0" fmla="*/ 0 h 2434950"/>
                <a:gd name="connsiteX1" fmla="*/ 1927568 w 2970243"/>
                <a:gd name="connsiteY1" fmla="*/ 50800 h 2434950"/>
                <a:gd name="connsiteX2" fmla="*/ 2968968 w 2970243"/>
                <a:gd name="connsiteY2" fmla="*/ 1676884 h 2434950"/>
                <a:gd name="connsiteX3" fmla="*/ 2087820 w 2970243"/>
                <a:gd name="connsiteY3" fmla="*/ 2311400 h 2434950"/>
                <a:gd name="connsiteX4" fmla="*/ 1192470 w 2970243"/>
                <a:gd name="connsiteY4" fmla="*/ 2241550 h 2434950"/>
                <a:gd name="connsiteX5" fmla="*/ 487620 w 2970243"/>
                <a:gd name="connsiteY5" fmla="*/ 2349500 h 2434950"/>
                <a:gd name="connsiteX6" fmla="*/ 151070 w 2970243"/>
                <a:gd name="connsiteY6" fmla="*/ 1695934 h 2434950"/>
                <a:gd name="connsiteX7" fmla="*/ 551120 w 2970243"/>
                <a:gd name="connsiteY7" fmla="*/ 0 h 2434950"/>
                <a:gd name="connsiteX0" fmla="*/ 548085 w 2967208"/>
                <a:gd name="connsiteY0" fmla="*/ 0 h 2434950"/>
                <a:gd name="connsiteX1" fmla="*/ 1924533 w 2967208"/>
                <a:gd name="connsiteY1" fmla="*/ 50800 h 2434950"/>
                <a:gd name="connsiteX2" fmla="*/ 2965933 w 2967208"/>
                <a:gd name="connsiteY2" fmla="*/ 1676884 h 2434950"/>
                <a:gd name="connsiteX3" fmla="*/ 2084785 w 2967208"/>
                <a:gd name="connsiteY3" fmla="*/ 2311400 h 2434950"/>
                <a:gd name="connsiteX4" fmla="*/ 1189435 w 2967208"/>
                <a:gd name="connsiteY4" fmla="*/ 2241550 h 2434950"/>
                <a:gd name="connsiteX5" fmla="*/ 503635 w 2967208"/>
                <a:gd name="connsiteY5" fmla="*/ 2343150 h 2434950"/>
                <a:gd name="connsiteX6" fmla="*/ 148035 w 2967208"/>
                <a:gd name="connsiteY6" fmla="*/ 1695934 h 2434950"/>
                <a:gd name="connsiteX7" fmla="*/ 548085 w 2967208"/>
                <a:gd name="connsiteY7" fmla="*/ 0 h 2434950"/>
                <a:gd name="connsiteX0" fmla="*/ 553604 w 2972727"/>
                <a:gd name="connsiteY0" fmla="*/ 0 h 2434950"/>
                <a:gd name="connsiteX1" fmla="*/ 1930052 w 2972727"/>
                <a:gd name="connsiteY1" fmla="*/ 50800 h 2434950"/>
                <a:gd name="connsiteX2" fmla="*/ 2971452 w 2972727"/>
                <a:gd name="connsiteY2" fmla="*/ 1676884 h 2434950"/>
                <a:gd name="connsiteX3" fmla="*/ 2090304 w 2972727"/>
                <a:gd name="connsiteY3" fmla="*/ 2311400 h 2434950"/>
                <a:gd name="connsiteX4" fmla="*/ 1194954 w 2972727"/>
                <a:gd name="connsiteY4" fmla="*/ 2241550 h 2434950"/>
                <a:gd name="connsiteX5" fmla="*/ 509154 w 2972727"/>
                <a:gd name="connsiteY5" fmla="*/ 2343150 h 2434950"/>
                <a:gd name="connsiteX6" fmla="*/ 153554 w 2972727"/>
                <a:gd name="connsiteY6" fmla="*/ 1695934 h 2434950"/>
                <a:gd name="connsiteX7" fmla="*/ 553604 w 2972727"/>
                <a:gd name="connsiteY7" fmla="*/ 0 h 2434950"/>
                <a:gd name="connsiteX0" fmla="*/ 553604 w 2973783"/>
                <a:gd name="connsiteY0" fmla="*/ 0 h 2434950"/>
                <a:gd name="connsiteX1" fmla="*/ 1930052 w 2973783"/>
                <a:gd name="connsiteY1" fmla="*/ 50800 h 2434950"/>
                <a:gd name="connsiteX2" fmla="*/ 2971452 w 2973783"/>
                <a:gd name="connsiteY2" fmla="*/ 1676884 h 2434950"/>
                <a:gd name="connsiteX3" fmla="*/ 2090304 w 2973783"/>
                <a:gd name="connsiteY3" fmla="*/ 2311400 h 2434950"/>
                <a:gd name="connsiteX4" fmla="*/ 1194954 w 2973783"/>
                <a:gd name="connsiteY4" fmla="*/ 2241550 h 2434950"/>
                <a:gd name="connsiteX5" fmla="*/ 509154 w 2973783"/>
                <a:gd name="connsiteY5" fmla="*/ 2343150 h 2434950"/>
                <a:gd name="connsiteX6" fmla="*/ 153554 w 2973783"/>
                <a:gd name="connsiteY6" fmla="*/ 1695934 h 2434950"/>
                <a:gd name="connsiteX7" fmla="*/ 553604 w 2973783"/>
                <a:gd name="connsiteY7" fmla="*/ 0 h 2434950"/>
                <a:gd name="connsiteX0" fmla="*/ 553604 w 3052397"/>
                <a:gd name="connsiteY0" fmla="*/ 0 h 2434950"/>
                <a:gd name="connsiteX1" fmla="*/ 1930052 w 3052397"/>
                <a:gd name="connsiteY1" fmla="*/ 50800 h 2434950"/>
                <a:gd name="connsiteX2" fmla="*/ 2971452 w 3052397"/>
                <a:gd name="connsiteY2" fmla="*/ 1676884 h 2434950"/>
                <a:gd name="connsiteX3" fmla="*/ 2090304 w 3052397"/>
                <a:gd name="connsiteY3" fmla="*/ 2311400 h 2434950"/>
                <a:gd name="connsiteX4" fmla="*/ 1194954 w 3052397"/>
                <a:gd name="connsiteY4" fmla="*/ 2241550 h 2434950"/>
                <a:gd name="connsiteX5" fmla="*/ 509154 w 3052397"/>
                <a:gd name="connsiteY5" fmla="*/ 2343150 h 2434950"/>
                <a:gd name="connsiteX6" fmla="*/ 153554 w 3052397"/>
                <a:gd name="connsiteY6" fmla="*/ 1695934 h 2434950"/>
                <a:gd name="connsiteX7" fmla="*/ 553604 w 3052397"/>
                <a:gd name="connsiteY7" fmla="*/ 0 h 2434950"/>
                <a:gd name="connsiteX0" fmla="*/ 553604 w 3084523"/>
                <a:gd name="connsiteY0" fmla="*/ 0 h 2434950"/>
                <a:gd name="connsiteX1" fmla="*/ 1930052 w 3084523"/>
                <a:gd name="connsiteY1" fmla="*/ 50800 h 2434950"/>
                <a:gd name="connsiteX2" fmla="*/ 2971452 w 3084523"/>
                <a:gd name="connsiteY2" fmla="*/ 1676884 h 2434950"/>
                <a:gd name="connsiteX3" fmla="*/ 2090304 w 3084523"/>
                <a:gd name="connsiteY3" fmla="*/ 2311400 h 2434950"/>
                <a:gd name="connsiteX4" fmla="*/ 1194954 w 3084523"/>
                <a:gd name="connsiteY4" fmla="*/ 2241550 h 2434950"/>
                <a:gd name="connsiteX5" fmla="*/ 509154 w 3084523"/>
                <a:gd name="connsiteY5" fmla="*/ 2343150 h 2434950"/>
                <a:gd name="connsiteX6" fmla="*/ 153554 w 3084523"/>
                <a:gd name="connsiteY6" fmla="*/ 1695934 h 2434950"/>
                <a:gd name="connsiteX7" fmla="*/ 553604 w 3084523"/>
                <a:gd name="connsiteY7" fmla="*/ 0 h 2434950"/>
                <a:gd name="connsiteX0" fmla="*/ 553604 w 3086287"/>
                <a:gd name="connsiteY0" fmla="*/ 0 h 2434950"/>
                <a:gd name="connsiteX1" fmla="*/ 1930052 w 3086287"/>
                <a:gd name="connsiteY1" fmla="*/ 50800 h 2434950"/>
                <a:gd name="connsiteX2" fmla="*/ 2971452 w 3086287"/>
                <a:gd name="connsiteY2" fmla="*/ 1676884 h 2434950"/>
                <a:gd name="connsiteX3" fmla="*/ 2090304 w 3086287"/>
                <a:gd name="connsiteY3" fmla="*/ 2311400 h 2434950"/>
                <a:gd name="connsiteX4" fmla="*/ 1194954 w 3086287"/>
                <a:gd name="connsiteY4" fmla="*/ 2241550 h 2434950"/>
                <a:gd name="connsiteX5" fmla="*/ 509154 w 3086287"/>
                <a:gd name="connsiteY5" fmla="*/ 2343150 h 2434950"/>
                <a:gd name="connsiteX6" fmla="*/ 153554 w 3086287"/>
                <a:gd name="connsiteY6" fmla="*/ 1695934 h 2434950"/>
                <a:gd name="connsiteX7" fmla="*/ 553604 w 3086287"/>
                <a:gd name="connsiteY7" fmla="*/ 0 h 2434950"/>
                <a:gd name="connsiteX0" fmla="*/ 553604 w 3079964"/>
                <a:gd name="connsiteY0" fmla="*/ 0 h 2434950"/>
                <a:gd name="connsiteX1" fmla="*/ 1841152 w 3079964"/>
                <a:gd name="connsiteY1" fmla="*/ 88900 h 2434950"/>
                <a:gd name="connsiteX2" fmla="*/ 2971452 w 3079964"/>
                <a:gd name="connsiteY2" fmla="*/ 1676884 h 2434950"/>
                <a:gd name="connsiteX3" fmla="*/ 2090304 w 3079964"/>
                <a:gd name="connsiteY3" fmla="*/ 2311400 h 2434950"/>
                <a:gd name="connsiteX4" fmla="*/ 1194954 w 3079964"/>
                <a:gd name="connsiteY4" fmla="*/ 2241550 h 2434950"/>
                <a:gd name="connsiteX5" fmla="*/ 509154 w 3079964"/>
                <a:gd name="connsiteY5" fmla="*/ 2343150 h 2434950"/>
                <a:gd name="connsiteX6" fmla="*/ 153554 w 3079964"/>
                <a:gd name="connsiteY6" fmla="*/ 1695934 h 2434950"/>
                <a:gd name="connsiteX7" fmla="*/ 553604 w 3079964"/>
                <a:gd name="connsiteY7" fmla="*/ 0 h 2434950"/>
                <a:gd name="connsiteX0" fmla="*/ 553604 w 3053021"/>
                <a:gd name="connsiteY0" fmla="*/ 0 h 2434950"/>
                <a:gd name="connsiteX1" fmla="*/ 1841152 w 3053021"/>
                <a:gd name="connsiteY1" fmla="*/ 88900 h 2434950"/>
                <a:gd name="connsiteX2" fmla="*/ 2971452 w 3053021"/>
                <a:gd name="connsiteY2" fmla="*/ 1676884 h 2434950"/>
                <a:gd name="connsiteX3" fmla="*/ 2090304 w 3053021"/>
                <a:gd name="connsiteY3" fmla="*/ 2311400 h 2434950"/>
                <a:gd name="connsiteX4" fmla="*/ 1194954 w 3053021"/>
                <a:gd name="connsiteY4" fmla="*/ 2241550 h 2434950"/>
                <a:gd name="connsiteX5" fmla="*/ 509154 w 3053021"/>
                <a:gd name="connsiteY5" fmla="*/ 2343150 h 2434950"/>
                <a:gd name="connsiteX6" fmla="*/ 153554 w 3053021"/>
                <a:gd name="connsiteY6" fmla="*/ 1695934 h 2434950"/>
                <a:gd name="connsiteX7" fmla="*/ 553604 w 3053021"/>
                <a:gd name="connsiteY7" fmla="*/ 0 h 2434950"/>
                <a:gd name="connsiteX0" fmla="*/ 553604 w 3082106"/>
                <a:gd name="connsiteY0" fmla="*/ 0 h 2434950"/>
                <a:gd name="connsiteX1" fmla="*/ 1841152 w 3082106"/>
                <a:gd name="connsiteY1" fmla="*/ 88900 h 2434950"/>
                <a:gd name="connsiteX2" fmla="*/ 2971452 w 3082106"/>
                <a:gd name="connsiteY2" fmla="*/ 1676884 h 2434950"/>
                <a:gd name="connsiteX3" fmla="*/ 2090304 w 3082106"/>
                <a:gd name="connsiteY3" fmla="*/ 2311400 h 2434950"/>
                <a:gd name="connsiteX4" fmla="*/ 1194954 w 3082106"/>
                <a:gd name="connsiteY4" fmla="*/ 2241550 h 2434950"/>
                <a:gd name="connsiteX5" fmla="*/ 509154 w 3082106"/>
                <a:gd name="connsiteY5" fmla="*/ 2343150 h 2434950"/>
                <a:gd name="connsiteX6" fmla="*/ 153554 w 3082106"/>
                <a:gd name="connsiteY6" fmla="*/ 1695934 h 2434950"/>
                <a:gd name="connsiteX7" fmla="*/ 553604 w 3082106"/>
                <a:gd name="connsiteY7" fmla="*/ 0 h 2434950"/>
                <a:gd name="connsiteX0" fmla="*/ 553604 w 3084175"/>
                <a:gd name="connsiteY0" fmla="*/ 0 h 2434950"/>
                <a:gd name="connsiteX1" fmla="*/ 1841152 w 3084175"/>
                <a:gd name="connsiteY1" fmla="*/ 88900 h 2434950"/>
                <a:gd name="connsiteX2" fmla="*/ 2971452 w 3084175"/>
                <a:gd name="connsiteY2" fmla="*/ 1676884 h 2434950"/>
                <a:gd name="connsiteX3" fmla="*/ 2090304 w 3084175"/>
                <a:gd name="connsiteY3" fmla="*/ 2311400 h 2434950"/>
                <a:gd name="connsiteX4" fmla="*/ 1194954 w 3084175"/>
                <a:gd name="connsiteY4" fmla="*/ 2241550 h 2434950"/>
                <a:gd name="connsiteX5" fmla="*/ 509154 w 3084175"/>
                <a:gd name="connsiteY5" fmla="*/ 2343150 h 2434950"/>
                <a:gd name="connsiteX6" fmla="*/ 153554 w 3084175"/>
                <a:gd name="connsiteY6" fmla="*/ 1695934 h 2434950"/>
                <a:gd name="connsiteX7" fmla="*/ 553604 w 3084175"/>
                <a:gd name="connsiteY7" fmla="*/ 0 h 2434950"/>
                <a:gd name="connsiteX0" fmla="*/ 553604 w 3080699"/>
                <a:gd name="connsiteY0" fmla="*/ 0 h 2434950"/>
                <a:gd name="connsiteX1" fmla="*/ 1790352 w 3080699"/>
                <a:gd name="connsiteY1" fmla="*/ 165100 h 2434950"/>
                <a:gd name="connsiteX2" fmla="*/ 2971452 w 3080699"/>
                <a:gd name="connsiteY2" fmla="*/ 1676884 h 2434950"/>
                <a:gd name="connsiteX3" fmla="*/ 2090304 w 3080699"/>
                <a:gd name="connsiteY3" fmla="*/ 2311400 h 2434950"/>
                <a:gd name="connsiteX4" fmla="*/ 1194954 w 3080699"/>
                <a:gd name="connsiteY4" fmla="*/ 2241550 h 2434950"/>
                <a:gd name="connsiteX5" fmla="*/ 509154 w 3080699"/>
                <a:gd name="connsiteY5" fmla="*/ 2343150 h 2434950"/>
                <a:gd name="connsiteX6" fmla="*/ 153554 w 3080699"/>
                <a:gd name="connsiteY6" fmla="*/ 1695934 h 2434950"/>
                <a:gd name="connsiteX7" fmla="*/ 553604 w 3080699"/>
                <a:gd name="connsiteY7" fmla="*/ 0 h 2434950"/>
                <a:gd name="connsiteX0" fmla="*/ 553604 w 3085655"/>
                <a:gd name="connsiteY0" fmla="*/ 0 h 2434950"/>
                <a:gd name="connsiteX1" fmla="*/ 1790352 w 3085655"/>
                <a:gd name="connsiteY1" fmla="*/ 165100 h 2434950"/>
                <a:gd name="connsiteX2" fmla="*/ 2971452 w 3085655"/>
                <a:gd name="connsiteY2" fmla="*/ 1676884 h 2434950"/>
                <a:gd name="connsiteX3" fmla="*/ 2090304 w 3085655"/>
                <a:gd name="connsiteY3" fmla="*/ 2311400 h 2434950"/>
                <a:gd name="connsiteX4" fmla="*/ 1194954 w 3085655"/>
                <a:gd name="connsiteY4" fmla="*/ 2241550 h 2434950"/>
                <a:gd name="connsiteX5" fmla="*/ 509154 w 3085655"/>
                <a:gd name="connsiteY5" fmla="*/ 2343150 h 2434950"/>
                <a:gd name="connsiteX6" fmla="*/ 153554 w 3085655"/>
                <a:gd name="connsiteY6" fmla="*/ 1695934 h 2434950"/>
                <a:gd name="connsiteX7" fmla="*/ 553604 w 3085655"/>
                <a:gd name="connsiteY7" fmla="*/ 0 h 2434950"/>
                <a:gd name="connsiteX0" fmla="*/ 553604 w 3076375"/>
                <a:gd name="connsiteY0" fmla="*/ 0 h 2434950"/>
                <a:gd name="connsiteX1" fmla="*/ 1650652 w 3076375"/>
                <a:gd name="connsiteY1" fmla="*/ 273050 h 2434950"/>
                <a:gd name="connsiteX2" fmla="*/ 2971452 w 3076375"/>
                <a:gd name="connsiteY2" fmla="*/ 1676884 h 2434950"/>
                <a:gd name="connsiteX3" fmla="*/ 2090304 w 3076375"/>
                <a:gd name="connsiteY3" fmla="*/ 2311400 h 2434950"/>
                <a:gd name="connsiteX4" fmla="*/ 1194954 w 3076375"/>
                <a:gd name="connsiteY4" fmla="*/ 2241550 h 2434950"/>
                <a:gd name="connsiteX5" fmla="*/ 509154 w 3076375"/>
                <a:gd name="connsiteY5" fmla="*/ 2343150 h 2434950"/>
                <a:gd name="connsiteX6" fmla="*/ 153554 w 3076375"/>
                <a:gd name="connsiteY6" fmla="*/ 1695934 h 2434950"/>
                <a:gd name="connsiteX7" fmla="*/ 553604 w 3076375"/>
                <a:gd name="connsiteY7" fmla="*/ 0 h 2434950"/>
                <a:gd name="connsiteX0" fmla="*/ 553604 w 3082555"/>
                <a:gd name="connsiteY0" fmla="*/ 0 h 2434950"/>
                <a:gd name="connsiteX1" fmla="*/ 1650652 w 3082555"/>
                <a:gd name="connsiteY1" fmla="*/ 273050 h 2434950"/>
                <a:gd name="connsiteX2" fmla="*/ 2971452 w 3082555"/>
                <a:gd name="connsiteY2" fmla="*/ 1676884 h 2434950"/>
                <a:gd name="connsiteX3" fmla="*/ 2090304 w 3082555"/>
                <a:gd name="connsiteY3" fmla="*/ 2311400 h 2434950"/>
                <a:gd name="connsiteX4" fmla="*/ 1194954 w 3082555"/>
                <a:gd name="connsiteY4" fmla="*/ 2241550 h 2434950"/>
                <a:gd name="connsiteX5" fmla="*/ 509154 w 3082555"/>
                <a:gd name="connsiteY5" fmla="*/ 2343150 h 2434950"/>
                <a:gd name="connsiteX6" fmla="*/ 153554 w 3082555"/>
                <a:gd name="connsiteY6" fmla="*/ 1695934 h 2434950"/>
                <a:gd name="connsiteX7" fmla="*/ 553604 w 3082555"/>
                <a:gd name="connsiteY7" fmla="*/ 0 h 2434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2555" h="2434950">
                  <a:moveTo>
                    <a:pt x="553604" y="0"/>
                  </a:moveTo>
                  <a:lnTo>
                    <a:pt x="1650652" y="273050"/>
                  </a:lnTo>
                  <a:cubicBezTo>
                    <a:pt x="2232735" y="122928"/>
                    <a:pt x="3456169" y="626856"/>
                    <a:pt x="2971452" y="1676884"/>
                  </a:cubicBezTo>
                  <a:cubicBezTo>
                    <a:pt x="3271211" y="2091751"/>
                    <a:pt x="2684837" y="2636389"/>
                    <a:pt x="2090304" y="2311400"/>
                  </a:cubicBezTo>
                  <a:cubicBezTo>
                    <a:pt x="1794221" y="2405511"/>
                    <a:pt x="1455304" y="2565400"/>
                    <a:pt x="1194954" y="2241550"/>
                  </a:cubicBezTo>
                  <a:cubicBezTo>
                    <a:pt x="1093354" y="2432050"/>
                    <a:pt x="634037" y="2400219"/>
                    <a:pt x="509154" y="2343150"/>
                  </a:cubicBezTo>
                  <a:cubicBezTo>
                    <a:pt x="299604" y="2470311"/>
                    <a:pt x="-271896" y="2152973"/>
                    <a:pt x="153554" y="1695934"/>
                  </a:cubicBezTo>
                  <a:cubicBezTo>
                    <a:pt x="45604" y="1327473"/>
                    <a:pt x="-68696" y="597061"/>
                    <a:pt x="553604" y="0"/>
                  </a:cubicBezTo>
                  <a:close/>
                </a:path>
              </a:pathLst>
            </a:custGeom>
            <a:solidFill>
              <a:srgbClr val="FC97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BC5828-041A-A905-8CB1-A8A5B63F6761}"/>
                </a:ext>
              </a:extLst>
            </p:cNvPr>
            <p:cNvGrpSpPr/>
            <p:nvPr/>
          </p:nvGrpSpPr>
          <p:grpSpPr>
            <a:xfrm>
              <a:off x="5175038" y="5584904"/>
              <a:ext cx="1073543" cy="571500"/>
              <a:chOff x="5174603" y="5568950"/>
              <a:chExt cx="1073543" cy="571500"/>
            </a:xfrm>
            <a:solidFill>
              <a:srgbClr val="FC9701"/>
            </a:solidFill>
          </p:grpSpPr>
          <p:sp>
            <p:nvSpPr>
              <p:cNvPr id="54" name="Rectangle 1">
                <a:extLst>
                  <a:ext uri="{FF2B5EF4-FFF2-40B4-BE49-F238E27FC236}">
                    <a16:creationId xmlns:a16="http://schemas.microsoft.com/office/drawing/2014/main" id="{835F37EF-F975-7CC9-4ACC-D046CB51D730}"/>
                  </a:ext>
                </a:extLst>
              </p:cNvPr>
              <p:cNvSpPr/>
              <p:nvPr/>
            </p:nvSpPr>
            <p:spPr>
              <a:xfrm>
                <a:off x="5174603" y="5568950"/>
                <a:ext cx="1073543" cy="571500"/>
              </a:xfrm>
              <a:custGeom>
                <a:avLst/>
                <a:gdLst>
                  <a:gd name="connsiteX0" fmla="*/ 0 w 725457"/>
                  <a:gd name="connsiteY0" fmla="*/ 0 h 215900"/>
                  <a:gd name="connsiteX1" fmla="*/ 725457 w 725457"/>
                  <a:gd name="connsiteY1" fmla="*/ 0 h 215900"/>
                  <a:gd name="connsiteX2" fmla="*/ 725457 w 725457"/>
                  <a:gd name="connsiteY2" fmla="*/ 215900 h 215900"/>
                  <a:gd name="connsiteX3" fmla="*/ 0 w 725457"/>
                  <a:gd name="connsiteY3" fmla="*/ 215900 h 215900"/>
                  <a:gd name="connsiteX4" fmla="*/ 0 w 725457"/>
                  <a:gd name="connsiteY4" fmla="*/ 0 h 215900"/>
                  <a:gd name="connsiteX0" fmla="*/ 0 w 769907"/>
                  <a:gd name="connsiteY0" fmla="*/ 0 h 266700"/>
                  <a:gd name="connsiteX1" fmla="*/ 769907 w 769907"/>
                  <a:gd name="connsiteY1" fmla="*/ 50800 h 266700"/>
                  <a:gd name="connsiteX2" fmla="*/ 769907 w 769907"/>
                  <a:gd name="connsiteY2" fmla="*/ 266700 h 266700"/>
                  <a:gd name="connsiteX3" fmla="*/ 44450 w 769907"/>
                  <a:gd name="connsiteY3" fmla="*/ 266700 h 266700"/>
                  <a:gd name="connsiteX4" fmla="*/ 0 w 769907"/>
                  <a:gd name="connsiteY4" fmla="*/ 0 h 2667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769907 w 1011207"/>
                  <a:gd name="connsiteY2" fmla="*/ 330200 h 330200"/>
                  <a:gd name="connsiteX3" fmla="*/ 44450 w 1011207"/>
                  <a:gd name="connsiteY3" fmla="*/ 330200 h 330200"/>
                  <a:gd name="connsiteX4" fmla="*/ 0 w 1011207"/>
                  <a:gd name="connsiteY4" fmla="*/ 63500 h 3302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44450 w 1011207"/>
                  <a:gd name="connsiteY2" fmla="*/ 330200 h 330200"/>
                  <a:gd name="connsiteX3" fmla="*/ 0 w 1011207"/>
                  <a:gd name="connsiteY3" fmla="*/ 63500 h 3302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74237"/>
                  <a:gd name="connsiteY0" fmla="*/ 63500 h 571500"/>
                  <a:gd name="connsiteX1" fmla="*/ 1031598 w 1074237"/>
                  <a:gd name="connsiteY1" fmla="*/ 0 h 571500"/>
                  <a:gd name="connsiteX2" fmla="*/ 541091 w 1074237"/>
                  <a:gd name="connsiteY2" fmla="*/ 571500 h 571500"/>
                  <a:gd name="connsiteX3" fmla="*/ 20391 w 1074237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030904 w 1122344"/>
                  <a:gd name="connsiteY0" fmla="*/ 0 h 571500"/>
                  <a:gd name="connsiteX1" fmla="*/ 540397 w 1122344"/>
                  <a:gd name="connsiteY1" fmla="*/ 571500 h 571500"/>
                  <a:gd name="connsiteX2" fmla="*/ 19697 w 1122344"/>
                  <a:gd name="connsiteY2" fmla="*/ 63500 h 571500"/>
                  <a:gd name="connsiteX3" fmla="*/ 1122344 w 1122344"/>
                  <a:gd name="connsiteY3" fmla="*/ 91440 h 571500"/>
                  <a:gd name="connsiteX0" fmla="*/ 1030904 w 1073543"/>
                  <a:gd name="connsiteY0" fmla="*/ 0 h 571500"/>
                  <a:gd name="connsiteX1" fmla="*/ 540397 w 1073543"/>
                  <a:gd name="connsiteY1" fmla="*/ 571500 h 571500"/>
                  <a:gd name="connsiteX2" fmla="*/ 19697 w 1073543"/>
                  <a:gd name="connsiteY2" fmla="*/ 63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3543" h="571500">
                    <a:moveTo>
                      <a:pt x="1030904" y="0"/>
                    </a:moveTo>
                    <a:cubicBezTo>
                      <a:pt x="1076952" y="139700"/>
                      <a:pt x="1211899" y="520700"/>
                      <a:pt x="540397" y="571500"/>
                    </a:cubicBezTo>
                    <a:cubicBezTo>
                      <a:pt x="-7820" y="535517"/>
                      <a:pt x="-35336" y="258233"/>
                      <a:pt x="19697" y="635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AD74A5D-53C3-924D-59F2-2AFF7D58447A}"/>
                  </a:ext>
                </a:extLst>
              </p:cNvPr>
              <p:cNvSpPr/>
              <p:nvPr/>
            </p:nvSpPr>
            <p:spPr>
              <a:xfrm>
                <a:off x="5483567" y="5725620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5CA6EFD7-11CD-CEAA-0AE4-8CB1A75760DA}"/>
                  </a:ext>
                </a:extLst>
              </p:cNvPr>
              <p:cNvSpPr/>
              <p:nvPr/>
            </p:nvSpPr>
            <p:spPr>
              <a:xfrm rot="20912357" flipH="1">
                <a:off x="5711399" y="5731786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5B6A31-AF26-DB39-9312-E732FEA6B4FD}"/>
                </a:ext>
              </a:extLst>
            </p:cNvPr>
            <p:cNvGrpSpPr/>
            <p:nvPr/>
          </p:nvGrpSpPr>
          <p:grpSpPr>
            <a:xfrm>
              <a:off x="4899970" y="4172844"/>
              <a:ext cx="3229525" cy="1645782"/>
              <a:chOff x="446203" y="3683636"/>
              <a:chExt cx="3229525" cy="1645782"/>
            </a:xfrm>
            <a:solidFill>
              <a:sysClr val="windowText" lastClr="000000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96540B7-986B-1058-EF25-157AD830FAEE}"/>
                  </a:ext>
                </a:extLst>
              </p:cNvPr>
              <p:cNvSpPr/>
              <p:nvPr/>
            </p:nvSpPr>
            <p:spPr>
              <a:xfrm rot="3172070" flipV="1">
                <a:off x="2354603" y="3488423"/>
                <a:ext cx="500855" cy="891281"/>
              </a:xfrm>
              <a:custGeom>
                <a:avLst/>
                <a:gdLst>
                  <a:gd name="connsiteX0" fmla="*/ 0 w 500855"/>
                  <a:gd name="connsiteY0" fmla="*/ 724520 h 891281"/>
                  <a:gd name="connsiteX1" fmla="*/ 92372 w 500855"/>
                  <a:gd name="connsiteY1" fmla="*/ 795155 h 891281"/>
                  <a:gd name="connsiteX2" fmla="*/ 219516 w 500855"/>
                  <a:gd name="connsiteY2" fmla="*/ 874007 h 891281"/>
                  <a:gd name="connsiteX3" fmla="*/ 255071 w 500855"/>
                  <a:gd name="connsiteY3" fmla="*/ 891281 h 891281"/>
                  <a:gd name="connsiteX4" fmla="*/ 297609 w 500855"/>
                  <a:gd name="connsiteY4" fmla="*/ 796471 h 891281"/>
                  <a:gd name="connsiteX5" fmla="*/ 471133 w 500855"/>
                  <a:gd name="connsiteY5" fmla="*/ 2432 h 891281"/>
                  <a:gd name="connsiteX6" fmla="*/ 18867 w 500855"/>
                  <a:gd name="connsiteY6" fmla="*/ 677757 h 891281"/>
                  <a:gd name="connsiteX7" fmla="*/ 0 w 500855"/>
                  <a:gd name="connsiteY7" fmla="*/ 724520 h 89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0855" h="891281">
                    <a:moveTo>
                      <a:pt x="0" y="724520"/>
                    </a:moveTo>
                    <a:lnTo>
                      <a:pt x="92372" y="795155"/>
                    </a:lnTo>
                    <a:cubicBezTo>
                      <a:pt x="133163" y="823337"/>
                      <a:pt x="175667" y="849769"/>
                      <a:pt x="219516" y="874007"/>
                    </a:cubicBezTo>
                    <a:lnTo>
                      <a:pt x="255071" y="891281"/>
                    </a:lnTo>
                    <a:lnTo>
                      <a:pt x="297609" y="796471"/>
                    </a:lnTo>
                    <a:cubicBezTo>
                      <a:pt x="470416" y="390718"/>
                      <a:pt x="548106" y="35214"/>
                      <a:pt x="471133" y="2432"/>
                    </a:cubicBezTo>
                    <a:cubicBezTo>
                      <a:pt x="394161" y="-30349"/>
                      <a:pt x="191675" y="272003"/>
                      <a:pt x="18867" y="677757"/>
                    </a:cubicBezTo>
                    <a:lnTo>
                      <a:pt x="0" y="72452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E573D89-19E1-1BA7-4F16-DAD81CBE1820}"/>
                  </a:ext>
                </a:extLst>
              </p:cNvPr>
              <p:cNvSpPr/>
              <p:nvPr/>
            </p:nvSpPr>
            <p:spPr>
              <a:xfrm rot="3172070" flipV="1">
                <a:off x="2725088" y="3769507"/>
                <a:ext cx="669471" cy="579688"/>
              </a:xfrm>
              <a:custGeom>
                <a:avLst/>
                <a:gdLst>
                  <a:gd name="connsiteX0" fmla="*/ 0 w 669471"/>
                  <a:gd name="connsiteY0" fmla="*/ 465560 h 579688"/>
                  <a:gd name="connsiteX1" fmla="*/ 64618 w 669471"/>
                  <a:gd name="connsiteY1" fmla="*/ 496953 h 579688"/>
                  <a:gd name="connsiteX2" fmla="*/ 350458 w 669471"/>
                  <a:gd name="connsiteY2" fmla="*/ 578265 h 579688"/>
                  <a:gd name="connsiteX3" fmla="*/ 370617 w 669471"/>
                  <a:gd name="connsiteY3" fmla="*/ 579688 h 579688"/>
                  <a:gd name="connsiteX4" fmla="*/ 446653 w 669471"/>
                  <a:gd name="connsiteY4" fmla="*/ 483569 h 579688"/>
                  <a:gd name="connsiteX5" fmla="*/ 653378 w 669471"/>
                  <a:gd name="connsiteY5" fmla="*/ 12220 h 579688"/>
                  <a:gd name="connsiteX6" fmla="*/ 94842 w 669471"/>
                  <a:gd name="connsiteY6" fmla="*/ 365986 h 579688"/>
                  <a:gd name="connsiteX7" fmla="*/ 0 w 669471"/>
                  <a:gd name="connsiteY7" fmla="*/ 465560 h 579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9471" h="579688">
                    <a:moveTo>
                      <a:pt x="0" y="465560"/>
                    </a:moveTo>
                    <a:lnTo>
                      <a:pt x="64618" y="496953"/>
                    </a:lnTo>
                    <a:cubicBezTo>
                      <a:pt x="156964" y="535773"/>
                      <a:pt x="253223" y="564054"/>
                      <a:pt x="350458" y="578265"/>
                    </a:cubicBezTo>
                    <a:lnTo>
                      <a:pt x="370617" y="579688"/>
                    </a:lnTo>
                    <a:lnTo>
                      <a:pt x="446653" y="483569"/>
                    </a:lnTo>
                    <a:cubicBezTo>
                      <a:pt x="619564" y="253397"/>
                      <a:pt x="708045" y="61988"/>
                      <a:pt x="653378" y="12220"/>
                    </a:cubicBezTo>
                    <a:cubicBezTo>
                      <a:pt x="589600" y="-45845"/>
                      <a:pt x="352115" y="108117"/>
                      <a:pt x="94842" y="365986"/>
                    </a:cubicBezTo>
                    <a:lnTo>
                      <a:pt x="0" y="46556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5EB376F6-A52E-5693-F475-FEB549AEF94C}"/>
                  </a:ext>
                </a:extLst>
              </p:cNvPr>
              <p:cNvSpPr/>
              <p:nvPr/>
            </p:nvSpPr>
            <p:spPr>
              <a:xfrm rot="3172070" flipV="1">
                <a:off x="441001" y="3999164"/>
                <a:ext cx="648395" cy="296560"/>
              </a:xfrm>
              <a:custGeom>
                <a:avLst/>
                <a:gdLst>
                  <a:gd name="connsiteX0" fmla="*/ 0 w 648395"/>
                  <a:gd name="connsiteY0" fmla="*/ 254035 h 296560"/>
                  <a:gd name="connsiteX1" fmla="*/ 141654 w 648395"/>
                  <a:gd name="connsiteY1" fmla="*/ 275426 h 296560"/>
                  <a:gd name="connsiteX2" fmla="*/ 647750 w 648395"/>
                  <a:gd name="connsiteY2" fmla="*/ 239755 h 296560"/>
                  <a:gd name="connsiteX3" fmla="*/ 199606 w 648395"/>
                  <a:gd name="connsiteY3" fmla="*/ 1907 h 296560"/>
                  <a:gd name="connsiteX4" fmla="*/ 192653 w 648395"/>
                  <a:gd name="connsiteY4" fmla="*/ 0 h 296560"/>
                  <a:gd name="connsiteX5" fmla="*/ 166690 w 648395"/>
                  <a:gd name="connsiteY5" fmla="*/ 26848 h 296560"/>
                  <a:gd name="connsiteX6" fmla="*/ 18986 w 648395"/>
                  <a:gd name="connsiteY6" fmla="*/ 221140 h 296560"/>
                  <a:gd name="connsiteX7" fmla="*/ 0 w 648395"/>
                  <a:gd name="connsiteY7" fmla="*/ 254035 h 296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8395" h="296560">
                    <a:moveTo>
                      <a:pt x="0" y="254035"/>
                    </a:moveTo>
                    <a:lnTo>
                      <a:pt x="141654" y="275426"/>
                    </a:lnTo>
                    <a:cubicBezTo>
                      <a:pt x="426811" y="312300"/>
                      <a:pt x="634724" y="301235"/>
                      <a:pt x="647750" y="239755"/>
                    </a:cubicBezTo>
                    <a:cubicBezTo>
                      <a:pt x="660776" y="178276"/>
                      <a:pt x="475215" y="83844"/>
                      <a:pt x="199606" y="1907"/>
                    </a:cubicBezTo>
                    <a:lnTo>
                      <a:pt x="192653" y="0"/>
                    </a:lnTo>
                    <a:lnTo>
                      <a:pt x="166690" y="26848"/>
                    </a:lnTo>
                    <a:cubicBezTo>
                      <a:pt x="114062" y="85509"/>
                      <a:pt x="64279" y="150082"/>
                      <a:pt x="18986" y="221140"/>
                    </a:cubicBezTo>
                    <a:lnTo>
                      <a:pt x="0" y="25403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CB939E3-AF05-8A6E-F9AD-E398C69F77E8}"/>
                  </a:ext>
                </a:extLst>
              </p:cNvPr>
              <p:cNvSpPr/>
              <p:nvPr/>
            </p:nvSpPr>
            <p:spPr>
              <a:xfrm rot="3172070" flipV="1">
                <a:off x="3152536" y="4229853"/>
                <a:ext cx="294979" cy="751405"/>
              </a:xfrm>
              <a:custGeom>
                <a:avLst/>
                <a:gdLst>
                  <a:gd name="connsiteX0" fmla="*/ 0 w 294979"/>
                  <a:gd name="connsiteY0" fmla="*/ 751405 h 751405"/>
                  <a:gd name="connsiteX1" fmla="*/ 10837 w 294979"/>
                  <a:gd name="connsiteY1" fmla="*/ 748377 h 751405"/>
                  <a:gd name="connsiteX2" fmla="*/ 278247 w 294979"/>
                  <a:gd name="connsiteY2" fmla="*/ 578911 h 751405"/>
                  <a:gd name="connsiteX3" fmla="*/ 294979 w 294979"/>
                  <a:gd name="connsiteY3" fmla="*/ 561788 h 751405"/>
                  <a:gd name="connsiteX4" fmla="*/ 290610 w 294979"/>
                  <a:gd name="connsiteY4" fmla="*/ 487711 h 751405"/>
                  <a:gd name="connsiteX5" fmla="*/ 150814 w 294979"/>
                  <a:gd name="connsiteY5" fmla="*/ 0 h 751405"/>
                  <a:gd name="connsiteX6" fmla="*/ 2180 w 294979"/>
                  <a:gd name="connsiteY6" fmla="*/ 637605 h 751405"/>
                  <a:gd name="connsiteX7" fmla="*/ 0 w 294979"/>
                  <a:gd name="connsiteY7" fmla="*/ 751405 h 751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979" h="751405">
                    <a:moveTo>
                      <a:pt x="0" y="751405"/>
                    </a:moveTo>
                    <a:lnTo>
                      <a:pt x="10837" y="748377"/>
                    </a:lnTo>
                    <a:cubicBezTo>
                      <a:pt x="104386" y="712432"/>
                      <a:pt x="194501" y="657121"/>
                      <a:pt x="278247" y="578911"/>
                    </a:cubicBezTo>
                    <a:lnTo>
                      <a:pt x="294979" y="561788"/>
                    </a:lnTo>
                    <a:lnTo>
                      <a:pt x="290610" y="487711"/>
                    </a:lnTo>
                    <a:cubicBezTo>
                      <a:pt x="267577" y="201104"/>
                      <a:pt x="213658" y="1"/>
                      <a:pt x="150814" y="0"/>
                    </a:cubicBezTo>
                    <a:cubicBezTo>
                      <a:pt x="77496" y="1"/>
                      <a:pt x="16326" y="273725"/>
                      <a:pt x="2180" y="637605"/>
                    </a:cubicBezTo>
                    <a:lnTo>
                      <a:pt x="0" y="75140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FF220589-D474-F6A5-8A7C-DC5FE24179D4}"/>
                  </a:ext>
                </a:extLst>
              </p:cNvPr>
              <p:cNvSpPr/>
              <p:nvPr/>
            </p:nvSpPr>
            <p:spPr>
              <a:xfrm rot="3172070" flipV="1">
                <a:off x="453590" y="4396428"/>
                <a:ext cx="701548" cy="509857"/>
              </a:xfrm>
              <a:custGeom>
                <a:avLst/>
                <a:gdLst>
                  <a:gd name="connsiteX0" fmla="*/ 0 w 701548"/>
                  <a:gd name="connsiteY0" fmla="*/ 194848 h 509857"/>
                  <a:gd name="connsiteX1" fmla="*/ 76490 w 701548"/>
                  <a:gd name="connsiteY1" fmla="*/ 248996 h 509857"/>
                  <a:gd name="connsiteX2" fmla="*/ 692682 w 701548"/>
                  <a:gd name="connsiteY2" fmla="*/ 488617 h 509857"/>
                  <a:gd name="connsiteX3" fmla="*/ 399082 w 701548"/>
                  <a:gd name="connsiteY3" fmla="*/ 65882 h 509857"/>
                  <a:gd name="connsiteX4" fmla="*/ 322093 w 701548"/>
                  <a:gd name="connsiteY4" fmla="*/ 0 h 509857"/>
                  <a:gd name="connsiteX5" fmla="*/ 190169 w 701548"/>
                  <a:gd name="connsiteY5" fmla="*/ 68426 h 509857"/>
                  <a:gd name="connsiteX6" fmla="*/ 18341 w 701548"/>
                  <a:gd name="connsiteY6" fmla="*/ 180470 h 509857"/>
                  <a:gd name="connsiteX7" fmla="*/ 0 w 701548"/>
                  <a:gd name="connsiteY7" fmla="*/ 194848 h 509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1548" h="509857">
                    <a:moveTo>
                      <a:pt x="0" y="194848"/>
                    </a:moveTo>
                    <a:lnTo>
                      <a:pt x="76490" y="248996"/>
                    </a:lnTo>
                    <a:cubicBezTo>
                      <a:pt x="378593" y="452512"/>
                      <a:pt x="641276" y="557873"/>
                      <a:pt x="692682" y="488617"/>
                    </a:cubicBezTo>
                    <a:cubicBezTo>
                      <a:pt x="736745" y="429255"/>
                      <a:pt x="613071" y="258461"/>
                      <a:pt x="399082" y="65882"/>
                    </a:cubicBezTo>
                    <a:lnTo>
                      <a:pt x="322093" y="0"/>
                    </a:lnTo>
                    <a:lnTo>
                      <a:pt x="190169" y="68426"/>
                    </a:lnTo>
                    <a:cubicBezTo>
                      <a:pt x="133618" y="101103"/>
                      <a:pt x="75793" y="138260"/>
                      <a:pt x="18341" y="180470"/>
                    </a:cubicBezTo>
                    <a:lnTo>
                      <a:pt x="0" y="194848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A6BA258-8E75-28CB-1A60-790A4C16308B}"/>
                  </a:ext>
                </a:extLst>
              </p:cNvPr>
              <p:cNvSpPr/>
              <p:nvPr/>
            </p:nvSpPr>
            <p:spPr>
              <a:xfrm rot="3172070" flipV="1">
                <a:off x="575245" y="4765015"/>
                <a:ext cx="435361" cy="693446"/>
              </a:xfrm>
              <a:custGeom>
                <a:avLst/>
                <a:gdLst>
                  <a:gd name="connsiteX0" fmla="*/ 36091 w 435361"/>
                  <a:gd name="connsiteY0" fmla="*/ 353117 h 693446"/>
                  <a:gd name="connsiteX1" fmla="*/ 416763 w 435361"/>
                  <a:gd name="connsiteY1" fmla="*/ 688427 h 693446"/>
                  <a:gd name="connsiteX2" fmla="*/ 197680 w 435361"/>
                  <a:gd name="connsiteY2" fmla="*/ 71527 h 693446"/>
                  <a:gd name="connsiteX3" fmla="*/ 153747 w 435361"/>
                  <a:gd name="connsiteY3" fmla="*/ 0 h 693446"/>
                  <a:gd name="connsiteX4" fmla="*/ 112992 w 435361"/>
                  <a:gd name="connsiteY4" fmla="*/ 41192 h 693446"/>
                  <a:gd name="connsiteX5" fmla="*/ 7780 w 435361"/>
                  <a:gd name="connsiteY5" fmla="*/ 300382 h 693446"/>
                  <a:gd name="connsiteX6" fmla="*/ 0 w 435361"/>
                  <a:gd name="connsiteY6" fmla="*/ 303486 h 693446"/>
                  <a:gd name="connsiteX7" fmla="*/ 36091 w 435361"/>
                  <a:gd name="connsiteY7" fmla="*/ 353117 h 693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5361" h="693446">
                    <a:moveTo>
                      <a:pt x="36091" y="353117"/>
                    </a:moveTo>
                    <a:cubicBezTo>
                      <a:pt x="210098" y="582015"/>
                      <a:pt x="363935" y="722283"/>
                      <a:pt x="416763" y="688427"/>
                    </a:cubicBezTo>
                    <a:cubicBezTo>
                      <a:pt x="478397" y="648928"/>
                      <a:pt x="382126" y="385514"/>
                      <a:pt x="197680" y="71527"/>
                    </a:cubicBezTo>
                    <a:lnTo>
                      <a:pt x="153747" y="0"/>
                    </a:lnTo>
                    <a:lnTo>
                      <a:pt x="112992" y="41192"/>
                    </a:lnTo>
                    <a:cubicBezTo>
                      <a:pt x="65352" y="100633"/>
                      <a:pt x="27945" y="185054"/>
                      <a:pt x="7780" y="300382"/>
                    </a:cubicBezTo>
                    <a:lnTo>
                      <a:pt x="0" y="303486"/>
                    </a:lnTo>
                    <a:lnTo>
                      <a:pt x="36091" y="35311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Oval 17">
              <a:extLst>
                <a:ext uri="{FF2B5EF4-FFF2-40B4-BE49-F238E27FC236}">
                  <a16:creationId xmlns:a16="http://schemas.microsoft.com/office/drawing/2014/main" id="{F585954E-9EA5-C2B3-C005-306AD97899A6}"/>
                </a:ext>
              </a:extLst>
            </p:cNvPr>
            <p:cNvSpPr/>
            <p:nvPr/>
          </p:nvSpPr>
          <p:spPr>
            <a:xfrm>
              <a:off x="3810176" y="353935"/>
              <a:ext cx="4828762" cy="3880440"/>
            </a:xfrm>
            <a:custGeom>
              <a:avLst/>
              <a:gdLst>
                <a:gd name="connsiteX0" fmla="*/ 0 w 4867422"/>
                <a:gd name="connsiteY0" fmla="*/ 1983545 h 3967089"/>
                <a:gd name="connsiteX1" fmla="*/ 2433711 w 4867422"/>
                <a:gd name="connsiteY1" fmla="*/ 0 h 3967089"/>
                <a:gd name="connsiteX2" fmla="*/ 4867422 w 4867422"/>
                <a:gd name="connsiteY2" fmla="*/ 1983545 h 3967089"/>
                <a:gd name="connsiteX3" fmla="*/ 2433711 w 4867422"/>
                <a:gd name="connsiteY3" fmla="*/ 3967090 h 3967089"/>
                <a:gd name="connsiteX4" fmla="*/ 0 w 4867422"/>
                <a:gd name="connsiteY4" fmla="*/ 1983545 h 3967089"/>
                <a:gd name="connsiteX0" fmla="*/ 0 w 4867422"/>
                <a:gd name="connsiteY0" fmla="*/ 1983545 h 3967090"/>
                <a:gd name="connsiteX1" fmla="*/ 2433711 w 4867422"/>
                <a:gd name="connsiteY1" fmla="*/ 0 h 3967090"/>
                <a:gd name="connsiteX2" fmla="*/ 4867422 w 4867422"/>
                <a:gd name="connsiteY2" fmla="*/ 1983545 h 3967090"/>
                <a:gd name="connsiteX3" fmla="*/ 2433711 w 4867422"/>
                <a:gd name="connsiteY3" fmla="*/ 3967090 h 3967090"/>
                <a:gd name="connsiteX4" fmla="*/ 0 w 4867422"/>
                <a:gd name="connsiteY4" fmla="*/ 1983545 h 3967090"/>
                <a:gd name="connsiteX0" fmla="*/ 0 w 4825219"/>
                <a:gd name="connsiteY0" fmla="*/ 1983545 h 3967090"/>
                <a:gd name="connsiteX1" fmla="*/ 2391508 w 4825219"/>
                <a:gd name="connsiteY1" fmla="*/ 0 h 3967090"/>
                <a:gd name="connsiteX2" fmla="*/ 4825219 w 4825219"/>
                <a:gd name="connsiteY2" fmla="*/ 1983545 h 3967090"/>
                <a:gd name="connsiteX3" fmla="*/ 2391508 w 4825219"/>
                <a:gd name="connsiteY3" fmla="*/ 3967090 h 3967090"/>
                <a:gd name="connsiteX4" fmla="*/ 0 w 4825219"/>
                <a:gd name="connsiteY4" fmla="*/ 1983545 h 3967090"/>
                <a:gd name="connsiteX0" fmla="*/ 0 w 4825219"/>
                <a:gd name="connsiteY0" fmla="*/ 1983545 h 3967090"/>
                <a:gd name="connsiteX1" fmla="*/ 2391508 w 4825219"/>
                <a:gd name="connsiteY1" fmla="*/ 0 h 3967090"/>
                <a:gd name="connsiteX2" fmla="*/ 4825219 w 4825219"/>
                <a:gd name="connsiteY2" fmla="*/ 1983545 h 3967090"/>
                <a:gd name="connsiteX3" fmla="*/ 2391508 w 4825219"/>
                <a:gd name="connsiteY3" fmla="*/ 3967090 h 3967090"/>
                <a:gd name="connsiteX4" fmla="*/ 0 w 4825219"/>
                <a:gd name="connsiteY4" fmla="*/ 1983545 h 3967090"/>
                <a:gd name="connsiteX0" fmla="*/ 0 w 4825219"/>
                <a:gd name="connsiteY0" fmla="*/ 1983545 h 3967090"/>
                <a:gd name="connsiteX1" fmla="*/ 2391508 w 4825219"/>
                <a:gd name="connsiteY1" fmla="*/ 0 h 3967090"/>
                <a:gd name="connsiteX2" fmla="*/ 4825219 w 4825219"/>
                <a:gd name="connsiteY2" fmla="*/ 1983545 h 3967090"/>
                <a:gd name="connsiteX3" fmla="*/ 2391508 w 4825219"/>
                <a:gd name="connsiteY3" fmla="*/ 3967090 h 3967090"/>
                <a:gd name="connsiteX4" fmla="*/ 0 w 4825219"/>
                <a:gd name="connsiteY4" fmla="*/ 1983545 h 3967090"/>
                <a:gd name="connsiteX0" fmla="*/ 2169 w 4827388"/>
                <a:gd name="connsiteY0" fmla="*/ 1983545 h 3967090"/>
                <a:gd name="connsiteX1" fmla="*/ 2393677 w 4827388"/>
                <a:gd name="connsiteY1" fmla="*/ 0 h 3967090"/>
                <a:gd name="connsiteX2" fmla="*/ 4827388 w 4827388"/>
                <a:gd name="connsiteY2" fmla="*/ 1983545 h 3967090"/>
                <a:gd name="connsiteX3" fmla="*/ 2393677 w 4827388"/>
                <a:gd name="connsiteY3" fmla="*/ 3967090 h 3967090"/>
                <a:gd name="connsiteX4" fmla="*/ 2169 w 4827388"/>
                <a:gd name="connsiteY4" fmla="*/ 1983545 h 3967090"/>
                <a:gd name="connsiteX0" fmla="*/ 2169 w 4827388"/>
                <a:gd name="connsiteY0" fmla="*/ 1983545 h 3967090"/>
                <a:gd name="connsiteX1" fmla="*/ 2393677 w 4827388"/>
                <a:gd name="connsiteY1" fmla="*/ 0 h 3967090"/>
                <a:gd name="connsiteX2" fmla="*/ 4827388 w 4827388"/>
                <a:gd name="connsiteY2" fmla="*/ 1983545 h 3967090"/>
                <a:gd name="connsiteX3" fmla="*/ 2393677 w 4827388"/>
                <a:gd name="connsiteY3" fmla="*/ 3967090 h 3967090"/>
                <a:gd name="connsiteX4" fmla="*/ 2169 w 4827388"/>
                <a:gd name="connsiteY4" fmla="*/ 1983545 h 3967090"/>
                <a:gd name="connsiteX0" fmla="*/ 2169 w 4827388"/>
                <a:gd name="connsiteY0" fmla="*/ 1983545 h 3967090"/>
                <a:gd name="connsiteX1" fmla="*/ 2393677 w 4827388"/>
                <a:gd name="connsiteY1" fmla="*/ 0 h 3967090"/>
                <a:gd name="connsiteX2" fmla="*/ 4827388 w 4827388"/>
                <a:gd name="connsiteY2" fmla="*/ 1983545 h 3967090"/>
                <a:gd name="connsiteX3" fmla="*/ 2393677 w 4827388"/>
                <a:gd name="connsiteY3" fmla="*/ 3967090 h 3967090"/>
                <a:gd name="connsiteX4" fmla="*/ 2169 w 4827388"/>
                <a:gd name="connsiteY4" fmla="*/ 1983545 h 3967090"/>
                <a:gd name="connsiteX0" fmla="*/ 2169 w 4828762"/>
                <a:gd name="connsiteY0" fmla="*/ 1983545 h 3967090"/>
                <a:gd name="connsiteX1" fmla="*/ 2393677 w 4828762"/>
                <a:gd name="connsiteY1" fmla="*/ 0 h 3967090"/>
                <a:gd name="connsiteX2" fmla="*/ 4827388 w 4828762"/>
                <a:gd name="connsiteY2" fmla="*/ 1983545 h 3967090"/>
                <a:gd name="connsiteX3" fmla="*/ 2393677 w 4828762"/>
                <a:gd name="connsiteY3" fmla="*/ 3967090 h 3967090"/>
                <a:gd name="connsiteX4" fmla="*/ 2169 w 4828762"/>
                <a:gd name="connsiteY4" fmla="*/ 1983545 h 3967090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53065 h 3880339"/>
                <a:gd name="connsiteX1" fmla="*/ 2378437 w 4828762"/>
                <a:gd name="connsiteY1" fmla="*/ 0 h 3880339"/>
                <a:gd name="connsiteX2" fmla="*/ 4827388 w 4828762"/>
                <a:gd name="connsiteY2" fmla="*/ 1953065 h 3880339"/>
                <a:gd name="connsiteX3" fmla="*/ 2393677 w 4828762"/>
                <a:gd name="connsiteY3" fmla="*/ 3880339 h 3880339"/>
                <a:gd name="connsiteX4" fmla="*/ 2169 w 4828762"/>
                <a:gd name="connsiteY4" fmla="*/ 1953065 h 3880339"/>
                <a:gd name="connsiteX0" fmla="*/ 2169 w 4828762"/>
                <a:gd name="connsiteY0" fmla="*/ 1953166 h 3880440"/>
                <a:gd name="connsiteX1" fmla="*/ 2378437 w 4828762"/>
                <a:gd name="connsiteY1" fmla="*/ 101 h 3880440"/>
                <a:gd name="connsiteX2" fmla="*/ 4827388 w 4828762"/>
                <a:gd name="connsiteY2" fmla="*/ 1953166 h 3880440"/>
                <a:gd name="connsiteX3" fmla="*/ 2393677 w 4828762"/>
                <a:gd name="connsiteY3" fmla="*/ 3880440 h 3880440"/>
                <a:gd name="connsiteX4" fmla="*/ 2169 w 4828762"/>
                <a:gd name="connsiteY4" fmla="*/ 1953166 h 3880440"/>
                <a:gd name="connsiteX0" fmla="*/ 2169 w 4828762"/>
                <a:gd name="connsiteY0" fmla="*/ 1953166 h 3880440"/>
                <a:gd name="connsiteX1" fmla="*/ 2378437 w 4828762"/>
                <a:gd name="connsiteY1" fmla="*/ 101 h 3880440"/>
                <a:gd name="connsiteX2" fmla="*/ 4827388 w 4828762"/>
                <a:gd name="connsiteY2" fmla="*/ 1953166 h 3880440"/>
                <a:gd name="connsiteX3" fmla="*/ 2393677 w 4828762"/>
                <a:gd name="connsiteY3" fmla="*/ 3880440 h 3880440"/>
                <a:gd name="connsiteX4" fmla="*/ 2169 w 4828762"/>
                <a:gd name="connsiteY4" fmla="*/ 1953166 h 388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8762" h="3880440">
                  <a:moveTo>
                    <a:pt x="2169" y="1953166"/>
                  </a:moveTo>
                  <a:cubicBezTo>
                    <a:pt x="32649" y="1688850"/>
                    <a:pt x="669212" y="-15139"/>
                    <a:pt x="2378437" y="101"/>
                  </a:cubicBezTo>
                  <a:cubicBezTo>
                    <a:pt x="4087662" y="15341"/>
                    <a:pt x="4787530" y="1681230"/>
                    <a:pt x="4827388" y="1953166"/>
                  </a:cubicBezTo>
                  <a:cubicBezTo>
                    <a:pt x="4883659" y="3358137"/>
                    <a:pt x="3197880" y="3880440"/>
                    <a:pt x="2393677" y="3880440"/>
                  </a:cubicBezTo>
                  <a:cubicBezTo>
                    <a:pt x="1589474" y="3880440"/>
                    <a:pt x="-68170" y="3358137"/>
                    <a:pt x="2169" y="1953166"/>
                  </a:cubicBezTo>
                  <a:close/>
                </a:path>
              </a:pathLst>
            </a:custGeom>
            <a:solidFill>
              <a:srgbClr val="FC97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30217113-800D-B407-7FAF-38793AB0D63E}"/>
                </a:ext>
              </a:extLst>
            </p:cNvPr>
            <p:cNvSpPr/>
            <p:nvPr/>
          </p:nvSpPr>
          <p:spPr>
            <a:xfrm>
              <a:off x="4401503" y="2699533"/>
              <a:ext cx="3676761" cy="1528542"/>
            </a:xfrm>
            <a:custGeom>
              <a:avLst/>
              <a:gdLst>
                <a:gd name="connsiteX0" fmla="*/ 0 w 2174899"/>
                <a:gd name="connsiteY0" fmla="*/ 0 h 559210"/>
                <a:gd name="connsiteX1" fmla="*/ 2174899 w 2174899"/>
                <a:gd name="connsiteY1" fmla="*/ 0 h 559210"/>
                <a:gd name="connsiteX2" fmla="*/ 2174899 w 2174899"/>
                <a:gd name="connsiteY2" fmla="*/ 559210 h 559210"/>
                <a:gd name="connsiteX3" fmla="*/ 0 w 2174899"/>
                <a:gd name="connsiteY3" fmla="*/ 559210 h 559210"/>
                <a:gd name="connsiteX4" fmla="*/ 0 w 2174899"/>
                <a:gd name="connsiteY4" fmla="*/ 0 h 559210"/>
                <a:gd name="connsiteX0" fmla="*/ 66675 w 2174899"/>
                <a:gd name="connsiteY0" fmla="*/ 0 h 902110"/>
                <a:gd name="connsiteX1" fmla="*/ 2174899 w 2174899"/>
                <a:gd name="connsiteY1" fmla="*/ 342900 h 902110"/>
                <a:gd name="connsiteX2" fmla="*/ 2174899 w 2174899"/>
                <a:gd name="connsiteY2" fmla="*/ 902110 h 902110"/>
                <a:gd name="connsiteX3" fmla="*/ 0 w 2174899"/>
                <a:gd name="connsiteY3" fmla="*/ 902110 h 902110"/>
                <a:gd name="connsiteX4" fmla="*/ 66675 w 2174899"/>
                <a:gd name="connsiteY4" fmla="*/ 0 h 902110"/>
                <a:gd name="connsiteX0" fmla="*/ 66675 w 2736874"/>
                <a:gd name="connsiteY0" fmla="*/ 0 h 902110"/>
                <a:gd name="connsiteX1" fmla="*/ 2736874 w 2736874"/>
                <a:gd name="connsiteY1" fmla="*/ 9525 h 902110"/>
                <a:gd name="connsiteX2" fmla="*/ 2174899 w 2736874"/>
                <a:gd name="connsiteY2" fmla="*/ 902110 h 902110"/>
                <a:gd name="connsiteX3" fmla="*/ 0 w 2736874"/>
                <a:gd name="connsiteY3" fmla="*/ 902110 h 902110"/>
                <a:gd name="connsiteX4" fmla="*/ 66675 w 2736874"/>
                <a:gd name="connsiteY4" fmla="*/ 0 h 902110"/>
                <a:gd name="connsiteX0" fmla="*/ 0 w 2670199"/>
                <a:gd name="connsiteY0" fmla="*/ 0 h 1349785"/>
                <a:gd name="connsiteX1" fmla="*/ 2670199 w 2670199"/>
                <a:gd name="connsiteY1" fmla="*/ 9525 h 1349785"/>
                <a:gd name="connsiteX2" fmla="*/ 2108224 w 2670199"/>
                <a:gd name="connsiteY2" fmla="*/ 902110 h 1349785"/>
                <a:gd name="connsiteX3" fmla="*/ 1657350 w 2670199"/>
                <a:gd name="connsiteY3" fmla="*/ 1349785 h 1349785"/>
                <a:gd name="connsiteX4" fmla="*/ 0 w 2670199"/>
                <a:gd name="connsiteY4" fmla="*/ 0 h 1349785"/>
                <a:gd name="connsiteX0" fmla="*/ 0 w 2670199"/>
                <a:gd name="connsiteY0" fmla="*/ 0 h 1349785"/>
                <a:gd name="connsiteX1" fmla="*/ 2670199 w 2670199"/>
                <a:gd name="connsiteY1" fmla="*/ 9525 h 1349785"/>
                <a:gd name="connsiteX2" fmla="*/ 2108224 w 2670199"/>
                <a:gd name="connsiteY2" fmla="*/ 902110 h 1349785"/>
                <a:gd name="connsiteX3" fmla="*/ 1657350 w 2670199"/>
                <a:gd name="connsiteY3" fmla="*/ 1349785 h 1349785"/>
                <a:gd name="connsiteX4" fmla="*/ 0 w 2670199"/>
                <a:gd name="connsiteY4" fmla="*/ 0 h 1349785"/>
                <a:gd name="connsiteX0" fmla="*/ 432599 w 3102798"/>
                <a:gd name="connsiteY0" fmla="*/ 0 h 1349785"/>
                <a:gd name="connsiteX1" fmla="*/ 3102798 w 3102798"/>
                <a:gd name="connsiteY1" fmla="*/ 9525 h 1349785"/>
                <a:gd name="connsiteX2" fmla="*/ 2540823 w 3102798"/>
                <a:gd name="connsiteY2" fmla="*/ 902110 h 1349785"/>
                <a:gd name="connsiteX3" fmla="*/ 2089949 w 3102798"/>
                <a:gd name="connsiteY3" fmla="*/ 1349785 h 1349785"/>
                <a:gd name="connsiteX4" fmla="*/ 432599 w 3102798"/>
                <a:gd name="connsiteY4" fmla="*/ 0 h 1349785"/>
                <a:gd name="connsiteX0" fmla="*/ 432599 w 3102798"/>
                <a:gd name="connsiteY0" fmla="*/ 0 h 1349785"/>
                <a:gd name="connsiteX1" fmla="*/ 3102798 w 3102798"/>
                <a:gd name="connsiteY1" fmla="*/ 9525 h 1349785"/>
                <a:gd name="connsiteX2" fmla="*/ 2089949 w 3102798"/>
                <a:gd name="connsiteY2" fmla="*/ 1349785 h 1349785"/>
                <a:gd name="connsiteX3" fmla="*/ 432599 w 3102798"/>
                <a:gd name="connsiteY3" fmla="*/ 0 h 1349785"/>
                <a:gd name="connsiteX0" fmla="*/ 432599 w 3347947"/>
                <a:gd name="connsiteY0" fmla="*/ 0 h 1349785"/>
                <a:gd name="connsiteX1" fmla="*/ 3102798 w 3347947"/>
                <a:gd name="connsiteY1" fmla="*/ 9525 h 1349785"/>
                <a:gd name="connsiteX2" fmla="*/ 2089949 w 3347947"/>
                <a:gd name="connsiteY2" fmla="*/ 1349785 h 1349785"/>
                <a:gd name="connsiteX3" fmla="*/ 432599 w 3347947"/>
                <a:gd name="connsiteY3" fmla="*/ 0 h 1349785"/>
                <a:gd name="connsiteX0" fmla="*/ 432599 w 3796626"/>
                <a:gd name="connsiteY0" fmla="*/ 2309 h 1352094"/>
                <a:gd name="connsiteX1" fmla="*/ 3102798 w 3796626"/>
                <a:gd name="connsiteY1" fmla="*/ 11834 h 1352094"/>
                <a:gd name="connsiteX2" fmla="*/ 2089949 w 3796626"/>
                <a:gd name="connsiteY2" fmla="*/ 1352094 h 1352094"/>
                <a:gd name="connsiteX3" fmla="*/ 432599 w 3796626"/>
                <a:gd name="connsiteY3" fmla="*/ 2309 h 1352094"/>
                <a:gd name="connsiteX0" fmla="*/ 473811 w 3785623"/>
                <a:gd name="connsiteY0" fmla="*/ 2197 h 1364682"/>
                <a:gd name="connsiteX1" fmla="*/ 3144010 w 3785623"/>
                <a:gd name="connsiteY1" fmla="*/ 11722 h 1364682"/>
                <a:gd name="connsiteX2" fmla="*/ 2004161 w 3785623"/>
                <a:gd name="connsiteY2" fmla="*/ 1364682 h 1364682"/>
                <a:gd name="connsiteX3" fmla="*/ 473811 w 3785623"/>
                <a:gd name="connsiteY3" fmla="*/ 2197 h 1364682"/>
                <a:gd name="connsiteX0" fmla="*/ 376116 w 3687928"/>
                <a:gd name="connsiteY0" fmla="*/ 2197 h 1364682"/>
                <a:gd name="connsiteX1" fmla="*/ 3046315 w 3687928"/>
                <a:gd name="connsiteY1" fmla="*/ 11722 h 1364682"/>
                <a:gd name="connsiteX2" fmla="*/ 1906466 w 3687928"/>
                <a:gd name="connsiteY2" fmla="*/ 1364682 h 1364682"/>
                <a:gd name="connsiteX3" fmla="*/ 376116 w 3687928"/>
                <a:gd name="connsiteY3" fmla="*/ 2197 h 1364682"/>
                <a:gd name="connsiteX0" fmla="*/ 369306 w 3691239"/>
                <a:gd name="connsiteY0" fmla="*/ 901 h 1528486"/>
                <a:gd name="connsiteX1" fmla="*/ 3039505 w 3691239"/>
                <a:gd name="connsiteY1" fmla="*/ 10426 h 1528486"/>
                <a:gd name="connsiteX2" fmla="*/ 1925056 w 3691239"/>
                <a:gd name="connsiteY2" fmla="*/ 1528486 h 1528486"/>
                <a:gd name="connsiteX3" fmla="*/ 369306 w 3691239"/>
                <a:gd name="connsiteY3" fmla="*/ 901 h 1528486"/>
                <a:gd name="connsiteX0" fmla="*/ 349721 w 3671654"/>
                <a:gd name="connsiteY0" fmla="*/ 901 h 1528542"/>
                <a:gd name="connsiteX1" fmla="*/ 3019920 w 3671654"/>
                <a:gd name="connsiteY1" fmla="*/ 10426 h 1528542"/>
                <a:gd name="connsiteX2" fmla="*/ 1905471 w 3671654"/>
                <a:gd name="connsiteY2" fmla="*/ 1528486 h 1528542"/>
                <a:gd name="connsiteX3" fmla="*/ 349721 w 3671654"/>
                <a:gd name="connsiteY3" fmla="*/ 901 h 1528542"/>
                <a:gd name="connsiteX0" fmla="*/ 345029 w 3674658"/>
                <a:gd name="connsiteY0" fmla="*/ 901 h 1528542"/>
                <a:gd name="connsiteX1" fmla="*/ 3015228 w 3674658"/>
                <a:gd name="connsiteY1" fmla="*/ 10426 h 1528542"/>
                <a:gd name="connsiteX2" fmla="*/ 1919829 w 3674658"/>
                <a:gd name="connsiteY2" fmla="*/ 1528486 h 1528542"/>
                <a:gd name="connsiteX3" fmla="*/ 345029 w 3674658"/>
                <a:gd name="connsiteY3" fmla="*/ 901 h 1528542"/>
                <a:gd name="connsiteX0" fmla="*/ 341950 w 3676761"/>
                <a:gd name="connsiteY0" fmla="*/ 901 h 1528542"/>
                <a:gd name="connsiteX1" fmla="*/ 3012149 w 3676761"/>
                <a:gd name="connsiteY1" fmla="*/ 10426 h 1528542"/>
                <a:gd name="connsiteX2" fmla="*/ 1929450 w 3676761"/>
                <a:gd name="connsiteY2" fmla="*/ 1528486 h 1528542"/>
                <a:gd name="connsiteX3" fmla="*/ 341950 w 3676761"/>
                <a:gd name="connsiteY3" fmla="*/ 901 h 1528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76761" h="1528542">
                  <a:moveTo>
                    <a:pt x="341950" y="901"/>
                  </a:moveTo>
                  <a:lnTo>
                    <a:pt x="3012149" y="10426"/>
                  </a:lnTo>
                  <a:cubicBezTo>
                    <a:pt x="3884208" y="-133371"/>
                    <a:pt x="4229216" y="1253183"/>
                    <a:pt x="1929450" y="1528486"/>
                  </a:cubicBezTo>
                  <a:cubicBezTo>
                    <a:pt x="-86675" y="1538933"/>
                    <a:pt x="-343850" y="88879"/>
                    <a:pt x="341950" y="901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6AA4C0D-4179-3302-CA87-93BC50346670}"/>
                </a:ext>
              </a:extLst>
            </p:cNvPr>
            <p:cNvSpPr/>
            <p:nvPr/>
          </p:nvSpPr>
          <p:spPr>
            <a:xfrm>
              <a:off x="5715000" y="5143500"/>
              <a:ext cx="1625600" cy="442236"/>
            </a:xfrm>
            <a:custGeom>
              <a:avLst/>
              <a:gdLst>
                <a:gd name="connsiteX0" fmla="*/ 0 w 1625600"/>
                <a:gd name="connsiteY0" fmla="*/ 0 h 419100"/>
                <a:gd name="connsiteX1" fmla="*/ 1625600 w 1625600"/>
                <a:gd name="connsiteY1" fmla="*/ 419100 h 419100"/>
                <a:gd name="connsiteX2" fmla="*/ 1625600 w 1625600"/>
                <a:gd name="connsiteY2" fmla="*/ 419100 h 419100"/>
                <a:gd name="connsiteX0" fmla="*/ 0 w 1625600"/>
                <a:gd name="connsiteY0" fmla="*/ 0 h 419100"/>
                <a:gd name="connsiteX1" fmla="*/ 1625600 w 1625600"/>
                <a:gd name="connsiteY1" fmla="*/ 419100 h 419100"/>
                <a:gd name="connsiteX2" fmla="*/ 1625600 w 1625600"/>
                <a:gd name="connsiteY2" fmla="*/ 419100 h 419100"/>
                <a:gd name="connsiteX0" fmla="*/ 0 w 1625600"/>
                <a:gd name="connsiteY0" fmla="*/ 0 h 442236"/>
                <a:gd name="connsiteX1" fmla="*/ 1625600 w 1625600"/>
                <a:gd name="connsiteY1" fmla="*/ 419100 h 442236"/>
                <a:gd name="connsiteX2" fmla="*/ 1625600 w 1625600"/>
                <a:gd name="connsiteY2" fmla="*/ 419100 h 442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442236">
                  <a:moveTo>
                    <a:pt x="0" y="0"/>
                  </a:moveTo>
                  <a:cubicBezTo>
                    <a:pt x="287867" y="590550"/>
                    <a:pt x="1077383" y="419100"/>
                    <a:pt x="1625600" y="419100"/>
                  </a:cubicBezTo>
                  <a:lnTo>
                    <a:pt x="1625600" y="41910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7461323-D29C-2621-A560-C911F56DD92C}"/>
                </a:ext>
              </a:extLst>
            </p:cNvPr>
            <p:cNvGrpSpPr/>
            <p:nvPr/>
          </p:nvGrpSpPr>
          <p:grpSpPr>
            <a:xfrm>
              <a:off x="7292031" y="5755964"/>
              <a:ext cx="352105" cy="406400"/>
              <a:chOff x="7292031" y="5755964"/>
              <a:chExt cx="352105" cy="406400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B6F0032-01F9-7569-3D9F-63C2B7EEDA0A}"/>
                  </a:ext>
                </a:extLst>
              </p:cNvPr>
              <p:cNvSpPr/>
              <p:nvPr/>
            </p:nvSpPr>
            <p:spPr>
              <a:xfrm>
                <a:off x="7292031" y="5755964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12772D9-B8C9-F004-1E19-B56638D853D5}"/>
                  </a:ext>
                </a:extLst>
              </p:cNvPr>
              <p:cNvSpPr/>
              <p:nvPr/>
            </p:nvSpPr>
            <p:spPr>
              <a:xfrm rot="339637" flipH="1">
                <a:off x="7548222" y="5818676"/>
                <a:ext cx="95914" cy="337333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0432E20-6017-7711-F3C4-386BEBC5E303}"/>
                </a:ext>
              </a:extLst>
            </p:cNvPr>
            <p:cNvGrpSpPr/>
            <p:nvPr/>
          </p:nvGrpSpPr>
          <p:grpSpPr>
            <a:xfrm>
              <a:off x="6027271" y="4845743"/>
              <a:ext cx="1257236" cy="1374509"/>
              <a:chOff x="6026888" y="4832349"/>
              <a:chExt cx="1257236" cy="1374509"/>
            </a:xfrm>
            <a:solidFill>
              <a:srgbClr val="FC9701"/>
            </a:solidFill>
          </p:grpSpPr>
          <p:sp>
            <p:nvSpPr>
              <p:cNvPr id="39" name="Rectangle 1">
                <a:extLst>
                  <a:ext uri="{FF2B5EF4-FFF2-40B4-BE49-F238E27FC236}">
                    <a16:creationId xmlns:a16="http://schemas.microsoft.com/office/drawing/2014/main" id="{CDEEE1AF-657C-B4C7-37FD-785D635578C9}"/>
                  </a:ext>
                </a:extLst>
              </p:cNvPr>
              <p:cNvSpPr/>
              <p:nvPr/>
            </p:nvSpPr>
            <p:spPr>
              <a:xfrm>
                <a:off x="6026888" y="4832349"/>
                <a:ext cx="1257236" cy="1370165"/>
              </a:xfrm>
              <a:custGeom>
                <a:avLst/>
                <a:gdLst>
                  <a:gd name="connsiteX0" fmla="*/ 0 w 725457"/>
                  <a:gd name="connsiteY0" fmla="*/ 0 h 215900"/>
                  <a:gd name="connsiteX1" fmla="*/ 725457 w 725457"/>
                  <a:gd name="connsiteY1" fmla="*/ 0 h 215900"/>
                  <a:gd name="connsiteX2" fmla="*/ 725457 w 725457"/>
                  <a:gd name="connsiteY2" fmla="*/ 215900 h 215900"/>
                  <a:gd name="connsiteX3" fmla="*/ 0 w 725457"/>
                  <a:gd name="connsiteY3" fmla="*/ 215900 h 215900"/>
                  <a:gd name="connsiteX4" fmla="*/ 0 w 725457"/>
                  <a:gd name="connsiteY4" fmla="*/ 0 h 215900"/>
                  <a:gd name="connsiteX0" fmla="*/ 0 w 769907"/>
                  <a:gd name="connsiteY0" fmla="*/ 0 h 266700"/>
                  <a:gd name="connsiteX1" fmla="*/ 769907 w 769907"/>
                  <a:gd name="connsiteY1" fmla="*/ 50800 h 266700"/>
                  <a:gd name="connsiteX2" fmla="*/ 769907 w 769907"/>
                  <a:gd name="connsiteY2" fmla="*/ 266700 h 266700"/>
                  <a:gd name="connsiteX3" fmla="*/ 44450 w 769907"/>
                  <a:gd name="connsiteY3" fmla="*/ 266700 h 266700"/>
                  <a:gd name="connsiteX4" fmla="*/ 0 w 769907"/>
                  <a:gd name="connsiteY4" fmla="*/ 0 h 2667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769907 w 1011207"/>
                  <a:gd name="connsiteY2" fmla="*/ 330200 h 330200"/>
                  <a:gd name="connsiteX3" fmla="*/ 44450 w 1011207"/>
                  <a:gd name="connsiteY3" fmla="*/ 330200 h 330200"/>
                  <a:gd name="connsiteX4" fmla="*/ 0 w 1011207"/>
                  <a:gd name="connsiteY4" fmla="*/ 63500 h 3302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44450 w 1011207"/>
                  <a:gd name="connsiteY2" fmla="*/ 330200 h 330200"/>
                  <a:gd name="connsiteX3" fmla="*/ 0 w 1011207"/>
                  <a:gd name="connsiteY3" fmla="*/ 63500 h 3302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74237"/>
                  <a:gd name="connsiteY0" fmla="*/ 63500 h 571500"/>
                  <a:gd name="connsiteX1" fmla="*/ 1031598 w 1074237"/>
                  <a:gd name="connsiteY1" fmla="*/ 0 h 571500"/>
                  <a:gd name="connsiteX2" fmla="*/ 541091 w 1074237"/>
                  <a:gd name="connsiteY2" fmla="*/ 571500 h 571500"/>
                  <a:gd name="connsiteX3" fmla="*/ 20391 w 1074237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24906 w 1040652"/>
                  <a:gd name="connsiteY0" fmla="*/ 0 h 685800"/>
                  <a:gd name="connsiteX1" fmla="*/ 998013 w 1040652"/>
                  <a:gd name="connsiteY1" fmla="*/ 114300 h 685800"/>
                  <a:gd name="connsiteX2" fmla="*/ 507506 w 1040652"/>
                  <a:gd name="connsiteY2" fmla="*/ 685800 h 685800"/>
                  <a:gd name="connsiteX3" fmla="*/ 24906 w 1040652"/>
                  <a:gd name="connsiteY3" fmla="*/ 0 h 685800"/>
                  <a:gd name="connsiteX0" fmla="*/ 24906 w 1040652"/>
                  <a:gd name="connsiteY0" fmla="*/ 436726 h 1122526"/>
                  <a:gd name="connsiteX1" fmla="*/ 160589 w 1040652"/>
                  <a:gd name="connsiteY1" fmla="*/ 11 h 1122526"/>
                  <a:gd name="connsiteX2" fmla="*/ 998013 w 1040652"/>
                  <a:gd name="connsiteY2" fmla="*/ 551026 h 1122526"/>
                  <a:gd name="connsiteX3" fmla="*/ 507506 w 1040652"/>
                  <a:gd name="connsiteY3" fmla="*/ 1122526 h 1122526"/>
                  <a:gd name="connsiteX4" fmla="*/ 24906 w 1040652"/>
                  <a:gd name="connsiteY4" fmla="*/ 436726 h 1122526"/>
                  <a:gd name="connsiteX0" fmla="*/ 24906 w 1182939"/>
                  <a:gd name="connsiteY0" fmla="*/ 708159 h 1393959"/>
                  <a:gd name="connsiteX1" fmla="*/ 160589 w 1182939"/>
                  <a:gd name="connsiteY1" fmla="*/ 271444 h 1393959"/>
                  <a:gd name="connsiteX2" fmla="*/ 1182939 w 1182939"/>
                  <a:gd name="connsiteY2" fmla="*/ 23794 h 1393959"/>
                  <a:gd name="connsiteX3" fmla="*/ 998013 w 1182939"/>
                  <a:gd name="connsiteY3" fmla="*/ 822459 h 1393959"/>
                  <a:gd name="connsiteX4" fmla="*/ 507506 w 1182939"/>
                  <a:gd name="connsiteY4" fmla="*/ 1393959 h 1393959"/>
                  <a:gd name="connsiteX5" fmla="*/ 24906 w 1182939"/>
                  <a:gd name="connsiteY5" fmla="*/ 708159 h 1393959"/>
                  <a:gd name="connsiteX0" fmla="*/ 24906 w 1182939"/>
                  <a:gd name="connsiteY0" fmla="*/ 708159 h 1393959"/>
                  <a:gd name="connsiteX1" fmla="*/ 160589 w 1182939"/>
                  <a:gd name="connsiteY1" fmla="*/ 271444 h 1393959"/>
                  <a:gd name="connsiteX2" fmla="*/ 1182939 w 1182939"/>
                  <a:gd name="connsiteY2" fmla="*/ 23794 h 1393959"/>
                  <a:gd name="connsiteX3" fmla="*/ 1080563 w 1182939"/>
                  <a:gd name="connsiteY3" fmla="*/ 752609 h 1393959"/>
                  <a:gd name="connsiteX4" fmla="*/ 507506 w 1182939"/>
                  <a:gd name="connsiteY4" fmla="*/ 1393959 h 1393959"/>
                  <a:gd name="connsiteX5" fmla="*/ 24906 w 1182939"/>
                  <a:gd name="connsiteY5" fmla="*/ 708159 h 1393959"/>
                  <a:gd name="connsiteX0" fmla="*/ 24906 w 1189049"/>
                  <a:gd name="connsiteY0" fmla="*/ 708159 h 1393959"/>
                  <a:gd name="connsiteX1" fmla="*/ 160589 w 1189049"/>
                  <a:gd name="connsiteY1" fmla="*/ 271444 h 1393959"/>
                  <a:gd name="connsiteX2" fmla="*/ 1182939 w 1189049"/>
                  <a:gd name="connsiteY2" fmla="*/ 23794 h 1393959"/>
                  <a:gd name="connsiteX3" fmla="*/ 1080563 w 1189049"/>
                  <a:gd name="connsiteY3" fmla="*/ 752609 h 1393959"/>
                  <a:gd name="connsiteX4" fmla="*/ 507506 w 1189049"/>
                  <a:gd name="connsiteY4" fmla="*/ 1393959 h 1393959"/>
                  <a:gd name="connsiteX5" fmla="*/ 24906 w 1189049"/>
                  <a:gd name="connsiteY5" fmla="*/ 708159 h 1393959"/>
                  <a:gd name="connsiteX0" fmla="*/ 24906 w 1221712"/>
                  <a:gd name="connsiteY0" fmla="*/ 708159 h 1393959"/>
                  <a:gd name="connsiteX1" fmla="*/ 160589 w 1221712"/>
                  <a:gd name="connsiteY1" fmla="*/ 271444 h 1393959"/>
                  <a:gd name="connsiteX2" fmla="*/ 1182939 w 1221712"/>
                  <a:gd name="connsiteY2" fmla="*/ 23794 h 1393959"/>
                  <a:gd name="connsiteX3" fmla="*/ 1080563 w 1221712"/>
                  <a:gd name="connsiteY3" fmla="*/ 752609 h 1393959"/>
                  <a:gd name="connsiteX4" fmla="*/ 507506 w 1221712"/>
                  <a:gd name="connsiteY4" fmla="*/ 1393959 h 1393959"/>
                  <a:gd name="connsiteX5" fmla="*/ 24906 w 1221712"/>
                  <a:gd name="connsiteY5" fmla="*/ 708159 h 1393959"/>
                  <a:gd name="connsiteX0" fmla="*/ 24906 w 1221712"/>
                  <a:gd name="connsiteY0" fmla="*/ 708159 h 1393959"/>
                  <a:gd name="connsiteX1" fmla="*/ 135189 w 1221712"/>
                  <a:gd name="connsiteY1" fmla="*/ 271444 h 1393959"/>
                  <a:gd name="connsiteX2" fmla="*/ 1182939 w 1221712"/>
                  <a:gd name="connsiteY2" fmla="*/ 23794 h 1393959"/>
                  <a:gd name="connsiteX3" fmla="*/ 1080563 w 1221712"/>
                  <a:gd name="connsiteY3" fmla="*/ 752609 h 1393959"/>
                  <a:gd name="connsiteX4" fmla="*/ 507506 w 1221712"/>
                  <a:gd name="connsiteY4" fmla="*/ 1393959 h 1393959"/>
                  <a:gd name="connsiteX5" fmla="*/ 24906 w 1221712"/>
                  <a:gd name="connsiteY5" fmla="*/ 708159 h 1393959"/>
                  <a:gd name="connsiteX0" fmla="*/ 60430 w 1257236"/>
                  <a:gd name="connsiteY0" fmla="*/ 708159 h 1393959"/>
                  <a:gd name="connsiteX1" fmla="*/ 170713 w 1257236"/>
                  <a:gd name="connsiteY1" fmla="*/ 271444 h 1393959"/>
                  <a:gd name="connsiteX2" fmla="*/ 1218463 w 1257236"/>
                  <a:gd name="connsiteY2" fmla="*/ 23794 h 1393959"/>
                  <a:gd name="connsiteX3" fmla="*/ 1116087 w 1257236"/>
                  <a:gd name="connsiteY3" fmla="*/ 752609 h 1393959"/>
                  <a:gd name="connsiteX4" fmla="*/ 543030 w 1257236"/>
                  <a:gd name="connsiteY4" fmla="*/ 1393959 h 1393959"/>
                  <a:gd name="connsiteX5" fmla="*/ 60430 w 1257236"/>
                  <a:gd name="connsiteY5" fmla="*/ 708159 h 1393959"/>
                  <a:gd name="connsiteX0" fmla="*/ 1218463 w 1309903"/>
                  <a:gd name="connsiteY0" fmla="*/ 0 h 1370165"/>
                  <a:gd name="connsiteX1" fmla="*/ 1116087 w 1309903"/>
                  <a:gd name="connsiteY1" fmla="*/ 728815 h 1370165"/>
                  <a:gd name="connsiteX2" fmla="*/ 543030 w 1309903"/>
                  <a:gd name="connsiteY2" fmla="*/ 1370165 h 1370165"/>
                  <a:gd name="connsiteX3" fmla="*/ 60430 w 1309903"/>
                  <a:gd name="connsiteY3" fmla="*/ 684365 h 1370165"/>
                  <a:gd name="connsiteX4" fmla="*/ 170713 w 1309903"/>
                  <a:gd name="connsiteY4" fmla="*/ 247650 h 1370165"/>
                  <a:gd name="connsiteX5" fmla="*/ 1309903 w 1309903"/>
                  <a:gd name="connsiteY5" fmla="*/ 91440 h 1370165"/>
                  <a:gd name="connsiteX0" fmla="*/ 1218463 w 1257236"/>
                  <a:gd name="connsiteY0" fmla="*/ 0 h 1370165"/>
                  <a:gd name="connsiteX1" fmla="*/ 1116087 w 1257236"/>
                  <a:gd name="connsiteY1" fmla="*/ 728815 h 1370165"/>
                  <a:gd name="connsiteX2" fmla="*/ 543030 w 1257236"/>
                  <a:gd name="connsiteY2" fmla="*/ 1370165 h 1370165"/>
                  <a:gd name="connsiteX3" fmla="*/ 60430 w 1257236"/>
                  <a:gd name="connsiteY3" fmla="*/ 684365 h 1370165"/>
                  <a:gd name="connsiteX4" fmla="*/ 170713 w 1257236"/>
                  <a:gd name="connsiteY4" fmla="*/ 247650 h 137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7236" h="1370165">
                    <a:moveTo>
                      <a:pt x="1218463" y="0"/>
                    </a:moveTo>
                    <a:cubicBezTo>
                      <a:pt x="1266888" y="141338"/>
                      <a:pt x="1302612" y="466827"/>
                      <a:pt x="1116087" y="728815"/>
                    </a:cubicBezTo>
                    <a:cubicBezTo>
                      <a:pt x="1162135" y="868515"/>
                      <a:pt x="1214532" y="1319365"/>
                      <a:pt x="543030" y="1370165"/>
                    </a:cubicBezTo>
                    <a:cubicBezTo>
                      <a:pt x="-5187" y="1334182"/>
                      <a:pt x="-77153" y="904498"/>
                      <a:pt x="60430" y="684365"/>
                    </a:cubicBezTo>
                    <a:cubicBezTo>
                      <a:pt x="120474" y="686960"/>
                      <a:pt x="110669" y="245055"/>
                      <a:pt x="170713" y="24765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F45F78A-8A53-C346-D628-E7AB813972A0}"/>
                  </a:ext>
                </a:extLst>
              </p:cNvPr>
              <p:cNvSpPr/>
              <p:nvPr/>
            </p:nvSpPr>
            <p:spPr>
              <a:xfrm>
                <a:off x="6403010" y="5785236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CAA24301-18EC-8343-1A8F-082001FD1691}"/>
                  </a:ext>
                </a:extLst>
              </p:cNvPr>
              <p:cNvSpPr/>
              <p:nvPr/>
            </p:nvSpPr>
            <p:spPr>
              <a:xfrm rot="339637" flipH="1">
                <a:off x="6644606" y="5869525"/>
                <a:ext cx="95914" cy="337333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184C5D27-1201-05A2-1AE1-13DBFDB2C0E9}"/>
                  </a:ext>
                </a:extLst>
              </p:cNvPr>
              <p:cNvGrpSpPr/>
              <p:nvPr/>
            </p:nvGrpSpPr>
            <p:grpSpPr>
              <a:xfrm>
                <a:off x="6858913" y="4885992"/>
                <a:ext cx="418410" cy="1203172"/>
                <a:chOff x="10595732" y="3098254"/>
                <a:chExt cx="418410" cy="1203172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A804426-5D9D-F379-E973-94FF40243ACE}"/>
                    </a:ext>
                  </a:extLst>
                </p:cNvPr>
                <p:cNvSpPr/>
                <p:nvPr/>
              </p:nvSpPr>
              <p:spPr>
                <a:xfrm>
                  <a:off x="10736158" y="3098254"/>
                  <a:ext cx="277984" cy="424439"/>
                </a:xfrm>
                <a:custGeom>
                  <a:avLst/>
                  <a:gdLst>
                    <a:gd name="connsiteX0" fmla="*/ 252592 w 277984"/>
                    <a:gd name="connsiteY0" fmla="*/ 0 h 424439"/>
                    <a:gd name="connsiteX1" fmla="*/ 256366 w 277984"/>
                    <a:gd name="connsiteY1" fmla="*/ 13451 h 424439"/>
                    <a:gd name="connsiteX2" fmla="*/ 276129 w 277984"/>
                    <a:gd name="connsiteY2" fmla="*/ 271465 h 424439"/>
                    <a:gd name="connsiteX3" fmla="*/ 270144 w 277984"/>
                    <a:gd name="connsiteY3" fmla="*/ 321247 h 424439"/>
                    <a:gd name="connsiteX4" fmla="*/ 253508 w 277984"/>
                    <a:gd name="connsiteY4" fmla="*/ 332464 h 424439"/>
                    <a:gd name="connsiteX5" fmla="*/ 9147 w 277984"/>
                    <a:gd name="connsiteY5" fmla="*/ 413084 h 424439"/>
                    <a:gd name="connsiteX6" fmla="*/ 181416 w 277984"/>
                    <a:gd name="connsiteY6" fmla="*/ 81268 h 424439"/>
                    <a:gd name="connsiteX7" fmla="*/ 252592 w 277984"/>
                    <a:gd name="connsiteY7" fmla="*/ 0 h 424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7984" h="424439">
                      <a:moveTo>
                        <a:pt x="252592" y="0"/>
                      </a:moveTo>
                      <a:lnTo>
                        <a:pt x="256366" y="13451"/>
                      </a:lnTo>
                      <a:cubicBezTo>
                        <a:pt x="272107" y="82266"/>
                        <a:pt x="282378" y="172624"/>
                        <a:pt x="276129" y="271465"/>
                      </a:cubicBezTo>
                      <a:lnTo>
                        <a:pt x="270144" y="321247"/>
                      </a:lnTo>
                      <a:lnTo>
                        <a:pt x="253508" y="332464"/>
                      </a:lnTo>
                      <a:cubicBezTo>
                        <a:pt x="128960" y="410719"/>
                        <a:pt x="37666" y="443775"/>
                        <a:pt x="9147" y="413084"/>
                      </a:cubicBezTo>
                      <a:cubicBezTo>
                        <a:pt x="-26502" y="374720"/>
                        <a:pt x="44373" y="245832"/>
                        <a:pt x="181416" y="81268"/>
                      </a:cubicBezTo>
                      <a:lnTo>
                        <a:pt x="25259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DE3FEF3-CA36-2713-2700-F7D9BAA92B66}"/>
                    </a:ext>
                  </a:extLst>
                </p:cNvPr>
                <p:cNvSpPr/>
                <p:nvPr/>
              </p:nvSpPr>
              <p:spPr>
                <a:xfrm>
                  <a:off x="10595732" y="3680227"/>
                  <a:ext cx="339567" cy="326249"/>
                </a:xfrm>
                <a:custGeom>
                  <a:avLst/>
                  <a:gdLst>
                    <a:gd name="connsiteX0" fmla="*/ 339567 w 339567"/>
                    <a:gd name="connsiteY0" fmla="*/ 0 h 326249"/>
                    <a:gd name="connsiteX1" fmla="*/ 338195 w 339567"/>
                    <a:gd name="connsiteY1" fmla="*/ 3426 h 326249"/>
                    <a:gd name="connsiteX2" fmla="*/ 278257 w 339567"/>
                    <a:gd name="connsiteY2" fmla="*/ 104164 h 326249"/>
                    <a:gd name="connsiteX3" fmla="*/ 302573 w 339567"/>
                    <a:gd name="connsiteY3" fmla="*/ 256167 h 326249"/>
                    <a:gd name="connsiteX4" fmla="*/ 297517 w 339567"/>
                    <a:gd name="connsiteY4" fmla="*/ 316112 h 326249"/>
                    <a:gd name="connsiteX5" fmla="*/ 263764 w 339567"/>
                    <a:gd name="connsiteY5" fmla="*/ 320752 h 326249"/>
                    <a:gd name="connsiteX6" fmla="*/ 2098 w 339567"/>
                    <a:gd name="connsiteY6" fmla="*/ 274263 h 326249"/>
                    <a:gd name="connsiteX7" fmla="*/ 289992 w 339567"/>
                    <a:gd name="connsiteY7" fmla="*/ 23321 h 326249"/>
                    <a:gd name="connsiteX8" fmla="*/ 339567 w 339567"/>
                    <a:gd name="connsiteY8" fmla="*/ 0 h 326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567" h="326249">
                      <a:moveTo>
                        <a:pt x="339567" y="0"/>
                      </a:moveTo>
                      <a:lnTo>
                        <a:pt x="338195" y="3426"/>
                      </a:lnTo>
                      <a:cubicBezTo>
                        <a:pt x="321416" y="37675"/>
                        <a:pt x="301573" y="71416"/>
                        <a:pt x="278257" y="104164"/>
                      </a:cubicBezTo>
                      <a:cubicBezTo>
                        <a:pt x="289769" y="139089"/>
                        <a:pt x="301678" y="193461"/>
                        <a:pt x="302573" y="256167"/>
                      </a:cubicBezTo>
                      <a:lnTo>
                        <a:pt x="297517" y="316112"/>
                      </a:lnTo>
                      <a:lnTo>
                        <a:pt x="263764" y="320752"/>
                      </a:lnTo>
                      <a:cubicBezTo>
                        <a:pt x="116418" y="335401"/>
                        <a:pt x="17554" y="321062"/>
                        <a:pt x="2098" y="274263"/>
                      </a:cubicBezTo>
                      <a:cubicBezTo>
                        <a:pt x="-17222" y="215764"/>
                        <a:pt x="98354" y="120391"/>
                        <a:pt x="289992" y="23321"/>
                      </a:cubicBezTo>
                      <a:lnTo>
                        <a:pt x="339567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F98FE33-1F2E-650E-5C97-89C4E031A54D}"/>
                    </a:ext>
                  </a:extLst>
                </p:cNvPr>
                <p:cNvSpPr/>
                <p:nvPr/>
              </p:nvSpPr>
              <p:spPr>
                <a:xfrm>
                  <a:off x="10611505" y="4132929"/>
                  <a:ext cx="237341" cy="168497"/>
                </a:xfrm>
                <a:custGeom>
                  <a:avLst/>
                  <a:gdLst>
                    <a:gd name="connsiteX0" fmla="*/ 237341 w 237341"/>
                    <a:gd name="connsiteY0" fmla="*/ 0 h 168497"/>
                    <a:gd name="connsiteX1" fmla="*/ 208626 w 237341"/>
                    <a:gd name="connsiteY1" fmla="*/ 50372 h 168497"/>
                    <a:gd name="connsiteX2" fmla="*/ 121544 w 237341"/>
                    <a:gd name="connsiteY2" fmla="*/ 144084 h 168497"/>
                    <a:gd name="connsiteX3" fmla="*/ 85670 w 237341"/>
                    <a:gd name="connsiteY3" fmla="*/ 168497 h 168497"/>
                    <a:gd name="connsiteX4" fmla="*/ 60167 w 237341"/>
                    <a:gd name="connsiteY4" fmla="*/ 158323 h 168497"/>
                    <a:gd name="connsiteX5" fmla="*/ 28 w 237341"/>
                    <a:gd name="connsiteY5" fmla="*/ 96695 h 168497"/>
                    <a:gd name="connsiteX6" fmla="*/ 139947 w 237341"/>
                    <a:gd name="connsiteY6" fmla="*/ 17988 h 168497"/>
                    <a:gd name="connsiteX7" fmla="*/ 237341 w 237341"/>
                    <a:gd name="connsiteY7" fmla="*/ 0 h 168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7341" h="168497">
                      <a:moveTo>
                        <a:pt x="237341" y="0"/>
                      </a:moveTo>
                      <a:lnTo>
                        <a:pt x="208626" y="50372"/>
                      </a:lnTo>
                      <a:cubicBezTo>
                        <a:pt x="186393" y="83462"/>
                        <a:pt x="157841" y="115162"/>
                        <a:pt x="121544" y="144084"/>
                      </a:cubicBezTo>
                      <a:lnTo>
                        <a:pt x="85670" y="168497"/>
                      </a:lnTo>
                      <a:lnTo>
                        <a:pt x="60167" y="158323"/>
                      </a:lnTo>
                      <a:cubicBezTo>
                        <a:pt x="20582" y="138466"/>
                        <a:pt x="-879" y="117591"/>
                        <a:pt x="28" y="96695"/>
                      </a:cubicBezTo>
                      <a:cubicBezTo>
                        <a:pt x="1387" y="65351"/>
                        <a:pt x="52879" y="38411"/>
                        <a:pt x="139947" y="17988"/>
                      </a:cubicBezTo>
                      <a:lnTo>
                        <a:pt x="237341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DD101-58D0-C055-B14E-DEB0BDC17688}"/>
                </a:ext>
              </a:extLst>
            </p:cNvPr>
            <p:cNvGrpSpPr/>
            <p:nvPr/>
          </p:nvGrpSpPr>
          <p:grpSpPr>
            <a:xfrm>
              <a:off x="3741250" y="298777"/>
              <a:ext cx="4875284" cy="2669757"/>
              <a:chOff x="3741250" y="298777"/>
              <a:chExt cx="4875284" cy="2669757"/>
            </a:xfrm>
            <a:solidFill>
              <a:sysClr val="windowText" lastClr="000000"/>
            </a:solidFill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DF88A73-39BE-5772-9577-C2A161DBCBD4}"/>
                  </a:ext>
                </a:extLst>
              </p:cNvPr>
              <p:cNvSpPr/>
              <p:nvPr/>
            </p:nvSpPr>
            <p:spPr>
              <a:xfrm rot="1808865" flipH="1" flipV="1">
                <a:off x="5769964" y="298777"/>
                <a:ext cx="833356" cy="1105662"/>
              </a:xfrm>
              <a:custGeom>
                <a:avLst/>
                <a:gdLst>
                  <a:gd name="connsiteX0" fmla="*/ 664870 w 833356"/>
                  <a:gd name="connsiteY0" fmla="*/ 984088 h 1105662"/>
                  <a:gd name="connsiteX1" fmla="*/ 525754 w 833356"/>
                  <a:gd name="connsiteY1" fmla="*/ 1057749 h 1105662"/>
                  <a:gd name="connsiteX2" fmla="*/ 420053 w 833356"/>
                  <a:gd name="connsiteY2" fmla="*/ 1105662 h 1105662"/>
                  <a:gd name="connsiteX3" fmla="*/ 408669 w 833356"/>
                  <a:gd name="connsiteY3" fmla="*/ 1092182 h 1105662"/>
                  <a:gd name="connsiteX4" fmla="*/ 234869 w 833356"/>
                  <a:gd name="connsiteY4" fmla="*/ 833676 h 1105662"/>
                  <a:gd name="connsiteX5" fmla="*/ 58952 w 833356"/>
                  <a:gd name="connsiteY5" fmla="*/ 12398 h 1105662"/>
                  <a:gd name="connsiteX6" fmla="*/ 685136 w 833356"/>
                  <a:gd name="connsiteY6" fmla="*/ 572164 h 1105662"/>
                  <a:gd name="connsiteX7" fmla="*/ 823551 w 833356"/>
                  <a:gd name="connsiteY7" fmla="*/ 851222 h 1105662"/>
                  <a:gd name="connsiteX8" fmla="*/ 833356 w 833356"/>
                  <a:gd name="connsiteY8" fmla="*/ 877999 h 1105662"/>
                  <a:gd name="connsiteX9" fmla="*/ 798967 w 833356"/>
                  <a:gd name="connsiteY9" fmla="*/ 902145 h 1105662"/>
                  <a:gd name="connsiteX10" fmla="*/ 664870 w 833356"/>
                  <a:gd name="connsiteY10" fmla="*/ 984088 h 110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33356" h="1105662">
                    <a:moveTo>
                      <a:pt x="664870" y="984088"/>
                    </a:moveTo>
                    <a:cubicBezTo>
                      <a:pt x="618443" y="1010502"/>
                      <a:pt x="572058" y="1035027"/>
                      <a:pt x="525754" y="1057749"/>
                    </a:cubicBezTo>
                    <a:lnTo>
                      <a:pt x="420053" y="1105662"/>
                    </a:lnTo>
                    <a:lnTo>
                      <a:pt x="408669" y="1092182"/>
                    </a:lnTo>
                    <a:cubicBezTo>
                      <a:pt x="349295" y="1016186"/>
                      <a:pt x="290243" y="929017"/>
                      <a:pt x="234869" y="833676"/>
                    </a:cubicBezTo>
                    <a:cubicBezTo>
                      <a:pt x="13375" y="452311"/>
                      <a:pt x="-65385" y="84613"/>
                      <a:pt x="58952" y="12398"/>
                    </a:cubicBezTo>
                    <a:cubicBezTo>
                      <a:pt x="183290" y="-59816"/>
                      <a:pt x="463642" y="190799"/>
                      <a:pt x="685136" y="572164"/>
                    </a:cubicBezTo>
                    <a:cubicBezTo>
                      <a:pt x="740510" y="667505"/>
                      <a:pt x="786962" y="761992"/>
                      <a:pt x="823551" y="851222"/>
                    </a:cubicBezTo>
                    <a:lnTo>
                      <a:pt x="833356" y="877999"/>
                    </a:lnTo>
                    <a:lnTo>
                      <a:pt x="798967" y="902145"/>
                    </a:lnTo>
                    <a:cubicBezTo>
                      <a:pt x="755976" y="930335"/>
                      <a:pt x="711298" y="957674"/>
                      <a:pt x="664870" y="98408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DDA6373-B771-5BB2-54DD-19C935BF1EC3}"/>
                  </a:ext>
                </a:extLst>
              </p:cNvPr>
              <p:cNvSpPr/>
              <p:nvPr/>
            </p:nvSpPr>
            <p:spPr>
              <a:xfrm rot="1808865" flipH="1" flipV="1">
                <a:off x="5184198" y="429564"/>
                <a:ext cx="926090" cy="855636"/>
              </a:xfrm>
              <a:custGeom>
                <a:avLst/>
                <a:gdLst>
                  <a:gd name="connsiteX0" fmla="*/ 640376 w 926090"/>
                  <a:gd name="connsiteY0" fmla="*/ 855636 h 855636"/>
                  <a:gd name="connsiteX1" fmla="*/ 594180 w 926090"/>
                  <a:gd name="connsiteY1" fmla="*/ 821315 h 855636"/>
                  <a:gd name="connsiteX2" fmla="*/ 470659 w 926090"/>
                  <a:gd name="connsiteY2" fmla="*/ 718059 h 855636"/>
                  <a:gd name="connsiteX3" fmla="*/ 17487 w 926090"/>
                  <a:gd name="connsiteY3" fmla="*/ 25029 h 855636"/>
                  <a:gd name="connsiteX4" fmla="*/ 760860 w 926090"/>
                  <a:gd name="connsiteY4" fmla="*/ 389794 h 855636"/>
                  <a:gd name="connsiteX5" fmla="*/ 878485 w 926090"/>
                  <a:gd name="connsiteY5" fmla="*/ 499719 h 855636"/>
                  <a:gd name="connsiteX6" fmla="*/ 926090 w 926090"/>
                  <a:gd name="connsiteY6" fmla="*/ 549615 h 855636"/>
                  <a:gd name="connsiteX7" fmla="*/ 907615 w 926090"/>
                  <a:gd name="connsiteY7" fmla="*/ 576002 h 855636"/>
                  <a:gd name="connsiteX8" fmla="*/ 724763 w 926090"/>
                  <a:gd name="connsiteY8" fmla="*/ 778446 h 855636"/>
                  <a:gd name="connsiteX9" fmla="*/ 640376 w 926090"/>
                  <a:gd name="connsiteY9" fmla="*/ 855636 h 855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26090" h="855636">
                    <a:moveTo>
                      <a:pt x="640376" y="855636"/>
                    </a:moveTo>
                    <a:lnTo>
                      <a:pt x="594180" y="821315"/>
                    </a:lnTo>
                    <a:cubicBezTo>
                      <a:pt x="553301" y="789072"/>
                      <a:pt x="511961" y="754572"/>
                      <a:pt x="470659" y="718059"/>
                    </a:cubicBezTo>
                    <a:cubicBezTo>
                      <a:pt x="140242" y="425958"/>
                      <a:pt x="-62650" y="115678"/>
                      <a:pt x="17487" y="25029"/>
                    </a:cubicBezTo>
                    <a:cubicBezTo>
                      <a:pt x="97624" y="-65618"/>
                      <a:pt x="430443" y="97692"/>
                      <a:pt x="760860" y="389794"/>
                    </a:cubicBezTo>
                    <a:cubicBezTo>
                      <a:pt x="802162" y="426306"/>
                      <a:pt x="841471" y="463103"/>
                      <a:pt x="878485" y="499719"/>
                    </a:cubicBezTo>
                    <a:lnTo>
                      <a:pt x="926090" y="549615"/>
                    </a:lnTo>
                    <a:lnTo>
                      <a:pt x="907615" y="576002"/>
                    </a:lnTo>
                    <a:cubicBezTo>
                      <a:pt x="852365" y="645560"/>
                      <a:pt x="791576" y="713245"/>
                      <a:pt x="724763" y="778446"/>
                    </a:cubicBezTo>
                    <a:lnTo>
                      <a:pt x="640376" y="855636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EB5E4C0-5A24-BBD4-6C15-3C6E95764164}"/>
                  </a:ext>
                </a:extLst>
              </p:cNvPr>
              <p:cNvSpPr/>
              <p:nvPr/>
            </p:nvSpPr>
            <p:spPr>
              <a:xfrm rot="1808865" flipH="1" flipV="1">
                <a:off x="6504125" y="417190"/>
                <a:ext cx="515473" cy="1002056"/>
              </a:xfrm>
              <a:custGeom>
                <a:avLst/>
                <a:gdLst>
                  <a:gd name="connsiteX0" fmla="*/ 515473 w 515473"/>
                  <a:gd name="connsiteY0" fmla="*/ 922989 h 1002056"/>
                  <a:gd name="connsiteX1" fmla="*/ 484115 w 515473"/>
                  <a:gd name="connsiteY1" fmla="*/ 932774 h 1002056"/>
                  <a:gd name="connsiteX2" fmla="*/ 213809 w 515473"/>
                  <a:gd name="connsiteY2" fmla="*/ 990946 h 1002056"/>
                  <a:gd name="connsiteX3" fmla="*/ 97368 w 515473"/>
                  <a:gd name="connsiteY3" fmla="*/ 1002056 h 1002056"/>
                  <a:gd name="connsiteX4" fmla="*/ 92083 w 515473"/>
                  <a:gd name="connsiteY4" fmla="*/ 984376 h 1002056"/>
                  <a:gd name="connsiteX5" fmla="*/ 54889 w 515473"/>
                  <a:gd name="connsiteY5" fmla="*/ 827737 h 1002056"/>
                  <a:gd name="connsiteX6" fmla="*/ 106419 w 515473"/>
                  <a:gd name="connsiteY6" fmla="*/ 1299 h 1002056"/>
                  <a:gd name="connsiteX7" fmla="*/ 483821 w 515473"/>
                  <a:gd name="connsiteY7" fmla="*/ 738335 h 1002056"/>
                  <a:gd name="connsiteX8" fmla="*/ 512300 w 515473"/>
                  <a:gd name="connsiteY8" fmla="*/ 896790 h 1002056"/>
                  <a:gd name="connsiteX9" fmla="*/ 515473 w 515473"/>
                  <a:gd name="connsiteY9" fmla="*/ 922989 h 1002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473" h="1002056">
                    <a:moveTo>
                      <a:pt x="515473" y="922989"/>
                    </a:moveTo>
                    <a:lnTo>
                      <a:pt x="484115" y="932774"/>
                    </a:lnTo>
                    <a:cubicBezTo>
                      <a:pt x="393143" y="958121"/>
                      <a:pt x="302941" y="977283"/>
                      <a:pt x="213809" y="990946"/>
                    </a:cubicBezTo>
                    <a:lnTo>
                      <a:pt x="97368" y="1002056"/>
                    </a:lnTo>
                    <a:lnTo>
                      <a:pt x="92083" y="984376"/>
                    </a:lnTo>
                    <a:cubicBezTo>
                      <a:pt x="78620" y="934083"/>
                      <a:pt x="66137" y="881705"/>
                      <a:pt x="54889" y="827737"/>
                    </a:cubicBezTo>
                    <a:cubicBezTo>
                      <a:pt x="-35099" y="395996"/>
                      <a:pt x="-12028" y="25987"/>
                      <a:pt x="106419" y="1299"/>
                    </a:cubicBezTo>
                    <a:cubicBezTo>
                      <a:pt x="224865" y="-23388"/>
                      <a:pt x="393834" y="306594"/>
                      <a:pt x="483821" y="738335"/>
                    </a:cubicBezTo>
                    <a:cubicBezTo>
                      <a:pt x="495069" y="792303"/>
                      <a:pt x="504551" y="845306"/>
                      <a:pt x="512300" y="896790"/>
                    </a:cubicBezTo>
                    <a:lnTo>
                      <a:pt x="515473" y="922989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49F0B0C-012A-85D5-0914-234739E0B95E}"/>
                  </a:ext>
                </a:extLst>
              </p:cNvPr>
              <p:cNvSpPr/>
              <p:nvPr/>
            </p:nvSpPr>
            <p:spPr>
              <a:xfrm rot="1808865" flipH="1" flipV="1">
                <a:off x="8051879" y="1505194"/>
                <a:ext cx="285840" cy="619011"/>
              </a:xfrm>
              <a:custGeom>
                <a:avLst/>
                <a:gdLst>
                  <a:gd name="connsiteX0" fmla="*/ 285840 w 285840"/>
                  <a:gd name="connsiteY0" fmla="*/ 619011 h 619011"/>
                  <a:gd name="connsiteX1" fmla="*/ 176590 w 285840"/>
                  <a:gd name="connsiteY1" fmla="*/ 568701 h 619011"/>
                  <a:gd name="connsiteX2" fmla="*/ 7963 w 285840"/>
                  <a:gd name="connsiteY2" fmla="*/ 478099 h 619011"/>
                  <a:gd name="connsiteX3" fmla="*/ 0 w 285840"/>
                  <a:gd name="connsiteY3" fmla="*/ 473215 h 619011"/>
                  <a:gd name="connsiteX4" fmla="*/ 12493 w 285840"/>
                  <a:gd name="connsiteY4" fmla="*/ 352067 h 619011"/>
                  <a:gd name="connsiteX5" fmla="*/ 138301 w 285840"/>
                  <a:gd name="connsiteY5" fmla="*/ 1 h 619011"/>
                  <a:gd name="connsiteX6" fmla="*/ 278096 w 285840"/>
                  <a:gd name="connsiteY6" fmla="*/ 487711 h 619011"/>
                  <a:gd name="connsiteX7" fmla="*/ 285840 w 285840"/>
                  <a:gd name="connsiteY7" fmla="*/ 619011 h 619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840" h="619011">
                    <a:moveTo>
                      <a:pt x="285840" y="619011"/>
                    </a:moveTo>
                    <a:lnTo>
                      <a:pt x="176590" y="568701"/>
                    </a:lnTo>
                    <a:cubicBezTo>
                      <a:pt x="117114" y="538971"/>
                      <a:pt x="60805" y="508542"/>
                      <a:pt x="7963" y="478099"/>
                    </a:cubicBezTo>
                    <a:lnTo>
                      <a:pt x="0" y="473215"/>
                    </a:lnTo>
                    <a:lnTo>
                      <a:pt x="12493" y="352067"/>
                    </a:lnTo>
                    <a:cubicBezTo>
                      <a:pt x="39759" y="139655"/>
                      <a:pt x="85931" y="0"/>
                      <a:pt x="138301" y="1"/>
                    </a:cubicBezTo>
                    <a:cubicBezTo>
                      <a:pt x="201145" y="0"/>
                      <a:pt x="255064" y="201103"/>
                      <a:pt x="278096" y="487711"/>
                    </a:cubicBezTo>
                    <a:lnTo>
                      <a:pt x="285840" y="619011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F932474-791C-2716-EE68-13228BE4A850}"/>
                  </a:ext>
                </a:extLst>
              </p:cNvPr>
              <p:cNvSpPr/>
              <p:nvPr/>
            </p:nvSpPr>
            <p:spPr>
              <a:xfrm rot="1808865" flipH="1" flipV="1">
                <a:off x="3995228" y="1624266"/>
                <a:ext cx="501096" cy="474594"/>
              </a:xfrm>
              <a:custGeom>
                <a:avLst/>
                <a:gdLst>
                  <a:gd name="connsiteX0" fmla="*/ 497806 w 501096"/>
                  <a:gd name="connsiteY0" fmla="*/ 474594 h 474594"/>
                  <a:gd name="connsiteX1" fmla="*/ 484288 w 501096"/>
                  <a:gd name="connsiteY1" fmla="*/ 466535 h 474594"/>
                  <a:gd name="connsiteX2" fmla="*/ 4122 w 501096"/>
                  <a:gd name="connsiteY2" fmla="*/ 21480 h 474594"/>
                  <a:gd name="connsiteX3" fmla="*/ 372266 w 501096"/>
                  <a:gd name="connsiteY3" fmla="*/ 86664 h 474594"/>
                  <a:gd name="connsiteX4" fmla="*/ 492248 w 501096"/>
                  <a:gd name="connsiteY4" fmla="*/ 139624 h 474594"/>
                  <a:gd name="connsiteX5" fmla="*/ 498886 w 501096"/>
                  <a:gd name="connsiteY5" fmla="*/ 240664 h 474594"/>
                  <a:gd name="connsiteX6" fmla="*/ 500269 w 501096"/>
                  <a:gd name="connsiteY6" fmla="*/ 430627 h 474594"/>
                  <a:gd name="connsiteX7" fmla="*/ 497806 w 501096"/>
                  <a:gd name="connsiteY7" fmla="*/ 474594 h 47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1096" h="474594">
                    <a:moveTo>
                      <a:pt x="497806" y="474594"/>
                    </a:moveTo>
                    <a:lnTo>
                      <a:pt x="484288" y="466535"/>
                    </a:lnTo>
                    <a:cubicBezTo>
                      <a:pt x="175235" y="273934"/>
                      <a:pt x="-32209" y="85163"/>
                      <a:pt x="4122" y="21480"/>
                    </a:cubicBezTo>
                    <a:cubicBezTo>
                      <a:pt x="30073" y="-24008"/>
                      <a:pt x="174256" y="5090"/>
                      <a:pt x="372266" y="86664"/>
                    </a:cubicBezTo>
                    <a:lnTo>
                      <a:pt x="492248" y="139624"/>
                    </a:lnTo>
                    <a:lnTo>
                      <a:pt x="498886" y="240664"/>
                    </a:lnTo>
                    <a:cubicBezTo>
                      <a:pt x="501160" y="301185"/>
                      <a:pt x="501784" y="364709"/>
                      <a:pt x="500269" y="430627"/>
                    </a:cubicBezTo>
                    <a:lnTo>
                      <a:pt x="497806" y="474594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BB80503-822F-DA5B-F9EA-DFFB8043B450}"/>
                  </a:ext>
                </a:extLst>
              </p:cNvPr>
              <p:cNvSpPr/>
              <p:nvPr/>
            </p:nvSpPr>
            <p:spPr>
              <a:xfrm rot="1808865" flipH="1" flipV="1">
                <a:off x="8149714" y="1955921"/>
                <a:ext cx="454775" cy="739841"/>
              </a:xfrm>
              <a:custGeom>
                <a:avLst/>
                <a:gdLst>
                  <a:gd name="connsiteX0" fmla="*/ 274519 w 454775"/>
                  <a:gd name="connsiteY0" fmla="*/ 739841 h 739841"/>
                  <a:gd name="connsiteX1" fmla="*/ 233722 w 454775"/>
                  <a:gd name="connsiteY1" fmla="*/ 711611 h 739841"/>
                  <a:gd name="connsiteX2" fmla="*/ 11568 w 454775"/>
                  <a:gd name="connsiteY2" fmla="*/ 516938 h 739841"/>
                  <a:gd name="connsiteX3" fmla="*/ 0 w 454775"/>
                  <a:gd name="connsiteY3" fmla="*/ 497109 h 739841"/>
                  <a:gd name="connsiteX4" fmla="*/ 64537 w 454775"/>
                  <a:gd name="connsiteY4" fmla="*/ 378699 h 739841"/>
                  <a:gd name="connsiteX5" fmla="*/ 417237 w 454775"/>
                  <a:gd name="connsiteY5" fmla="*/ 3855 h 739841"/>
                  <a:gd name="connsiteX6" fmla="*/ 310538 w 454775"/>
                  <a:gd name="connsiteY6" fmla="*/ 656333 h 739841"/>
                  <a:gd name="connsiteX7" fmla="*/ 274519 w 454775"/>
                  <a:gd name="connsiteY7" fmla="*/ 739841 h 73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4775" h="739841">
                    <a:moveTo>
                      <a:pt x="274519" y="739841"/>
                    </a:moveTo>
                    <a:lnTo>
                      <a:pt x="233722" y="711611"/>
                    </a:lnTo>
                    <a:cubicBezTo>
                      <a:pt x="120386" y="628337"/>
                      <a:pt x="43638" y="557276"/>
                      <a:pt x="11568" y="516938"/>
                    </a:cubicBezTo>
                    <a:lnTo>
                      <a:pt x="0" y="497109"/>
                    </a:lnTo>
                    <a:lnTo>
                      <a:pt x="64537" y="378699"/>
                    </a:lnTo>
                    <a:cubicBezTo>
                      <a:pt x="208580" y="129443"/>
                      <a:pt x="350030" y="-26946"/>
                      <a:pt x="417237" y="3855"/>
                    </a:cubicBezTo>
                    <a:cubicBezTo>
                      <a:pt x="495644" y="39790"/>
                      <a:pt x="447016" y="318607"/>
                      <a:pt x="310538" y="656333"/>
                    </a:cubicBezTo>
                    <a:lnTo>
                      <a:pt x="274519" y="739841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13F455F-8A2A-7244-790C-14ABCA26AEEC}"/>
                  </a:ext>
                </a:extLst>
              </p:cNvPr>
              <p:cNvSpPr/>
              <p:nvPr/>
            </p:nvSpPr>
            <p:spPr>
              <a:xfrm rot="1808865" flipH="1" flipV="1">
                <a:off x="3741250" y="2226740"/>
                <a:ext cx="700951" cy="360316"/>
              </a:xfrm>
              <a:custGeom>
                <a:avLst/>
                <a:gdLst>
                  <a:gd name="connsiteX0" fmla="*/ 700951 w 700951"/>
                  <a:gd name="connsiteY0" fmla="*/ 360316 h 360316"/>
                  <a:gd name="connsiteX1" fmla="*/ 619772 w 700951"/>
                  <a:gd name="connsiteY1" fmla="*/ 351250 h 360316"/>
                  <a:gd name="connsiteX2" fmla="*/ 161 w 700951"/>
                  <a:gd name="connsiteY2" fmla="*/ 120608 h 360316"/>
                  <a:gd name="connsiteX3" fmla="*/ 500521 w 700951"/>
                  <a:gd name="connsiteY3" fmla="*/ 0 h 360316"/>
                  <a:gd name="connsiteX4" fmla="*/ 570468 w 700951"/>
                  <a:gd name="connsiteY4" fmla="*/ 1359 h 360316"/>
                  <a:gd name="connsiteX5" fmla="*/ 578721 w 700951"/>
                  <a:gd name="connsiteY5" fmla="*/ 13661 h 360316"/>
                  <a:gd name="connsiteX6" fmla="*/ 642186 w 700951"/>
                  <a:gd name="connsiteY6" fmla="*/ 126142 h 360316"/>
                  <a:gd name="connsiteX7" fmla="*/ 687522 w 700951"/>
                  <a:gd name="connsiteY7" fmla="*/ 285341 h 360316"/>
                  <a:gd name="connsiteX8" fmla="*/ 700951 w 700951"/>
                  <a:gd name="connsiteY8" fmla="*/ 360316 h 360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0951" h="360316">
                    <a:moveTo>
                      <a:pt x="700951" y="360316"/>
                    </a:moveTo>
                    <a:lnTo>
                      <a:pt x="619772" y="351250"/>
                    </a:lnTo>
                    <a:cubicBezTo>
                      <a:pt x="258795" y="302442"/>
                      <a:pt x="-7479" y="206519"/>
                      <a:pt x="161" y="120608"/>
                    </a:cubicBezTo>
                    <a:cubicBezTo>
                      <a:pt x="6709" y="46970"/>
                      <a:pt x="212641" y="1602"/>
                      <a:pt x="500521" y="0"/>
                    </a:cubicBezTo>
                    <a:lnTo>
                      <a:pt x="570468" y="1359"/>
                    </a:lnTo>
                    <a:lnTo>
                      <a:pt x="578721" y="13661"/>
                    </a:lnTo>
                    <a:cubicBezTo>
                      <a:pt x="600860" y="49595"/>
                      <a:pt x="622036" y="87072"/>
                      <a:pt x="642186" y="126142"/>
                    </a:cubicBezTo>
                    <a:cubicBezTo>
                      <a:pt x="655485" y="156626"/>
                      <a:pt x="671893" y="211318"/>
                      <a:pt x="687522" y="285341"/>
                    </a:cubicBezTo>
                    <a:lnTo>
                      <a:pt x="700951" y="360316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B072D25-1EF9-FCE4-4FFF-A8EEF9905FA5}"/>
                  </a:ext>
                </a:extLst>
              </p:cNvPr>
              <p:cNvSpPr/>
              <p:nvPr/>
            </p:nvSpPr>
            <p:spPr>
              <a:xfrm rot="1808865" flipH="1" flipV="1">
                <a:off x="8216100" y="2447245"/>
                <a:ext cx="400434" cy="500486"/>
              </a:xfrm>
              <a:custGeom>
                <a:avLst/>
                <a:gdLst>
                  <a:gd name="connsiteX0" fmla="*/ 97910 w 400434"/>
                  <a:gd name="connsiteY0" fmla="*/ 500486 h 500486"/>
                  <a:gd name="connsiteX1" fmla="*/ 85785 w 400434"/>
                  <a:gd name="connsiteY1" fmla="*/ 475379 h 500486"/>
                  <a:gd name="connsiteX2" fmla="*/ 8716 w 400434"/>
                  <a:gd name="connsiteY2" fmla="*/ 250673 h 500486"/>
                  <a:gd name="connsiteX3" fmla="*/ 0 w 400434"/>
                  <a:gd name="connsiteY3" fmla="*/ 209657 h 500486"/>
                  <a:gd name="connsiteX4" fmla="*/ 51625 w 400434"/>
                  <a:gd name="connsiteY4" fmla="*/ 168242 h 500486"/>
                  <a:gd name="connsiteX5" fmla="*/ 390458 w 400434"/>
                  <a:gd name="connsiteY5" fmla="*/ 10376 h 500486"/>
                  <a:gd name="connsiteX6" fmla="*/ 141333 w 400434"/>
                  <a:gd name="connsiteY6" fmla="*/ 452281 h 500486"/>
                  <a:gd name="connsiteX7" fmla="*/ 97910 w 400434"/>
                  <a:gd name="connsiteY7" fmla="*/ 500486 h 500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0434" h="500486">
                    <a:moveTo>
                      <a:pt x="97910" y="500486"/>
                    </a:moveTo>
                    <a:lnTo>
                      <a:pt x="85785" y="475379"/>
                    </a:lnTo>
                    <a:cubicBezTo>
                      <a:pt x="53277" y="400585"/>
                      <a:pt x="27786" y="325602"/>
                      <a:pt x="8716" y="250673"/>
                    </a:cubicBezTo>
                    <a:lnTo>
                      <a:pt x="0" y="209657"/>
                    </a:lnTo>
                    <a:lnTo>
                      <a:pt x="51625" y="168242"/>
                    </a:lnTo>
                    <a:cubicBezTo>
                      <a:pt x="221944" y="38429"/>
                      <a:pt x="353733" y="-26844"/>
                      <a:pt x="390458" y="10376"/>
                    </a:cubicBezTo>
                    <a:cubicBezTo>
                      <a:pt x="434529" y="55041"/>
                      <a:pt x="329193" y="234610"/>
                      <a:pt x="141333" y="452281"/>
                    </a:cubicBezTo>
                    <a:lnTo>
                      <a:pt x="97910" y="500486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98D2E4DC-E7CF-F22F-DA53-F3DC2AD305BD}"/>
                  </a:ext>
                </a:extLst>
              </p:cNvPr>
              <p:cNvSpPr/>
              <p:nvPr/>
            </p:nvSpPr>
            <p:spPr>
              <a:xfrm rot="1808865" flipH="1" flipV="1">
                <a:off x="3753590" y="2715201"/>
                <a:ext cx="502685" cy="253333"/>
              </a:xfrm>
              <a:custGeom>
                <a:avLst/>
                <a:gdLst>
                  <a:gd name="connsiteX0" fmla="*/ 502685 w 502685"/>
                  <a:gd name="connsiteY0" fmla="*/ 212215 h 253333"/>
                  <a:gd name="connsiteX1" fmla="*/ 374023 w 502685"/>
                  <a:gd name="connsiteY1" fmla="*/ 234439 h 253333"/>
                  <a:gd name="connsiteX2" fmla="*/ 1109 w 502685"/>
                  <a:gd name="connsiteY2" fmla="*/ 208642 h 253333"/>
                  <a:gd name="connsiteX3" fmla="*/ 197346 w 502685"/>
                  <a:gd name="connsiteY3" fmla="*/ 42307 h 253333"/>
                  <a:gd name="connsiteX4" fmla="*/ 289862 w 502685"/>
                  <a:gd name="connsiteY4" fmla="*/ 0 h 253333"/>
                  <a:gd name="connsiteX5" fmla="*/ 315059 w 502685"/>
                  <a:gd name="connsiteY5" fmla="*/ 19650 h 253333"/>
                  <a:gd name="connsiteX6" fmla="*/ 479086 w 502685"/>
                  <a:gd name="connsiteY6" fmla="*/ 182422 h 253333"/>
                  <a:gd name="connsiteX7" fmla="*/ 502685 w 502685"/>
                  <a:gd name="connsiteY7" fmla="*/ 212215 h 25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2685" h="253333">
                    <a:moveTo>
                      <a:pt x="502685" y="212215"/>
                    </a:moveTo>
                    <a:lnTo>
                      <a:pt x="374023" y="234439"/>
                    </a:lnTo>
                    <a:cubicBezTo>
                      <a:pt x="162157" y="265631"/>
                      <a:pt x="15240" y="258985"/>
                      <a:pt x="1109" y="208642"/>
                    </a:cubicBezTo>
                    <a:cubicBezTo>
                      <a:pt x="-10195" y="168367"/>
                      <a:pt x="65624" y="107751"/>
                      <a:pt x="197346" y="42307"/>
                    </a:cubicBezTo>
                    <a:lnTo>
                      <a:pt x="289862" y="0"/>
                    </a:lnTo>
                    <a:lnTo>
                      <a:pt x="315059" y="19650"/>
                    </a:lnTo>
                    <a:cubicBezTo>
                      <a:pt x="372755" y="68386"/>
                      <a:pt x="427597" y="122513"/>
                      <a:pt x="479086" y="182422"/>
                    </a:cubicBezTo>
                    <a:lnTo>
                      <a:pt x="502685" y="21221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361CBDD-F665-59C6-83FC-D837F840C8F0}"/>
                </a:ext>
              </a:extLst>
            </p:cNvPr>
            <p:cNvGrpSpPr/>
            <p:nvPr/>
          </p:nvGrpSpPr>
          <p:grpSpPr>
            <a:xfrm>
              <a:off x="6685092" y="1650386"/>
              <a:ext cx="1259029" cy="1259029"/>
              <a:chOff x="6685092" y="1650386"/>
              <a:chExt cx="1259029" cy="1259029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D1AC044-686F-DB95-4CFE-C8A4AAF166B5}"/>
                  </a:ext>
                </a:extLst>
              </p:cNvPr>
              <p:cNvSpPr/>
              <p:nvPr/>
            </p:nvSpPr>
            <p:spPr>
              <a:xfrm>
                <a:off x="6685092" y="1650386"/>
                <a:ext cx="1259029" cy="1259029"/>
              </a:xfrm>
              <a:prstGeom prst="ellipse">
                <a:avLst/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100000">
                    <a:srgbClr val="FFBA2F"/>
                  </a:gs>
                </a:gsLst>
                <a:lin ang="5400000" scaled="1"/>
              </a:gra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658DC70-4662-C70E-5830-2228F0FFB5A1}"/>
                  </a:ext>
                </a:extLst>
              </p:cNvPr>
              <p:cNvSpPr/>
              <p:nvPr/>
            </p:nvSpPr>
            <p:spPr>
              <a:xfrm>
                <a:off x="6875069" y="1806308"/>
                <a:ext cx="875053" cy="90223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E436D9E-F46C-402D-BD93-6C111A3C13F2}"/>
                  </a:ext>
                </a:extLst>
              </p:cNvPr>
              <p:cNvSpPr/>
              <p:nvPr/>
            </p:nvSpPr>
            <p:spPr>
              <a:xfrm>
                <a:off x="7252779" y="1920046"/>
                <a:ext cx="356960" cy="36804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0E7D809-4E90-78D1-4AF9-90619E3BE2BC}"/>
                  </a:ext>
                </a:extLst>
              </p:cNvPr>
              <p:cNvSpPr/>
              <p:nvPr/>
            </p:nvSpPr>
            <p:spPr>
              <a:xfrm>
                <a:off x="7525398" y="2241854"/>
                <a:ext cx="151904" cy="156623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4CEAC0-053E-3A95-2218-24E0090C2114}"/>
                </a:ext>
              </a:extLst>
            </p:cNvPr>
            <p:cNvGrpSpPr/>
            <p:nvPr/>
          </p:nvGrpSpPr>
          <p:grpSpPr>
            <a:xfrm>
              <a:off x="4485275" y="1662138"/>
              <a:ext cx="1259029" cy="1259029"/>
              <a:chOff x="6685092" y="1650386"/>
              <a:chExt cx="1259029" cy="1259029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760B4C5-B6E0-A590-9FD1-4B476235AEA7}"/>
                  </a:ext>
                </a:extLst>
              </p:cNvPr>
              <p:cNvSpPr/>
              <p:nvPr/>
            </p:nvSpPr>
            <p:spPr>
              <a:xfrm>
                <a:off x="6685092" y="1650386"/>
                <a:ext cx="1259029" cy="1259029"/>
              </a:xfrm>
              <a:prstGeom prst="ellipse">
                <a:avLst/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100000">
                    <a:srgbClr val="FFBA2F"/>
                  </a:gs>
                </a:gsLst>
                <a:lin ang="5400000" scaled="1"/>
              </a:gra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9207C1A-757F-0C6D-8873-633A52D62D05}"/>
                  </a:ext>
                </a:extLst>
              </p:cNvPr>
              <p:cNvSpPr/>
              <p:nvPr/>
            </p:nvSpPr>
            <p:spPr>
              <a:xfrm>
                <a:off x="6875069" y="1806308"/>
                <a:ext cx="875053" cy="902236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31E7F8C-FC7E-3156-BD88-E8E11C0E2BA8}"/>
                  </a:ext>
                </a:extLst>
              </p:cNvPr>
              <p:cNvSpPr/>
              <p:nvPr/>
            </p:nvSpPr>
            <p:spPr>
              <a:xfrm>
                <a:off x="7252779" y="1920046"/>
                <a:ext cx="356960" cy="36804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134245D-7DC3-CB4E-C48A-3503CD15FBD8}"/>
                  </a:ext>
                </a:extLst>
              </p:cNvPr>
              <p:cNvSpPr/>
              <p:nvPr/>
            </p:nvSpPr>
            <p:spPr>
              <a:xfrm>
                <a:off x="7525398" y="2241854"/>
                <a:ext cx="151904" cy="156623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16C332E-8D17-A55B-0527-A8C5A5955A91}"/>
                </a:ext>
              </a:extLst>
            </p:cNvPr>
            <p:cNvGrpSpPr/>
            <p:nvPr/>
          </p:nvGrpSpPr>
          <p:grpSpPr>
            <a:xfrm>
              <a:off x="5702300" y="2424626"/>
              <a:ext cx="1050003" cy="861179"/>
              <a:chOff x="5702300" y="2424626"/>
              <a:chExt cx="1050003" cy="861179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C9E0507-AEAE-2E65-BD3B-756B368AB985}"/>
                  </a:ext>
                </a:extLst>
              </p:cNvPr>
              <p:cNvSpPr/>
              <p:nvPr/>
            </p:nvSpPr>
            <p:spPr>
              <a:xfrm>
                <a:off x="5702300" y="2927350"/>
                <a:ext cx="521899" cy="339395"/>
              </a:xfrm>
              <a:custGeom>
                <a:avLst/>
                <a:gdLst>
                  <a:gd name="connsiteX0" fmla="*/ 520700 w 520700"/>
                  <a:gd name="connsiteY0" fmla="*/ 0 h 31750"/>
                  <a:gd name="connsiteX1" fmla="*/ 0 w 520700"/>
                  <a:gd name="connsiteY1" fmla="*/ 31750 h 31750"/>
                  <a:gd name="connsiteX2" fmla="*/ 0 w 520700"/>
                  <a:gd name="connsiteY2" fmla="*/ 31750 h 31750"/>
                  <a:gd name="connsiteX0" fmla="*/ 520700 w 520700"/>
                  <a:gd name="connsiteY0" fmla="*/ 0 h 233007"/>
                  <a:gd name="connsiteX1" fmla="*/ 0 w 520700"/>
                  <a:gd name="connsiteY1" fmla="*/ 31750 h 233007"/>
                  <a:gd name="connsiteX2" fmla="*/ 0 w 520700"/>
                  <a:gd name="connsiteY2" fmla="*/ 31750 h 233007"/>
                  <a:gd name="connsiteX0" fmla="*/ 520700 w 521899"/>
                  <a:gd name="connsiteY0" fmla="*/ 0 h 339395"/>
                  <a:gd name="connsiteX1" fmla="*/ 0 w 521899"/>
                  <a:gd name="connsiteY1" fmla="*/ 31750 h 339395"/>
                  <a:gd name="connsiteX2" fmla="*/ 0 w 521899"/>
                  <a:gd name="connsiteY2" fmla="*/ 31750 h 339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1899" h="339395">
                    <a:moveTo>
                      <a:pt x="520700" y="0"/>
                    </a:moveTo>
                    <a:cubicBezTo>
                      <a:pt x="550333" y="391583"/>
                      <a:pt x="21167" y="497417"/>
                      <a:pt x="0" y="31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A0A21498-2816-2362-B43C-D609CDA33CDC}"/>
                  </a:ext>
                </a:extLst>
              </p:cNvPr>
              <p:cNvSpPr/>
              <p:nvPr/>
            </p:nvSpPr>
            <p:spPr>
              <a:xfrm flipH="1">
                <a:off x="6230404" y="2946410"/>
                <a:ext cx="521899" cy="339395"/>
              </a:xfrm>
              <a:custGeom>
                <a:avLst/>
                <a:gdLst>
                  <a:gd name="connsiteX0" fmla="*/ 520700 w 520700"/>
                  <a:gd name="connsiteY0" fmla="*/ 0 h 31750"/>
                  <a:gd name="connsiteX1" fmla="*/ 0 w 520700"/>
                  <a:gd name="connsiteY1" fmla="*/ 31750 h 31750"/>
                  <a:gd name="connsiteX2" fmla="*/ 0 w 520700"/>
                  <a:gd name="connsiteY2" fmla="*/ 31750 h 31750"/>
                  <a:gd name="connsiteX0" fmla="*/ 520700 w 520700"/>
                  <a:gd name="connsiteY0" fmla="*/ 0 h 233007"/>
                  <a:gd name="connsiteX1" fmla="*/ 0 w 520700"/>
                  <a:gd name="connsiteY1" fmla="*/ 31750 h 233007"/>
                  <a:gd name="connsiteX2" fmla="*/ 0 w 520700"/>
                  <a:gd name="connsiteY2" fmla="*/ 31750 h 233007"/>
                  <a:gd name="connsiteX0" fmla="*/ 520700 w 521899"/>
                  <a:gd name="connsiteY0" fmla="*/ 0 h 339395"/>
                  <a:gd name="connsiteX1" fmla="*/ 0 w 521899"/>
                  <a:gd name="connsiteY1" fmla="*/ 31750 h 339395"/>
                  <a:gd name="connsiteX2" fmla="*/ 0 w 521899"/>
                  <a:gd name="connsiteY2" fmla="*/ 31750 h 339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1899" h="339395">
                    <a:moveTo>
                      <a:pt x="520700" y="0"/>
                    </a:moveTo>
                    <a:cubicBezTo>
                      <a:pt x="550333" y="391583"/>
                      <a:pt x="21167" y="497417"/>
                      <a:pt x="0" y="31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A3EE810-317D-5CC7-08C4-0A1E6808F175}"/>
                  </a:ext>
                </a:extLst>
              </p:cNvPr>
              <p:cNvSpPr/>
              <p:nvPr/>
            </p:nvSpPr>
            <p:spPr>
              <a:xfrm>
                <a:off x="5830508" y="2424626"/>
                <a:ext cx="810199" cy="574003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4224831-417A-1F47-FD03-5AA07EE2D42B}"/>
                  </a:ext>
                </a:extLst>
              </p:cNvPr>
              <p:cNvSpPr/>
              <p:nvPr/>
            </p:nvSpPr>
            <p:spPr>
              <a:xfrm>
                <a:off x="6003504" y="2504747"/>
                <a:ext cx="464205" cy="170052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F79DCB0-D405-8536-76E6-89A6070DCBFD}"/>
              </a:ext>
            </a:extLst>
          </p:cNvPr>
          <p:cNvGrpSpPr/>
          <p:nvPr/>
        </p:nvGrpSpPr>
        <p:grpSpPr>
          <a:xfrm>
            <a:off x="-519149" y="886373"/>
            <a:ext cx="5328277" cy="5999653"/>
            <a:chOff x="3688179" y="220599"/>
            <a:chExt cx="5328277" cy="5999653"/>
          </a:xfrm>
          <a:solidFill>
            <a:schemeClr val="bg1"/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4734F80-18B2-16F4-9EA2-C794B3DA9981}"/>
                </a:ext>
              </a:extLst>
            </p:cNvPr>
            <p:cNvGrpSpPr/>
            <p:nvPr/>
          </p:nvGrpSpPr>
          <p:grpSpPr>
            <a:xfrm rot="20557425" flipH="1">
              <a:off x="3688179" y="220599"/>
              <a:ext cx="1632627" cy="1468790"/>
              <a:chOff x="7051807" y="220606"/>
              <a:chExt cx="1632627" cy="1468790"/>
            </a:xfrm>
            <a:grpFill/>
          </p:grpSpPr>
          <p:sp>
            <p:nvSpPr>
              <p:cNvPr id="126" name="Oval 25">
                <a:extLst>
                  <a:ext uri="{FF2B5EF4-FFF2-40B4-BE49-F238E27FC236}">
                    <a16:creationId xmlns:a16="http://schemas.microsoft.com/office/drawing/2014/main" id="{6DB957BF-E1C8-46BE-DC02-C0211002F382}"/>
                  </a:ext>
                </a:extLst>
              </p:cNvPr>
              <p:cNvSpPr/>
              <p:nvPr/>
            </p:nvSpPr>
            <p:spPr>
              <a:xfrm>
                <a:off x="7051807" y="220606"/>
                <a:ext cx="1632627" cy="1468790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32627" h="1468790">
                    <a:moveTo>
                      <a:pt x="2048" y="650025"/>
                    </a:moveTo>
                    <a:cubicBezTo>
                      <a:pt x="53610" y="448135"/>
                      <a:pt x="674574" y="-423327"/>
                      <a:pt x="1435861" y="252924"/>
                    </a:cubicBezTo>
                    <a:cubicBezTo>
                      <a:pt x="1930449" y="919649"/>
                      <a:pt x="1365457" y="1398083"/>
                      <a:pt x="1126488" y="1464266"/>
                    </a:cubicBezTo>
                    <a:cubicBezTo>
                      <a:pt x="887519" y="1530449"/>
                      <a:pt x="-49514" y="851915"/>
                      <a:pt x="2048" y="65002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Oval 25">
                <a:extLst>
                  <a:ext uri="{FF2B5EF4-FFF2-40B4-BE49-F238E27FC236}">
                    <a16:creationId xmlns:a16="http://schemas.microsoft.com/office/drawing/2014/main" id="{2346583C-ACE3-061D-3CC4-0EBCF9F29FF2}"/>
                  </a:ext>
                </a:extLst>
              </p:cNvPr>
              <p:cNvSpPr/>
              <p:nvPr/>
            </p:nvSpPr>
            <p:spPr>
              <a:xfrm>
                <a:off x="7632859" y="645774"/>
                <a:ext cx="666651" cy="760566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  <a:gd name="connsiteX0" fmla="*/ 1898 w 1634603"/>
                  <a:gd name="connsiteY0" fmla="*/ 654597 h 1640856"/>
                  <a:gd name="connsiteX1" fmla="*/ 1435711 w 1634603"/>
                  <a:gd name="connsiteY1" fmla="*/ 257496 h 1640856"/>
                  <a:gd name="connsiteX2" fmla="*/ 1136853 w 1634603"/>
                  <a:gd name="connsiteY2" fmla="*/ 1637063 h 1640856"/>
                  <a:gd name="connsiteX3" fmla="*/ 1898 w 1634603"/>
                  <a:gd name="connsiteY3" fmla="*/ 654597 h 1640856"/>
                  <a:gd name="connsiteX0" fmla="*/ 2190 w 1472542"/>
                  <a:gd name="connsiteY0" fmla="*/ 689037 h 1634251"/>
                  <a:gd name="connsiteX1" fmla="*/ 1278291 w 1472542"/>
                  <a:gd name="connsiteY1" fmla="*/ 249880 h 1634251"/>
                  <a:gd name="connsiteX2" fmla="*/ 979433 w 1472542"/>
                  <a:gd name="connsiteY2" fmla="*/ 1629447 h 1634251"/>
                  <a:gd name="connsiteX3" fmla="*/ 2190 w 1472542"/>
                  <a:gd name="connsiteY3" fmla="*/ 689037 h 1634251"/>
                  <a:gd name="connsiteX0" fmla="*/ 1393 w 1471745"/>
                  <a:gd name="connsiteY0" fmla="*/ 731985 h 1679080"/>
                  <a:gd name="connsiteX1" fmla="*/ 1277494 w 1471745"/>
                  <a:gd name="connsiteY1" fmla="*/ 292828 h 1679080"/>
                  <a:gd name="connsiteX2" fmla="*/ 978636 w 1471745"/>
                  <a:gd name="connsiteY2" fmla="*/ 1672395 h 1679080"/>
                  <a:gd name="connsiteX3" fmla="*/ 1393 w 1471745"/>
                  <a:gd name="connsiteY3" fmla="*/ 731985 h 167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1745" h="1679080">
                    <a:moveTo>
                      <a:pt x="1393" y="731985"/>
                    </a:moveTo>
                    <a:cubicBezTo>
                      <a:pt x="40690" y="260234"/>
                      <a:pt x="516207" y="-383423"/>
                      <a:pt x="1277494" y="292828"/>
                    </a:cubicBezTo>
                    <a:cubicBezTo>
                      <a:pt x="1772082" y="959553"/>
                      <a:pt x="1191319" y="1599202"/>
                      <a:pt x="978636" y="1672395"/>
                    </a:cubicBezTo>
                    <a:cubicBezTo>
                      <a:pt x="765953" y="1745588"/>
                      <a:pt x="-37904" y="1203736"/>
                      <a:pt x="1393" y="73198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8F2532B-CCF6-48FA-8494-7225C41E8929}"/>
                </a:ext>
              </a:extLst>
            </p:cNvPr>
            <p:cNvGrpSpPr/>
            <p:nvPr/>
          </p:nvGrpSpPr>
          <p:grpSpPr>
            <a:xfrm>
              <a:off x="7051807" y="220606"/>
              <a:ext cx="1632627" cy="1468790"/>
              <a:chOff x="7051807" y="220606"/>
              <a:chExt cx="1632627" cy="1468790"/>
            </a:xfrm>
            <a:grpFill/>
          </p:grpSpPr>
          <p:sp>
            <p:nvSpPr>
              <p:cNvPr id="124" name="Oval 25">
                <a:extLst>
                  <a:ext uri="{FF2B5EF4-FFF2-40B4-BE49-F238E27FC236}">
                    <a16:creationId xmlns:a16="http://schemas.microsoft.com/office/drawing/2014/main" id="{30FEA376-6268-1058-EA55-57A8A4AC3A09}"/>
                  </a:ext>
                </a:extLst>
              </p:cNvPr>
              <p:cNvSpPr/>
              <p:nvPr/>
            </p:nvSpPr>
            <p:spPr>
              <a:xfrm>
                <a:off x="7051807" y="220606"/>
                <a:ext cx="1632627" cy="1468790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32627" h="1468790">
                    <a:moveTo>
                      <a:pt x="2048" y="650025"/>
                    </a:moveTo>
                    <a:cubicBezTo>
                      <a:pt x="53610" y="448135"/>
                      <a:pt x="674574" y="-423327"/>
                      <a:pt x="1435861" y="252924"/>
                    </a:cubicBezTo>
                    <a:cubicBezTo>
                      <a:pt x="1930449" y="919649"/>
                      <a:pt x="1365457" y="1398083"/>
                      <a:pt x="1126488" y="1464266"/>
                    </a:cubicBezTo>
                    <a:cubicBezTo>
                      <a:pt x="887519" y="1530449"/>
                      <a:pt x="-49514" y="851915"/>
                      <a:pt x="2048" y="65002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Oval 25">
                <a:extLst>
                  <a:ext uri="{FF2B5EF4-FFF2-40B4-BE49-F238E27FC236}">
                    <a16:creationId xmlns:a16="http://schemas.microsoft.com/office/drawing/2014/main" id="{10ABCD77-56F4-1FB8-9752-3984F3CFB279}"/>
                  </a:ext>
                </a:extLst>
              </p:cNvPr>
              <p:cNvSpPr/>
              <p:nvPr/>
            </p:nvSpPr>
            <p:spPr>
              <a:xfrm>
                <a:off x="7632859" y="645774"/>
                <a:ext cx="666651" cy="760566"/>
              </a:xfrm>
              <a:custGeom>
                <a:avLst/>
                <a:gdLst>
                  <a:gd name="connsiteX0" fmla="*/ 0 w 1149877"/>
                  <a:gd name="connsiteY0" fmla="*/ 641656 h 1283311"/>
                  <a:gd name="connsiteX1" fmla="*/ 574939 w 1149877"/>
                  <a:gd name="connsiteY1" fmla="*/ 0 h 1283311"/>
                  <a:gd name="connsiteX2" fmla="*/ 1149878 w 1149877"/>
                  <a:gd name="connsiteY2" fmla="*/ 641656 h 1283311"/>
                  <a:gd name="connsiteX3" fmla="*/ 574939 w 1149877"/>
                  <a:gd name="connsiteY3" fmla="*/ 1283312 h 1283311"/>
                  <a:gd name="connsiteX4" fmla="*/ 0 w 1149877"/>
                  <a:gd name="connsiteY4" fmla="*/ 641656 h 1283311"/>
                  <a:gd name="connsiteX0" fmla="*/ 0 w 1570792"/>
                  <a:gd name="connsiteY0" fmla="*/ 569545 h 1284127"/>
                  <a:gd name="connsiteX1" fmla="*/ 995853 w 1570792"/>
                  <a:gd name="connsiteY1" fmla="*/ 461 h 1284127"/>
                  <a:gd name="connsiteX2" fmla="*/ 1570792 w 1570792"/>
                  <a:gd name="connsiteY2" fmla="*/ 642117 h 1284127"/>
                  <a:gd name="connsiteX3" fmla="*/ 995853 w 1570792"/>
                  <a:gd name="connsiteY3" fmla="*/ 1283773 h 1284127"/>
                  <a:gd name="connsiteX4" fmla="*/ 0 w 1570792"/>
                  <a:gd name="connsiteY4" fmla="*/ 569545 h 1284127"/>
                  <a:gd name="connsiteX0" fmla="*/ 0 w 1604943"/>
                  <a:gd name="connsiteY0" fmla="*/ 55486 h 769915"/>
                  <a:gd name="connsiteX1" fmla="*/ 1570792 w 1604943"/>
                  <a:gd name="connsiteY1" fmla="*/ 128058 h 769915"/>
                  <a:gd name="connsiteX2" fmla="*/ 995853 w 1604943"/>
                  <a:gd name="connsiteY2" fmla="*/ 769714 h 769915"/>
                  <a:gd name="connsiteX3" fmla="*/ 0 w 1604943"/>
                  <a:gd name="connsiteY3" fmla="*/ 55486 h 769915"/>
                  <a:gd name="connsiteX0" fmla="*/ 2810 w 1390958"/>
                  <a:gd name="connsiteY0" fmla="*/ 445018 h 1164961"/>
                  <a:gd name="connsiteX1" fmla="*/ 1341374 w 1390958"/>
                  <a:gd name="connsiteY1" fmla="*/ 24104 h 1164961"/>
                  <a:gd name="connsiteX2" fmla="*/ 998663 w 1390958"/>
                  <a:gd name="connsiteY2" fmla="*/ 1159246 h 1164961"/>
                  <a:gd name="connsiteX3" fmla="*/ 2810 w 1390958"/>
                  <a:gd name="connsiteY3" fmla="*/ 445018 h 1164961"/>
                  <a:gd name="connsiteX0" fmla="*/ 2887 w 1395348"/>
                  <a:gd name="connsiteY0" fmla="*/ 472377 h 1193087"/>
                  <a:gd name="connsiteX1" fmla="*/ 1346213 w 1395348"/>
                  <a:gd name="connsiteY1" fmla="*/ 22888 h 1193087"/>
                  <a:gd name="connsiteX2" fmla="*/ 998740 w 1395348"/>
                  <a:gd name="connsiteY2" fmla="*/ 1186605 h 1193087"/>
                  <a:gd name="connsiteX3" fmla="*/ 2887 w 1395348"/>
                  <a:gd name="connsiteY3" fmla="*/ 472377 h 1193087"/>
                  <a:gd name="connsiteX0" fmla="*/ 2887 w 1395348"/>
                  <a:gd name="connsiteY0" fmla="*/ 692087 h 1412797"/>
                  <a:gd name="connsiteX1" fmla="*/ 1346213 w 1395348"/>
                  <a:gd name="connsiteY1" fmla="*/ 242598 h 1412797"/>
                  <a:gd name="connsiteX2" fmla="*/ 998740 w 1395348"/>
                  <a:gd name="connsiteY2" fmla="*/ 1406315 h 1412797"/>
                  <a:gd name="connsiteX3" fmla="*/ 2887 w 1395348"/>
                  <a:gd name="connsiteY3" fmla="*/ 692087 h 1412797"/>
                  <a:gd name="connsiteX0" fmla="*/ 2657 w 1487178"/>
                  <a:gd name="connsiteY0" fmla="*/ 648755 h 1420156"/>
                  <a:gd name="connsiteX1" fmla="*/ 1436470 w 1487178"/>
                  <a:gd name="connsiteY1" fmla="*/ 251654 h 1420156"/>
                  <a:gd name="connsiteX2" fmla="*/ 1088997 w 1487178"/>
                  <a:gd name="connsiteY2" fmla="*/ 1415371 h 1420156"/>
                  <a:gd name="connsiteX3" fmla="*/ 2657 w 1487178"/>
                  <a:gd name="connsiteY3" fmla="*/ 648755 h 1420156"/>
                  <a:gd name="connsiteX0" fmla="*/ 2657 w 1625872"/>
                  <a:gd name="connsiteY0" fmla="*/ 648755 h 1420156"/>
                  <a:gd name="connsiteX1" fmla="*/ 1436470 w 1625872"/>
                  <a:gd name="connsiteY1" fmla="*/ 251654 h 1420156"/>
                  <a:gd name="connsiteX2" fmla="*/ 1088997 w 1625872"/>
                  <a:gd name="connsiteY2" fmla="*/ 1415371 h 1420156"/>
                  <a:gd name="connsiteX3" fmla="*/ 2657 w 1625872"/>
                  <a:gd name="connsiteY3" fmla="*/ 648755 h 1420156"/>
                  <a:gd name="connsiteX0" fmla="*/ 2048 w 1632627"/>
                  <a:gd name="connsiteY0" fmla="*/ 650025 h 1468790"/>
                  <a:gd name="connsiteX1" fmla="*/ 1435861 w 1632627"/>
                  <a:gd name="connsiteY1" fmla="*/ 252924 h 1468790"/>
                  <a:gd name="connsiteX2" fmla="*/ 1126488 w 1632627"/>
                  <a:gd name="connsiteY2" fmla="*/ 1464266 h 1468790"/>
                  <a:gd name="connsiteX3" fmla="*/ 2048 w 1632627"/>
                  <a:gd name="connsiteY3" fmla="*/ 650025 h 1468790"/>
                  <a:gd name="connsiteX0" fmla="*/ 1898 w 1634603"/>
                  <a:gd name="connsiteY0" fmla="*/ 654597 h 1640856"/>
                  <a:gd name="connsiteX1" fmla="*/ 1435711 w 1634603"/>
                  <a:gd name="connsiteY1" fmla="*/ 257496 h 1640856"/>
                  <a:gd name="connsiteX2" fmla="*/ 1136853 w 1634603"/>
                  <a:gd name="connsiteY2" fmla="*/ 1637063 h 1640856"/>
                  <a:gd name="connsiteX3" fmla="*/ 1898 w 1634603"/>
                  <a:gd name="connsiteY3" fmla="*/ 654597 h 1640856"/>
                  <a:gd name="connsiteX0" fmla="*/ 2190 w 1472542"/>
                  <a:gd name="connsiteY0" fmla="*/ 689037 h 1634251"/>
                  <a:gd name="connsiteX1" fmla="*/ 1278291 w 1472542"/>
                  <a:gd name="connsiteY1" fmla="*/ 249880 h 1634251"/>
                  <a:gd name="connsiteX2" fmla="*/ 979433 w 1472542"/>
                  <a:gd name="connsiteY2" fmla="*/ 1629447 h 1634251"/>
                  <a:gd name="connsiteX3" fmla="*/ 2190 w 1472542"/>
                  <a:gd name="connsiteY3" fmla="*/ 689037 h 1634251"/>
                  <a:gd name="connsiteX0" fmla="*/ 1393 w 1471745"/>
                  <a:gd name="connsiteY0" fmla="*/ 731985 h 1679080"/>
                  <a:gd name="connsiteX1" fmla="*/ 1277494 w 1471745"/>
                  <a:gd name="connsiteY1" fmla="*/ 292828 h 1679080"/>
                  <a:gd name="connsiteX2" fmla="*/ 978636 w 1471745"/>
                  <a:gd name="connsiteY2" fmla="*/ 1672395 h 1679080"/>
                  <a:gd name="connsiteX3" fmla="*/ 1393 w 1471745"/>
                  <a:gd name="connsiteY3" fmla="*/ 731985 h 167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1745" h="1679080">
                    <a:moveTo>
                      <a:pt x="1393" y="731985"/>
                    </a:moveTo>
                    <a:cubicBezTo>
                      <a:pt x="40690" y="260234"/>
                      <a:pt x="516207" y="-383423"/>
                      <a:pt x="1277494" y="292828"/>
                    </a:cubicBezTo>
                    <a:cubicBezTo>
                      <a:pt x="1772082" y="959553"/>
                      <a:pt x="1191319" y="1599202"/>
                      <a:pt x="978636" y="1672395"/>
                    </a:cubicBezTo>
                    <a:cubicBezTo>
                      <a:pt x="765953" y="1745588"/>
                      <a:pt x="-37904" y="1203736"/>
                      <a:pt x="1393" y="73198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A53AFBF-11E9-E37B-4F61-42A7CF9143ED}"/>
                </a:ext>
              </a:extLst>
            </p:cNvPr>
            <p:cNvGrpSpPr/>
            <p:nvPr/>
          </p:nvGrpSpPr>
          <p:grpSpPr>
            <a:xfrm>
              <a:off x="7724301" y="3663575"/>
              <a:ext cx="1292155" cy="1417278"/>
              <a:chOff x="7724301" y="3663575"/>
              <a:chExt cx="1292155" cy="1417278"/>
            </a:xfrm>
            <a:grpFill/>
          </p:grpSpPr>
          <p:sp>
            <p:nvSpPr>
              <p:cNvPr id="120" name="Rectangle 3">
                <a:extLst>
                  <a:ext uri="{FF2B5EF4-FFF2-40B4-BE49-F238E27FC236}">
                    <a16:creationId xmlns:a16="http://schemas.microsoft.com/office/drawing/2014/main" id="{17BC102D-3A26-1D2C-9D92-3BB42DB6BB7C}"/>
                  </a:ext>
                </a:extLst>
              </p:cNvPr>
              <p:cNvSpPr/>
              <p:nvPr/>
            </p:nvSpPr>
            <p:spPr>
              <a:xfrm>
                <a:off x="7724301" y="3675739"/>
                <a:ext cx="1292155" cy="1405114"/>
              </a:xfrm>
              <a:custGeom>
                <a:avLst/>
                <a:gdLst>
                  <a:gd name="connsiteX0" fmla="*/ 0 w 412109"/>
                  <a:gd name="connsiteY0" fmla="*/ 0 h 603831"/>
                  <a:gd name="connsiteX1" fmla="*/ 412109 w 412109"/>
                  <a:gd name="connsiteY1" fmla="*/ 0 h 603831"/>
                  <a:gd name="connsiteX2" fmla="*/ 412109 w 412109"/>
                  <a:gd name="connsiteY2" fmla="*/ 603831 h 603831"/>
                  <a:gd name="connsiteX3" fmla="*/ 0 w 412109"/>
                  <a:gd name="connsiteY3" fmla="*/ 603831 h 603831"/>
                  <a:gd name="connsiteX4" fmla="*/ 0 w 412109"/>
                  <a:gd name="connsiteY4" fmla="*/ 0 h 603831"/>
                  <a:gd name="connsiteX0" fmla="*/ 0 w 412109"/>
                  <a:gd name="connsiteY0" fmla="*/ 50800 h 603831"/>
                  <a:gd name="connsiteX1" fmla="*/ 412109 w 412109"/>
                  <a:gd name="connsiteY1" fmla="*/ 0 h 603831"/>
                  <a:gd name="connsiteX2" fmla="*/ 412109 w 412109"/>
                  <a:gd name="connsiteY2" fmla="*/ 603831 h 603831"/>
                  <a:gd name="connsiteX3" fmla="*/ 0 w 412109"/>
                  <a:gd name="connsiteY3" fmla="*/ 603831 h 603831"/>
                  <a:gd name="connsiteX4" fmla="*/ 0 w 412109"/>
                  <a:gd name="connsiteY4" fmla="*/ 50800 h 603831"/>
                  <a:gd name="connsiteX0" fmla="*/ 0 w 412109"/>
                  <a:gd name="connsiteY0" fmla="*/ 50800 h 603831"/>
                  <a:gd name="connsiteX1" fmla="*/ 412109 w 412109"/>
                  <a:gd name="connsiteY1" fmla="*/ 0 h 603831"/>
                  <a:gd name="connsiteX2" fmla="*/ 412109 w 412109"/>
                  <a:gd name="connsiteY2" fmla="*/ 603831 h 603831"/>
                  <a:gd name="connsiteX3" fmla="*/ 177800 w 412109"/>
                  <a:gd name="connsiteY3" fmla="*/ 597481 h 603831"/>
                  <a:gd name="connsiteX4" fmla="*/ 0 w 412109"/>
                  <a:gd name="connsiteY4" fmla="*/ 50800 h 603831"/>
                  <a:gd name="connsiteX0" fmla="*/ 0 w 850259"/>
                  <a:gd name="connsiteY0" fmla="*/ 44450 h 597481"/>
                  <a:gd name="connsiteX1" fmla="*/ 850259 w 850259"/>
                  <a:gd name="connsiteY1" fmla="*/ 0 h 597481"/>
                  <a:gd name="connsiteX2" fmla="*/ 412109 w 850259"/>
                  <a:gd name="connsiteY2" fmla="*/ 597481 h 597481"/>
                  <a:gd name="connsiteX3" fmla="*/ 177800 w 850259"/>
                  <a:gd name="connsiteY3" fmla="*/ 591131 h 597481"/>
                  <a:gd name="connsiteX4" fmla="*/ 0 w 850259"/>
                  <a:gd name="connsiteY4" fmla="*/ 44450 h 597481"/>
                  <a:gd name="connsiteX0" fmla="*/ 0 w 850259"/>
                  <a:gd name="connsiteY0" fmla="*/ 44450 h 591131"/>
                  <a:gd name="connsiteX1" fmla="*/ 850259 w 850259"/>
                  <a:gd name="connsiteY1" fmla="*/ 0 h 591131"/>
                  <a:gd name="connsiteX2" fmla="*/ 177800 w 850259"/>
                  <a:gd name="connsiteY2" fmla="*/ 591131 h 591131"/>
                  <a:gd name="connsiteX3" fmla="*/ 0 w 850259"/>
                  <a:gd name="connsiteY3" fmla="*/ 44450 h 591131"/>
                  <a:gd name="connsiteX0" fmla="*/ 0 w 850259"/>
                  <a:gd name="connsiteY0" fmla="*/ 44450 h 591413"/>
                  <a:gd name="connsiteX1" fmla="*/ 850259 w 850259"/>
                  <a:gd name="connsiteY1" fmla="*/ 0 h 591413"/>
                  <a:gd name="connsiteX2" fmla="*/ 177800 w 850259"/>
                  <a:gd name="connsiteY2" fmla="*/ 591131 h 591413"/>
                  <a:gd name="connsiteX3" fmla="*/ 0 w 850259"/>
                  <a:gd name="connsiteY3" fmla="*/ 44450 h 591413"/>
                  <a:gd name="connsiteX0" fmla="*/ 0 w 850259"/>
                  <a:gd name="connsiteY0" fmla="*/ 44450 h 591404"/>
                  <a:gd name="connsiteX1" fmla="*/ 850259 w 850259"/>
                  <a:gd name="connsiteY1" fmla="*/ 0 h 591404"/>
                  <a:gd name="connsiteX2" fmla="*/ 177800 w 850259"/>
                  <a:gd name="connsiteY2" fmla="*/ 591131 h 591404"/>
                  <a:gd name="connsiteX3" fmla="*/ 0 w 850259"/>
                  <a:gd name="connsiteY3" fmla="*/ 44450 h 591404"/>
                  <a:gd name="connsiteX0" fmla="*/ 0 w 1195482"/>
                  <a:gd name="connsiteY0" fmla="*/ 182503 h 729457"/>
                  <a:gd name="connsiteX1" fmla="*/ 850259 w 1195482"/>
                  <a:gd name="connsiteY1" fmla="*/ 138053 h 729457"/>
                  <a:gd name="connsiteX2" fmla="*/ 177800 w 1195482"/>
                  <a:gd name="connsiteY2" fmla="*/ 729184 h 729457"/>
                  <a:gd name="connsiteX3" fmla="*/ 0 w 1195482"/>
                  <a:gd name="connsiteY3" fmla="*/ 182503 h 729457"/>
                  <a:gd name="connsiteX0" fmla="*/ 0 w 1256158"/>
                  <a:gd name="connsiteY0" fmla="*/ 874516 h 1421470"/>
                  <a:gd name="connsiteX1" fmla="*/ 850259 w 1256158"/>
                  <a:gd name="connsiteY1" fmla="*/ 830066 h 1421470"/>
                  <a:gd name="connsiteX2" fmla="*/ 177800 w 1256158"/>
                  <a:gd name="connsiteY2" fmla="*/ 1421197 h 1421470"/>
                  <a:gd name="connsiteX3" fmla="*/ 0 w 1256158"/>
                  <a:gd name="connsiteY3" fmla="*/ 874516 h 1421470"/>
                  <a:gd name="connsiteX0" fmla="*/ 0 w 1292155"/>
                  <a:gd name="connsiteY0" fmla="*/ 858160 h 1405114"/>
                  <a:gd name="connsiteX1" fmla="*/ 850259 w 1292155"/>
                  <a:gd name="connsiteY1" fmla="*/ 813710 h 1405114"/>
                  <a:gd name="connsiteX2" fmla="*/ 177800 w 1292155"/>
                  <a:gd name="connsiteY2" fmla="*/ 1404841 h 1405114"/>
                  <a:gd name="connsiteX3" fmla="*/ 0 w 1292155"/>
                  <a:gd name="connsiteY3" fmla="*/ 858160 h 1405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2155" h="1405114">
                    <a:moveTo>
                      <a:pt x="0" y="858160"/>
                    </a:moveTo>
                    <a:cubicBezTo>
                      <a:pt x="689820" y="-902907"/>
                      <a:pt x="1970189" y="549127"/>
                      <a:pt x="850259" y="813710"/>
                    </a:cubicBezTo>
                    <a:cubicBezTo>
                      <a:pt x="740406" y="998054"/>
                      <a:pt x="725803" y="1417347"/>
                      <a:pt x="177800" y="1404841"/>
                    </a:cubicBezTo>
                    <a:lnTo>
                      <a:pt x="0" y="85816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1C874D78-48AF-A703-D5FE-B66A96665708}"/>
                  </a:ext>
                </a:extLst>
              </p:cNvPr>
              <p:cNvSpPr/>
              <p:nvPr/>
            </p:nvSpPr>
            <p:spPr>
              <a:xfrm rot="20596627" flipV="1">
                <a:off x="8183434" y="3663575"/>
                <a:ext cx="826221" cy="806563"/>
              </a:xfrm>
              <a:custGeom>
                <a:avLst/>
                <a:gdLst>
                  <a:gd name="connsiteX0" fmla="*/ 520952 w 826221"/>
                  <a:gd name="connsiteY0" fmla="*/ 778825 h 806563"/>
                  <a:gd name="connsiteX1" fmla="*/ 270457 w 826221"/>
                  <a:gd name="connsiteY1" fmla="*/ 4887 h 806563"/>
                  <a:gd name="connsiteX2" fmla="*/ 265990 w 826221"/>
                  <a:gd name="connsiteY2" fmla="*/ 0 h 806563"/>
                  <a:gd name="connsiteX3" fmla="*/ 245187 w 826221"/>
                  <a:gd name="connsiteY3" fmla="*/ 94736 h 806563"/>
                  <a:gd name="connsiteX4" fmla="*/ 42534 w 826221"/>
                  <a:gd name="connsiteY4" fmla="*/ 638918 h 806563"/>
                  <a:gd name="connsiteX5" fmla="*/ 0 w 826221"/>
                  <a:gd name="connsiteY5" fmla="*/ 707959 h 806563"/>
                  <a:gd name="connsiteX6" fmla="*/ 51624 w 826221"/>
                  <a:gd name="connsiteY6" fmla="*/ 735009 h 806563"/>
                  <a:gd name="connsiteX7" fmla="*/ 520952 w 826221"/>
                  <a:gd name="connsiteY7" fmla="*/ 778825 h 806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6221" h="806563">
                    <a:moveTo>
                      <a:pt x="520952" y="778825"/>
                    </a:moveTo>
                    <a:cubicBezTo>
                      <a:pt x="941835" y="632837"/>
                      <a:pt x="988393" y="-38149"/>
                      <a:pt x="270457" y="4887"/>
                    </a:cubicBezTo>
                    <a:lnTo>
                      <a:pt x="265990" y="0"/>
                    </a:lnTo>
                    <a:lnTo>
                      <a:pt x="245187" y="94736"/>
                    </a:lnTo>
                    <a:cubicBezTo>
                      <a:pt x="210438" y="258874"/>
                      <a:pt x="179755" y="406991"/>
                      <a:pt x="42534" y="638918"/>
                    </a:cubicBezTo>
                    <a:lnTo>
                      <a:pt x="0" y="707959"/>
                    </a:lnTo>
                    <a:lnTo>
                      <a:pt x="51624" y="735009"/>
                    </a:lnTo>
                    <a:cubicBezTo>
                      <a:pt x="234733" y="819167"/>
                      <a:pt x="394687" y="822620"/>
                      <a:pt x="520952" y="77882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42D95799-F778-4470-DCEA-17F0EFD0224D}"/>
                  </a:ext>
                </a:extLst>
              </p:cNvPr>
              <p:cNvSpPr/>
              <p:nvPr/>
            </p:nvSpPr>
            <p:spPr>
              <a:xfrm rot="20596627" flipV="1">
                <a:off x="7916219" y="3980220"/>
                <a:ext cx="205980" cy="289720"/>
              </a:xfrm>
              <a:custGeom>
                <a:avLst/>
                <a:gdLst>
                  <a:gd name="connsiteX0" fmla="*/ 175555 w 205980"/>
                  <a:gd name="connsiteY0" fmla="*/ 289720 h 289720"/>
                  <a:gd name="connsiteX1" fmla="*/ 183165 w 205980"/>
                  <a:gd name="connsiteY1" fmla="*/ 259588 h 289720"/>
                  <a:gd name="connsiteX2" fmla="*/ 176259 w 205980"/>
                  <a:gd name="connsiteY2" fmla="*/ 2432 h 289720"/>
                  <a:gd name="connsiteX3" fmla="*/ 44898 w 205980"/>
                  <a:gd name="connsiteY3" fmla="*/ 94717 h 289720"/>
                  <a:gd name="connsiteX4" fmla="*/ 0 w 205980"/>
                  <a:gd name="connsiteY4" fmla="*/ 156475 h 289720"/>
                  <a:gd name="connsiteX5" fmla="*/ 20464 w 205980"/>
                  <a:gd name="connsiteY5" fmla="*/ 175279 h 289720"/>
                  <a:gd name="connsiteX6" fmla="*/ 120739 w 205980"/>
                  <a:gd name="connsiteY6" fmla="*/ 253927 h 289720"/>
                  <a:gd name="connsiteX7" fmla="*/ 175555 w 205980"/>
                  <a:gd name="connsiteY7" fmla="*/ 289720 h 28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5980" h="289720">
                    <a:moveTo>
                      <a:pt x="175555" y="289720"/>
                    </a:moveTo>
                    <a:lnTo>
                      <a:pt x="183165" y="259588"/>
                    </a:lnTo>
                    <a:cubicBezTo>
                      <a:pt x="214566" y="115895"/>
                      <a:pt x="214746" y="18823"/>
                      <a:pt x="176259" y="2432"/>
                    </a:cubicBezTo>
                    <a:cubicBezTo>
                      <a:pt x="147395" y="-9861"/>
                      <a:pt x="100880" y="24974"/>
                      <a:pt x="44898" y="94717"/>
                    </a:cubicBezTo>
                    <a:lnTo>
                      <a:pt x="0" y="156475"/>
                    </a:lnTo>
                    <a:lnTo>
                      <a:pt x="20464" y="175279"/>
                    </a:lnTo>
                    <a:cubicBezTo>
                      <a:pt x="54402" y="204150"/>
                      <a:pt x="87843" y="230314"/>
                      <a:pt x="120739" y="253927"/>
                    </a:cubicBezTo>
                    <a:lnTo>
                      <a:pt x="175555" y="28972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578EB73-1479-D82A-398F-29FC88B28DBA}"/>
                  </a:ext>
                </a:extLst>
              </p:cNvPr>
              <p:cNvSpPr/>
              <p:nvPr/>
            </p:nvSpPr>
            <p:spPr>
              <a:xfrm rot="20596627" flipV="1">
                <a:off x="7767732" y="4205063"/>
                <a:ext cx="223338" cy="364094"/>
              </a:xfrm>
              <a:custGeom>
                <a:avLst/>
                <a:gdLst>
                  <a:gd name="connsiteX0" fmla="*/ 174131 w 223338"/>
                  <a:gd name="connsiteY0" fmla="*/ 364094 h 364094"/>
                  <a:gd name="connsiteX1" fmla="*/ 200523 w 223338"/>
                  <a:gd name="connsiteY1" fmla="*/ 259588 h 364094"/>
                  <a:gd name="connsiteX2" fmla="*/ 193617 w 223338"/>
                  <a:gd name="connsiteY2" fmla="*/ 2432 h 364094"/>
                  <a:gd name="connsiteX3" fmla="*/ 3423 w 223338"/>
                  <a:gd name="connsiteY3" fmla="*/ 175644 h 364094"/>
                  <a:gd name="connsiteX4" fmla="*/ 0 w 223338"/>
                  <a:gd name="connsiteY4" fmla="*/ 181129 h 364094"/>
                  <a:gd name="connsiteX5" fmla="*/ 29232 w 223338"/>
                  <a:gd name="connsiteY5" fmla="*/ 216246 h 364094"/>
                  <a:gd name="connsiteX6" fmla="*/ 135179 w 223338"/>
                  <a:gd name="connsiteY6" fmla="*/ 328300 h 364094"/>
                  <a:gd name="connsiteX7" fmla="*/ 174131 w 223338"/>
                  <a:gd name="connsiteY7" fmla="*/ 364094 h 364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338" h="364094">
                    <a:moveTo>
                      <a:pt x="174131" y="364094"/>
                    </a:moveTo>
                    <a:lnTo>
                      <a:pt x="200523" y="259588"/>
                    </a:lnTo>
                    <a:cubicBezTo>
                      <a:pt x="231924" y="115894"/>
                      <a:pt x="232104" y="18823"/>
                      <a:pt x="193617" y="2432"/>
                    </a:cubicBezTo>
                    <a:cubicBezTo>
                      <a:pt x="155131" y="-13959"/>
                      <a:pt x="85267" y="53434"/>
                      <a:pt x="3423" y="175644"/>
                    </a:cubicBezTo>
                    <a:lnTo>
                      <a:pt x="0" y="181129"/>
                    </a:lnTo>
                    <a:lnTo>
                      <a:pt x="29232" y="216246"/>
                    </a:lnTo>
                    <a:cubicBezTo>
                      <a:pt x="64964" y="256562"/>
                      <a:pt x="100295" y="293861"/>
                      <a:pt x="135179" y="328300"/>
                    </a:cubicBezTo>
                    <a:lnTo>
                      <a:pt x="174131" y="364094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9" name="Rectangle 29">
              <a:extLst>
                <a:ext uri="{FF2B5EF4-FFF2-40B4-BE49-F238E27FC236}">
                  <a16:creationId xmlns:a16="http://schemas.microsoft.com/office/drawing/2014/main" id="{B00DC1E0-39E8-61CB-ABFD-B5B82FF21D88}"/>
                </a:ext>
              </a:extLst>
            </p:cNvPr>
            <p:cNvSpPr/>
            <p:nvPr/>
          </p:nvSpPr>
          <p:spPr>
            <a:xfrm>
              <a:off x="4920095" y="3759201"/>
              <a:ext cx="3082555" cy="2434950"/>
            </a:xfrm>
            <a:custGeom>
              <a:avLst/>
              <a:gdLst>
                <a:gd name="connsiteX0" fmla="*/ 0 w 919248"/>
                <a:gd name="connsiteY0" fmla="*/ 0 h 1257784"/>
                <a:gd name="connsiteX1" fmla="*/ 919248 w 919248"/>
                <a:gd name="connsiteY1" fmla="*/ 0 h 1257784"/>
                <a:gd name="connsiteX2" fmla="*/ 919248 w 919248"/>
                <a:gd name="connsiteY2" fmla="*/ 1257784 h 1257784"/>
                <a:gd name="connsiteX3" fmla="*/ 0 w 919248"/>
                <a:gd name="connsiteY3" fmla="*/ 1257784 h 1257784"/>
                <a:gd name="connsiteX4" fmla="*/ 0 w 919248"/>
                <a:gd name="connsiteY4" fmla="*/ 0 h 1257784"/>
                <a:gd name="connsiteX0" fmla="*/ 165100 w 919248"/>
                <a:gd name="connsiteY0" fmla="*/ 330200 h 1257784"/>
                <a:gd name="connsiteX1" fmla="*/ 919248 w 919248"/>
                <a:gd name="connsiteY1" fmla="*/ 0 h 1257784"/>
                <a:gd name="connsiteX2" fmla="*/ 919248 w 919248"/>
                <a:gd name="connsiteY2" fmla="*/ 1257784 h 1257784"/>
                <a:gd name="connsiteX3" fmla="*/ 0 w 919248"/>
                <a:gd name="connsiteY3" fmla="*/ 1257784 h 1257784"/>
                <a:gd name="connsiteX4" fmla="*/ 165100 w 919248"/>
                <a:gd name="connsiteY4" fmla="*/ 330200 h 1257784"/>
                <a:gd name="connsiteX0" fmla="*/ 165100 w 1541548"/>
                <a:gd name="connsiteY0" fmla="*/ 0 h 927584"/>
                <a:gd name="connsiteX1" fmla="*/ 1541548 w 1541548"/>
                <a:gd name="connsiteY1" fmla="*/ 50800 h 927584"/>
                <a:gd name="connsiteX2" fmla="*/ 919248 w 1541548"/>
                <a:gd name="connsiteY2" fmla="*/ 927584 h 927584"/>
                <a:gd name="connsiteX3" fmla="*/ 0 w 1541548"/>
                <a:gd name="connsiteY3" fmla="*/ 927584 h 927584"/>
                <a:gd name="connsiteX4" fmla="*/ 165100 w 1541548"/>
                <a:gd name="connsiteY4" fmla="*/ 0 h 927584"/>
                <a:gd name="connsiteX0" fmla="*/ 165100 w 2582948"/>
                <a:gd name="connsiteY0" fmla="*/ 0 h 1676884"/>
                <a:gd name="connsiteX1" fmla="*/ 1541548 w 2582948"/>
                <a:gd name="connsiteY1" fmla="*/ 50800 h 1676884"/>
                <a:gd name="connsiteX2" fmla="*/ 2582948 w 2582948"/>
                <a:gd name="connsiteY2" fmla="*/ 1676884 h 1676884"/>
                <a:gd name="connsiteX3" fmla="*/ 0 w 2582948"/>
                <a:gd name="connsiteY3" fmla="*/ 927584 h 1676884"/>
                <a:gd name="connsiteX4" fmla="*/ 165100 w 2582948"/>
                <a:gd name="connsiteY4" fmla="*/ 0 h 1676884"/>
                <a:gd name="connsiteX0" fmla="*/ 342900 w 2760748"/>
                <a:gd name="connsiteY0" fmla="*/ 0 h 1714984"/>
                <a:gd name="connsiteX1" fmla="*/ 1719348 w 2760748"/>
                <a:gd name="connsiteY1" fmla="*/ 50800 h 1714984"/>
                <a:gd name="connsiteX2" fmla="*/ 2760748 w 2760748"/>
                <a:gd name="connsiteY2" fmla="*/ 1676884 h 1714984"/>
                <a:gd name="connsiteX3" fmla="*/ 0 w 2760748"/>
                <a:gd name="connsiteY3" fmla="*/ 1714984 h 1714984"/>
                <a:gd name="connsiteX4" fmla="*/ 342900 w 2760748"/>
                <a:gd name="connsiteY4" fmla="*/ 0 h 1714984"/>
                <a:gd name="connsiteX0" fmla="*/ 342900 w 2760748"/>
                <a:gd name="connsiteY0" fmla="*/ 0 h 2324100"/>
                <a:gd name="connsiteX1" fmla="*/ 1719348 w 2760748"/>
                <a:gd name="connsiteY1" fmla="*/ 50800 h 2324100"/>
                <a:gd name="connsiteX2" fmla="*/ 2760748 w 2760748"/>
                <a:gd name="connsiteY2" fmla="*/ 1676884 h 2324100"/>
                <a:gd name="connsiteX3" fmla="*/ 495300 w 2760748"/>
                <a:gd name="connsiteY3" fmla="*/ 2324100 h 2324100"/>
                <a:gd name="connsiteX4" fmla="*/ 0 w 2760748"/>
                <a:gd name="connsiteY4" fmla="*/ 1714984 h 2324100"/>
                <a:gd name="connsiteX5" fmla="*/ 342900 w 2760748"/>
                <a:gd name="connsiteY5" fmla="*/ 0 h 2324100"/>
                <a:gd name="connsiteX0" fmla="*/ 342900 w 2760748"/>
                <a:gd name="connsiteY0" fmla="*/ 0 h 2361715"/>
                <a:gd name="connsiteX1" fmla="*/ 1719348 w 2760748"/>
                <a:gd name="connsiteY1" fmla="*/ 50800 h 2361715"/>
                <a:gd name="connsiteX2" fmla="*/ 2760748 w 2760748"/>
                <a:gd name="connsiteY2" fmla="*/ 1676884 h 2361715"/>
                <a:gd name="connsiteX3" fmla="*/ 977900 w 2760748"/>
                <a:gd name="connsiteY3" fmla="*/ 2222500 h 2361715"/>
                <a:gd name="connsiteX4" fmla="*/ 495300 w 2760748"/>
                <a:gd name="connsiteY4" fmla="*/ 2324100 h 2361715"/>
                <a:gd name="connsiteX5" fmla="*/ 0 w 2760748"/>
                <a:gd name="connsiteY5" fmla="*/ 1714984 h 2361715"/>
                <a:gd name="connsiteX6" fmla="*/ 342900 w 2760748"/>
                <a:gd name="connsiteY6" fmla="*/ 0 h 2361715"/>
                <a:gd name="connsiteX0" fmla="*/ 342900 w 2762025"/>
                <a:gd name="connsiteY0" fmla="*/ 0 h 2351732"/>
                <a:gd name="connsiteX1" fmla="*/ 1719348 w 2762025"/>
                <a:gd name="connsiteY1" fmla="*/ 50800 h 2351732"/>
                <a:gd name="connsiteX2" fmla="*/ 2760748 w 2762025"/>
                <a:gd name="connsiteY2" fmla="*/ 1676884 h 2351732"/>
                <a:gd name="connsiteX3" fmla="*/ 1879600 w 2762025"/>
                <a:gd name="connsiteY3" fmla="*/ 2311400 h 2351732"/>
                <a:gd name="connsiteX4" fmla="*/ 977900 w 2762025"/>
                <a:gd name="connsiteY4" fmla="*/ 2222500 h 2351732"/>
                <a:gd name="connsiteX5" fmla="*/ 495300 w 2762025"/>
                <a:gd name="connsiteY5" fmla="*/ 2324100 h 2351732"/>
                <a:gd name="connsiteX6" fmla="*/ 0 w 2762025"/>
                <a:gd name="connsiteY6" fmla="*/ 1714984 h 2351732"/>
                <a:gd name="connsiteX7" fmla="*/ 342900 w 2762025"/>
                <a:gd name="connsiteY7" fmla="*/ 0 h 2351732"/>
                <a:gd name="connsiteX0" fmla="*/ 362404 w 2781529"/>
                <a:gd name="connsiteY0" fmla="*/ 0 h 2351732"/>
                <a:gd name="connsiteX1" fmla="*/ 1738852 w 2781529"/>
                <a:gd name="connsiteY1" fmla="*/ 50800 h 2351732"/>
                <a:gd name="connsiteX2" fmla="*/ 2780252 w 2781529"/>
                <a:gd name="connsiteY2" fmla="*/ 1676884 h 2351732"/>
                <a:gd name="connsiteX3" fmla="*/ 1899104 w 2781529"/>
                <a:gd name="connsiteY3" fmla="*/ 2311400 h 2351732"/>
                <a:gd name="connsiteX4" fmla="*/ 997404 w 2781529"/>
                <a:gd name="connsiteY4" fmla="*/ 2222500 h 2351732"/>
                <a:gd name="connsiteX5" fmla="*/ 514804 w 2781529"/>
                <a:gd name="connsiteY5" fmla="*/ 2324100 h 2351732"/>
                <a:gd name="connsiteX6" fmla="*/ 19504 w 2781529"/>
                <a:gd name="connsiteY6" fmla="*/ 1714984 h 2351732"/>
                <a:gd name="connsiteX7" fmla="*/ 362404 w 2781529"/>
                <a:gd name="connsiteY7" fmla="*/ 0 h 2351732"/>
                <a:gd name="connsiteX0" fmla="*/ 400050 w 2819175"/>
                <a:gd name="connsiteY0" fmla="*/ 0 h 2351732"/>
                <a:gd name="connsiteX1" fmla="*/ 1776498 w 2819175"/>
                <a:gd name="connsiteY1" fmla="*/ 50800 h 2351732"/>
                <a:gd name="connsiteX2" fmla="*/ 2817898 w 2819175"/>
                <a:gd name="connsiteY2" fmla="*/ 1676884 h 2351732"/>
                <a:gd name="connsiteX3" fmla="*/ 1936750 w 2819175"/>
                <a:gd name="connsiteY3" fmla="*/ 2311400 h 2351732"/>
                <a:gd name="connsiteX4" fmla="*/ 1035050 w 2819175"/>
                <a:gd name="connsiteY4" fmla="*/ 2222500 h 2351732"/>
                <a:gd name="connsiteX5" fmla="*/ 552450 w 2819175"/>
                <a:gd name="connsiteY5" fmla="*/ 2324100 h 2351732"/>
                <a:gd name="connsiteX6" fmla="*/ 0 w 2819175"/>
                <a:gd name="connsiteY6" fmla="*/ 1695934 h 2351732"/>
                <a:gd name="connsiteX7" fmla="*/ 400050 w 2819175"/>
                <a:gd name="connsiteY7" fmla="*/ 0 h 2351732"/>
                <a:gd name="connsiteX0" fmla="*/ 485177 w 2904302"/>
                <a:gd name="connsiteY0" fmla="*/ 0 h 2351732"/>
                <a:gd name="connsiteX1" fmla="*/ 1861625 w 2904302"/>
                <a:gd name="connsiteY1" fmla="*/ 50800 h 2351732"/>
                <a:gd name="connsiteX2" fmla="*/ 2903025 w 2904302"/>
                <a:gd name="connsiteY2" fmla="*/ 1676884 h 2351732"/>
                <a:gd name="connsiteX3" fmla="*/ 2021877 w 2904302"/>
                <a:gd name="connsiteY3" fmla="*/ 2311400 h 2351732"/>
                <a:gd name="connsiteX4" fmla="*/ 1120177 w 2904302"/>
                <a:gd name="connsiteY4" fmla="*/ 2222500 h 2351732"/>
                <a:gd name="connsiteX5" fmla="*/ 637577 w 2904302"/>
                <a:gd name="connsiteY5" fmla="*/ 2324100 h 2351732"/>
                <a:gd name="connsiteX6" fmla="*/ 85127 w 2904302"/>
                <a:gd name="connsiteY6" fmla="*/ 1695934 h 2351732"/>
                <a:gd name="connsiteX7" fmla="*/ 485177 w 2904302"/>
                <a:gd name="connsiteY7" fmla="*/ 0 h 2351732"/>
                <a:gd name="connsiteX0" fmla="*/ 556439 w 2975564"/>
                <a:gd name="connsiteY0" fmla="*/ 0 h 2351732"/>
                <a:gd name="connsiteX1" fmla="*/ 1932887 w 2975564"/>
                <a:gd name="connsiteY1" fmla="*/ 50800 h 2351732"/>
                <a:gd name="connsiteX2" fmla="*/ 2974287 w 2975564"/>
                <a:gd name="connsiteY2" fmla="*/ 1676884 h 2351732"/>
                <a:gd name="connsiteX3" fmla="*/ 2093139 w 2975564"/>
                <a:gd name="connsiteY3" fmla="*/ 2311400 h 2351732"/>
                <a:gd name="connsiteX4" fmla="*/ 1191439 w 2975564"/>
                <a:gd name="connsiteY4" fmla="*/ 2222500 h 2351732"/>
                <a:gd name="connsiteX5" fmla="*/ 708839 w 2975564"/>
                <a:gd name="connsiteY5" fmla="*/ 2324100 h 2351732"/>
                <a:gd name="connsiteX6" fmla="*/ 156389 w 2975564"/>
                <a:gd name="connsiteY6" fmla="*/ 1695934 h 2351732"/>
                <a:gd name="connsiteX7" fmla="*/ 556439 w 2975564"/>
                <a:gd name="connsiteY7" fmla="*/ 0 h 2351732"/>
                <a:gd name="connsiteX0" fmla="*/ 588382 w 3007507"/>
                <a:gd name="connsiteY0" fmla="*/ 0 h 2371412"/>
                <a:gd name="connsiteX1" fmla="*/ 1964830 w 3007507"/>
                <a:gd name="connsiteY1" fmla="*/ 50800 h 2371412"/>
                <a:gd name="connsiteX2" fmla="*/ 3006230 w 3007507"/>
                <a:gd name="connsiteY2" fmla="*/ 1676884 h 2371412"/>
                <a:gd name="connsiteX3" fmla="*/ 2125082 w 3007507"/>
                <a:gd name="connsiteY3" fmla="*/ 2311400 h 2371412"/>
                <a:gd name="connsiteX4" fmla="*/ 1223382 w 3007507"/>
                <a:gd name="connsiteY4" fmla="*/ 2222500 h 2371412"/>
                <a:gd name="connsiteX5" fmla="*/ 524882 w 3007507"/>
                <a:gd name="connsiteY5" fmla="*/ 2349500 h 2371412"/>
                <a:gd name="connsiteX6" fmla="*/ 188332 w 3007507"/>
                <a:gd name="connsiteY6" fmla="*/ 1695934 h 2371412"/>
                <a:gd name="connsiteX7" fmla="*/ 588382 w 3007507"/>
                <a:gd name="connsiteY7" fmla="*/ 0 h 2371412"/>
                <a:gd name="connsiteX0" fmla="*/ 586398 w 3005523"/>
                <a:gd name="connsiteY0" fmla="*/ 0 h 2371674"/>
                <a:gd name="connsiteX1" fmla="*/ 1962846 w 3005523"/>
                <a:gd name="connsiteY1" fmla="*/ 50800 h 2371674"/>
                <a:gd name="connsiteX2" fmla="*/ 3004246 w 3005523"/>
                <a:gd name="connsiteY2" fmla="*/ 1676884 h 2371674"/>
                <a:gd name="connsiteX3" fmla="*/ 2123098 w 3005523"/>
                <a:gd name="connsiteY3" fmla="*/ 2311400 h 2371674"/>
                <a:gd name="connsiteX4" fmla="*/ 1221398 w 3005523"/>
                <a:gd name="connsiteY4" fmla="*/ 2222500 h 2371674"/>
                <a:gd name="connsiteX5" fmla="*/ 522898 w 3005523"/>
                <a:gd name="connsiteY5" fmla="*/ 2349500 h 2371674"/>
                <a:gd name="connsiteX6" fmla="*/ 186348 w 3005523"/>
                <a:gd name="connsiteY6" fmla="*/ 1695934 h 2371674"/>
                <a:gd name="connsiteX7" fmla="*/ 586398 w 3005523"/>
                <a:gd name="connsiteY7" fmla="*/ 0 h 2371674"/>
                <a:gd name="connsiteX0" fmla="*/ 551120 w 2970245"/>
                <a:gd name="connsiteY0" fmla="*/ 0 h 2371412"/>
                <a:gd name="connsiteX1" fmla="*/ 1927568 w 2970245"/>
                <a:gd name="connsiteY1" fmla="*/ 50800 h 2371412"/>
                <a:gd name="connsiteX2" fmla="*/ 2968968 w 2970245"/>
                <a:gd name="connsiteY2" fmla="*/ 1676884 h 2371412"/>
                <a:gd name="connsiteX3" fmla="*/ 2087820 w 2970245"/>
                <a:gd name="connsiteY3" fmla="*/ 2311400 h 2371412"/>
                <a:gd name="connsiteX4" fmla="*/ 1186120 w 2970245"/>
                <a:gd name="connsiteY4" fmla="*/ 2222500 h 2371412"/>
                <a:gd name="connsiteX5" fmla="*/ 487620 w 2970245"/>
                <a:gd name="connsiteY5" fmla="*/ 2349500 h 2371412"/>
                <a:gd name="connsiteX6" fmla="*/ 151070 w 2970245"/>
                <a:gd name="connsiteY6" fmla="*/ 1695934 h 2371412"/>
                <a:gd name="connsiteX7" fmla="*/ 551120 w 2970245"/>
                <a:gd name="connsiteY7" fmla="*/ 0 h 2371412"/>
                <a:gd name="connsiteX0" fmla="*/ 551120 w 2970245"/>
                <a:gd name="connsiteY0" fmla="*/ 0 h 2398666"/>
                <a:gd name="connsiteX1" fmla="*/ 1927568 w 2970245"/>
                <a:gd name="connsiteY1" fmla="*/ 50800 h 2398666"/>
                <a:gd name="connsiteX2" fmla="*/ 2968968 w 2970245"/>
                <a:gd name="connsiteY2" fmla="*/ 1676884 h 2398666"/>
                <a:gd name="connsiteX3" fmla="*/ 2087820 w 2970245"/>
                <a:gd name="connsiteY3" fmla="*/ 2311400 h 2398666"/>
                <a:gd name="connsiteX4" fmla="*/ 1186120 w 2970245"/>
                <a:gd name="connsiteY4" fmla="*/ 2222500 h 2398666"/>
                <a:gd name="connsiteX5" fmla="*/ 487620 w 2970245"/>
                <a:gd name="connsiteY5" fmla="*/ 2349500 h 2398666"/>
                <a:gd name="connsiteX6" fmla="*/ 151070 w 2970245"/>
                <a:gd name="connsiteY6" fmla="*/ 1695934 h 2398666"/>
                <a:gd name="connsiteX7" fmla="*/ 551120 w 2970245"/>
                <a:gd name="connsiteY7" fmla="*/ 0 h 2398666"/>
                <a:gd name="connsiteX0" fmla="*/ 551120 w 2970245"/>
                <a:gd name="connsiteY0" fmla="*/ 0 h 2423163"/>
                <a:gd name="connsiteX1" fmla="*/ 1927568 w 2970245"/>
                <a:gd name="connsiteY1" fmla="*/ 50800 h 2423163"/>
                <a:gd name="connsiteX2" fmla="*/ 2968968 w 2970245"/>
                <a:gd name="connsiteY2" fmla="*/ 1676884 h 2423163"/>
                <a:gd name="connsiteX3" fmla="*/ 2087820 w 2970245"/>
                <a:gd name="connsiteY3" fmla="*/ 2311400 h 2423163"/>
                <a:gd name="connsiteX4" fmla="*/ 1186120 w 2970245"/>
                <a:gd name="connsiteY4" fmla="*/ 2222500 h 2423163"/>
                <a:gd name="connsiteX5" fmla="*/ 487620 w 2970245"/>
                <a:gd name="connsiteY5" fmla="*/ 2349500 h 2423163"/>
                <a:gd name="connsiteX6" fmla="*/ 151070 w 2970245"/>
                <a:gd name="connsiteY6" fmla="*/ 1695934 h 2423163"/>
                <a:gd name="connsiteX7" fmla="*/ 551120 w 2970245"/>
                <a:gd name="connsiteY7" fmla="*/ 0 h 2423163"/>
                <a:gd name="connsiteX0" fmla="*/ 551120 w 2970243"/>
                <a:gd name="connsiteY0" fmla="*/ 0 h 2434950"/>
                <a:gd name="connsiteX1" fmla="*/ 1927568 w 2970243"/>
                <a:gd name="connsiteY1" fmla="*/ 50800 h 2434950"/>
                <a:gd name="connsiteX2" fmla="*/ 2968968 w 2970243"/>
                <a:gd name="connsiteY2" fmla="*/ 1676884 h 2434950"/>
                <a:gd name="connsiteX3" fmla="*/ 2087820 w 2970243"/>
                <a:gd name="connsiteY3" fmla="*/ 2311400 h 2434950"/>
                <a:gd name="connsiteX4" fmla="*/ 1192470 w 2970243"/>
                <a:gd name="connsiteY4" fmla="*/ 2241550 h 2434950"/>
                <a:gd name="connsiteX5" fmla="*/ 487620 w 2970243"/>
                <a:gd name="connsiteY5" fmla="*/ 2349500 h 2434950"/>
                <a:gd name="connsiteX6" fmla="*/ 151070 w 2970243"/>
                <a:gd name="connsiteY6" fmla="*/ 1695934 h 2434950"/>
                <a:gd name="connsiteX7" fmla="*/ 551120 w 2970243"/>
                <a:gd name="connsiteY7" fmla="*/ 0 h 2434950"/>
                <a:gd name="connsiteX0" fmla="*/ 551120 w 2970243"/>
                <a:gd name="connsiteY0" fmla="*/ 0 h 2434950"/>
                <a:gd name="connsiteX1" fmla="*/ 1927568 w 2970243"/>
                <a:gd name="connsiteY1" fmla="*/ 50800 h 2434950"/>
                <a:gd name="connsiteX2" fmla="*/ 2968968 w 2970243"/>
                <a:gd name="connsiteY2" fmla="*/ 1676884 h 2434950"/>
                <a:gd name="connsiteX3" fmla="*/ 2087820 w 2970243"/>
                <a:gd name="connsiteY3" fmla="*/ 2311400 h 2434950"/>
                <a:gd name="connsiteX4" fmla="*/ 1192470 w 2970243"/>
                <a:gd name="connsiteY4" fmla="*/ 2241550 h 2434950"/>
                <a:gd name="connsiteX5" fmla="*/ 487620 w 2970243"/>
                <a:gd name="connsiteY5" fmla="*/ 2349500 h 2434950"/>
                <a:gd name="connsiteX6" fmla="*/ 151070 w 2970243"/>
                <a:gd name="connsiteY6" fmla="*/ 1695934 h 2434950"/>
                <a:gd name="connsiteX7" fmla="*/ 551120 w 2970243"/>
                <a:gd name="connsiteY7" fmla="*/ 0 h 2434950"/>
                <a:gd name="connsiteX0" fmla="*/ 548085 w 2967208"/>
                <a:gd name="connsiteY0" fmla="*/ 0 h 2434950"/>
                <a:gd name="connsiteX1" fmla="*/ 1924533 w 2967208"/>
                <a:gd name="connsiteY1" fmla="*/ 50800 h 2434950"/>
                <a:gd name="connsiteX2" fmla="*/ 2965933 w 2967208"/>
                <a:gd name="connsiteY2" fmla="*/ 1676884 h 2434950"/>
                <a:gd name="connsiteX3" fmla="*/ 2084785 w 2967208"/>
                <a:gd name="connsiteY3" fmla="*/ 2311400 h 2434950"/>
                <a:gd name="connsiteX4" fmla="*/ 1189435 w 2967208"/>
                <a:gd name="connsiteY4" fmla="*/ 2241550 h 2434950"/>
                <a:gd name="connsiteX5" fmla="*/ 503635 w 2967208"/>
                <a:gd name="connsiteY5" fmla="*/ 2343150 h 2434950"/>
                <a:gd name="connsiteX6" fmla="*/ 148035 w 2967208"/>
                <a:gd name="connsiteY6" fmla="*/ 1695934 h 2434950"/>
                <a:gd name="connsiteX7" fmla="*/ 548085 w 2967208"/>
                <a:gd name="connsiteY7" fmla="*/ 0 h 2434950"/>
                <a:gd name="connsiteX0" fmla="*/ 553604 w 2972727"/>
                <a:gd name="connsiteY0" fmla="*/ 0 h 2434950"/>
                <a:gd name="connsiteX1" fmla="*/ 1930052 w 2972727"/>
                <a:gd name="connsiteY1" fmla="*/ 50800 h 2434950"/>
                <a:gd name="connsiteX2" fmla="*/ 2971452 w 2972727"/>
                <a:gd name="connsiteY2" fmla="*/ 1676884 h 2434950"/>
                <a:gd name="connsiteX3" fmla="*/ 2090304 w 2972727"/>
                <a:gd name="connsiteY3" fmla="*/ 2311400 h 2434950"/>
                <a:gd name="connsiteX4" fmla="*/ 1194954 w 2972727"/>
                <a:gd name="connsiteY4" fmla="*/ 2241550 h 2434950"/>
                <a:gd name="connsiteX5" fmla="*/ 509154 w 2972727"/>
                <a:gd name="connsiteY5" fmla="*/ 2343150 h 2434950"/>
                <a:gd name="connsiteX6" fmla="*/ 153554 w 2972727"/>
                <a:gd name="connsiteY6" fmla="*/ 1695934 h 2434950"/>
                <a:gd name="connsiteX7" fmla="*/ 553604 w 2972727"/>
                <a:gd name="connsiteY7" fmla="*/ 0 h 2434950"/>
                <a:gd name="connsiteX0" fmla="*/ 553604 w 2973783"/>
                <a:gd name="connsiteY0" fmla="*/ 0 h 2434950"/>
                <a:gd name="connsiteX1" fmla="*/ 1930052 w 2973783"/>
                <a:gd name="connsiteY1" fmla="*/ 50800 h 2434950"/>
                <a:gd name="connsiteX2" fmla="*/ 2971452 w 2973783"/>
                <a:gd name="connsiteY2" fmla="*/ 1676884 h 2434950"/>
                <a:gd name="connsiteX3" fmla="*/ 2090304 w 2973783"/>
                <a:gd name="connsiteY3" fmla="*/ 2311400 h 2434950"/>
                <a:gd name="connsiteX4" fmla="*/ 1194954 w 2973783"/>
                <a:gd name="connsiteY4" fmla="*/ 2241550 h 2434950"/>
                <a:gd name="connsiteX5" fmla="*/ 509154 w 2973783"/>
                <a:gd name="connsiteY5" fmla="*/ 2343150 h 2434950"/>
                <a:gd name="connsiteX6" fmla="*/ 153554 w 2973783"/>
                <a:gd name="connsiteY6" fmla="*/ 1695934 h 2434950"/>
                <a:gd name="connsiteX7" fmla="*/ 553604 w 2973783"/>
                <a:gd name="connsiteY7" fmla="*/ 0 h 2434950"/>
                <a:gd name="connsiteX0" fmla="*/ 553604 w 3052397"/>
                <a:gd name="connsiteY0" fmla="*/ 0 h 2434950"/>
                <a:gd name="connsiteX1" fmla="*/ 1930052 w 3052397"/>
                <a:gd name="connsiteY1" fmla="*/ 50800 h 2434950"/>
                <a:gd name="connsiteX2" fmla="*/ 2971452 w 3052397"/>
                <a:gd name="connsiteY2" fmla="*/ 1676884 h 2434950"/>
                <a:gd name="connsiteX3" fmla="*/ 2090304 w 3052397"/>
                <a:gd name="connsiteY3" fmla="*/ 2311400 h 2434950"/>
                <a:gd name="connsiteX4" fmla="*/ 1194954 w 3052397"/>
                <a:gd name="connsiteY4" fmla="*/ 2241550 h 2434950"/>
                <a:gd name="connsiteX5" fmla="*/ 509154 w 3052397"/>
                <a:gd name="connsiteY5" fmla="*/ 2343150 h 2434950"/>
                <a:gd name="connsiteX6" fmla="*/ 153554 w 3052397"/>
                <a:gd name="connsiteY6" fmla="*/ 1695934 h 2434950"/>
                <a:gd name="connsiteX7" fmla="*/ 553604 w 3052397"/>
                <a:gd name="connsiteY7" fmla="*/ 0 h 2434950"/>
                <a:gd name="connsiteX0" fmla="*/ 553604 w 3084523"/>
                <a:gd name="connsiteY0" fmla="*/ 0 h 2434950"/>
                <a:gd name="connsiteX1" fmla="*/ 1930052 w 3084523"/>
                <a:gd name="connsiteY1" fmla="*/ 50800 h 2434950"/>
                <a:gd name="connsiteX2" fmla="*/ 2971452 w 3084523"/>
                <a:gd name="connsiteY2" fmla="*/ 1676884 h 2434950"/>
                <a:gd name="connsiteX3" fmla="*/ 2090304 w 3084523"/>
                <a:gd name="connsiteY3" fmla="*/ 2311400 h 2434950"/>
                <a:gd name="connsiteX4" fmla="*/ 1194954 w 3084523"/>
                <a:gd name="connsiteY4" fmla="*/ 2241550 h 2434950"/>
                <a:gd name="connsiteX5" fmla="*/ 509154 w 3084523"/>
                <a:gd name="connsiteY5" fmla="*/ 2343150 h 2434950"/>
                <a:gd name="connsiteX6" fmla="*/ 153554 w 3084523"/>
                <a:gd name="connsiteY6" fmla="*/ 1695934 h 2434950"/>
                <a:gd name="connsiteX7" fmla="*/ 553604 w 3084523"/>
                <a:gd name="connsiteY7" fmla="*/ 0 h 2434950"/>
                <a:gd name="connsiteX0" fmla="*/ 553604 w 3086287"/>
                <a:gd name="connsiteY0" fmla="*/ 0 h 2434950"/>
                <a:gd name="connsiteX1" fmla="*/ 1930052 w 3086287"/>
                <a:gd name="connsiteY1" fmla="*/ 50800 h 2434950"/>
                <a:gd name="connsiteX2" fmla="*/ 2971452 w 3086287"/>
                <a:gd name="connsiteY2" fmla="*/ 1676884 h 2434950"/>
                <a:gd name="connsiteX3" fmla="*/ 2090304 w 3086287"/>
                <a:gd name="connsiteY3" fmla="*/ 2311400 h 2434950"/>
                <a:gd name="connsiteX4" fmla="*/ 1194954 w 3086287"/>
                <a:gd name="connsiteY4" fmla="*/ 2241550 h 2434950"/>
                <a:gd name="connsiteX5" fmla="*/ 509154 w 3086287"/>
                <a:gd name="connsiteY5" fmla="*/ 2343150 h 2434950"/>
                <a:gd name="connsiteX6" fmla="*/ 153554 w 3086287"/>
                <a:gd name="connsiteY6" fmla="*/ 1695934 h 2434950"/>
                <a:gd name="connsiteX7" fmla="*/ 553604 w 3086287"/>
                <a:gd name="connsiteY7" fmla="*/ 0 h 2434950"/>
                <a:gd name="connsiteX0" fmla="*/ 553604 w 3079964"/>
                <a:gd name="connsiteY0" fmla="*/ 0 h 2434950"/>
                <a:gd name="connsiteX1" fmla="*/ 1841152 w 3079964"/>
                <a:gd name="connsiteY1" fmla="*/ 88900 h 2434950"/>
                <a:gd name="connsiteX2" fmla="*/ 2971452 w 3079964"/>
                <a:gd name="connsiteY2" fmla="*/ 1676884 h 2434950"/>
                <a:gd name="connsiteX3" fmla="*/ 2090304 w 3079964"/>
                <a:gd name="connsiteY3" fmla="*/ 2311400 h 2434950"/>
                <a:gd name="connsiteX4" fmla="*/ 1194954 w 3079964"/>
                <a:gd name="connsiteY4" fmla="*/ 2241550 h 2434950"/>
                <a:gd name="connsiteX5" fmla="*/ 509154 w 3079964"/>
                <a:gd name="connsiteY5" fmla="*/ 2343150 h 2434950"/>
                <a:gd name="connsiteX6" fmla="*/ 153554 w 3079964"/>
                <a:gd name="connsiteY6" fmla="*/ 1695934 h 2434950"/>
                <a:gd name="connsiteX7" fmla="*/ 553604 w 3079964"/>
                <a:gd name="connsiteY7" fmla="*/ 0 h 2434950"/>
                <a:gd name="connsiteX0" fmla="*/ 553604 w 3053021"/>
                <a:gd name="connsiteY0" fmla="*/ 0 h 2434950"/>
                <a:gd name="connsiteX1" fmla="*/ 1841152 w 3053021"/>
                <a:gd name="connsiteY1" fmla="*/ 88900 h 2434950"/>
                <a:gd name="connsiteX2" fmla="*/ 2971452 w 3053021"/>
                <a:gd name="connsiteY2" fmla="*/ 1676884 h 2434950"/>
                <a:gd name="connsiteX3" fmla="*/ 2090304 w 3053021"/>
                <a:gd name="connsiteY3" fmla="*/ 2311400 h 2434950"/>
                <a:gd name="connsiteX4" fmla="*/ 1194954 w 3053021"/>
                <a:gd name="connsiteY4" fmla="*/ 2241550 h 2434950"/>
                <a:gd name="connsiteX5" fmla="*/ 509154 w 3053021"/>
                <a:gd name="connsiteY5" fmla="*/ 2343150 h 2434950"/>
                <a:gd name="connsiteX6" fmla="*/ 153554 w 3053021"/>
                <a:gd name="connsiteY6" fmla="*/ 1695934 h 2434950"/>
                <a:gd name="connsiteX7" fmla="*/ 553604 w 3053021"/>
                <a:gd name="connsiteY7" fmla="*/ 0 h 2434950"/>
                <a:gd name="connsiteX0" fmla="*/ 553604 w 3082106"/>
                <a:gd name="connsiteY0" fmla="*/ 0 h 2434950"/>
                <a:gd name="connsiteX1" fmla="*/ 1841152 w 3082106"/>
                <a:gd name="connsiteY1" fmla="*/ 88900 h 2434950"/>
                <a:gd name="connsiteX2" fmla="*/ 2971452 w 3082106"/>
                <a:gd name="connsiteY2" fmla="*/ 1676884 h 2434950"/>
                <a:gd name="connsiteX3" fmla="*/ 2090304 w 3082106"/>
                <a:gd name="connsiteY3" fmla="*/ 2311400 h 2434950"/>
                <a:gd name="connsiteX4" fmla="*/ 1194954 w 3082106"/>
                <a:gd name="connsiteY4" fmla="*/ 2241550 h 2434950"/>
                <a:gd name="connsiteX5" fmla="*/ 509154 w 3082106"/>
                <a:gd name="connsiteY5" fmla="*/ 2343150 h 2434950"/>
                <a:gd name="connsiteX6" fmla="*/ 153554 w 3082106"/>
                <a:gd name="connsiteY6" fmla="*/ 1695934 h 2434950"/>
                <a:gd name="connsiteX7" fmla="*/ 553604 w 3082106"/>
                <a:gd name="connsiteY7" fmla="*/ 0 h 2434950"/>
                <a:gd name="connsiteX0" fmla="*/ 553604 w 3084175"/>
                <a:gd name="connsiteY0" fmla="*/ 0 h 2434950"/>
                <a:gd name="connsiteX1" fmla="*/ 1841152 w 3084175"/>
                <a:gd name="connsiteY1" fmla="*/ 88900 h 2434950"/>
                <a:gd name="connsiteX2" fmla="*/ 2971452 w 3084175"/>
                <a:gd name="connsiteY2" fmla="*/ 1676884 h 2434950"/>
                <a:gd name="connsiteX3" fmla="*/ 2090304 w 3084175"/>
                <a:gd name="connsiteY3" fmla="*/ 2311400 h 2434950"/>
                <a:gd name="connsiteX4" fmla="*/ 1194954 w 3084175"/>
                <a:gd name="connsiteY4" fmla="*/ 2241550 h 2434950"/>
                <a:gd name="connsiteX5" fmla="*/ 509154 w 3084175"/>
                <a:gd name="connsiteY5" fmla="*/ 2343150 h 2434950"/>
                <a:gd name="connsiteX6" fmla="*/ 153554 w 3084175"/>
                <a:gd name="connsiteY6" fmla="*/ 1695934 h 2434950"/>
                <a:gd name="connsiteX7" fmla="*/ 553604 w 3084175"/>
                <a:gd name="connsiteY7" fmla="*/ 0 h 2434950"/>
                <a:gd name="connsiteX0" fmla="*/ 553604 w 3080699"/>
                <a:gd name="connsiteY0" fmla="*/ 0 h 2434950"/>
                <a:gd name="connsiteX1" fmla="*/ 1790352 w 3080699"/>
                <a:gd name="connsiteY1" fmla="*/ 165100 h 2434950"/>
                <a:gd name="connsiteX2" fmla="*/ 2971452 w 3080699"/>
                <a:gd name="connsiteY2" fmla="*/ 1676884 h 2434950"/>
                <a:gd name="connsiteX3" fmla="*/ 2090304 w 3080699"/>
                <a:gd name="connsiteY3" fmla="*/ 2311400 h 2434950"/>
                <a:gd name="connsiteX4" fmla="*/ 1194954 w 3080699"/>
                <a:gd name="connsiteY4" fmla="*/ 2241550 h 2434950"/>
                <a:gd name="connsiteX5" fmla="*/ 509154 w 3080699"/>
                <a:gd name="connsiteY5" fmla="*/ 2343150 h 2434950"/>
                <a:gd name="connsiteX6" fmla="*/ 153554 w 3080699"/>
                <a:gd name="connsiteY6" fmla="*/ 1695934 h 2434950"/>
                <a:gd name="connsiteX7" fmla="*/ 553604 w 3080699"/>
                <a:gd name="connsiteY7" fmla="*/ 0 h 2434950"/>
                <a:gd name="connsiteX0" fmla="*/ 553604 w 3085655"/>
                <a:gd name="connsiteY0" fmla="*/ 0 h 2434950"/>
                <a:gd name="connsiteX1" fmla="*/ 1790352 w 3085655"/>
                <a:gd name="connsiteY1" fmla="*/ 165100 h 2434950"/>
                <a:gd name="connsiteX2" fmla="*/ 2971452 w 3085655"/>
                <a:gd name="connsiteY2" fmla="*/ 1676884 h 2434950"/>
                <a:gd name="connsiteX3" fmla="*/ 2090304 w 3085655"/>
                <a:gd name="connsiteY3" fmla="*/ 2311400 h 2434950"/>
                <a:gd name="connsiteX4" fmla="*/ 1194954 w 3085655"/>
                <a:gd name="connsiteY4" fmla="*/ 2241550 h 2434950"/>
                <a:gd name="connsiteX5" fmla="*/ 509154 w 3085655"/>
                <a:gd name="connsiteY5" fmla="*/ 2343150 h 2434950"/>
                <a:gd name="connsiteX6" fmla="*/ 153554 w 3085655"/>
                <a:gd name="connsiteY6" fmla="*/ 1695934 h 2434950"/>
                <a:gd name="connsiteX7" fmla="*/ 553604 w 3085655"/>
                <a:gd name="connsiteY7" fmla="*/ 0 h 2434950"/>
                <a:gd name="connsiteX0" fmla="*/ 553604 w 3076375"/>
                <a:gd name="connsiteY0" fmla="*/ 0 h 2434950"/>
                <a:gd name="connsiteX1" fmla="*/ 1650652 w 3076375"/>
                <a:gd name="connsiteY1" fmla="*/ 273050 h 2434950"/>
                <a:gd name="connsiteX2" fmla="*/ 2971452 w 3076375"/>
                <a:gd name="connsiteY2" fmla="*/ 1676884 h 2434950"/>
                <a:gd name="connsiteX3" fmla="*/ 2090304 w 3076375"/>
                <a:gd name="connsiteY3" fmla="*/ 2311400 h 2434950"/>
                <a:gd name="connsiteX4" fmla="*/ 1194954 w 3076375"/>
                <a:gd name="connsiteY4" fmla="*/ 2241550 h 2434950"/>
                <a:gd name="connsiteX5" fmla="*/ 509154 w 3076375"/>
                <a:gd name="connsiteY5" fmla="*/ 2343150 h 2434950"/>
                <a:gd name="connsiteX6" fmla="*/ 153554 w 3076375"/>
                <a:gd name="connsiteY6" fmla="*/ 1695934 h 2434950"/>
                <a:gd name="connsiteX7" fmla="*/ 553604 w 3076375"/>
                <a:gd name="connsiteY7" fmla="*/ 0 h 2434950"/>
                <a:gd name="connsiteX0" fmla="*/ 553604 w 3082555"/>
                <a:gd name="connsiteY0" fmla="*/ 0 h 2434950"/>
                <a:gd name="connsiteX1" fmla="*/ 1650652 w 3082555"/>
                <a:gd name="connsiteY1" fmla="*/ 273050 h 2434950"/>
                <a:gd name="connsiteX2" fmla="*/ 2971452 w 3082555"/>
                <a:gd name="connsiteY2" fmla="*/ 1676884 h 2434950"/>
                <a:gd name="connsiteX3" fmla="*/ 2090304 w 3082555"/>
                <a:gd name="connsiteY3" fmla="*/ 2311400 h 2434950"/>
                <a:gd name="connsiteX4" fmla="*/ 1194954 w 3082555"/>
                <a:gd name="connsiteY4" fmla="*/ 2241550 h 2434950"/>
                <a:gd name="connsiteX5" fmla="*/ 509154 w 3082555"/>
                <a:gd name="connsiteY5" fmla="*/ 2343150 h 2434950"/>
                <a:gd name="connsiteX6" fmla="*/ 153554 w 3082555"/>
                <a:gd name="connsiteY6" fmla="*/ 1695934 h 2434950"/>
                <a:gd name="connsiteX7" fmla="*/ 553604 w 3082555"/>
                <a:gd name="connsiteY7" fmla="*/ 0 h 2434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2555" h="2434950">
                  <a:moveTo>
                    <a:pt x="553604" y="0"/>
                  </a:moveTo>
                  <a:lnTo>
                    <a:pt x="1650652" y="273050"/>
                  </a:lnTo>
                  <a:cubicBezTo>
                    <a:pt x="2232735" y="122928"/>
                    <a:pt x="3456169" y="626856"/>
                    <a:pt x="2971452" y="1676884"/>
                  </a:cubicBezTo>
                  <a:cubicBezTo>
                    <a:pt x="3271211" y="2091751"/>
                    <a:pt x="2684837" y="2636389"/>
                    <a:pt x="2090304" y="2311400"/>
                  </a:cubicBezTo>
                  <a:cubicBezTo>
                    <a:pt x="1794221" y="2405511"/>
                    <a:pt x="1455304" y="2565400"/>
                    <a:pt x="1194954" y="2241550"/>
                  </a:cubicBezTo>
                  <a:cubicBezTo>
                    <a:pt x="1093354" y="2432050"/>
                    <a:pt x="634037" y="2400219"/>
                    <a:pt x="509154" y="2343150"/>
                  </a:cubicBezTo>
                  <a:cubicBezTo>
                    <a:pt x="299604" y="2470311"/>
                    <a:pt x="-271896" y="2152973"/>
                    <a:pt x="153554" y="1695934"/>
                  </a:cubicBezTo>
                  <a:cubicBezTo>
                    <a:pt x="45604" y="1327473"/>
                    <a:pt x="-68696" y="597061"/>
                    <a:pt x="553604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6528FB8-BEC7-0A39-7619-2E6F57741887}"/>
                </a:ext>
              </a:extLst>
            </p:cNvPr>
            <p:cNvGrpSpPr/>
            <p:nvPr/>
          </p:nvGrpSpPr>
          <p:grpSpPr>
            <a:xfrm>
              <a:off x="5175038" y="5584904"/>
              <a:ext cx="1073543" cy="571500"/>
              <a:chOff x="5174603" y="5568950"/>
              <a:chExt cx="1073543" cy="571500"/>
            </a:xfrm>
            <a:grpFill/>
          </p:grpSpPr>
          <p:sp>
            <p:nvSpPr>
              <p:cNvPr id="117" name="Rectangle 1">
                <a:extLst>
                  <a:ext uri="{FF2B5EF4-FFF2-40B4-BE49-F238E27FC236}">
                    <a16:creationId xmlns:a16="http://schemas.microsoft.com/office/drawing/2014/main" id="{7CF6A3CC-872D-5D1E-25F8-C50F338B3E48}"/>
                  </a:ext>
                </a:extLst>
              </p:cNvPr>
              <p:cNvSpPr/>
              <p:nvPr/>
            </p:nvSpPr>
            <p:spPr>
              <a:xfrm>
                <a:off x="5174603" y="5568950"/>
                <a:ext cx="1073543" cy="571500"/>
              </a:xfrm>
              <a:custGeom>
                <a:avLst/>
                <a:gdLst>
                  <a:gd name="connsiteX0" fmla="*/ 0 w 725457"/>
                  <a:gd name="connsiteY0" fmla="*/ 0 h 215900"/>
                  <a:gd name="connsiteX1" fmla="*/ 725457 w 725457"/>
                  <a:gd name="connsiteY1" fmla="*/ 0 h 215900"/>
                  <a:gd name="connsiteX2" fmla="*/ 725457 w 725457"/>
                  <a:gd name="connsiteY2" fmla="*/ 215900 h 215900"/>
                  <a:gd name="connsiteX3" fmla="*/ 0 w 725457"/>
                  <a:gd name="connsiteY3" fmla="*/ 215900 h 215900"/>
                  <a:gd name="connsiteX4" fmla="*/ 0 w 725457"/>
                  <a:gd name="connsiteY4" fmla="*/ 0 h 215900"/>
                  <a:gd name="connsiteX0" fmla="*/ 0 w 769907"/>
                  <a:gd name="connsiteY0" fmla="*/ 0 h 266700"/>
                  <a:gd name="connsiteX1" fmla="*/ 769907 w 769907"/>
                  <a:gd name="connsiteY1" fmla="*/ 50800 h 266700"/>
                  <a:gd name="connsiteX2" fmla="*/ 769907 w 769907"/>
                  <a:gd name="connsiteY2" fmla="*/ 266700 h 266700"/>
                  <a:gd name="connsiteX3" fmla="*/ 44450 w 769907"/>
                  <a:gd name="connsiteY3" fmla="*/ 266700 h 266700"/>
                  <a:gd name="connsiteX4" fmla="*/ 0 w 769907"/>
                  <a:gd name="connsiteY4" fmla="*/ 0 h 2667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769907 w 1011207"/>
                  <a:gd name="connsiteY2" fmla="*/ 330200 h 330200"/>
                  <a:gd name="connsiteX3" fmla="*/ 44450 w 1011207"/>
                  <a:gd name="connsiteY3" fmla="*/ 330200 h 330200"/>
                  <a:gd name="connsiteX4" fmla="*/ 0 w 1011207"/>
                  <a:gd name="connsiteY4" fmla="*/ 63500 h 3302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44450 w 1011207"/>
                  <a:gd name="connsiteY2" fmla="*/ 330200 h 330200"/>
                  <a:gd name="connsiteX3" fmla="*/ 0 w 1011207"/>
                  <a:gd name="connsiteY3" fmla="*/ 63500 h 3302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74237"/>
                  <a:gd name="connsiteY0" fmla="*/ 63500 h 571500"/>
                  <a:gd name="connsiteX1" fmla="*/ 1031598 w 1074237"/>
                  <a:gd name="connsiteY1" fmla="*/ 0 h 571500"/>
                  <a:gd name="connsiteX2" fmla="*/ 541091 w 1074237"/>
                  <a:gd name="connsiteY2" fmla="*/ 571500 h 571500"/>
                  <a:gd name="connsiteX3" fmla="*/ 20391 w 1074237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030904 w 1122344"/>
                  <a:gd name="connsiteY0" fmla="*/ 0 h 571500"/>
                  <a:gd name="connsiteX1" fmla="*/ 540397 w 1122344"/>
                  <a:gd name="connsiteY1" fmla="*/ 571500 h 571500"/>
                  <a:gd name="connsiteX2" fmla="*/ 19697 w 1122344"/>
                  <a:gd name="connsiteY2" fmla="*/ 63500 h 571500"/>
                  <a:gd name="connsiteX3" fmla="*/ 1122344 w 1122344"/>
                  <a:gd name="connsiteY3" fmla="*/ 91440 h 571500"/>
                  <a:gd name="connsiteX0" fmla="*/ 1030904 w 1073543"/>
                  <a:gd name="connsiteY0" fmla="*/ 0 h 571500"/>
                  <a:gd name="connsiteX1" fmla="*/ 540397 w 1073543"/>
                  <a:gd name="connsiteY1" fmla="*/ 571500 h 571500"/>
                  <a:gd name="connsiteX2" fmla="*/ 19697 w 1073543"/>
                  <a:gd name="connsiteY2" fmla="*/ 63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3543" h="571500">
                    <a:moveTo>
                      <a:pt x="1030904" y="0"/>
                    </a:moveTo>
                    <a:cubicBezTo>
                      <a:pt x="1076952" y="139700"/>
                      <a:pt x="1211899" y="520700"/>
                      <a:pt x="540397" y="571500"/>
                    </a:cubicBezTo>
                    <a:cubicBezTo>
                      <a:pt x="-7820" y="535517"/>
                      <a:pt x="-35336" y="258233"/>
                      <a:pt x="19697" y="635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79BA8F06-63F0-26C1-BF8C-6C9878D59EDA}"/>
                  </a:ext>
                </a:extLst>
              </p:cNvPr>
              <p:cNvSpPr/>
              <p:nvPr/>
            </p:nvSpPr>
            <p:spPr>
              <a:xfrm>
                <a:off x="5483567" y="5725620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BF157216-A50C-0F71-2A24-28383E30EFD0}"/>
                  </a:ext>
                </a:extLst>
              </p:cNvPr>
              <p:cNvSpPr/>
              <p:nvPr/>
            </p:nvSpPr>
            <p:spPr>
              <a:xfrm rot="20912357" flipH="1">
                <a:off x="5711399" y="5731786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6B1005A-1551-6D11-4897-26B94155B54E}"/>
                </a:ext>
              </a:extLst>
            </p:cNvPr>
            <p:cNvGrpSpPr/>
            <p:nvPr/>
          </p:nvGrpSpPr>
          <p:grpSpPr>
            <a:xfrm>
              <a:off x="4899970" y="4172844"/>
              <a:ext cx="3229525" cy="1645782"/>
              <a:chOff x="446203" y="3683636"/>
              <a:chExt cx="3229525" cy="1645782"/>
            </a:xfrm>
            <a:grpFill/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D65E2E7-4270-F5EB-39C5-6B5ED34C9C33}"/>
                  </a:ext>
                </a:extLst>
              </p:cNvPr>
              <p:cNvSpPr/>
              <p:nvPr/>
            </p:nvSpPr>
            <p:spPr>
              <a:xfrm rot="3172070" flipV="1">
                <a:off x="2354603" y="3488423"/>
                <a:ext cx="500855" cy="891281"/>
              </a:xfrm>
              <a:custGeom>
                <a:avLst/>
                <a:gdLst>
                  <a:gd name="connsiteX0" fmla="*/ 0 w 500855"/>
                  <a:gd name="connsiteY0" fmla="*/ 724520 h 891281"/>
                  <a:gd name="connsiteX1" fmla="*/ 92372 w 500855"/>
                  <a:gd name="connsiteY1" fmla="*/ 795155 h 891281"/>
                  <a:gd name="connsiteX2" fmla="*/ 219516 w 500855"/>
                  <a:gd name="connsiteY2" fmla="*/ 874007 h 891281"/>
                  <a:gd name="connsiteX3" fmla="*/ 255071 w 500855"/>
                  <a:gd name="connsiteY3" fmla="*/ 891281 h 891281"/>
                  <a:gd name="connsiteX4" fmla="*/ 297609 w 500855"/>
                  <a:gd name="connsiteY4" fmla="*/ 796471 h 891281"/>
                  <a:gd name="connsiteX5" fmla="*/ 471133 w 500855"/>
                  <a:gd name="connsiteY5" fmla="*/ 2432 h 891281"/>
                  <a:gd name="connsiteX6" fmla="*/ 18867 w 500855"/>
                  <a:gd name="connsiteY6" fmla="*/ 677757 h 891281"/>
                  <a:gd name="connsiteX7" fmla="*/ 0 w 500855"/>
                  <a:gd name="connsiteY7" fmla="*/ 724520 h 89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0855" h="891281">
                    <a:moveTo>
                      <a:pt x="0" y="724520"/>
                    </a:moveTo>
                    <a:lnTo>
                      <a:pt x="92372" y="795155"/>
                    </a:lnTo>
                    <a:cubicBezTo>
                      <a:pt x="133163" y="823337"/>
                      <a:pt x="175667" y="849769"/>
                      <a:pt x="219516" y="874007"/>
                    </a:cubicBezTo>
                    <a:lnTo>
                      <a:pt x="255071" y="891281"/>
                    </a:lnTo>
                    <a:lnTo>
                      <a:pt x="297609" y="796471"/>
                    </a:lnTo>
                    <a:cubicBezTo>
                      <a:pt x="470416" y="390718"/>
                      <a:pt x="548106" y="35214"/>
                      <a:pt x="471133" y="2432"/>
                    </a:cubicBezTo>
                    <a:cubicBezTo>
                      <a:pt x="394161" y="-30349"/>
                      <a:pt x="191675" y="272003"/>
                      <a:pt x="18867" y="677757"/>
                    </a:cubicBezTo>
                    <a:lnTo>
                      <a:pt x="0" y="72452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AB6F726-3F15-63AB-961A-87446098C785}"/>
                  </a:ext>
                </a:extLst>
              </p:cNvPr>
              <p:cNvSpPr/>
              <p:nvPr/>
            </p:nvSpPr>
            <p:spPr>
              <a:xfrm rot="3172070" flipV="1">
                <a:off x="2725088" y="3769507"/>
                <a:ext cx="669471" cy="579688"/>
              </a:xfrm>
              <a:custGeom>
                <a:avLst/>
                <a:gdLst>
                  <a:gd name="connsiteX0" fmla="*/ 0 w 669471"/>
                  <a:gd name="connsiteY0" fmla="*/ 465560 h 579688"/>
                  <a:gd name="connsiteX1" fmla="*/ 64618 w 669471"/>
                  <a:gd name="connsiteY1" fmla="*/ 496953 h 579688"/>
                  <a:gd name="connsiteX2" fmla="*/ 350458 w 669471"/>
                  <a:gd name="connsiteY2" fmla="*/ 578265 h 579688"/>
                  <a:gd name="connsiteX3" fmla="*/ 370617 w 669471"/>
                  <a:gd name="connsiteY3" fmla="*/ 579688 h 579688"/>
                  <a:gd name="connsiteX4" fmla="*/ 446653 w 669471"/>
                  <a:gd name="connsiteY4" fmla="*/ 483569 h 579688"/>
                  <a:gd name="connsiteX5" fmla="*/ 653378 w 669471"/>
                  <a:gd name="connsiteY5" fmla="*/ 12220 h 579688"/>
                  <a:gd name="connsiteX6" fmla="*/ 94842 w 669471"/>
                  <a:gd name="connsiteY6" fmla="*/ 365986 h 579688"/>
                  <a:gd name="connsiteX7" fmla="*/ 0 w 669471"/>
                  <a:gd name="connsiteY7" fmla="*/ 465560 h 579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9471" h="579688">
                    <a:moveTo>
                      <a:pt x="0" y="465560"/>
                    </a:moveTo>
                    <a:lnTo>
                      <a:pt x="64618" y="496953"/>
                    </a:lnTo>
                    <a:cubicBezTo>
                      <a:pt x="156964" y="535773"/>
                      <a:pt x="253223" y="564054"/>
                      <a:pt x="350458" y="578265"/>
                    </a:cubicBezTo>
                    <a:lnTo>
                      <a:pt x="370617" y="579688"/>
                    </a:lnTo>
                    <a:lnTo>
                      <a:pt x="446653" y="483569"/>
                    </a:lnTo>
                    <a:cubicBezTo>
                      <a:pt x="619564" y="253397"/>
                      <a:pt x="708045" y="61988"/>
                      <a:pt x="653378" y="12220"/>
                    </a:cubicBezTo>
                    <a:cubicBezTo>
                      <a:pt x="589600" y="-45845"/>
                      <a:pt x="352115" y="108117"/>
                      <a:pt x="94842" y="365986"/>
                    </a:cubicBezTo>
                    <a:lnTo>
                      <a:pt x="0" y="46556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82757C3F-37BF-3D0D-7BAD-A1A03035A92F}"/>
                  </a:ext>
                </a:extLst>
              </p:cNvPr>
              <p:cNvSpPr/>
              <p:nvPr/>
            </p:nvSpPr>
            <p:spPr>
              <a:xfrm rot="3172070" flipV="1">
                <a:off x="441001" y="3999164"/>
                <a:ext cx="648395" cy="296560"/>
              </a:xfrm>
              <a:custGeom>
                <a:avLst/>
                <a:gdLst>
                  <a:gd name="connsiteX0" fmla="*/ 0 w 648395"/>
                  <a:gd name="connsiteY0" fmla="*/ 254035 h 296560"/>
                  <a:gd name="connsiteX1" fmla="*/ 141654 w 648395"/>
                  <a:gd name="connsiteY1" fmla="*/ 275426 h 296560"/>
                  <a:gd name="connsiteX2" fmla="*/ 647750 w 648395"/>
                  <a:gd name="connsiteY2" fmla="*/ 239755 h 296560"/>
                  <a:gd name="connsiteX3" fmla="*/ 199606 w 648395"/>
                  <a:gd name="connsiteY3" fmla="*/ 1907 h 296560"/>
                  <a:gd name="connsiteX4" fmla="*/ 192653 w 648395"/>
                  <a:gd name="connsiteY4" fmla="*/ 0 h 296560"/>
                  <a:gd name="connsiteX5" fmla="*/ 166690 w 648395"/>
                  <a:gd name="connsiteY5" fmla="*/ 26848 h 296560"/>
                  <a:gd name="connsiteX6" fmla="*/ 18986 w 648395"/>
                  <a:gd name="connsiteY6" fmla="*/ 221140 h 296560"/>
                  <a:gd name="connsiteX7" fmla="*/ 0 w 648395"/>
                  <a:gd name="connsiteY7" fmla="*/ 254035 h 296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8395" h="296560">
                    <a:moveTo>
                      <a:pt x="0" y="254035"/>
                    </a:moveTo>
                    <a:lnTo>
                      <a:pt x="141654" y="275426"/>
                    </a:lnTo>
                    <a:cubicBezTo>
                      <a:pt x="426811" y="312300"/>
                      <a:pt x="634724" y="301235"/>
                      <a:pt x="647750" y="239755"/>
                    </a:cubicBezTo>
                    <a:cubicBezTo>
                      <a:pt x="660776" y="178276"/>
                      <a:pt x="475215" y="83844"/>
                      <a:pt x="199606" y="1907"/>
                    </a:cubicBezTo>
                    <a:lnTo>
                      <a:pt x="192653" y="0"/>
                    </a:lnTo>
                    <a:lnTo>
                      <a:pt x="166690" y="26848"/>
                    </a:lnTo>
                    <a:cubicBezTo>
                      <a:pt x="114062" y="85509"/>
                      <a:pt x="64279" y="150082"/>
                      <a:pt x="18986" y="221140"/>
                    </a:cubicBezTo>
                    <a:lnTo>
                      <a:pt x="0" y="25403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4C421667-E454-3E8E-E5DD-7418534245E6}"/>
                  </a:ext>
                </a:extLst>
              </p:cNvPr>
              <p:cNvSpPr/>
              <p:nvPr/>
            </p:nvSpPr>
            <p:spPr>
              <a:xfrm rot="3172070" flipV="1">
                <a:off x="3152536" y="4229853"/>
                <a:ext cx="294979" cy="751405"/>
              </a:xfrm>
              <a:custGeom>
                <a:avLst/>
                <a:gdLst>
                  <a:gd name="connsiteX0" fmla="*/ 0 w 294979"/>
                  <a:gd name="connsiteY0" fmla="*/ 751405 h 751405"/>
                  <a:gd name="connsiteX1" fmla="*/ 10837 w 294979"/>
                  <a:gd name="connsiteY1" fmla="*/ 748377 h 751405"/>
                  <a:gd name="connsiteX2" fmla="*/ 278247 w 294979"/>
                  <a:gd name="connsiteY2" fmla="*/ 578911 h 751405"/>
                  <a:gd name="connsiteX3" fmla="*/ 294979 w 294979"/>
                  <a:gd name="connsiteY3" fmla="*/ 561788 h 751405"/>
                  <a:gd name="connsiteX4" fmla="*/ 290610 w 294979"/>
                  <a:gd name="connsiteY4" fmla="*/ 487711 h 751405"/>
                  <a:gd name="connsiteX5" fmla="*/ 150814 w 294979"/>
                  <a:gd name="connsiteY5" fmla="*/ 0 h 751405"/>
                  <a:gd name="connsiteX6" fmla="*/ 2180 w 294979"/>
                  <a:gd name="connsiteY6" fmla="*/ 637605 h 751405"/>
                  <a:gd name="connsiteX7" fmla="*/ 0 w 294979"/>
                  <a:gd name="connsiteY7" fmla="*/ 751405 h 751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979" h="751405">
                    <a:moveTo>
                      <a:pt x="0" y="751405"/>
                    </a:moveTo>
                    <a:lnTo>
                      <a:pt x="10837" y="748377"/>
                    </a:lnTo>
                    <a:cubicBezTo>
                      <a:pt x="104386" y="712432"/>
                      <a:pt x="194501" y="657121"/>
                      <a:pt x="278247" y="578911"/>
                    </a:cubicBezTo>
                    <a:lnTo>
                      <a:pt x="294979" y="561788"/>
                    </a:lnTo>
                    <a:lnTo>
                      <a:pt x="290610" y="487711"/>
                    </a:lnTo>
                    <a:cubicBezTo>
                      <a:pt x="267577" y="201104"/>
                      <a:pt x="213658" y="1"/>
                      <a:pt x="150814" y="0"/>
                    </a:cubicBezTo>
                    <a:cubicBezTo>
                      <a:pt x="77496" y="1"/>
                      <a:pt x="16326" y="273725"/>
                      <a:pt x="2180" y="637605"/>
                    </a:cubicBezTo>
                    <a:lnTo>
                      <a:pt x="0" y="75140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863D370C-6327-6F0A-0875-C9FF3E29F707}"/>
                  </a:ext>
                </a:extLst>
              </p:cNvPr>
              <p:cNvSpPr/>
              <p:nvPr/>
            </p:nvSpPr>
            <p:spPr>
              <a:xfrm rot="3172070" flipV="1">
                <a:off x="453590" y="4396428"/>
                <a:ext cx="701548" cy="509857"/>
              </a:xfrm>
              <a:custGeom>
                <a:avLst/>
                <a:gdLst>
                  <a:gd name="connsiteX0" fmla="*/ 0 w 701548"/>
                  <a:gd name="connsiteY0" fmla="*/ 194848 h 509857"/>
                  <a:gd name="connsiteX1" fmla="*/ 76490 w 701548"/>
                  <a:gd name="connsiteY1" fmla="*/ 248996 h 509857"/>
                  <a:gd name="connsiteX2" fmla="*/ 692682 w 701548"/>
                  <a:gd name="connsiteY2" fmla="*/ 488617 h 509857"/>
                  <a:gd name="connsiteX3" fmla="*/ 399082 w 701548"/>
                  <a:gd name="connsiteY3" fmla="*/ 65882 h 509857"/>
                  <a:gd name="connsiteX4" fmla="*/ 322093 w 701548"/>
                  <a:gd name="connsiteY4" fmla="*/ 0 h 509857"/>
                  <a:gd name="connsiteX5" fmla="*/ 190169 w 701548"/>
                  <a:gd name="connsiteY5" fmla="*/ 68426 h 509857"/>
                  <a:gd name="connsiteX6" fmla="*/ 18341 w 701548"/>
                  <a:gd name="connsiteY6" fmla="*/ 180470 h 509857"/>
                  <a:gd name="connsiteX7" fmla="*/ 0 w 701548"/>
                  <a:gd name="connsiteY7" fmla="*/ 194848 h 509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1548" h="509857">
                    <a:moveTo>
                      <a:pt x="0" y="194848"/>
                    </a:moveTo>
                    <a:lnTo>
                      <a:pt x="76490" y="248996"/>
                    </a:lnTo>
                    <a:cubicBezTo>
                      <a:pt x="378593" y="452512"/>
                      <a:pt x="641276" y="557873"/>
                      <a:pt x="692682" y="488617"/>
                    </a:cubicBezTo>
                    <a:cubicBezTo>
                      <a:pt x="736745" y="429255"/>
                      <a:pt x="613071" y="258461"/>
                      <a:pt x="399082" y="65882"/>
                    </a:cubicBezTo>
                    <a:lnTo>
                      <a:pt x="322093" y="0"/>
                    </a:lnTo>
                    <a:lnTo>
                      <a:pt x="190169" y="68426"/>
                    </a:lnTo>
                    <a:cubicBezTo>
                      <a:pt x="133618" y="101103"/>
                      <a:pt x="75793" y="138260"/>
                      <a:pt x="18341" y="180470"/>
                    </a:cubicBezTo>
                    <a:lnTo>
                      <a:pt x="0" y="194848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9D33DDF-2306-4C22-E890-5FEE8C34B974}"/>
                  </a:ext>
                </a:extLst>
              </p:cNvPr>
              <p:cNvSpPr/>
              <p:nvPr/>
            </p:nvSpPr>
            <p:spPr>
              <a:xfrm rot="3172070" flipV="1">
                <a:off x="575245" y="4765015"/>
                <a:ext cx="435361" cy="693446"/>
              </a:xfrm>
              <a:custGeom>
                <a:avLst/>
                <a:gdLst>
                  <a:gd name="connsiteX0" fmla="*/ 36091 w 435361"/>
                  <a:gd name="connsiteY0" fmla="*/ 353117 h 693446"/>
                  <a:gd name="connsiteX1" fmla="*/ 416763 w 435361"/>
                  <a:gd name="connsiteY1" fmla="*/ 688427 h 693446"/>
                  <a:gd name="connsiteX2" fmla="*/ 197680 w 435361"/>
                  <a:gd name="connsiteY2" fmla="*/ 71527 h 693446"/>
                  <a:gd name="connsiteX3" fmla="*/ 153747 w 435361"/>
                  <a:gd name="connsiteY3" fmla="*/ 0 h 693446"/>
                  <a:gd name="connsiteX4" fmla="*/ 112992 w 435361"/>
                  <a:gd name="connsiteY4" fmla="*/ 41192 h 693446"/>
                  <a:gd name="connsiteX5" fmla="*/ 7780 w 435361"/>
                  <a:gd name="connsiteY5" fmla="*/ 300382 h 693446"/>
                  <a:gd name="connsiteX6" fmla="*/ 0 w 435361"/>
                  <a:gd name="connsiteY6" fmla="*/ 303486 h 693446"/>
                  <a:gd name="connsiteX7" fmla="*/ 36091 w 435361"/>
                  <a:gd name="connsiteY7" fmla="*/ 353117 h 693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5361" h="693446">
                    <a:moveTo>
                      <a:pt x="36091" y="353117"/>
                    </a:moveTo>
                    <a:cubicBezTo>
                      <a:pt x="210098" y="582015"/>
                      <a:pt x="363935" y="722283"/>
                      <a:pt x="416763" y="688427"/>
                    </a:cubicBezTo>
                    <a:cubicBezTo>
                      <a:pt x="478397" y="648928"/>
                      <a:pt x="382126" y="385514"/>
                      <a:pt x="197680" y="71527"/>
                    </a:cubicBezTo>
                    <a:lnTo>
                      <a:pt x="153747" y="0"/>
                    </a:lnTo>
                    <a:lnTo>
                      <a:pt x="112992" y="41192"/>
                    </a:lnTo>
                    <a:cubicBezTo>
                      <a:pt x="65352" y="100633"/>
                      <a:pt x="27945" y="185054"/>
                      <a:pt x="7780" y="300382"/>
                    </a:cubicBezTo>
                    <a:lnTo>
                      <a:pt x="0" y="303486"/>
                    </a:lnTo>
                    <a:lnTo>
                      <a:pt x="36091" y="353117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Oval 17">
              <a:extLst>
                <a:ext uri="{FF2B5EF4-FFF2-40B4-BE49-F238E27FC236}">
                  <a16:creationId xmlns:a16="http://schemas.microsoft.com/office/drawing/2014/main" id="{A4CC9076-658C-679B-5802-1001CD0F93B9}"/>
                </a:ext>
              </a:extLst>
            </p:cNvPr>
            <p:cNvSpPr/>
            <p:nvPr/>
          </p:nvSpPr>
          <p:spPr>
            <a:xfrm>
              <a:off x="3810176" y="353935"/>
              <a:ext cx="4828762" cy="3880440"/>
            </a:xfrm>
            <a:custGeom>
              <a:avLst/>
              <a:gdLst>
                <a:gd name="connsiteX0" fmla="*/ 0 w 4867422"/>
                <a:gd name="connsiteY0" fmla="*/ 1983545 h 3967089"/>
                <a:gd name="connsiteX1" fmla="*/ 2433711 w 4867422"/>
                <a:gd name="connsiteY1" fmla="*/ 0 h 3967089"/>
                <a:gd name="connsiteX2" fmla="*/ 4867422 w 4867422"/>
                <a:gd name="connsiteY2" fmla="*/ 1983545 h 3967089"/>
                <a:gd name="connsiteX3" fmla="*/ 2433711 w 4867422"/>
                <a:gd name="connsiteY3" fmla="*/ 3967090 h 3967089"/>
                <a:gd name="connsiteX4" fmla="*/ 0 w 4867422"/>
                <a:gd name="connsiteY4" fmla="*/ 1983545 h 3967089"/>
                <a:gd name="connsiteX0" fmla="*/ 0 w 4867422"/>
                <a:gd name="connsiteY0" fmla="*/ 1983545 h 3967090"/>
                <a:gd name="connsiteX1" fmla="*/ 2433711 w 4867422"/>
                <a:gd name="connsiteY1" fmla="*/ 0 h 3967090"/>
                <a:gd name="connsiteX2" fmla="*/ 4867422 w 4867422"/>
                <a:gd name="connsiteY2" fmla="*/ 1983545 h 3967090"/>
                <a:gd name="connsiteX3" fmla="*/ 2433711 w 4867422"/>
                <a:gd name="connsiteY3" fmla="*/ 3967090 h 3967090"/>
                <a:gd name="connsiteX4" fmla="*/ 0 w 4867422"/>
                <a:gd name="connsiteY4" fmla="*/ 1983545 h 3967090"/>
                <a:gd name="connsiteX0" fmla="*/ 0 w 4825219"/>
                <a:gd name="connsiteY0" fmla="*/ 1983545 h 3967090"/>
                <a:gd name="connsiteX1" fmla="*/ 2391508 w 4825219"/>
                <a:gd name="connsiteY1" fmla="*/ 0 h 3967090"/>
                <a:gd name="connsiteX2" fmla="*/ 4825219 w 4825219"/>
                <a:gd name="connsiteY2" fmla="*/ 1983545 h 3967090"/>
                <a:gd name="connsiteX3" fmla="*/ 2391508 w 4825219"/>
                <a:gd name="connsiteY3" fmla="*/ 3967090 h 3967090"/>
                <a:gd name="connsiteX4" fmla="*/ 0 w 4825219"/>
                <a:gd name="connsiteY4" fmla="*/ 1983545 h 3967090"/>
                <a:gd name="connsiteX0" fmla="*/ 0 w 4825219"/>
                <a:gd name="connsiteY0" fmla="*/ 1983545 h 3967090"/>
                <a:gd name="connsiteX1" fmla="*/ 2391508 w 4825219"/>
                <a:gd name="connsiteY1" fmla="*/ 0 h 3967090"/>
                <a:gd name="connsiteX2" fmla="*/ 4825219 w 4825219"/>
                <a:gd name="connsiteY2" fmla="*/ 1983545 h 3967090"/>
                <a:gd name="connsiteX3" fmla="*/ 2391508 w 4825219"/>
                <a:gd name="connsiteY3" fmla="*/ 3967090 h 3967090"/>
                <a:gd name="connsiteX4" fmla="*/ 0 w 4825219"/>
                <a:gd name="connsiteY4" fmla="*/ 1983545 h 3967090"/>
                <a:gd name="connsiteX0" fmla="*/ 0 w 4825219"/>
                <a:gd name="connsiteY0" fmla="*/ 1983545 h 3967090"/>
                <a:gd name="connsiteX1" fmla="*/ 2391508 w 4825219"/>
                <a:gd name="connsiteY1" fmla="*/ 0 h 3967090"/>
                <a:gd name="connsiteX2" fmla="*/ 4825219 w 4825219"/>
                <a:gd name="connsiteY2" fmla="*/ 1983545 h 3967090"/>
                <a:gd name="connsiteX3" fmla="*/ 2391508 w 4825219"/>
                <a:gd name="connsiteY3" fmla="*/ 3967090 h 3967090"/>
                <a:gd name="connsiteX4" fmla="*/ 0 w 4825219"/>
                <a:gd name="connsiteY4" fmla="*/ 1983545 h 3967090"/>
                <a:gd name="connsiteX0" fmla="*/ 2169 w 4827388"/>
                <a:gd name="connsiteY0" fmla="*/ 1983545 h 3967090"/>
                <a:gd name="connsiteX1" fmla="*/ 2393677 w 4827388"/>
                <a:gd name="connsiteY1" fmla="*/ 0 h 3967090"/>
                <a:gd name="connsiteX2" fmla="*/ 4827388 w 4827388"/>
                <a:gd name="connsiteY2" fmla="*/ 1983545 h 3967090"/>
                <a:gd name="connsiteX3" fmla="*/ 2393677 w 4827388"/>
                <a:gd name="connsiteY3" fmla="*/ 3967090 h 3967090"/>
                <a:gd name="connsiteX4" fmla="*/ 2169 w 4827388"/>
                <a:gd name="connsiteY4" fmla="*/ 1983545 h 3967090"/>
                <a:gd name="connsiteX0" fmla="*/ 2169 w 4827388"/>
                <a:gd name="connsiteY0" fmla="*/ 1983545 h 3967090"/>
                <a:gd name="connsiteX1" fmla="*/ 2393677 w 4827388"/>
                <a:gd name="connsiteY1" fmla="*/ 0 h 3967090"/>
                <a:gd name="connsiteX2" fmla="*/ 4827388 w 4827388"/>
                <a:gd name="connsiteY2" fmla="*/ 1983545 h 3967090"/>
                <a:gd name="connsiteX3" fmla="*/ 2393677 w 4827388"/>
                <a:gd name="connsiteY3" fmla="*/ 3967090 h 3967090"/>
                <a:gd name="connsiteX4" fmla="*/ 2169 w 4827388"/>
                <a:gd name="connsiteY4" fmla="*/ 1983545 h 3967090"/>
                <a:gd name="connsiteX0" fmla="*/ 2169 w 4827388"/>
                <a:gd name="connsiteY0" fmla="*/ 1983545 h 3967090"/>
                <a:gd name="connsiteX1" fmla="*/ 2393677 w 4827388"/>
                <a:gd name="connsiteY1" fmla="*/ 0 h 3967090"/>
                <a:gd name="connsiteX2" fmla="*/ 4827388 w 4827388"/>
                <a:gd name="connsiteY2" fmla="*/ 1983545 h 3967090"/>
                <a:gd name="connsiteX3" fmla="*/ 2393677 w 4827388"/>
                <a:gd name="connsiteY3" fmla="*/ 3967090 h 3967090"/>
                <a:gd name="connsiteX4" fmla="*/ 2169 w 4827388"/>
                <a:gd name="connsiteY4" fmla="*/ 1983545 h 3967090"/>
                <a:gd name="connsiteX0" fmla="*/ 2169 w 4828762"/>
                <a:gd name="connsiteY0" fmla="*/ 1983545 h 3967090"/>
                <a:gd name="connsiteX1" fmla="*/ 2393677 w 4828762"/>
                <a:gd name="connsiteY1" fmla="*/ 0 h 3967090"/>
                <a:gd name="connsiteX2" fmla="*/ 4827388 w 4828762"/>
                <a:gd name="connsiteY2" fmla="*/ 1983545 h 3967090"/>
                <a:gd name="connsiteX3" fmla="*/ 2393677 w 4828762"/>
                <a:gd name="connsiteY3" fmla="*/ 3967090 h 3967090"/>
                <a:gd name="connsiteX4" fmla="*/ 2169 w 4828762"/>
                <a:gd name="connsiteY4" fmla="*/ 1983545 h 3967090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83545 h 3910819"/>
                <a:gd name="connsiteX1" fmla="*/ 2393677 w 4828762"/>
                <a:gd name="connsiteY1" fmla="*/ 0 h 3910819"/>
                <a:gd name="connsiteX2" fmla="*/ 4827388 w 4828762"/>
                <a:gd name="connsiteY2" fmla="*/ 1983545 h 3910819"/>
                <a:gd name="connsiteX3" fmla="*/ 2393677 w 4828762"/>
                <a:gd name="connsiteY3" fmla="*/ 3910819 h 3910819"/>
                <a:gd name="connsiteX4" fmla="*/ 2169 w 4828762"/>
                <a:gd name="connsiteY4" fmla="*/ 1983545 h 3910819"/>
                <a:gd name="connsiteX0" fmla="*/ 2169 w 4828762"/>
                <a:gd name="connsiteY0" fmla="*/ 1953065 h 3880339"/>
                <a:gd name="connsiteX1" fmla="*/ 2378437 w 4828762"/>
                <a:gd name="connsiteY1" fmla="*/ 0 h 3880339"/>
                <a:gd name="connsiteX2" fmla="*/ 4827388 w 4828762"/>
                <a:gd name="connsiteY2" fmla="*/ 1953065 h 3880339"/>
                <a:gd name="connsiteX3" fmla="*/ 2393677 w 4828762"/>
                <a:gd name="connsiteY3" fmla="*/ 3880339 h 3880339"/>
                <a:gd name="connsiteX4" fmla="*/ 2169 w 4828762"/>
                <a:gd name="connsiteY4" fmla="*/ 1953065 h 3880339"/>
                <a:gd name="connsiteX0" fmla="*/ 2169 w 4828762"/>
                <a:gd name="connsiteY0" fmla="*/ 1953166 h 3880440"/>
                <a:gd name="connsiteX1" fmla="*/ 2378437 w 4828762"/>
                <a:gd name="connsiteY1" fmla="*/ 101 h 3880440"/>
                <a:gd name="connsiteX2" fmla="*/ 4827388 w 4828762"/>
                <a:gd name="connsiteY2" fmla="*/ 1953166 h 3880440"/>
                <a:gd name="connsiteX3" fmla="*/ 2393677 w 4828762"/>
                <a:gd name="connsiteY3" fmla="*/ 3880440 h 3880440"/>
                <a:gd name="connsiteX4" fmla="*/ 2169 w 4828762"/>
                <a:gd name="connsiteY4" fmla="*/ 1953166 h 3880440"/>
                <a:gd name="connsiteX0" fmla="*/ 2169 w 4828762"/>
                <a:gd name="connsiteY0" fmla="*/ 1953166 h 3880440"/>
                <a:gd name="connsiteX1" fmla="*/ 2378437 w 4828762"/>
                <a:gd name="connsiteY1" fmla="*/ 101 h 3880440"/>
                <a:gd name="connsiteX2" fmla="*/ 4827388 w 4828762"/>
                <a:gd name="connsiteY2" fmla="*/ 1953166 h 3880440"/>
                <a:gd name="connsiteX3" fmla="*/ 2393677 w 4828762"/>
                <a:gd name="connsiteY3" fmla="*/ 3880440 h 3880440"/>
                <a:gd name="connsiteX4" fmla="*/ 2169 w 4828762"/>
                <a:gd name="connsiteY4" fmla="*/ 1953166 h 388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8762" h="3880440">
                  <a:moveTo>
                    <a:pt x="2169" y="1953166"/>
                  </a:moveTo>
                  <a:cubicBezTo>
                    <a:pt x="32649" y="1688850"/>
                    <a:pt x="669212" y="-15139"/>
                    <a:pt x="2378437" y="101"/>
                  </a:cubicBezTo>
                  <a:cubicBezTo>
                    <a:pt x="4087662" y="15341"/>
                    <a:pt x="4787530" y="1681230"/>
                    <a:pt x="4827388" y="1953166"/>
                  </a:cubicBezTo>
                  <a:cubicBezTo>
                    <a:pt x="4883659" y="3358137"/>
                    <a:pt x="3197880" y="3880440"/>
                    <a:pt x="2393677" y="3880440"/>
                  </a:cubicBezTo>
                  <a:cubicBezTo>
                    <a:pt x="1589474" y="3880440"/>
                    <a:pt x="-68170" y="3358137"/>
                    <a:pt x="2169" y="195316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 10">
              <a:extLst>
                <a:ext uri="{FF2B5EF4-FFF2-40B4-BE49-F238E27FC236}">
                  <a16:creationId xmlns:a16="http://schemas.microsoft.com/office/drawing/2014/main" id="{8F742EB0-EF99-1FB8-277D-2CAF437AE84C}"/>
                </a:ext>
              </a:extLst>
            </p:cNvPr>
            <p:cNvSpPr/>
            <p:nvPr/>
          </p:nvSpPr>
          <p:spPr>
            <a:xfrm>
              <a:off x="4401503" y="2699533"/>
              <a:ext cx="3676761" cy="1528542"/>
            </a:xfrm>
            <a:custGeom>
              <a:avLst/>
              <a:gdLst>
                <a:gd name="connsiteX0" fmla="*/ 0 w 2174899"/>
                <a:gd name="connsiteY0" fmla="*/ 0 h 559210"/>
                <a:gd name="connsiteX1" fmla="*/ 2174899 w 2174899"/>
                <a:gd name="connsiteY1" fmla="*/ 0 h 559210"/>
                <a:gd name="connsiteX2" fmla="*/ 2174899 w 2174899"/>
                <a:gd name="connsiteY2" fmla="*/ 559210 h 559210"/>
                <a:gd name="connsiteX3" fmla="*/ 0 w 2174899"/>
                <a:gd name="connsiteY3" fmla="*/ 559210 h 559210"/>
                <a:gd name="connsiteX4" fmla="*/ 0 w 2174899"/>
                <a:gd name="connsiteY4" fmla="*/ 0 h 559210"/>
                <a:gd name="connsiteX0" fmla="*/ 66675 w 2174899"/>
                <a:gd name="connsiteY0" fmla="*/ 0 h 902110"/>
                <a:gd name="connsiteX1" fmla="*/ 2174899 w 2174899"/>
                <a:gd name="connsiteY1" fmla="*/ 342900 h 902110"/>
                <a:gd name="connsiteX2" fmla="*/ 2174899 w 2174899"/>
                <a:gd name="connsiteY2" fmla="*/ 902110 h 902110"/>
                <a:gd name="connsiteX3" fmla="*/ 0 w 2174899"/>
                <a:gd name="connsiteY3" fmla="*/ 902110 h 902110"/>
                <a:gd name="connsiteX4" fmla="*/ 66675 w 2174899"/>
                <a:gd name="connsiteY4" fmla="*/ 0 h 902110"/>
                <a:gd name="connsiteX0" fmla="*/ 66675 w 2736874"/>
                <a:gd name="connsiteY0" fmla="*/ 0 h 902110"/>
                <a:gd name="connsiteX1" fmla="*/ 2736874 w 2736874"/>
                <a:gd name="connsiteY1" fmla="*/ 9525 h 902110"/>
                <a:gd name="connsiteX2" fmla="*/ 2174899 w 2736874"/>
                <a:gd name="connsiteY2" fmla="*/ 902110 h 902110"/>
                <a:gd name="connsiteX3" fmla="*/ 0 w 2736874"/>
                <a:gd name="connsiteY3" fmla="*/ 902110 h 902110"/>
                <a:gd name="connsiteX4" fmla="*/ 66675 w 2736874"/>
                <a:gd name="connsiteY4" fmla="*/ 0 h 902110"/>
                <a:gd name="connsiteX0" fmla="*/ 0 w 2670199"/>
                <a:gd name="connsiteY0" fmla="*/ 0 h 1349785"/>
                <a:gd name="connsiteX1" fmla="*/ 2670199 w 2670199"/>
                <a:gd name="connsiteY1" fmla="*/ 9525 h 1349785"/>
                <a:gd name="connsiteX2" fmla="*/ 2108224 w 2670199"/>
                <a:gd name="connsiteY2" fmla="*/ 902110 h 1349785"/>
                <a:gd name="connsiteX3" fmla="*/ 1657350 w 2670199"/>
                <a:gd name="connsiteY3" fmla="*/ 1349785 h 1349785"/>
                <a:gd name="connsiteX4" fmla="*/ 0 w 2670199"/>
                <a:gd name="connsiteY4" fmla="*/ 0 h 1349785"/>
                <a:gd name="connsiteX0" fmla="*/ 0 w 2670199"/>
                <a:gd name="connsiteY0" fmla="*/ 0 h 1349785"/>
                <a:gd name="connsiteX1" fmla="*/ 2670199 w 2670199"/>
                <a:gd name="connsiteY1" fmla="*/ 9525 h 1349785"/>
                <a:gd name="connsiteX2" fmla="*/ 2108224 w 2670199"/>
                <a:gd name="connsiteY2" fmla="*/ 902110 h 1349785"/>
                <a:gd name="connsiteX3" fmla="*/ 1657350 w 2670199"/>
                <a:gd name="connsiteY3" fmla="*/ 1349785 h 1349785"/>
                <a:gd name="connsiteX4" fmla="*/ 0 w 2670199"/>
                <a:gd name="connsiteY4" fmla="*/ 0 h 1349785"/>
                <a:gd name="connsiteX0" fmla="*/ 432599 w 3102798"/>
                <a:gd name="connsiteY0" fmla="*/ 0 h 1349785"/>
                <a:gd name="connsiteX1" fmla="*/ 3102798 w 3102798"/>
                <a:gd name="connsiteY1" fmla="*/ 9525 h 1349785"/>
                <a:gd name="connsiteX2" fmla="*/ 2540823 w 3102798"/>
                <a:gd name="connsiteY2" fmla="*/ 902110 h 1349785"/>
                <a:gd name="connsiteX3" fmla="*/ 2089949 w 3102798"/>
                <a:gd name="connsiteY3" fmla="*/ 1349785 h 1349785"/>
                <a:gd name="connsiteX4" fmla="*/ 432599 w 3102798"/>
                <a:gd name="connsiteY4" fmla="*/ 0 h 1349785"/>
                <a:gd name="connsiteX0" fmla="*/ 432599 w 3102798"/>
                <a:gd name="connsiteY0" fmla="*/ 0 h 1349785"/>
                <a:gd name="connsiteX1" fmla="*/ 3102798 w 3102798"/>
                <a:gd name="connsiteY1" fmla="*/ 9525 h 1349785"/>
                <a:gd name="connsiteX2" fmla="*/ 2089949 w 3102798"/>
                <a:gd name="connsiteY2" fmla="*/ 1349785 h 1349785"/>
                <a:gd name="connsiteX3" fmla="*/ 432599 w 3102798"/>
                <a:gd name="connsiteY3" fmla="*/ 0 h 1349785"/>
                <a:gd name="connsiteX0" fmla="*/ 432599 w 3347947"/>
                <a:gd name="connsiteY0" fmla="*/ 0 h 1349785"/>
                <a:gd name="connsiteX1" fmla="*/ 3102798 w 3347947"/>
                <a:gd name="connsiteY1" fmla="*/ 9525 h 1349785"/>
                <a:gd name="connsiteX2" fmla="*/ 2089949 w 3347947"/>
                <a:gd name="connsiteY2" fmla="*/ 1349785 h 1349785"/>
                <a:gd name="connsiteX3" fmla="*/ 432599 w 3347947"/>
                <a:gd name="connsiteY3" fmla="*/ 0 h 1349785"/>
                <a:gd name="connsiteX0" fmla="*/ 432599 w 3796626"/>
                <a:gd name="connsiteY0" fmla="*/ 2309 h 1352094"/>
                <a:gd name="connsiteX1" fmla="*/ 3102798 w 3796626"/>
                <a:gd name="connsiteY1" fmla="*/ 11834 h 1352094"/>
                <a:gd name="connsiteX2" fmla="*/ 2089949 w 3796626"/>
                <a:gd name="connsiteY2" fmla="*/ 1352094 h 1352094"/>
                <a:gd name="connsiteX3" fmla="*/ 432599 w 3796626"/>
                <a:gd name="connsiteY3" fmla="*/ 2309 h 1352094"/>
                <a:gd name="connsiteX0" fmla="*/ 473811 w 3785623"/>
                <a:gd name="connsiteY0" fmla="*/ 2197 h 1364682"/>
                <a:gd name="connsiteX1" fmla="*/ 3144010 w 3785623"/>
                <a:gd name="connsiteY1" fmla="*/ 11722 h 1364682"/>
                <a:gd name="connsiteX2" fmla="*/ 2004161 w 3785623"/>
                <a:gd name="connsiteY2" fmla="*/ 1364682 h 1364682"/>
                <a:gd name="connsiteX3" fmla="*/ 473811 w 3785623"/>
                <a:gd name="connsiteY3" fmla="*/ 2197 h 1364682"/>
                <a:gd name="connsiteX0" fmla="*/ 376116 w 3687928"/>
                <a:gd name="connsiteY0" fmla="*/ 2197 h 1364682"/>
                <a:gd name="connsiteX1" fmla="*/ 3046315 w 3687928"/>
                <a:gd name="connsiteY1" fmla="*/ 11722 h 1364682"/>
                <a:gd name="connsiteX2" fmla="*/ 1906466 w 3687928"/>
                <a:gd name="connsiteY2" fmla="*/ 1364682 h 1364682"/>
                <a:gd name="connsiteX3" fmla="*/ 376116 w 3687928"/>
                <a:gd name="connsiteY3" fmla="*/ 2197 h 1364682"/>
                <a:gd name="connsiteX0" fmla="*/ 369306 w 3691239"/>
                <a:gd name="connsiteY0" fmla="*/ 901 h 1528486"/>
                <a:gd name="connsiteX1" fmla="*/ 3039505 w 3691239"/>
                <a:gd name="connsiteY1" fmla="*/ 10426 h 1528486"/>
                <a:gd name="connsiteX2" fmla="*/ 1925056 w 3691239"/>
                <a:gd name="connsiteY2" fmla="*/ 1528486 h 1528486"/>
                <a:gd name="connsiteX3" fmla="*/ 369306 w 3691239"/>
                <a:gd name="connsiteY3" fmla="*/ 901 h 1528486"/>
                <a:gd name="connsiteX0" fmla="*/ 349721 w 3671654"/>
                <a:gd name="connsiteY0" fmla="*/ 901 h 1528542"/>
                <a:gd name="connsiteX1" fmla="*/ 3019920 w 3671654"/>
                <a:gd name="connsiteY1" fmla="*/ 10426 h 1528542"/>
                <a:gd name="connsiteX2" fmla="*/ 1905471 w 3671654"/>
                <a:gd name="connsiteY2" fmla="*/ 1528486 h 1528542"/>
                <a:gd name="connsiteX3" fmla="*/ 349721 w 3671654"/>
                <a:gd name="connsiteY3" fmla="*/ 901 h 1528542"/>
                <a:gd name="connsiteX0" fmla="*/ 345029 w 3674658"/>
                <a:gd name="connsiteY0" fmla="*/ 901 h 1528542"/>
                <a:gd name="connsiteX1" fmla="*/ 3015228 w 3674658"/>
                <a:gd name="connsiteY1" fmla="*/ 10426 h 1528542"/>
                <a:gd name="connsiteX2" fmla="*/ 1919829 w 3674658"/>
                <a:gd name="connsiteY2" fmla="*/ 1528486 h 1528542"/>
                <a:gd name="connsiteX3" fmla="*/ 345029 w 3674658"/>
                <a:gd name="connsiteY3" fmla="*/ 901 h 1528542"/>
                <a:gd name="connsiteX0" fmla="*/ 341950 w 3676761"/>
                <a:gd name="connsiteY0" fmla="*/ 901 h 1528542"/>
                <a:gd name="connsiteX1" fmla="*/ 3012149 w 3676761"/>
                <a:gd name="connsiteY1" fmla="*/ 10426 h 1528542"/>
                <a:gd name="connsiteX2" fmla="*/ 1929450 w 3676761"/>
                <a:gd name="connsiteY2" fmla="*/ 1528486 h 1528542"/>
                <a:gd name="connsiteX3" fmla="*/ 341950 w 3676761"/>
                <a:gd name="connsiteY3" fmla="*/ 901 h 1528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76761" h="1528542">
                  <a:moveTo>
                    <a:pt x="341950" y="901"/>
                  </a:moveTo>
                  <a:lnTo>
                    <a:pt x="3012149" y="10426"/>
                  </a:lnTo>
                  <a:cubicBezTo>
                    <a:pt x="3884208" y="-133371"/>
                    <a:pt x="4229216" y="1253183"/>
                    <a:pt x="1929450" y="1528486"/>
                  </a:cubicBezTo>
                  <a:cubicBezTo>
                    <a:pt x="-86675" y="1538933"/>
                    <a:pt x="-343850" y="88879"/>
                    <a:pt x="341950" y="90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548C994-D72A-A5E2-EC79-4CB0CA92C78B}"/>
                </a:ext>
              </a:extLst>
            </p:cNvPr>
            <p:cNvSpPr/>
            <p:nvPr/>
          </p:nvSpPr>
          <p:spPr>
            <a:xfrm>
              <a:off x="5715000" y="5143500"/>
              <a:ext cx="1625600" cy="442236"/>
            </a:xfrm>
            <a:custGeom>
              <a:avLst/>
              <a:gdLst>
                <a:gd name="connsiteX0" fmla="*/ 0 w 1625600"/>
                <a:gd name="connsiteY0" fmla="*/ 0 h 419100"/>
                <a:gd name="connsiteX1" fmla="*/ 1625600 w 1625600"/>
                <a:gd name="connsiteY1" fmla="*/ 419100 h 419100"/>
                <a:gd name="connsiteX2" fmla="*/ 1625600 w 1625600"/>
                <a:gd name="connsiteY2" fmla="*/ 419100 h 419100"/>
                <a:gd name="connsiteX0" fmla="*/ 0 w 1625600"/>
                <a:gd name="connsiteY0" fmla="*/ 0 h 419100"/>
                <a:gd name="connsiteX1" fmla="*/ 1625600 w 1625600"/>
                <a:gd name="connsiteY1" fmla="*/ 419100 h 419100"/>
                <a:gd name="connsiteX2" fmla="*/ 1625600 w 1625600"/>
                <a:gd name="connsiteY2" fmla="*/ 419100 h 419100"/>
                <a:gd name="connsiteX0" fmla="*/ 0 w 1625600"/>
                <a:gd name="connsiteY0" fmla="*/ 0 h 442236"/>
                <a:gd name="connsiteX1" fmla="*/ 1625600 w 1625600"/>
                <a:gd name="connsiteY1" fmla="*/ 419100 h 442236"/>
                <a:gd name="connsiteX2" fmla="*/ 1625600 w 1625600"/>
                <a:gd name="connsiteY2" fmla="*/ 419100 h 442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442236">
                  <a:moveTo>
                    <a:pt x="0" y="0"/>
                  </a:moveTo>
                  <a:cubicBezTo>
                    <a:pt x="287867" y="590550"/>
                    <a:pt x="1077383" y="419100"/>
                    <a:pt x="1625600" y="419100"/>
                  </a:cubicBezTo>
                  <a:lnTo>
                    <a:pt x="1625600" y="41910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AE6C918-D47E-6EA2-8FF3-14B10801404B}"/>
                </a:ext>
              </a:extLst>
            </p:cNvPr>
            <p:cNvGrpSpPr/>
            <p:nvPr/>
          </p:nvGrpSpPr>
          <p:grpSpPr>
            <a:xfrm>
              <a:off x="7292031" y="5755964"/>
              <a:ext cx="352105" cy="406400"/>
              <a:chOff x="7292031" y="5755964"/>
              <a:chExt cx="352105" cy="406400"/>
            </a:xfrm>
            <a:grpFill/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59618F8C-CE7D-BF0F-7F09-460F933970E5}"/>
                  </a:ext>
                </a:extLst>
              </p:cNvPr>
              <p:cNvSpPr/>
              <p:nvPr/>
            </p:nvSpPr>
            <p:spPr>
              <a:xfrm>
                <a:off x="7292031" y="5755964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A6A08278-4810-0972-DD29-73F4553FAF63}"/>
                  </a:ext>
                </a:extLst>
              </p:cNvPr>
              <p:cNvSpPr/>
              <p:nvPr/>
            </p:nvSpPr>
            <p:spPr>
              <a:xfrm rot="339637" flipH="1">
                <a:off x="7548222" y="5818676"/>
                <a:ext cx="95914" cy="337333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E448705-71D9-9FD3-C780-59622C7897A2}"/>
                </a:ext>
              </a:extLst>
            </p:cNvPr>
            <p:cNvGrpSpPr/>
            <p:nvPr/>
          </p:nvGrpSpPr>
          <p:grpSpPr>
            <a:xfrm>
              <a:off x="6027271" y="4845743"/>
              <a:ext cx="1257236" cy="1374509"/>
              <a:chOff x="6026888" y="4832349"/>
              <a:chExt cx="1257236" cy="1374509"/>
            </a:xfrm>
            <a:grpFill/>
          </p:grpSpPr>
          <p:sp>
            <p:nvSpPr>
              <p:cNvPr id="102" name="Rectangle 1">
                <a:extLst>
                  <a:ext uri="{FF2B5EF4-FFF2-40B4-BE49-F238E27FC236}">
                    <a16:creationId xmlns:a16="http://schemas.microsoft.com/office/drawing/2014/main" id="{E881D6D1-247F-674B-086F-9FBA8D60C8EB}"/>
                  </a:ext>
                </a:extLst>
              </p:cNvPr>
              <p:cNvSpPr/>
              <p:nvPr/>
            </p:nvSpPr>
            <p:spPr>
              <a:xfrm>
                <a:off x="6026888" y="4832349"/>
                <a:ext cx="1257236" cy="1370165"/>
              </a:xfrm>
              <a:custGeom>
                <a:avLst/>
                <a:gdLst>
                  <a:gd name="connsiteX0" fmla="*/ 0 w 725457"/>
                  <a:gd name="connsiteY0" fmla="*/ 0 h 215900"/>
                  <a:gd name="connsiteX1" fmla="*/ 725457 w 725457"/>
                  <a:gd name="connsiteY1" fmla="*/ 0 h 215900"/>
                  <a:gd name="connsiteX2" fmla="*/ 725457 w 725457"/>
                  <a:gd name="connsiteY2" fmla="*/ 215900 h 215900"/>
                  <a:gd name="connsiteX3" fmla="*/ 0 w 725457"/>
                  <a:gd name="connsiteY3" fmla="*/ 215900 h 215900"/>
                  <a:gd name="connsiteX4" fmla="*/ 0 w 725457"/>
                  <a:gd name="connsiteY4" fmla="*/ 0 h 215900"/>
                  <a:gd name="connsiteX0" fmla="*/ 0 w 769907"/>
                  <a:gd name="connsiteY0" fmla="*/ 0 h 266700"/>
                  <a:gd name="connsiteX1" fmla="*/ 769907 w 769907"/>
                  <a:gd name="connsiteY1" fmla="*/ 50800 h 266700"/>
                  <a:gd name="connsiteX2" fmla="*/ 769907 w 769907"/>
                  <a:gd name="connsiteY2" fmla="*/ 266700 h 266700"/>
                  <a:gd name="connsiteX3" fmla="*/ 44450 w 769907"/>
                  <a:gd name="connsiteY3" fmla="*/ 266700 h 266700"/>
                  <a:gd name="connsiteX4" fmla="*/ 0 w 769907"/>
                  <a:gd name="connsiteY4" fmla="*/ 0 h 2667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769907 w 1011207"/>
                  <a:gd name="connsiteY2" fmla="*/ 330200 h 330200"/>
                  <a:gd name="connsiteX3" fmla="*/ 44450 w 1011207"/>
                  <a:gd name="connsiteY3" fmla="*/ 330200 h 330200"/>
                  <a:gd name="connsiteX4" fmla="*/ 0 w 1011207"/>
                  <a:gd name="connsiteY4" fmla="*/ 63500 h 3302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44450 w 1011207"/>
                  <a:gd name="connsiteY2" fmla="*/ 330200 h 330200"/>
                  <a:gd name="connsiteX3" fmla="*/ 0 w 1011207"/>
                  <a:gd name="connsiteY3" fmla="*/ 63500 h 3302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74237"/>
                  <a:gd name="connsiteY0" fmla="*/ 63500 h 571500"/>
                  <a:gd name="connsiteX1" fmla="*/ 1031598 w 1074237"/>
                  <a:gd name="connsiteY1" fmla="*/ 0 h 571500"/>
                  <a:gd name="connsiteX2" fmla="*/ 541091 w 1074237"/>
                  <a:gd name="connsiteY2" fmla="*/ 571500 h 571500"/>
                  <a:gd name="connsiteX3" fmla="*/ 20391 w 1074237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24906 w 1040652"/>
                  <a:gd name="connsiteY0" fmla="*/ 0 h 685800"/>
                  <a:gd name="connsiteX1" fmla="*/ 998013 w 1040652"/>
                  <a:gd name="connsiteY1" fmla="*/ 114300 h 685800"/>
                  <a:gd name="connsiteX2" fmla="*/ 507506 w 1040652"/>
                  <a:gd name="connsiteY2" fmla="*/ 685800 h 685800"/>
                  <a:gd name="connsiteX3" fmla="*/ 24906 w 1040652"/>
                  <a:gd name="connsiteY3" fmla="*/ 0 h 685800"/>
                  <a:gd name="connsiteX0" fmla="*/ 24906 w 1040652"/>
                  <a:gd name="connsiteY0" fmla="*/ 436726 h 1122526"/>
                  <a:gd name="connsiteX1" fmla="*/ 160589 w 1040652"/>
                  <a:gd name="connsiteY1" fmla="*/ 11 h 1122526"/>
                  <a:gd name="connsiteX2" fmla="*/ 998013 w 1040652"/>
                  <a:gd name="connsiteY2" fmla="*/ 551026 h 1122526"/>
                  <a:gd name="connsiteX3" fmla="*/ 507506 w 1040652"/>
                  <a:gd name="connsiteY3" fmla="*/ 1122526 h 1122526"/>
                  <a:gd name="connsiteX4" fmla="*/ 24906 w 1040652"/>
                  <a:gd name="connsiteY4" fmla="*/ 436726 h 1122526"/>
                  <a:gd name="connsiteX0" fmla="*/ 24906 w 1182939"/>
                  <a:gd name="connsiteY0" fmla="*/ 708159 h 1393959"/>
                  <a:gd name="connsiteX1" fmla="*/ 160589 w 1182939"/>
                  <a:gd name="connsiteY1" fmla="*/ 271444 h 1393959"/>
                  <a:gd name="connsiteX2" fmla="*/ 1182939 w 1182939"/>
                  <a:gd name="connsiteY2" fmla="*/ 23794 h 1393959"/>
                  <a:gd name="connsiteX3" fmla="*/ 998013 w 1182939"/>
                  <a:gd name="connsiteY3" fmla="*/ 822459 h 1393959"/>
                  <a:gd name="connsiteX4" fmla="*/ 507506 w 1182939"/>
                  <a:gd name="connsiteY4" fmla="*/ 1393959 h 1393959"/>
                  <a:gd name="connsiteX5" fmla="*/ 24906 w 1182939"/>
                  <a:gd name="connsiteY5" fmla="*/ 708159 h 1393959"/>
                  <a:gd name="connsiteX0" fmla="*/ 24906 w 1182939"/>
                  <a:gd name="connsiteY0" fmla="*/ 708159 h 1393959"/>
                  <a:gd name="connsiteX1" fmla="*/ 160589 w 1182939"/>
                  <a:gd name="connsiteY1" fmla="*/ 271444 h 1393959"/>
                  <a:gd name="connsiteX2" fmla="*/ 1182939 w 1182939"/>
                  <a:gd name="connsiteY2" fmla="*/ 23794 h 1393959"/>
                  <a:gd name="connsiteX3" fmla="*/ 1080563 w 1182939"/>
                  <a:gd name="connsiteY3" fmla="*/ 752609 h 1393959"/>
                  <a:gd name="connsiteX4" fmla="*/ 507506 w 1182939"/>
                  <a:gd name="connsiteY4" fmla="*/ 1393959 h 1393959"/>
                  <a:gd name="connsiteX5" fmla="*/ 24906 w 1182939"/>
                  <a:gd name="connsiteY5" fmla="*/ 708159 h 1393959"/>
                  <a:gd name="connsiteX0" fmla="*/ 24906 w 1189049"/>
                  <a:gd name="connsiteY0" fmla="*/ 708159 h 1393959"/>
                  <a:gd name="connsiteX1" fmla="*/ 160589 w 1189049"/>
                  <a:gd name="connsiteY1" fmla="*/ 271444 h 1393959"/>
                  <a:gd name="connsiteX2" fmla="*/ 1182939 w 1189049"/>
                  <a:gd name="connsiteY2" fmla="*/ 23794 h 1393959"/>
                  <a:gd name="connsiteX3" fmla="*/ 1080563 w 1189049"/>
                  <a:gd name="connsiteY3" fmla="*/ 752609 h 1393959"/>
                  <a:gd name="connsiteX4" fmla="*/ 507506 w 1189049"/>
                  <a:gd name="connsiteY4" fmla="*/ 1393959 h 1393959"/>
                  <a:gd name="connsiteX5" fmla="*/ 24906 w 1189049"/>
                  <a:gd name="connsiteY5" fmla="*/ 708159 h 1393959"/>
                  <a:gd name="connsiteX0" fmla="*/ 24906 w 1221712"/>
                  <a:gd name="connsiteY0" fmla="*/ 708159 h 1393959"/>
                  <a:gd name="connsiteX1" fmla="*/ 160589 w 1221712"/>
                  <a:gd name="connsiteY1" fmla="*/ 271444 h 1393959"/>
                  <a:gd name="connsiteX2" fmla="*/ 1182939 w 1221712"/>
                  <a:gd name="connsiteY2" fmla="*/ 23794 h 1393959"/>
                  <a:gd name="connsiteX3" fmla="*/ 1080563 w 1221712"/>
                  <a:gd name="connsiteY3" fmla="*/ 752609 h 1393959"/>
                  <a:gd name="connsiteX4" fmla="*/ 507506 w 1221712"/>
                  <a:gd name="connsiteY4" fmla="*/ 1393959 h 1393959"/>
                  <a:gd name="connsiteX5" fmla="*/ 24906 w 1221712"/>
                  <a:gd name="connsiteY5" fmla="*/ 708159 h 1393959"/>
                  <a:gd name="connsiteX0" fmla="*/ 24906 w 1221712"/>
                  <a:gd name="connsiteY0" fmla="*/ 708159 h 1393959"/>
                  <a:gd name="connsiteX1" fmla="*/ 135189 w 1221712"/>
                  <a:gd name="connsiteY1" fmla="*/ 271444 h 1393959"/>
                  <a:gd name="connsiteX2" fmla="*/ 1182939 w 1221712"/>
                  <a:gd name="connsiteY2" fmla="*/ 23794 h 1393959"/>
                  <a:gd name="connsiteX3" fmla="*/ 1080563 w 1221712"/>
                  <a:gd name="connsiteY3" fmla="*/ 752609 h 1393959"/>
                  <a:gd name="connsiteX4" fmla="*/ 507506 w 1221712"/>
                  <a:gd name="connsiteY4" fmla="*/ 1393959 h 1393959"/>
                  <a:gd name="connsiteX5" fmla="*/ 24906 w 1221712"/>
                  <a:gd name="connsiteY5" fmla="*/ 708159 h 1393959"/>
                  <a:gd name="connsiteX0" fmla="*/ 60430 w 1257236"/>
                  <a:gd name="connsiteY0" fmla="*/ 708159 h 1393959"/>
                  <a:gd name="connsiteX1" fmla="*/ 170713 w 1257236"/>
                  <a:gd name="connsiteY1" fmla="*/ 271444 h 1393959"/>
                  <a:gd name="connsiteX2" fmla="*/ 1218463 w 1257236"/>
                  <a:gd name="connsiteY2" fmla="*/ 23794 h 1393959"/>
                  <a:gd name="connsiteX3" fmla="*/ 1116087 w 1257236"/>
                  <a:gd name="connsiteY3" fmla="*/ 752609 h 1393959"/>
                  <a:gd name="connsiteX4" fmla="*/ 543030 w 1257236"/>
                  <a:gd name="connsiteY4" fmla="*/ 1393959 h 1393959"/>
                  <a:gd name="connsiteX5" fmla="*/ 60430 w 1257236"/>
                  <a:gd name="connsiteY5" fmla="*/ 708159 h 1393959"/>
                  <a:gd name="connsiteX0" fmla="*/ 1218463 w 1309903"/>
                  <a:gd name="connsiteY0" fmla="*/ 0 h 1370165"/>
                  <a:gd name="connsiteX1" fmla="*/ 1116087 w 1309903"/>
                  <a:gd name="connsiteY1" fmla="*/ 728815 h 1370165"/>
                  <a:gd name="connsiteX2" fmla="*/ 543030 w 1309903"/>
                  <a:gd name="connsiteY2" fmla="*/ 1370165 h 1370165"/>
                  <a:gd name="connsiteX3" fmla="*/ 60430 w 1309903"/>
                  <a:gd name="connsiteY3" fmla="*/ 684365 h 1370165"/>
                  <a:gd name="connsiteX4" fmla="*/ 170713 w 1309903"/>
                  <a:gd name="connsiteY4" fmla="*/ 247650 h 1370165"/>
                  <a:gd name="connsiteX5" fmla="*/ 1309903 w 1309903"/>
                  <a:gd name="connsiteY5" fmla="*/ 91440 h 1370165"/>
                  <a:gd name="connsiteX0" fmla="*/ 1218463 w 1257236"/>
                  <a:gd name="connsiteY0" fmla="*/ 0 h 1370165"/>
                  <a:gd name="connsiteX1" fmla="*/ 1116087 w 1257236"/>
                  <a:gd name="connsiteY1" fmla="*/ 728815 h 1370165"/>
                  <a:gd name="connsiteX2" fmla="*/ 543030 w 1257236"/>
                  <a:gd name="connsiteY2" fmla="*/ 1370165 h 1370165"/>
                  <a:gd name="connsiteX3" fmla="*/ 60430 w 1257236"/>
                  <a:gd name="connsiteY3" fmla="*/ 684365 h 1370165"/>
                  <a:gd name="connsiteX4" fmla="*/ 170713 w 1257236"/>
                  <a:gd name="connsiteY4" fmla="*/ 247650 h 137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7236" h="1370165">
                    <a:moveTo>
                      <a:pt x="1218463" y="0"/>
                    </a:moveTo>
                    <a:cubicBezTo>
                      <a:pt x="1266888" y="141338"/>
                      <a:pt x="1302612" y="466827"/>
                      <a:pt x="1116087" y="728815"/>
                    </a:cubicBezTo>
                    <a:cubicBezTo>
                      <a:pt x="1162135" y="868515"/>
                      <a:pt x="1214532" y="1319365"/>
                      <a:pt x="543030" y="1370165"/>
                    </a:cubicBezTo>
                    <a:cubicBezTo>
                      <a:pt x="-5187" y="1334182"/>
                      <a:pt x="-77153" y="904498"/>
                      <a:pt x="60430" y="684365"/>
                    </a:cubicBezTo>
                    <a:cubicBezTo>
                      <a:pt x="120474" y="686960"/>
                      <a:pt x="110669" y="245055"/>
                      <a:pt x="170713" y="24765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F7611B7-C66C-8035-413C-DC408713C941}"/>
                  </a:ext>
                </a:extLst>
              </p:cNvPr>
              <p:cNvSpPr/>
              <p:nvPr/>
            </p:nvSpPr>
            <p:spPr>
              <a:xfrm>
                <a:off x="6403010" y="5785236"/>
                <a:ext cx="102838" cy="406400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FFAC9E4-97C5-014E-E710-C45D66C6BC8E}"/>
                  </a:ext>
                </a:extLst>
              </p:cNvPr>
              <p:cNvSpPr/>
              <p:nvPr/>
            </p:nvSpPr>
            <p:spPr>
              <a:xfrm rot="339637" flipH="1">
                <a:off x="6644606" y="5869525"/>
                <a:ext cx="95914" cy="337333"/>
              </a:xfrm>
              <a:custGeom>
                <a:avLst/>
                <a:gdLst>
                  <a:gd name="connsiteX0" fmla="*/ 0 w 63500"/>
                  <a:gd name="connsiteY0" fmla="*/ 0 h 381000"/>
                  <a:gd name="connsiteX1" fmla="*/ 63500 w 63500"/>
                  <a:gd name="connsiteY1" fmla="*/ 381000 h 381000"/>
                  <a:gd name="connsiteX2" fmla="*/ 63500 w 63500"/>
                  <a:gd name="connsiteY2" fmla="*/ 381000 h 381000"/>
                  <a:gd name="connsiteX0" fmla="*/ 0 w 76200"/>
                  <a:gd name="connsiteY0" fmla="*/ 0 h 400050"/>
                  <a:gd name="connsiteX1" fmla="*/ 76200 w 76200"/>
                  <a:gd name="connsiteY1" fmla="*/ 400050 h 400050"/>
                  <a:gd name="connsiteX2" fmla="*/ 76200 w 76200"/>
                  <a:gd name="connsiteY2" fmla="*/ 4000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2" fmla="*/ 124195 w 124195"/>
                  <a:gd name="connsiteY2" fmla="*/ 400050 h 400050"/>
                  <a:gd name="connsiteX0" fmla="*/ 47995 w 130545"/>
                  <a:gd name="connsiteY0" fmla="*/ 0 h 400050"/>
                  <a:gd name="connsiteX1" fmla="*/ 124195 w 130545"/>
                  <a:gd name="connsiteY1" fmla="*/ 400050 h 400050"/>
                  <a:gd name="connsiteX2" fmla="*/ 130545 w 130545"/>
                  <a:gd name="connsiteY2" fmla="*/ 387350 h 400050"/>
                  <a:gd name="connsiteX0" fmla="*/ 47995 w 124195"/>
                  <a:gd name="connsiteY0" fmla="*/ 0 h 400050"/>
                  <a:gd name="connsiteX1" fmla="*/ 124195 w 124195"/>
                  <a:gd name="connsiteY1" fmla="*/ 400050 h 400050"/>
                  <a:gd name="connsiteX0" fmla="*/ 47995 w 124195"/>
                  <a:gd name="connsiteY0" fmla="*/ 0 h 406400"/>
                  <a:gd name="connsiteX1" fmla="*/ 124195 w 124195"/>
                  <a:gd name="connsiteY1" fmla="*/ 406400 h 406400"/>
                  <a:gd name="connsiteX0" fmla="*/ 26638 w 102838"/>
                  <a:gd name="connsiteY0" fmla="*/ 0 h 406400"/>
                  <a:gd name="connsiteX1" fmla="*/ 102838 w 102838"/>
                  <a:gd name="connsiteY1" fmla="*/ 406400 h 40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2838" h="406400">
                    <a:moveTo>
                      <a:pt x="26638" y="0"/>
                    </a:moveTo>
                    <a:cubicBezTo>
                      <a:pt x="-55912" y="171450"/>
                      <a:pt x="77438" y="273050"/>
                      <a:pt x="102838" y="4064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D439C7E2-4C1D-2850-489C-4E3C6A250086}"/>
                  </a:ext>
                </a:extLst>
              </p:cNvPr>
              <p:cNvGrpSpPr/>
              <p:nvPr/>
            </p:nvGrpSpPr>
            <p:grpSpPr>
              <a:xfrm>
                <a:off x="6858913" y="4885992"/>
                <a:ext cx="418410" cy="1203172"/>
                <a:chOff x="10595732" y="3098254"/>
                <a:chExt cx="418410" cy="1203172"/>
              </a:xfrm>
              <a:grpFill/>
            </p:grpSpPr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E5CBD0B2-A5DD-1D75-D445-7A1445337E49}"/>
                    </a:ext>
                  </a:extLst>
                </p:cNvPr>
                <p:cNvSpPr/>
                <p:nvPr/>
              </p:nvSpPr>
              <p:spPr>
                <a:xfrm>
                  <a:off x="10736158" y="3098254"/>
                  <a:ext cx="277984" cy="424439"/>
                </a:xfrm>
                <a:custGeom>
                  <a:avLst/>
                  <a:gdLst>
                    <a:gd name="connsiteX0" fmla="*/ 252592 w 277984"/>
                    <a:gd name="connsiteY0" fmla="*/ 0 h 424439"/>
                    <a:gd name="connsiteX1" fmla="*/ 256366 w 277984"/>
                    <a:gd name="connsiteY1" fmla="*/ 13451 h 424439"/>
                    <a:gd name="connsiteX2" fmla="*/ 276129 w 277984"/>
                    <a:gd name="connsiteY2" fmla="*/ 271465 h 424439"/>
                    <a:gd name="connsiteX3" fmla="*/ 270144 w 277984"/>
                    <a:gd name="connsiteY3" fmla="*/ 321247 h 424439"/>
                    <a:gd name="connsiteX4" fmla="*/ 253508 w 277984"/>
                    <a:gd name="connsiteY4" fmla="*/ 332464 h 424439"/>
                    <a:gd name="connsiteX5" fmla="*/ 9147 w 277984"/>
                    <a:gd name="connsiteY5" fmla="*/ 413084 h 424439"/>
                    <a:gd name="connsiteX6" fmla="*/ 181416 w 277984"/>
                    <a:gd name="connsiteY6" fmla="*/ 81268 h 424439"/>
                    <a:gd name="connsiteX7" fmla="*/ 252592 w 277984"/>
                    <a:gd name="connsiteY7" fmla="*/ 0 h 424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7984" h="424439">
                      <a:moveTo>
                        <a:pt x="252592" y="0"/>
                      </a:moveTo>
                      <a:lnTo>
                        <a:pt x="256366" y="13451"/>
                      </a:lnTo>
                      <a:cubicBezTo>
                        <a:pt x="272107" y="82266"/>
                        <a:pt x="282378" y="172624"/>
                        <a:pt x="276129" y="271465"/>
                      </a:cubicBezTo>
                      <a:lnTo>
                        <a:pt x="270144" y="321247"/>
                      </a:lnTo>
                      <a:lnTo>
                        <a:pt x="253508" y="332464"/>
                      </a:lnTo>
                      <a:cubicBezTo>
                        <a:pt x="128960" y="410719"/>
                        <a:pt x="37666" y="443775"/>
                        <a:pt x="9147" y="413084"/>
                      </a:cubicBezTo>
                      <a:cubicBezTo>
                        <a:pt x="-26502" y="374720"/>
                        <a:pt x="44373" y="245832"/>
                        <a:pt x="181416" y="81268"/>
                      </a:cubicBezTo>
                      <a:lnTo>
                        <a:pt x="252592" y="0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0783B9D0-7ADA-A254-AECF-D42D435378FE}"/>
                    </a:ext>
                  </a:extLst>
                </p:cNvPr>
                <p:cNvSpPr/>
                <p:nvPr/>
              </p:nvSpPr>
              <p:spPr>
                <a:xfrm>
                  <a:off x="10595732" y="3680227"/>
                  <a:ext cx="339567" cy="326249"/>
                </a:xfrm>
                <a:custGeom>
                  <a:avLst/>
                  <a:gdLst>
                    <a:gd name="connsiteX0" fmla="*/ 339567 w 339567"/>
                    <a:gd name="connsiteY0" fmla="*/ 0 h 326249"/>
                    <a:gd name="connsiteX1" fmla="*/ 338195 w 339567"/>
                    <a:gd name="connsiteY1" fmla="*/ 3426 h 326249"/>
                    <a:gd name="connsiteX2" fmla="*/ 278257 w 339567"/>
                    <a:gd name="connsiteY2" fmla="*/ 104164 h 326249"/>
                    <a:gd name="connsiteX3" fmla="*/ 302573 w 339567"/>
                    <a:gd name="connsiteY3" fmla="*/ 256167 h 326249"/>
                    <a:gd name="connsiteX4" fmla="*/ 297517 w 339567"/>
                    <a:gd name="connsiteY4" fmla="*/ 316112 h 326249"/>
                    <a:gd name="connsiteX5" fmla="*/ 263764 w 339567"/>
                    <a:gd name="connsiteY5" fmla="*/ 320752 h 326249"/>
                    <a:gd name="connsiteX6" fmla="*/ 2098 w 339567"/>
                    <a:gd name="connsiteY6" fmla="*/ 274263 h 326249"/>
                    <a:gd name="connsiteX7" fmla="*/ 289992 w 339567"/>
                    <a:gd name="connsiteY7" fmla="*/ 23321 h 326249"/>
                    <a:gd name="connsiteX8" fmla="*/ 339567 w 339567"/>
                    <a:gd name="connsiteY8" fmla="*/ 0 h 326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567" h="326249">
                      <a:moveTo>
                        <a:pt x="339567" y="0"/>
                      </a:moveTo>
                      <a:lnTo>
                        <a:pt x="338195" y="3426"/>
                      </a:lnTo>
                      <a:cubicBezTo>
                        <a:pt x="321416" y="37675"/>
                        <a:pt x="301573" y="71416"/>
                        <a:pt x="278257" y="104164"/>
                      </a:cubicBezTo>
                      <a:cubicBezTo>
                        <a:pt x="289769" y="139089"/>
                        <a:pt x="301678" y="193461"/>
                        <a:pt x="302573" y="256167"/>
                      </a:cubicBezTo>
                      <a:lnTo>
                        <a:pt x="297517" y="316112"/>
                      </a:lnTo>
                      <a:lnTo>
                        <a:pt x="263764" y="320752"/>
                      </a:lnTo>
                      <a:cubicBezTo>
                        <a:pt x="116418" y="335401"/>
                        <a:pt x="17554" y="321062"/>
                        <a:pt x="2098" y="274263"/>
                      </a:cubicBezTo>
                      <a:cubicBezTo>
                        <a:pt x="-17222" y="215764"/>
                        <a:pt x="98354" y="120391"/>
                        <a:pt x="289992" y="23321"/>
                      </a:cubicBezTo>
                      <a:lnTo>
                        <a:pt x="339567" y="0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B5B00D9B-9411-7986-2C66-4197E606C7EA}"/>
                    </a:ext>
                  </a:extLst>
                </p:cNvPr>
                <p:cNvSpPr/>
                <p:nvPr/>
              </p:nvSpPr>
              <p:spPr>
                <a:xfrm>
                  <a:off x="10611505" y="4132929"/>
                  <a:ext cx="237341" cy="168497"/>
                </a:xfrm>
                <a:custGeom>
                  <a:avLst/>
                  <a:gdLst>
                    <a:gd name="connsiteX0" fmla="*/ 237341 w 237341"/>
                    <a:gd name="connsiteY0" fmla="*/ 0 h 168497"/>
                    <a:gd name="connsiteX1" fmla="*/ 208626 w 237341"/>
                    <a:gd name="connsiteY1" fmla="*/ 50372 h 168497"/>
                    <a:gd name="connsiteX2" fmla="*/ 121544 w 237341"/>
                    <a:gd name="connsiteY2" fmla="*/ 144084 h 168497"/>
                    <a:gd name="connsiteX3" fmla="*/ 85670 w 237341"/>
                    <a:gd name="connsiteY3" fmla="*/ 168497 h 168497"/>
                    <a:gd name="connsiteX4" fmla="*/ 60167 w 237341"/>
                    <a:gd name="connsiteY4" fmla="*/ 158323 h 168497"/>
                    <a:gd name="connsiteX5" fmla="*/ 28 w 237341"/>
                    <a:gd name="connsiteY5" fmla="*/ 96695 h 168497"/>
                    <a:gd name="connsiteX6" fmla="*/ 139947 w 237341"/>
                    <a:gd name="connsiteY6" fmla="*/ 17988 h 168497"/>
                    <a:gd name="connsiteX7" fmla="*/ 237341 w 237341"/>
                    <a:gd name="connsiteY7" fmla="*/ 0 h 168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7341" h="168497">
                      <a:moveTo>
                        <a:pt x="237341" y="0"/>
                      </a:moveTo>
                      <a:lnTo>
                        <a:pt x="208626" y="50372"/>
                      </a:lnTo>
                      <a:cubicBezTo>
                        <a:pt x="186393" y="83462"/>
                        <a:pt x="157841" y="115162"/>
                        <a:pt x="121544" y="144084"/>
                      </a:cubicBezTo>
                      <a:lnTo>
                        <a:pt x="85670" y="168497"/>
                      </a:lnTo>
                      <a:lnTo>
                        <a:pt x="60167" y="158323"/>
                      </a:lnTo>
                      <a:cubicBezTo>
                        <a:pt x="20582" y="138466"/>
                        <a:pt x="-879" y="117591"/>
                        <a:pt x="28" y="96695"/>
                      </a:cubicBezTo>
                      <a:cubicBezTo>
                        <a:pt x="1387" y="65351"/>
                        <a:pt x="52879" y="38411"/>
                        <a:pt x="139947" y="17988"/>
                      </a:cubicBezTo>
                      <a:lnTo>
                        <a:pt x="237341" y="0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1C451FD-3BEE-AC28-9F1D-7C89967398D6}"/>
                </a:ext>
              </a:extLst>
            </p:cNvPr>
            <p:cNvGrpSpPr/>
            <p:nvPr/>
          </p:nvGrpSpPr>
          <p:grpSpPr>
            <a:xfrm>
              <a:off x="3741250" y="298777"/>
              <a:ext cx="4875284" cy="2669757"/>
              <a:chOff x="3741250" y="298777"/>
              <a:chExt cx="4875284" cy="2669757"/>
            </a:xfrm>
            <a:grpFill/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DA8B476-B82E-4F0B-E568-4EA89910C183}"/>
                  </a:ext>
                </a:extLst>
              </p:cNvPr>
              <p:cNvSpPr/>
              <p:nvPr/>
            </p:nvSpPr>
            <p:spPr>
              <a:xfrm rot="1808865" flipH="1" flipV="1">
                <a:off x="5769964" y="298777"/>
                <a:ext cx="833356" cy="1105662"/>
              </a:xfrm>
              <a:custGeom>
                <a:avLst/>
                <a:gdLst>
                  <a:gd name="connsiteX0" fmla="*/ 664870 w 833356"/>
                  <a:gd name="connsiteY0" fmla="*/ 984088 h 1105662"/>
                  <a:gd name="connsiteX1" fmla="*/ 525754 w 833356"/>
                  <a:gd name="connsiteY1" fmla="*/ 1057749 h 1105662"/>
                  <a:gd name="connsiteX2" fmla="*/ 420053 w 833356"/>
                  <a:gd name="connsiteY2" fmla="*/ 1105662 h 1105662"/>
                  <a:gd name="connsiteX3" fmla="*/ 408669 w 833356"/>
                  <a:gd name="connsiteY3" fmla="*/ 1092182 h 1105662"/>
                  <a:gd name="connsiteX4" fmla="*/ 234869 w 833356"/>
                  <a:gd name="connsiteY4" fmla="*/ 833676 h 1105662"/>
                  <a:gd name="connsiteX5" fmla="*/ 58952 w 833356"/>
                  <a:gd name="connsiteY5" fmla="*/ 12398 h 1105662"/>
                  <a:gd name="connsiteX6" fmla="*/ 685136 w 833356"/>
                  <a:gd name="connsiteY6" fmla="*/ 572164 h 1105662"/>
                  <a:gd name="connsiteX7" fmla="*/ 823551 w 833356"/>
                  <a:gd name="connsiteY7" fmla="*/ 851222 h 1105662"/>
                  <a:gd name="connsiteX8" fmla="*/ 833356 w 833356"/>
                  <a:gd name="connsiteY8" fmla="*/ 877999 h 1105662"/>
                  <a:gd name="connsiteX9" fmla="*/ 798967 w 833356"/>
                  <a:gd name="connsiteY9" fmla="*/ 902145 h 1105662"/>
                  <a:gd name="connsiteX10" fmla="*/ 664870 w 833356"/>
                  <a:gd name="connsiteY10" fmla="*/ 984088 h 110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33356" h="1105662">
                    <a:moveTo>
                      <a:pt x="664870" y="984088"/>
                    </a:moveTo>
                    <a:cubicBezTo>
                      <a:pt x="618443" y="1010502"/>
                      <a:pt x="572058" y="1035027"/>
                      <a:pt x="525754" y="1057749"/>
                    </a:cubicBezTo>
                    <a:lnTo>
                      <a:pt x="420053" y="1105662"/>
                    </a:lnTo>
                    <a:lnTo>
                      <a:pt x="408669" y="1092182"/>
                    </a:lnTo>
                    <a:cubicBezTo>
                      <a:pt x="349295" y="1016186"/>
                      <a:pt x="290243" y="929017"/>
                      <a:pt x="234869" y="833676"/>
                    </a:cubicBezTo>
                    <a:cubicBezTo>
                      <a:pt x="13375" y="452311"/>
                      <a:pt x="-65385" y="84613"/>
                      <a:pt x="58952" y="12398"/>
                    </a:cubicBezTo>
                    <a:cubicBezTo>
                      <a:pt x="183290" y="-59816"/>
                      <a:pt x="463642" y="190799"/>
                      <a:pt x="685136" y="572164"/>
                    </a:cubicBezTo>
                    <a:cubicBezTo>
                      <a:pt x="740510" y="667505"/>
                      <a:pt x="786962" y="761992"/>
                      <a:pt x="823551" y="851222"/>
                    </a:cubicBezTo>
                    <a:lnTo>
                      <a:pt x="833356" y="877999"/>
                    </a:lnTo>
                    <a:lnTo>
                      <a:pt x="798967" y="902145"/>
                    </a:lnTo>
                    <a:cubicBezTo>
                      <a:pt x="755976" y="930335"/>
                      <a:pt x="711298" y="957674"/>
                      <a:pt x="664870" y="98408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0D376FE3-49D9-3E74-701D-9D6A99CCDF3C}"/>
                  </a:ext>
                </a:extLst>
              </p:cNvPr>
              <p:cNvSpPr/>
              <p:nvPr/>
            </p:nvSpPr>
            <p:spPr>
              <a:xfrm rot="1808865" flipH="1" flipV="1">
                <a:off x="5184198" y="429564"/>
                <a:ext cx="926090" cy="855636"/>
              </a:xfrm>
              <a:custGeom>
                <a:avLst/>
                <a:gdLst>
                  <a:gd name="connsiteX0" fmla="*/ 640376 w 926090"/>
                  <a:gd name="connsiteY0" fmla="*/ 855636 h 855636"/>
                  <a:gd name="connsiteX1" fmla="*/ 594180 w 926090"/>
                  <a:gd name="connsiteY1" fmla="*/ 821315 h 855636"/>
                  <a:gd name="connsiteX2" fmla="*/ 470659 w 926090"/>
                  <a:gd name="connsiteY2" fmla="*/ 718059 h 855636"/>
                  <a:gd name="connsiteX3" fmla="*/ 17487 w 926090"/>
                  <a:gd name="connsiteY3" fmla="*/ 25029 h 855636"/>
                  <a:gd name="connsiteX4" fmla="*/ 760860 w 926090"/>
                  <a:gd name="connsiteY4" fmla="*/ 389794 h 855636"/>
                  <a:gd name="connsiteX5" fmla="*/ 878485 w 926090"/>
                  <a:gd name="connsiteY5" fmla="*/ 499719 h 855636"/>
                  <a:gd name="connsiteX6" fmla="*/ 926090 w 926090"/>
                  <a:gd name="connsiteY6" fmla="*/ 549615 h 855636"/>
                  <a:gd name="connsiteX7" fmla="*/ 907615 w 926090"/>
                  <a:gd name="connsiteY7" fmla="*/ 576002 h 855636"/>
                  <a:gd name="connsiteX8" fmla="*/ 724763 w 926090"/>
                  <a:gd name="connsiteY8" fmla="*/ 778446 h 855636"/>
                  <a:gd name="connsiteX9" fmla="*/ 640376 w 926090"/>
                  <a:gd name="connsiteY9" fmla="*/ 855636 h 855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26090" h="855636">
                    <a:moveTo>
                      <a:pt x="640376" y="855636"/>
                    </a:moveTo>
                    <a:lnTo>
                      <a:pt x="594180" y="821315"/>
                    </a:lnTo>
                    <a:cubicBezTo>
                      <a:pt x="553301" y="789072"/>
                      <a:pt x="511961" y="754572"/>
                      <a:pt x="470659" y="718059"/>
                    </a:cubicBezTo>
                    <a:cubicBezTo>
                      <a:pt x="140242" y="425958"/>
                      <a:pt x="-62650" y="115678"/>
                      <a:pt x="17487" y="25029"/>
                    </a:cubicBezTo>
                    <a:cubicBezTo>
                      <a:pt x="97624" y="-65618"/>
                      <a:pt x="430443" y="97692"/>
                      <a:pt x="760860" y="389794"/>
                    </a:cubicBezTo>
                    <a:cubicBezTo>
                      <a:pt x="802162" y="426306"/>
                      <a:pt x="841471" y="463103"/>
                      <a:pt x="878485" y="499719"/>
                    </a:cubicBezTo>
                    <a:lnTo>
                      <a:pt x="926090" y="549615"/>
                    </a:lnTo>
                    <a:lnTo>
                      <a:pt x="907615" y="576002"/>
                    </a:lnTo>
                    <a:cubicBezTo>
                      <a:pt x="852365" y="645560"/>
                      <a:pt x="791576" y="713245"/>
                      <a:pt x="724763" y="778446"/>
                    </a:cubicBezTo>
                    <a:lnTo>
                      <a:pt x="640376" y="855636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1ECE392A-FC96-8414-7BBF-17A06C62E3E7}"/>
                  </a:ext>
                </a:extLst>
              </p:cNvPr>
              <p:cNvSpPr/>
              <p:nvPr/>
            </p:nvSpPr>
            <p:spPr>
              <a:xfrm rot="1808865" flipH="1" flipV="1">
                <a:off x="6504125" y="417190"/>
                <a:ext cx="515473" cy="1002056"/>
              </a:xfrm>
              <a:custGeom>
                <a:avLst/>
                <a:gdLst>
                  <a:gd name="connsiteX0" fmla="*/ 515473 w 515473"/>
                  <a:gd name="connsiteY0" fmla="*/ 922989 h 1002056"/>
                  <a:gd name="connsiteX1" fmla="*/ 484115 w 515473"/>
                  <a:gd name="connsiteY1" fmla="*/ 932774 h 1002056"/>
                  <a:gd name="connsiteX2" fmla="*/ 213809 w 515473"/>
                  <a:gd name="connsiteY2" fmla="*/ 990946 h 1002056"/>
                  <a:gd name="connsiteX3" fmla="*/ 97368 w 515473"/>
                  <a:gd name="connsiteY3" fmla="*/ 1002056 h 1002056"/>
                  <a:gd name="connsiteX4" fmla="*/ 92083 w 515473"/>
                  <a:gd name="connsiteY4" fmla="*/ 984376 h 1002056"/>
                  <a:gd name="connsiteX5" fmla="*/ 54889 w 515473"/>
                  <a:gd name="connsiteY5" fmla="*/ 827737 h 1002056"/>
                  <a:gd name="connsiteX6" fmla="*/ 106419 w 515473"/>
                  <a:gd name="connsiteY6" fmla="*/ 1299 h 1002056"/>
                  <a:gd name="connsiteX7" fmla="*/ 483821 w 515473"/>
                  <a:gd name="connsiteY7" fmla="*/ 738335 h 1002056"/>
                  <a:gd name="connsiteX8" fmla="*/ 512300 w 515473"/>
                  <a:gd name="connsiteY8" fmla="*/ 896790 h 1002056"/>
                  <a:gd name="connsiteX9" fmla="*/ 515473 w 515473"/>
                  <a:gd name="connsiteY9" fmla="*/ 922989 h 1002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473" h="1002056">
                    <a:moveTo>
                      <a:pt x="515473" y="922989"/>
                    </a:moveTo>
                    <a:lnTo>
                      <a:pt x="484115" y="932774"/>
                    </a:lnTo>
                    <a:cubicBezTo>
                      <a:pt x="393143" y="958121"/>
                      <a:pt x="302941" y="977283"/>
                      <a:pt x="213809" y="990946"/>
                    </a:cubicBezTo>
                    <a:lnTo>
                      <a:pt x="97368" y="1002056"/>
                    </a:lnTo>
                    <a:lnTo>
                      <a:pt x="92083" y="984376"/>
                    </a:lnTo>
                    <a:cubicBezTo>
                      <a:pt x="78620" y="934083"/>
                      <a:pt x="66137" y="881705"/>
                      <a:pt x="54889" y="827737"/>
                    </a:cubicBezTo>
                    <a:cubicBezTo>
                      <a:pt x="-35099" y="395996"/>
                      <a:pt x="-12028" y="25987"/>
                      <a:pt x="106419" y="1299"/>
                    </a:cubicBezTo>
                    <a:cubicBezTo>
                      <a:pt x="224865" y="-23388"/>
                      <a:pt x="393834" y="306594"/>
                      <a:pt x="483821" y="738335"/>
                    </a:cubicBezTo>
                    <a:cubicBezTo>
                      <a:pt x="495069" y="792303"/>
                      <a:pt x="504551" y="845306"/>
                      <a:pt x="512300" y="896790"/>
                    </a:cubicBezTo>
                    <a:lnTo>
                      <a:pt x="515473" y="922989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FD1825D9-01B1-54CB-270F-0BB484EF88CD}"/>
                  </a:ext>
                </a:extLst>
              </p:cNvPr>
              <p:cNvSpPr/>
              <p:nvPr/>
            </p:nvSpPr>
            <p:spPr>
              <a:xfrm rot="1808865" flipH="1" flipV="1">
                <a:off x="8051879" y="1505194"/>
                <a:ext cx="285840" cy="619011"/>
              </a:xfrm>
              <a:custGeom>
                <a:avLst/>
                <a:gdLst>
                  <a:gd name="connsiteX0" fmla="*/ 285840 w 285840"/>
                  <a:gd name="connsiteY0" fmla="*/ 619011 h 619011"/>
                  <a:gd name="connsiteX1" fmla="*/ 176590 w 285840"/>
                  <a:gd name="connsiteY1" fmla="*/ 568701 h 619011"/>
                  <a:gd name="connsiteX2" fmla="*/ 7963 w 285840"/>
                  <a:gd name="connsiteY2" fmla="*/ 478099 h 619011"/>
                  <a:gd name="connsiteX3" fmla="*/ 0 w 285840"/>
                  <a:gd name="connsiteY3" fmla="*/ 473215 h 619011"/>
                  <a:gd name="connsiteX4" fmla="*/ 12493 w 285840"/>
                  <a:gd name="connsiteY4" fmla="*/ 352067 h 619011"/>
                  <a:gd name="connsiteX5" fmla="*/ 138301 w 285840"/>
                  <a:gd name="connsiteY5" fmla="*/ 1 h 619011"/>
                  <a:gd name="connsiteX6" fmla="*/ 278096 w 285840"/>
                  <a:gd name="connsiteY6" fmla="*/ 487711 h 619011"/>
                  <a:gd name="connsiteX7" fmla="*/ 285840 w 285840"/>
                  <a:gd name="connsiteY7" fmla="*/ 619011 h 619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840" h="619011">
                    <a:moveTo>
                      <a:pt x="285840" y="619011"/>
                    </a:moveTo>
                    <a:lnTo>
                      <a:pt x="176590" y="568701"/>
                    </a:lnTo>
                    <a:cubicBezTo>
                      <a:pt x="117114" y="538971"/>
                      <a:pt x="60805" y="508542"/>
                      <a:pt x="7963" y="478099"/>
                    </a:cubicBezTo>
                    <a:lnTo>
                      <a:pt x="0" y="473215"/>
                    </a:lnTo>
                    <a:lnTo>
                      <a:pt x="12493" y="352067"/>
                    </a:lnTo>
                    <a:cubicBezTo>
                      <a:pt x="39759" y="139655"/>
                      <a:pt x="85931" y="0"/>
                      <a:pt x="138301" y="1"/>
                    </a:cubicBezTo>
                    <a:cubicBezTo>
                      <a:pt x="201145" y="0"/>
                      <a:pt x="255064" y="201103"/>
                      <a:pt x="278096" y="487711"/>
                    </a:cubicBezTo>
                    <a:lnTo>
                      <a:pt x="285840" y="619011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079ED10F-59AF-5DFD-AC9C-DCDE1F206FE8}"/>
                  </a:ext>
                </a:extLst>
              </p:cNvPr>
              <p:cNvSpPr/>
              <p:nvPr/>
            </p:nvSpPr>
            <p:spPr>
              <a:xfrm rot="1808865" flipH="1" flipV="1">
                <a:off x="3995228" y="1624266"/>
                <a:ext cx="501096" cy="474594"/>
              </a:xfrm>
              <a:custGeom>
                <a:avLst/>
                <a:gdLst>
                  <a:gd name="connsiteX0" fmla="*/ 497806 w 501096"/>
                  <a:gd name="connsiteY0" fmla="*/ 474594 h 474594"/>
                  <a:gd name="connsiteX1" fmla="*/ 484288 w 501096"/>
                  <a:gd name="connsiteY1" fmla="*/ 466535 h 474594"/>
                  <a:gd name="connsiteX2" fmla="*/ 4122 w 501096"/>
                  <a:gd name="connsiteY2" fmla="*/ 21480 h 474594"/>
                  <a:gd name="connsiteX3" fmla="*/ 372266 w 501096"/>
                  <a:gd name="connsiteY3" fmla="*/ 86664 h 474594"/>
                  <a:gd name="connsiteX4" fmla="*/ 492248 w 501096"/>
                  <a:gd name="connsiteY4" fmla="*/ 139624 h 474594"/>
                  <a:gd name="connsiteX5" fmla="*/ 498886 w 501096"/>
                  <a:gd name="connsiteY5" fmla="*/ 240664 h 474594"/>
                  <a:gd name="connsiteX6" fmla="*/ 500269 w 501096"/>
                  <a:gd name="connsiteY6" fmla="*/ 430627 h 474594"/>
                  <a:gd name="connsiteX7" fmla="*/ 497806 w 501096"/>
                  <a:gd name="connsiteY7" fmla="*/ 474594 h 47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1096" h="474594">
                    <a:moveTo>
                      <a:pt x="497806" y="474594"/>
                    </a:moveTo>
                    <a:lnTo>
                      <a:pt x="484288" y="466535"/>
                    </a:lnTo>
                    <a:cubicBezTo>
                      <a:pt x="175235" y="273934"/>
                      <a:pt x="-32209" y="85163"/>
                      <a:pt x="4122" y="21480"/>
                    </a:cubicBezTo>
                    <a:cubicBezTo>
                      <a:pt x="30073" y="-24008"/>
                      <a:pt x="174256" y="5090"/>
                      <a:pt x="372266" y="86664"/>
                    </a:cubicBezTo>
                    <a:lnTo>
                      <a:pt x="492248" y="139624"/>
                    </a:lnTo>
                    <a:lnTo>
                      <a:pt x="498886" y="240664"/>
                    </a:lnTo>
                    <a:cubicBezTo>
                      <a:pt x="501160" y="301185"/>
                      <a:pt x="501784" y="364709"/>
                      <a:pt x="500269" y="430627"/>
                    </a:cubicBezTo>
                    <a:lnTo>
                      <a:pt x="497806" y="474594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03C13D32-35C8-A7CF-C06D-07718941974C}"/>
                  </a:ext>
                </a:extLst>
              </p:cNvPr>
              <p:cNvSpPr/>
              <p:nvPr/>
            </p:nvSpPr>
            <p:spPr>
              <a:xfrm rot="1808865" flipH="1" flipV="1">
                <a:off x="8149714" y="1955921"/>
                <a:ext cx="454775" cy="739841"/>
              </a:xfrm>
              <a:custGeom>
                <a:avLst/>
                <a:gdLst>
                  <a:gd name="connsiteX0" fmla="*/ 274519 w 454775"/>
                  <a:gd name="connsiteY0" fmla="*/ 739841 h 739841"/>
                  <a:gd name="connsiteX1" fmla="*/ 233722 w 454775"/>
                  <a:gd name="connsiteY1" fmla="*/ 711611 h 739841"/>
                  <a:gd name="connsiteX2" fmla="*/ 11568 w 454775"/>
                  <a:gd name="connsiteY2" fmla="*/ 516938 h 739841"/>
                  <a:gd name="connsiteX3" fmla="*/ 0 w 454775"/>
                  <a:gd name="connsiteY3" fmla="*/ 497109 h 739841"/>
                  <a:gd name="connsiteX4" fmla="*/ 64537 w 454775"/>
                  <a:gd name="connsiteY4" fmla="*/ 378699 h 739841"/>
                  <a:gd name="connsiteX5" fmla="*/ 417237 w 454775"/>
                  <a:gd name="connsiteY5" fmla="*/ 3855 h 739841"/>
                  <a:gd name="connsiteX6" fmla="*/ 310538 w 454775"/>
                  <a:gd name="connsiteY6" fmla="*/ 656333 h 739841"/>
                  <a:gd name="connsiteX7" fmla="*/ 274519 w 454775"/>
                  <a:gd name="connsiteY7" fmla="*/ 739841 h 73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4775" h="739841">
                    <a:moveTo>
                      <a:pt x="274519" y="739841"/>
                    </a:moveTo>
                    <a:lnTo>
                      <a:pt x="233722" y="711611"/>
                    </a:lnTo>
                    <a:cubicBezTo>
                      <a:pt x="120386" y="628337"/>
                      <a:pt x="43638" y="557276"/>
                      <a:pt x="11568" y="516938"/>
                    </a:cubicBezTo>
                    <a:lnTo>
                      <a:pt x="0" y="497109"/>
                    </a:lnTo>
                    <a:lnTo>
                      <a:pt x="64537" y="378699"/>
                    </a:lnTo>
                    <a:cubicBezTo>
                      <a:pt x="208580" y="129443"/>
                      <a:pt x="350030" y="-26946"/>
                      <a:pt x="417237" y="3855"/>
                    </a:cubicBezTo>
                    <a:cubicBezTo>
                      <a:pt x="495644" y="39790"/>
                      <a:pt x="447016" y="318607"/>
                      <a:pt x="310538" y="656333"/>
                    </a:cubicBezTo>
                    <a:lnTo>
                      <a:pt x="274519" y="739841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E802A82-EF6C-46EF-9061-08585CC7D7ED}"/>
                  </a:ext>
                </a:extLst>
              </p:cNvPr>
              <p:cNvSpPr/>
              <p:nvPr/>
            </p:nvSpPr>
            <p:spPr>
              <a:xfrm rot="1808865" flipH="1" flipV="1">
                <a:off x="3741250" y="2226740"/>
                <a:ext cx="700951" cy="360316"/>
              </a:xfrm>
              <a:custGeom>
                <a:avLst/>
                <a:gdLst>
                  <a:gd name="connsiteX0" fmla="*/ 700951 w 700951"/>
                  <a:gd name="connsiteY0" fmla="*/ 360316 h 360316"/>
                  <a:gd name="connsiteX1" fmla="*/ 619772 w 700951"/>
                  <a:gd name="connsiteY1" fmla="*/ 351250 h 360316"/>
                  <a:gd name="connsiteX2" fmla="*/ 161 w 700951"/>
                  <a:gd name="connsiteY2" fmla="*/ 120608 h 360316"/>
                  <a:gd name="connsiteX3" fmla="*/ 500521 w 700951"/>
                  <a:gd name="connsiteY3" fmla="*/ 0 h 360316"/>
                  <a:gd name="connsiteX4" fmla="*/ 570468 w 700951"/>
                  <a:gd name="connsiteY4" fmla="*/ 1359 h 360316"/>
                  <a:gd name="connsiteX5" fmla="*/ 578721 w 700951"/>
                  <a:gd name="connsiteY5" fmla="*/ 13661 h 360316"/>
                  <a:gd name="connsiteX6" fmla="*/ 642186 w 700951"/>
                  <a:gd name="connsiteY6" fmla="*/ 126142 h 360316"/>
                  <a:gd name="connsiteX7" fmla="*/ 687522 w 700951"/>
                  <a:gd name="connsiteY7" fmla="*/ 285341 h 360316"/>
                  <a:gd name="connsiteX8" fmla="*/ 700951 w 700951"/>
                  <a:gd name="connsiteY8" fmla="*/ 360316 h 360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0951" h="360316">
                    <a:moveTo>
                      <a:pt x="700951" y="360316"/>
                    </a:moveTo>
                    <a:lnTo>
                      <a:pt x="619772" y="351250"/>
                    </a:lnTo>
                    <a:cubicBezTo>
                      <a:pt x="258795" y="302442"/>
                      <a:pt x="-7479" y="206519"/>
                      <a:pt x="161" y="120608"/>
                    </a:cubicBezTo>
                    <a:cubicBezTo>
                      <a:pt x="6709" y="46970"/>
                      <a:pt x="212641" y="1602"/>
                      <a:pt x="500521" y="0"/>
                    </a:cubicBezTo>
                    <a:lnTo>
                      <a:pt x="570468" y="1359"/>
                    </a:lnTo>
                    <a:lnTo>
                      <a:pt x="578721" y="13661"/>
                    </a:lnTo>
                    <a:cubicBezTo>
                      <a:pt x="600860" y="49595"/>
                      <a:pt x="622036" y="87072"/>
                      <a:pt x="642186" y="126142"/>
                    </a:cubicBezTo>
                    <a:cubicBezTo>
                      <a:pt x="655485" y="156626"/>
                      <a:pt x="671893" y="211318"/>
                      <a:pt x="687522" y="285341"/>
                    </a:cubicBezTo>
                    <a:lnTo>
                      <a:pt x="700951" y="360316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B17AF9A7-0B1D-2E75-A409-3E038ACDFAB7}"/>
                  </a:ext>
                </a:extLst>
              </p:cNvPr>
              <p:cNvSpPr/>
              <p:nvPr/>
            </p:nvSpPr>
            <p:spPr>
              <a:xfrm rot="1808865" flipH="1" flipV="1">
                <a:off x="8216100" y="2447245"/>
                <a:ext cx="400434" cy="500486"/>
              </a:xfrm>
              <a:custGeom>
                <a:avLst/>
                <a:gdLst>
                  <a:gd name="connsiteX0" fmla="*/ 97910 w 400434"/>
                  <a:gd name="connsiteY0" fmla="*/ 500486 h 500486"/>
                  <a:gd name="connsiteX1" fmla="*/ 85785 w 400434"/>
                  <a:gd name="connsiteY1" fmla="*/ 475379 h 500486"/>
                  <a:gd name="connsiteX2" fmla="*/ 8716 w 400434"/>
                  <a:gd name="connsiteY2" fmla="*/ 250673 h 500486"/>
                  <a:gd name="connsiteX3" fmla="*/ 0 w 400434"/>
                  <a:gd name="connsiteY3" fmla="*/ 209657 h 500486"/>
                  <a:gd name="connsiteX4" fmla="*/ 51625 w 400434"/>
                  <a:gd name="connsiteY4" fmla="*/ 168242 h 500486"/>
                  <a:gd name="connsiteX5" fmla="*/ 390458 w 400434"/>
                  <a:gd name="connsiteY5" fmla="*/ 10376 h 500486"/>
                  <a:gd name="connsiteX6" fmla="*/ 141333 w 400434"/>
                  <a:gd name="connsiteY6" fmla="*/ 452281 h 500486"/>
                  <a:gd name="connsiteX7" fmla="*/ 97910 w 400434"/>
                  <a:gd name="connsiteY7" fmla="*/ 500486 h 500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0434" h="500486">
                    <a:moveTo>
                      <a:pt x="97910" y="500486"/>
                    </a:moveTo>
                    <a:lnTo>
                      <a:pt x="85785" y="475379"/>
                    </a:lnTo>
                    <a:cubicBezTo>
                      <a:pt x="53277" y="400585"/>
                      <a:pt x="27786" y="325602"/>
                      <a:pt x="8716" y="250673"/>
                    </a:cubicBezTo>
                    <a:lnTo>
                      <a:pt x="0" y="209657"/>
                    </a:lnTo>
                    <a:lnTo>
                      <a:pt x="51625" y="168242"/>
                    </a:lnTo>
                    <a:cubicBezTo>
                      <a:pt x="221944" y="38429"/>
                      <a:pt x="353733" y="-26844"/>
                      <a:pt x="390458" y="10376"/>
                    </a:cubicBezTo>
                    <a:cubicBezTo>
                      <a:pt x="434529" y="55041"/>
                      <a:pt x="329193" y="234610"/>
                      <a:pt x="141333" y="452281"/>
                    </a:cubicBezTo>
                    <a:lnTo>
                      <a:pt x="97910" y="500486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ACF30344-4029-6FCD-B189-EF84CB777067}"/>
                  </a:ext>
                </a:extLst>
              </p:cNvPr>
              <p:cNvSpPr/>
              <p:nvPr/>
            </p:nvSpPr>
            <p:spPr>
              <a:xfrm rot="1808865" flipH="1" flipV="1">
                <a:off x="3753590" y="2715201"/>
                <a:ext cx="502685" cy="253333"/>
              </a:xfrm>
              <a:custGeom>
                <a:avLst/>
                <a:gdLst>
                  <a:gd name="connsiteX0" fmla="*/ 502685 w 502685"/>
                  <a:gd name="connsiteY0" fmla="*/ 212215 h 253333"/>
                  <a:gd name="connsiteX1" fmla="*/ 374023 w 502685"/>
                  <a:gd name="connsiteY1" fmla="*/ 234439 h 253333"/>
                  <a:gd name="connsiteX2" fmla="*/ 1109 w 502685"/>
                  <a:gd name="connsiteY2" fmla="*/ 208642 h 253333"/>
                  <a:gd name="connsiteX3" fmla="*/ 197346 w 502685"/>
                  <a:gd name="connsiteY3" fmla="*/ 42307 h 253333"/>
                  <a:gd name="connsiteX4" fmla="*/ 289862 w 502685"/>
                  <a:gd name="connsiteY4" fmla="*/ 0 h 253333"/>
                  <a:gd name="connsiteX5" fmla="*/ 315059 w 502685"/>
                  <a:gd name="connsiteY5" fmla="*/ 19650 h 253333"/>
                  <a:gd name="connsiteX6" fmla="*/ 479086 w 502685"/>
                  <a:gd name="connsiteY6" fmla="*/ 182422 h 253333"/>
                  <a:gd name="connsiteX7" fmla="*/ 502685 w 502685"/>
                  <a:gd name="connsiteY7" fmla="*/ 212215 h 25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2685" h="253333">
                    <a:moveTo>
                      <a:pt x="502685" y="212215"/>
                    </a:moveTo>
                    <a:lnTo>
                      <a:pt x="374023" y="234439"/>
                    </a:lnTo>
                    <a:cubicBezTo>
                      <a:pt x="162157" y="265631"/>
                      <a:pt x="15240" y="258985"/>
                      <a:pt x="1109" y="208642"/>
                    </a:cubicBezTo>
                    <a:cubicBezTo>
                      <a:pt x="-10195" y="168367"/>
                      <a:pt x="65624" y="107751"/>
                      <a:pt x="197346" y="42307"/>
                    </a:cubicBezTo>
                    <a:lnTo>
                      <a:pt x="289862" y="0"/>
                    </a:lnTo>
                    <a:lnTo>
                      <a:pt x="315059" y="19650"/>
                    </a:lnTo>
                    <a:cubicBezTo>
                      <a:pt x="372755" y="68386"/>
                      <a:pt x="427597" y="122513"/>
                      <a:pt x="479086" y="182422"/>
                    </a:cubicBezTo>
                    <a:lnTo>
                      <a:pt x="502685" y="21221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E847C92-D165-4531-EB10-1E503762DACC}"/>
                </a:ext>
              </a:extLst>
            </p:cNvPr>
            <p:cNvGrpSpPr/>
            <p:nvPr/>
          </p:nvGrpSpPr>
          <p:grpSpPr>
            <a:xfrm>
              <a:off x="6685092" y="1650386"/>
              <a:ext cx="1259029" cy="1259029"/>
              <a:chOff x="6685092" y="1650386"/>
              <a:chExt cx="1259029" cy="1259029"/>
            </a:xfrm>
            <a:grpFill/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7942090-DCDA-F435-E5B6-7A97844E9189}"/>
                  </a:ext>
                </a:extLst>
              </p:cNvPr>
              <p:cNvSpPr/>
              <p:nvPr/>
            </p:nvSpPr>
            <p:spPr>
              <a:xfrm>
                <a:off x="6685092" y="1650386"/>
                <a:ext cx="1259029" cy="125902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CCDE36B-9654-06A7-AC17-DEDF19CAF499}"/>
                  </a:ext>
                </a:extLst>
              </p:cNvPr>
              <p:cNvSpPr/>
              <p:nvPr/>
            </p:nvSpPr>
            <p:spPr>
              <a:xfrm>
                <a:off x="6875069" y="1806308"/>
                <a:ext cx="875053" cy="90223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4F3C10BD-C278-544C-9B18-C87F5A928878}"/>
                  </a:ext>
                </a:extLst>
              </p:cNvPr>
              <p:cNvSpPr/>
              <p:nvPr/>
            </p:nvSpPr>
            <p:spPr>
              <a:xfrm>
                <a:off x="7252779" y="1920046"/>
                <a:ext cx="356960" cy="36804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D5040F76-84DB-F371-5678-C82EBCD1E7F4}"/>
                  </a:ext>
                </a:extLst>
              </p:cNvPr>
              <p:cNvSpPr/>
              <p:nvPr/>
            </p:nvSpPr>
            <p:spPr>
              <a:xfrm>
                <a:off x="7525398" y="2241854"/>
                <a:ext cx="151904" cy="156623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D96E36C-6E08-A261-0A05-817C17A545F9}"/>
                </a:ext>
              </a:extLst>
            </p:cNvPr>
            <p:cNvGrpSpPr/>
            <p:nvPr/>
          </p:nvGrpSpPr>
          <p:grpSpPr>
            <a:xfrm>
              <a:off x="4485275" y="1662138"/>
              <a:ext cx="1259029" cy="1259029"/>
              <a:chOff x="6685092" y="1650386"/>
              <a:chExt cx="1259029" cy="1259029"/>
            </a:xfrm>
            <a:grpFill/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7D285AC-D6A8-5A78-C551-8FD8D1367174}"/>
                  </a:ext>
                </a:extLst>
              </p:cNvPr>
              <p:cNvSpPr/>
              <p:nvPr/>
            </p:nvSpPr>
            <p:spPr>
              <a:xfrm>
                <a:off x="6685092" y="1650386"/>
                <a:ext cx="1259029" cy="125902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EE863A9C-ED97-875F-E337-FCDE80A136F2}"/>
                  </a:ext>
                </a:extLst>
              </p:cNvPr>
              <p:cNvSpPr/>
              <p:nvPr/>
            </p:nvSpPr>
            <p:spPr>
              <a:xfrm>
                <a:off x="6875069" y="1806308"/>
                <a:ext cx="875053" cy="90223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DE1705E-02BA-7644-CA41-867C0039442E}"/>
                  </a:ext>
                </a:extLst>
              </p:cNvPr>
              <p:cNvSpPr/>
              <p:nvPr/>
            </p:nvSpPr>
            <p:spPr>
              <a:xfrm>
                <a:off x="7252779" y="1920046"/>
                <a:ext cx="356960" cy="36804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F9607E4-1400-D9E6-AD0C-74CE496467CF}"/>
                  </a:ext>
                </a:extLst>
              </p:cNvPr>
              <p:cNvSpPr/>
              <p:nvPr/>
            </p:nvSpPr>
            <p:spPr>
              <a:xfrm>
                <a:off x="7525398" y="2241854"/>
                <a:ext cx="151904" cy="156623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88B4D07-5F02-9B5E-C47C-D70992866157}"/>
                </a:ext>
              </a:extLst>
            </p:cNvPr>
            <p:cNvGrpSpPr/>
            <p:nvPr/>
          </p:nvGrpSpPr>
          <p:grpSpPr>
            <a:xfrm>
              <a:off x="5702300" y="2424626"/>
              <a:ext cx="1050003" cy="861179"/>
              <a:chOff x="5702300" y="2424626"/>
              <a:chExt cx="1050003" cy="861179"/>
            </a:xfrm>
            <a:grpFill/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70E87ABF-EC60-7E69-CB75-E6798953BBC4}"/>
                  </a:ext>
                </a:extLst>
              </p:cNvPr>
              <p:cNvSpPr/>
              <p:nvPr/>
            </p:nvSpPr>
            <p:spPr>
              <a:xfrm>
                <a:off x="5702300" y="2927350"/>
                <a:ext cx="521899" cy="339395"/>
              </a:xfrm>
              <a:custGeom>
                <a:avLst/>
                <a:gdLst>
                  <a:gd name="connsiteX0" fmla="*/ 520700 w 520700"/>
                  <a:gd name="connsiteY0" fmla="*/ 0 h 31750"/>
                  <a:gd name="connsiteX1" fmla="*/ 0 w 520700"/>
                  <a:gd name="connsiteY1" fmla="*/ 31750 h 31750"/>
                  <a:gd name="connsiteX2" fmla="*/ 0 w 520700"/>
                  <a:gd name="connsiteY2" fmla="*/ 31750 h 31750"/>
                  <a:gd name="connsiteX0" fmla="*/ 520700 w 520700"/>
                  <a:gd name="connsiteY0" fmla="*/ 0 h 233007"/>
                  <a:gd name="connsiteX1" fmla="*/ 0 w 520700"/>
                  <a:gd name="connsiteY1" fmla="*/ 31750 h 233007"/>
                  <a:gd name="connsiteX2" fmla="*/ 0 w 520700"/>
                  <a:gd name="connsiteY2" fmla="*/ 31750 h 233007"/>
                  <a:gd name="connsiteX0" fmla="*/ 520700 w 521899"/>
                  <a:gd name="connsiteY0" fmla="*/ 0 h 339395"/>
                  <a:gd name="connsiteX1" fmla="*/ 0 w 521899"/>
                  <a:gd name="connsiteY1" fmla="*/ 31750 h 339395"/>
                  <a:gd name="connsiteX2" fmla="*/ 0 w 521899"/>
                  <a:gd name="connsiteY2" fmla="*/ 31750 h 339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1899" h="339395">
                    <a:moveTo>
                      <a:pt x="520700" y="0"/>
                    </a:moveTo>
                    <a:cubicBezTo>
                      <a:pt x="550333" y="391583"/>
                      <a:pt x="21167" y="497417"/>
                      <a:pt x="0" y="31750"/>
                    </a:cubicBezTo>
                    <a:lnTo>
                      <a:pt x="0" y="31750"/>
                    </a:ln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F5CA59C-D794-CA43-88A8-CB0CEA628CCC}"/>
                  </a:ext>
                </a:extLst>
              </p:cNvPr>
              <p:cNvSpPr/>
              <p:nvPr/>
            </p:nvSpPr>
            <p:spPr>
              <a:xfrm flipH="1">
                <a:off x="6230404" y="2946410"/>
                <a:ext cx="521899" cy="339395"/>
              </a:xfrm>
              <a:custGeom>
                <a:avLst/>
                <a:gdLst>
                  <a:gd name="connsiteX0" fmla="*/ 520700 w 520700"/>
                  <a:gd name="connsiteY0" fmla="*/ 0 h 31750"/>
                  <a:gd name="connsiteX1" fmla="*/ 0 w 520700"/>
                  <a:gd name="connsiteY1" fmla="*/ 31750 h 31750"/>
                  <a:gd name="connsiteX2" fmla="*/ 0 w 520700"/>
                  <a:gd name="connsiteY2" fmla="*/ 31750 h 31750"/>
                  <a:gd name="connsiteX0" fmla="*/ 520700 w 520700"/>
                  <a:gd name="connsiteY0" fmla="*/ 0 h 233007"/>
                  <a:gd name="connsiteX1" fmla="*/ 0 w 520700"/>
                  <a:gd name="connsiteY1" fmla="*/ 31750 h 233007"/>
                  <a:gd name="connsiteX2" fmla="*/ 0 w 520700"/>
                  <a:gd name="connsiteY2" fmla="*/ 31750 h 233007"/>
                  <a:gd name="connsiteX0" fmla="*/ 520700 w 521899"/>
                  <a:gd name="connsiteY0" fmla="*/ 0 h 339395"/>
                  <a:gd name="connsiteX1" fmla="*/ 0 w 521899"/>
                  <a:gd name="connsiteY1" fmla="*/ 31750 h 339395"/>
                  <a:gd name="connsiteX2" fmla="*/ 0 w 521899"/>
                  <a:gd name="connsiteY2" fmla="*/ 31750 h 339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1899" h="339395">
                    <a:moveTo>
                      <a:pt x="520700" y="0"/>
                    </a:moveTo>
                    <a:cubicBezTo>
                      <a:pt x="550333" y="391583"/>
                      <a:pt x="21167" y="497417"/>
                      <a:pt x="0" y="31750"/>
                    </a:cubicBezTo>
                    <a:lnTo>
                      <a:pt x="0" y="31750"/>
                    </a:ln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988C72AE-5BEA-BADD-1C85-7C8B07E41BE8}"/>
                  </a:ext>
                </a:extLst>
              </p:cNvPr>
              <p:cNvSpPr/>
              <p:nvPr/>
            </p:nvSpPr>
            <p:spPr>
              <a:xfrm>
                <a:off x="5830508" y="2424626"/>
                <a:ext cx="810199" cy="574003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44050F4-416E-CA03-6FDA-DBDF9EEBCC1E}"/>
                  </a:ext>
                </a:extLst>
              </p:cNvPr>
              <p:cNvSpPr/>
              <p:nvPr/>
            </p:nvSpPr>
            <p:spPr>
              <a:xfrm>
                <a:off x="6003504" y="2504747"/>
                <a:ext cx="464205" cy="170052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5B15B6B-2D9B-2208-D3F4-AE6E112550F0}"/>
              </a:ext>
            </a:extLst>
          </p:cNvPr>
          <p:cNvGrpSpPr/>
          <p:nvPr/>
        </p:nvGrpSpPr>
        <p:grpSpPr>
          <a:xfrm>
            <a:off x="5899289" y="717706"/>
            <a:ext cx="5328277" cy="5999653"/>
            <a:chOff x="5899289" y="717706"/>
            <a:chExt cx="5328277" cy="5999653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8D02F9F-1145-EDBE-7A28-BADDEC3F442D}"/>
                </a:ext>
              </a:extLst>
            </p:cNvPr>
            <p:cNvGrpSpPr/>
            <p:nvPr/>
          </p:nvGrpSpPr>
          <p:grpSpPr>
            <a:xfrm>
              <a:off x="5899289" y="717706"/>
              <a:ext cx="5328277" cy="5995309"/>
              <a:chOff x="3688179" y="220599"/>
              <a:chExt cx="5328277" cy="5995309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B3BB05B9-303E-0638-3F5E-8D4B963F3EF7}"/>
                  </a:ext>
                </a:extLst>
              </p:cNvPr>
              <p:cNvGrpSpPr/>
              <p:nvPr/>
            </p:nvGrpSpPr>
            <p:grpSpPr>
              <a:xfrm rot="20557425" flipH="1">
                <a:off x="3688179" y="220599"/>
                <a:ext cx="1632627" cy="1468790"/>
                <a:chOff x="7051807" y="220606"/>
                <a:chExt cx="1632627" cy="1468790"/>
              </a:xfrm>
            </p:grpSpPr>
            <p:sp>
              <p:nvSpPr>
                <p:cNvPr id="189" name="Oval 25">
                  <a:extLst>
                    <a:ext uri="{FF2B5EF4-FFF2-40B4-BE49-F238E27FC236}">
                      <a16:creationId xmlns:a16="http://schemas.microsoft.com/office/drawing/2014/main" id="{2655A64E-F457-C486-F95B-C01B039102E5}"/>
                    </a:ext>
                  </a:extLst>
                </p:cNvPr>
                <p:cNvSpPr/>
                <p:nvPr/>
              </p:nvSpPr>
              <p:spPr>
                <a:xfrm>
                  <a:off x="7051807" y="220606"/>
                  <a:ext cx="1632627" cy="1468790"/>
                </a:xfrm>
                <a:custGeom>
                  <a:avLst/>
                  <a:gdLst>
                    <a:gd name="connsiteX0" fmla="*/ 0 w 1149877"/>
                    <a:gd name="connsiteY0" fmla="*/ 641656 h 1283311"/>
                    <a:gd name="connsiteX1" fmla="*/ 574939 w 1149877"/>
                    <a:gd name="connsiteY1" fmla="*/ 0 h 1283311"/>
                    <a:gd name="connsiteX2" fmla="*/ 1149878 w 1149877"/>
                    <a:gd name="connsiteY2" fmla="*/ 641656 h 1283311"/>
                    <a:gd name="connsiteX3" fmla="*/ 574939 w 1149877"/>
                    <a:gd name="connsiteY3" fmla="*/ 1283312 h 1283311"/>
                    <a:gd name="connsiteX4" fmla="*/ 0 w 1149877"/>
                    <a:gd name="connsiteY4" fmla="*/ 641656 h 1283311"/>
                    <a:gd name="connsiteX0" fmla="*/ 0 w 1570792"/>
                    <a:gd name="connsiteY0" fmla="*/ 569545 h 1284127"/>
                    <a:gd name="connsiteX1" fmla="*/ 995853 w 1570792"/>
                    <a:gd name="connsiteY1" fmla="*/ 461 h 1284127"/>
                    <a:gd name="connsiteX2" fmla="*/ 1570792 w 1570792"/>
                    <a:gd name="connsiteY2" fmla="*/ 642117 h 1284127"/>
                    <a:gd name="connsiteX3" fmla="*/ 995853 w 1570792"/>
                    <a:gd name="connsiteY3" fmla="*/ 1283773 h 1284127"/>
                    <a:gd name="connsiteX4" fmla="*/ 0 w 1570792"/>
                    <a:gd name="connsiteY4" fmla="*/ 569545 h 1284127"/>
                    <a:gd name="connsiteX0" fmla="*/ 0 w 1604943"/>
                    <a:gd name="connsiteY0" fmla="*/ 55486 h 769915"/>
                    <a:gd name="connsiteX1" fmla="*/ 1570792 w 1604943"/>
                    <a:gd name="connsiteY1" fmla="*/ 128058 h 769915"/>
                    <a:gd name="connsiteX2" fmla="*/ 995853 w 1604943"/>
                    <a:gd name="connsiteY2" fmla="*/ 769714 h 769915"/>
                    <a:gd name="connsiteX3" fmla="*/ 0 w 1604943"/>
                    <a:gd name="connsiteY3" fmla="*/ 55486 h 769915"/>
                    <a:gd name="connsiteX0" fmla="*/ 2810 w 1390958"/>
                    <a:gd name="connsiteY0" fmla="*/ 445018 h 1164961"/>
                    <a:gd name="connsiteX1" fmla="*/ 1341374 w 1390958"/>
                    <a:gd name="connsiteY1" fmla="*/ 24104 h 1164961"/>
                    <a:gd name="connsiteX2" fmla="*/ 998663 w 1390958"/>
                    <a:gd name="connsiteY2" fmla="*/ 1159246 h 1164961"/>
                    <a:gd name="connsiteX3" fmla="*/ 2810 w 1390958"/>
                    <a:gd name="connsiteY3" fmla="*/ 445018 h 1164961"/>
                    <a:gd name="connsiteX0" fmla="*/ 2887 w 1395348"/>
                    <a:gd name="connsiteY0" fmla="*/ 472377 h 1193087"/>
                    <a:gd name="connsiteX1" fmla="*/ 1346213 w 1395348"/>
                    <a:gd name="connsiteY1" fmla="*/ 22888 h 1193087"/>
                    <a:gd name="connsiteX2" fmla="*/ 998740 w 1395348"/>
                    <a:gd name="connsiteY2" fmla="*/ 1186605 h 1193087"/>
                    <a:gd name="connsiteX3" fmla="*/ 2887 w 1395348"/>
                    <a:gd name="connsiteY3" fmla="*/ 472377 h 1193087"/>
                    <a:gd name="connsiteX0" fmla="*/ 2887 w 1395348"/>
                    <a:gd name="connsiteY0" fmla="*/ 692087 h 1412797"/>
                    <a:gd name="connsiteX1" fmla="*/ 1346213 w 1395348"/>
                    <a:gd name="connsiteY1" fmla="*/ 242598 h 1412797"/>
                    <a:gd name="connsiteX2" fmla="*/ 998740 w 1395348"/>
                    <a:gd name="connsiteY2" fmla="*/ 1406315 h 1412797"/>
                    <a:gd name="connsiteX3" fmla="*/ 2887 w 1395348"/>
                    <a:gd name="connsiteY3" fmla="*/ 692087 h 1412797"/>
                    <a:gd name="connsiteX0" fmla="*/ 2657 w 1487178"/>
                    <a:gd name="connsiteY0" fmla="*/ 648755 h 1420156"/>
                    <a:gd name="connsiteX1" fmla="*/ 1436470 w 1487178"/>
                    <a:gd name="connsiteY1" fmla="*/ 251654 h 1420156"/>
                    <a:gd name="connsiteX2" fmla="*/ 1088997 w 1487178"/>
                    <a:gd name="connsiteY2" fmla="*/ 1415371 h 1420156"/>
                    <a:gd name="connsiteX3" fmla="*/ 2657 w 1487178"/>
                    <a:gd name="connsiteY3" fmla="*/ 648755 h 1420156"/>
                    <a:gd name="connsiteX0" fmla="*/ 2657 w 1625872"/>
                    <a:gd name="connsiteY0" fmla="*/ 648755 h 1420156"/>
                    <a:gd name="connsiteX1" fmla="*/ 1436470 w 1625872"/>
                    <a:gd name="connsiteY1" fmla="*/ 251654 h 1420156"/>
                    <a:gd name="connsiteX2" fmla="*/ 1088997 w 1625872"/>
                    <a:gd name="connsiteY2" fmla="*/ 1415371 h 1420156"/>
                    <a:gd name="connsiteX3" fmla="*/ 2657 w 1625872"/>
                    <a:gd name="connsiteY3" fmla="*/ 648755 h 1420156"/>
                    <a:gd name="connsiteX0" fmla="*/ 2048 w 1632627"/>
                    <a:gd name="connsiteY0" fmla="*/ 650025 h 1468790"/>
                    <a:gd name="connsiteX1" fmla="*/ 1435861 w 1632627"/>
                    <a:gd name="connsiteY1" fmla="*/ 252924 h 1468790"/>
                    <a:gd name="connsiteX2" fmla="*/ 1126488 w 1632627"/>
                    <a:gd name="connsiteY2" fmla="*/ 1464266 h 1468790"/>
                    <a:gd name="connsiteX3" fmla="*/ 2048 w 1632627"/>
                    <a:gd name="connsiteY3" fmla="*/ 650025 h 1468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32627" h="1468790">
                      <a:moveTo>
                        <a:pt x="2048" y="650025"/>
                      </a:moveTo>
                      <a:cubicBezTo>
                        <a:pt x="53610" y="448135"/>
                        <a:pt x="674574" y="-423327"/>
                        <a:pt x="1435861" y="252924"/>
                      </a:cubicBezTo>
                      <a:cubicBezTo>
                        <a:pt x="1930449" y="919649"/>
                        <a:pt x="1365457" y="1398083"/>
                        <a:pt x="1126488" y="1464266"/>
                      </a:cubicBezTo>
                      <a:cubicBezTo>
                        <a:pt x="887519" y="1530449"/>
                        <a:pt x="-49514" y="851915"/>
                        <a:pt x="2048" y="650025"/>
                      </a:cubicBezTo>
                      <a:close/>
                    </a:path>
                  </a:pathLst>
                </a:custGeom>
                <a:solidFill>
                  <a:srgbClr val="FC970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Oval 25">
                  <a:extLst>
                    <a:ext uri="{FF2B5EF4-FFF2-40B4-BE49-F238E27FC236}">
                      <a16:creationId xmlns:a16="http://schemas.microsoft.com/office/drawing/2014/main" id="{6992C763-DAAB-19A2-1650-8DE0E0F6DA52}"/>
                    </a:ext>
                  </a:extLst>
                </p:cNvPr>
                <p:cNvSpPr/>
                <p:nvPr/>
              </p:nvSpPr>
              <p:spPr>
                <a:xfrm>
                  <a:off x="7632859" y="645774"/>
                  <a:ext cx="666651" cy="760566"/>
                </a:xfrm>
                <a:custGeom>
                  <a:avLst/>
                  <a:gdLst>
                    <a:gd name="connsiteX0" fmla="*/ 0 w 1149877"/>
                    <a:gd name="connsiteY0" fmla="*/ 641656 h 1283311"/>
                    <a:gd name="connsiteX1" fmla="*/ 574939 w 1149877"/>
                    <a:gd name="connsiteY1" fmla="*/ 0 h 1283311"/>
                    <a:gd name="connsiteX2" fmla="*/ 1149878 w 1149877"/>
                    <a:gd name="connsiteY2" fmla="*/ 641656 h 1283311"/>
                    <a:gd name="connsiteX3" fmla="*/ 574939 w 1149877"/>
                    <a:gd name="connsiteY3" fmla="*/ 1283312 h 1283311"/>
                    <a:gd name="connsiteX4" fmla="*/ 0 w 1149877"/>
                    <a:gd name="connsiteY4" fmla="*/ 641656 h 1283311"/>
                    <a:gd name="connsiteX0" fmla="*/ 0 w 1570792"/>
                    <a:gd name="connsiteY0" fmla="*/ 569545 h 1284127"/>
                    <a:gd name="connsiteX1" fmla="*/ 995853 w 1570792"/>
                    <a:gd name="connsiteY1" fmla="*/ 461 h 1284127"/>
                    <a:gd name="connsiteX2" fmla="*/ 1570792 w 1570792"/>
                    <a:gd name="connsiteY2" fmla="*/ 642117 h 1284127"/>
                    <a:gd name="connsiteX3" fmla="*/ 995853 w 1570792"/>
                    <a:gd name="connsiteY3" fmla="*/ 1283773 h 1284127"/>
                    <a:gd name="connsiteX4" fmla="*/ 0 w 1570792"/>
                    <a:gd name="connsiteY4" fmla="*/ 569545 h 1284127"/>
                    <a:gd name="connsiteX0" fmla="*/ 0 w 1604943"/>
                    <a:gd name="connsiteY0" fmla="*/ 55486 h 769915"/>
                    <a:gd name="connsiteX1" fmla="*/ 1570792 w 1604943"/>
                    <a:gd name="connsiteY1" fmla="*/ 128058 h 769915"/>
                    <a:gd name="connsiteX2" fmla="*/ 995853 w 1604943"/>
                    <a:gd name="connsiteY2" fmla="*/ 769714 h 769915"/>
                    <a:gd name="connsiteX3" fmla="*/ 0 w 1604943"/>
                    <a:gd name="connsiteY3" fmla="*/ 55486 h 769915"/>
                    <a:gd name="connsiteX0" fmla="*/ 2810 w 1390958"/>
                    <a:gd name="connsiteY0" fmla="*/ 445018 h 1164961"/>
                    <a:gd name="connsiteX1" fmla="*/ 1341374 w 1390958"/>
                    <a:gd name="connsiteY1" fmla="*/ 24104 h 1164961"/>
                    <a:gd name="connsiteX2" fmla="*/ 998663 w 1390958"/>
                    <a:gd name="connsiteY2" fmla="*/ 1159246 h 1164961"/>
                    <a:gd name="connsiteX3" fmla="*/ 2810 w 1390958"/>
                    <a:gd name="connsiteY3" fmla="*/ 445018 h 1164961"/>
                    <a:gd name="connsiteX0" fmla="*/ 2887 w 1395348"/>
                    <a:gd name="connsiteY0" fmla="*/ 472377 h 1193087"/>
                    <a:gd name="connsiteX1" fmla="*/ 1346213 w 1395348"/>
                    <a:gd name="connsiteY1" fmla="*/ 22888 h 1193087"/>
                    <a:gd name="connsiteX2" fmla="*/ 998740 w 1395348"/>
                    <a:gd name="connsiteY2" fmla="*/ 1186605 h 1193087"/>
                    <a:gd name="connsiteX3" fmla="*/ 2887 w 1395348"/>
                    <a:gd name="connsiteY3" fmla="*/ 472377 h 1193087"/>
                    <a:gd name="connsiteX0" fmla="*/ 2887 w 1395348"/>
                    <a:gd name="connsiteY0" fmla="*/ 692087 h 1412797"/>
                    <a:gd name="connsiteX1" fmla="*/ 1346213 w 1395348"/>
                    <a:gd name="connsiteY1" fmla="*/ 242598 h 1412797"/>
                    <a:gd name="connsiteX2" fmla="*/ 998740 w 1395348"/>
                    <a:gd name="connsiteY2" fmla="*/ 1406315 h 1412797"/>
                    <a:gd name="connsiteX3" fmla="*/ 2887 w 1395348"/>
                    <a:gd name="connsiteY3" fmla="*/ 692087 h 1412797"/>
                    <a:gd name="connsiteX0" fmla="*/ 2657 w 1487178"/>
                    <a:gd name="connsiteY0" fmla="*/ 648755 h 1420156"/>
                    <a:gd name="connsiteX1" fmla="*/ 1436470 w 1487178"/>
                    <a:gd name="connsiteY1" fmla="*/ 251654 h 1420156"/>
                    <a:gd name="connsiteX2" fmla="*/ 1088997 w 1487178"/>
                    <a:gd name="connsiteY2" fmla="*/ 1415371 h 1420156"/>
                    <a:gd name="connsiteX3" fmla="*/ 2657 w 1487178"/>
                    <a:gd name="connsiteY3" fmla="*/ 648755 h 1420156"/>
                    <a:gd name="connsiteX0" fmla="*/ 2657 w 1625872"/>
                    <a:gd name="connsiteY0" fmla="*/ 648755 h 1420156"/>
                    <a:gd name="connsiteX1" fmla="*/ 1436470 w 1625872"/>
                    <a:gd name="connsiteY1" fmla="*/ 251654 h 1420156"/>
                    <a:gd name="connsiteX2" fmla="*/ 1088997 w 1625872"/>
                    <a:gd name="connsiteY2" fmla="*/ 1415371 h 1420156"/>
                    <a:gd name="connsiteX3" fmla="*/ 2657 w 1625872"/>
                    <a:gd name="connsiteY3" fmla="*/ 648755 h 1420156"/>
                    <a:gd name="connsiteX0" fmla="*/ 2048 w 1632627"/>
                    <a:gd name="connsiteY0" fmla="*/ 650025 h 1468790"/>
                    <a:gd name="connsiteX1" fmla="*/ 1435861 w 1632627"/>
                    <a:gd name="connsiteY1" fmla="*/ 252924 h 1468790"/>
                    <a:gd name="connsiteX2" fmla="*/ 1126488 w 1632627"/>
                    <a:gd name="connsiteY2" fmla="*/ 1464266 h 1468790"/>
                    <a:gd name="connsiteX3" fmla="*/ 2048 w 1632627"/>
                    <a:gd name="connsiteY3" fmla="*/ 650025 h 1468790"/>
                    <a:gd name="connsiteX0" fmla="*/ 1898 w 1634603"/>
                    <a:gd name="connsiteY0" fmla="*/ 654597 h 1640856"/>
                    <a:gd name="connsiteX1" fmla="*/ 1435711 w 1634603"/>
                    <a:gd name="connsiteY1" fmla="*/ 257496 h 1640856"/>
                    <a:gd name="connsiteX2" fmla="*/ 1136853 w 1634603"/>
                    <a:gd name="connsiteY2" fmla="*/ 1637063 h 1640856"/>
                    <a:gd name="connsiteX3" fmla="*/ 1898 w 1634603"/>
                    <a:gd name="connsiteY3" fmla="*/ 654597 h 1640856"/>
                    <a:gd name="connsiteX0" fmla="*/ 2190 w 1472542"/>
                    <a:gd name="connsiteY0" fmla="*/ 689037 h 1634251"/>
                    <a:gd name="connsiteX1" fmla="*/ 1278291 w 1472542"/>
                    <a:gd name="connsiteY1" fmla="*/ 249880 h 1634251"/>
                    <a:gd name="connsiteX2" fmla="*/ 979433 w 1472542"/>
                    <a:gd name="connsiteY2" fmla="*/ 1629447 h 1634251"/>
                    <a:gd name="connsiteX3" fmla="*/ 2190 w 1472542"/>
                    <a:gd name="connsiteY3" fmla="*/ 689037 h 1634251"/>
                    <a:gd name="connsiteX0" fmla="*/ 1393 w 1471745"/>
                    <a:gd name="connsiteY0" fmla="*/ 731985 h 1679080"/>
                    <a:gd name="connsiteX1" fmla="*/ 1277494 w 1471745"/>
                    <a:gd name="connsiteY1" fmla="*/ 292828 h 1679080"/>
                    <a:gd name="connsiteX2" fmla="*/ 978636 w 1471745"/>
                    <a:gd name="connsiteY2" fmla="*/ 1672395 h 1679080"/>
                    <a:gd name="connsiteX3" fmla="*/ 1393 w 1471745"/>
                    <a:gd name="connsiteY3" fmla="*/ 731985 h 1679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1745" h="1679080">
                      <a:moveTo>
                        <a:pt x="1393" y="731985"/>
                      </a:moveTo>
                      <a:cubicBezTo>
                        <a:pt x="40690" y="260234"/>
                        <a:pt x="516207" y="-383423"/>
                        <a:pt x="1277494" y="292828"/>
                      </a:cubicBezTo>
                      <a:cubicBezTo>
                        <a:pt x="1772082" y="959553"/>
                        <a:pt x="1191319" y="1599202"/>
                        <a:pt x="978636" y="1672395"/>
                      </a:cubicBezTo>
                      <a:cubicBezTo>
                        <a:pt x="765953" y="1745588"/>
                        <a:pt x="-37904" y="1203736"/>
                        <a:pt x="1393" y="731985"/>
                      </a:cubicBezTo>
                      <a:close/>
                    </a:path>
                  </a:pathLst>
                </a:custGeom>
                <a:solidFill>
                  <a:srgbClr val="ED7D31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D7D540C0-90BF-ADF4-FDD2-7FA5659D0510}"/>
                  </a:ext>
                </a:extLst>
              </p:cNvPr>
              <p:cNvGrpSpPr/>
              <p:nvPr/>
            </p:nvGrpSpPr>
            <p:grpSpPr>
              <a:xfrm>
                <a:off x="7051807" y="220606"/>
                <a:ext cx="1632627" cy="1468790"/>
                <a:chOff x="7051807" y="220606"/>
                <a:chExt cx="1632627" cy="1468790"/>
              </a:xfrm>
            </p:grpSpPr>
            <p:sp>
              <p:nvSpPr>
                <p:cNvPr id="187" name="Oval 25">
                  <a:extLst>
                    <a:ext uri="{FF2B5EF4-FFF2-40B4-BE49-F238E27FC236}">
                      <a16:creationId xmlns:a16="http://schemas.microsoft.com/office/drawing/2014/main" id="{694C7C64-1810-8392-D9F1-3A298E0DB372}"/>
                    </a:ext>
                  </a:extLst>
                </p:cNvPr>
                <p:cNvSpPr/>
                <p:nvPr/>
              </p:nvSpPr>
              <p:spPr>
                <a:xfrm>
                  <a:off x="7051807" y="220606"/>
                  <a:ext cx="1632627" cy="1468790"/>
                </a:xfrm>
                <a:custGeom>
                  <a:avLst/>
                  <a:gdLst>
                    <a:gd name="connsiteX0" fmla="*/ 0 w 1149877"/>
                    <a:gd name="connsiteY0" fmla="*/ 641656 h 1283311"/>
                    <a:gd name="connsiteX1" fmla="*/ 574939 w 1149877"/>
                    <a:gd name="connsiteY1" fmla="*/ 0 h 1283311"/>
                    <a:gd name="connsiteX2" fmla="*/ 1149878 w 1149877"/>
                    <a:gd name="connsiteY2" fmla="*/ 641656 h 1283311"/>
                    <a:gd name="connsiteX3" fmla="*/ 574939 w 1149877"/>
                    <a:gd name="connsiteY3" fmla="*/ 1283312 h 1283311"/>
                    <a:gd name="connsiteX4" fmla="*/ 0 w 1149877"/>
                    <a:gd name="connsiteY4" fmla="*/ 641656 h 1283311"/>
                    <a:gd name="connsiteX0" fmla="*/ 0 w 1570792"/>
                    <a:gd name="connsiteY0" fmla="*/ 569545 h 1284127"/>
                    <a:gd name="connsiteX1" fmla="*/ 995853 w 1570792"/>
                    <a:gd name="connsiteY1" fmla="*/ 461 h 1284127"/>
                    <a:gd name="connsiteX2" fmla="*/ 1570792 w 1570792"/>
                    <a:gd name="connsiteY2" fmla="*/ 642117 h 1284127"/>
                    <a:gd name="connsiteX3" fmla="*/ 995853 w 1570792"/>
                    <a:gd name="connsiteY3" fmla="*/ 1283773 h 1284127"/>
                    <a:gd name="connsiteX4" fmla="*/ 0 w 1570792"/>
                    <a:gd name="connsiteY4" fmla="*/ 569545 h 1284127"/>
                    <a:gd name="connsiteX0" fmla="*/ 0 w 1604943"/>
                    <a:gd name="connsiteY0" fmla="*/ 55486 h 769915"/>
                    <a:gd name="connsiteX1" fmla="*/ 1570792 w 1604943"/>
                    <a:gd name="connsiteY1" fmla="*/ 128058 h 769915"/>
                    <a:gd name="connsiteX2" fmla="*/ 995853 w 1604943"/>
                    <a:gd name="connsiteY2" fmla="*/ 769714 h 769915"/>
                    <a:gd name="connsiteX3" fmla="*/ 0 w 1604943"/>
                    <a:gd name="connsiteY3" fmla="*/ 55486 h 769915"/>
                    <a:gd name="connsiteX0" fmla="*/ 2810 w 1390958"/>
                    <a:gd name="connsiteY0" fmla="*/ 445018 h 1164961"/>
                    <a:gd name="connsiteX1" fmla="*/ 1341374 w 1390958"/>
                    <a:gd name="connsiteY1" fmla="*/ 24104 h 1164961"/>
                    <a:gd name="connsiteX2" fmla="*/ 998663 w 1390958"/>
                    <a:gd name="connsiteY2" fmla="*/ 1159246 h 1164961"/>
                    <a:gd name="connsiteX3" fmla="*/ 2810 w 1390958"/>
                    <a:gd name="connsiteY3" fmla="*/ 445018 h 1164961"/>
                    <a:gd name="connsiteX0" fmla="*/ 2887 w 1395348"/>
                    <a:gd name="connsiteY0" fmla="*/ 472377 h 1193087"/>
                    <a:gd name="connsiteX1" fmla="*/ 1346213 w 1395348"/>
                    <a:gd name="connsiteY1" fmla="*/ 22888 h 1193087"/>
                    <a:gd name="connsiteX2" fmla="*/ 998740 w 1395348"/>
                    <a:gd name="connsiteY2" fmla="*/ 1186605 h 1193087"/>
                    <a:gd name="connsiteX3" fmla="*/ 2887 w 1395348"/>
                    <a:gd name="connsiteY3" fmla="*/ 472377 h 1193087"/>
                    <a:gd name="connsiteX0" fmla="*/ 2887 w 1395348"/>
                    <a:gd name="connsiteY0" fmla="*/ 692087 h 1412797"/>
                    <a:gd name="connsiteX1" fmla="*/ 1346213 w 1395348"/>
                    <a:gd name="connsiteY1" fmla="*/ 242598 h 1412797"/>
                    <a:gd name="connsiteX2" fmla="*/ 998740 w 1395348"/>
                    <a:gd name="connsiteY2" fmla="*/ 1406315 h 1412797"/>
                    <a:gd name="connsiteX3" fmla="*/ 2887 w 1395348"/>
                    <a:gd name="connsiteY3" fmla="*/ 692087 h 1412797"/>
                    <a:gd name="connsiteX0" fmla="*/ 2657 w 1487178"/>
                    <a:gd name="connsiteY0" fmla="*/ 648755 h 1420156"/>
                    <a:gd name="connsiteX1" fmla="*/ 1436470 w 1487178"/>
                    <a:gd name="connsiteY1" fmla="*/ 251654 h 1420156"/>
                    <a:gd name="connsiteX2" fmla="*/ 1088997 w 1487178"/>
                    <a:gd name="connsiteY2" fmla="*/ 1415371 h 1420156"/>
                    <a:gd name="connsiteX3" fmla="*/ 2657 w 1487178"/>
                    <a:gd name="connsiteY3" fmla="*/ 648755 h 1420156"/>
                    <a:gd name="connsiteX0" fmla="*/ 2657 w 1625872"/>
                    <a:gd name="connsiteY0" fmla="*/ 648755 h 1420156"/>
                    <a:gd name="connsiteX1" fmla="*/ 1436470 w 1625872"/>
                    <a:gd name="connsiteY1" fmla="*/ 251654 h 1420156"/>
                    <a:gd name="connsiteX2" fmla="*/ 1088997 w 1625872"/>
                    <a:gd name="connsiteY2" fmla="*/ 1415371 h 1420156"/>
                    <a:gd name="connsiteX3" fmla="*/ 2657 w 1625872"/>
                    <a:gd name="connsiteY3" fmla="*/ 648755 h 1420156"/>
                    <a:gd name="connsiteX0" fmla="*/ 2048 w 1632627"/>
                    <a:gd name="connsiteY0" fmla="*/ 650025 h 1468790"/>
                    <a:gd name="connsiteX1" fmla="*/ 1435861 w 1632627"/>
                    <a:gd name="connsiteY1" fmla="*/ 252924 h 1468790"/>
                    <a:gd name="connsiteX2" fmla="*/ 1126488 w 1632627"/>
                    <a:gd name="connsiteY2" fmla="*/ 1464266 h 1468790"/>
                    <a:gd name="connsiteX3" fmla="*/ 2048 w 1632627"/>
                    <a:gd name="connsiteY3" fmla="*/ 650025 h 1468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32627" h="1468790">
                      <a:moveTo>
                        <a:pt x="2048" y="650025"/>
                      </a:moveTo>
                      <a:cubicBezTo>
                        <a:pt x="53610" y="448135"/>
                        <a:pt x="674574" y="-423327"/>
                        <a:pt x="1435861" y="252924"/>
                      </a:cubicBezTo>
                      <a:cubicBezTo>
                        <a:pt x="1930449" y="919649"/>
                        <a:pt x="1365457" y="1398083"/>
                        <a:pt x="1126488" y="1464266"/>
                      </a:cubicBezTo>
                      <a:cubicBezTo>
                        <a:pt x="887519" y="1530449"/>
                        <a:pt x="-49514" y="851915"/>
                        <a:pt x="2048" y="650025"/>
                      </a:cubicBezTo>
                      <a:close/>
                    </a:path>
                  </a:pathLst>
                </a:custGeom>
                <a:solidFill>
                  <a:srgbClr val="FC970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Oval 25">
                  <a:extLst>
                    <a:ext uri="{FF2B5EF4-FFF2-40B4-BE49-F238E27FC236}">
                      <a16:creationId xmlns:a16="http://schemas.microsoft.com/office/drawing/2014/main" id="{27373362-808B-45BD-E473-2010E0499FEE}"/>
                    </a:ext>
                  </a:extLst>
                </p:cNvPr>
                <p:cNvSpPr/>
                <p:nvPr/>
              </p:nvSpPr>
              <p:spPr>
                <a:xfrm>
                  <a:off x="7632859" y="645774"/>
                  <a:ext cx="666651" cy="760566"/>
                </a:xfrm>
                <a:custGeom>
                  <a:avLst/>
                  <a:gdLst>
                    <a:gd name="connsiteX0" fmla="*/ 0 w 1149877"/>
                    <a:gd name="connsiteY0" fmla="*/ 641656 h 1283311"/>
                    <a:gd name="connsiteX1" fmla="*/ 574939 w 1149877"/>
                    <a:gd name="connsiteY1" fmla="*/ 0 h 1283311"/>
                    <a:gd name="connsiteX2" fmla="*/ 1149878 w 1149877"/>
                    <a:gd name="connsiteY2" fmla="*/ 641656 h 1283311"/>
                    <a:gd name="connsiteX3" fmla="*/ 574939 w 1149877"/>
                    <a:gd name="connsiteY3" fmla="*/ 1283312 h 1283311"/>
                    <a:gd name="connsiteX4" fmla="*/ 0 w 1149877"/>
                    <a:gd name="connsiteY4" fmla="*/ 641656 h 1283311"/>
                    <a:gd name="connsiteX0" fmla="*/ 0 w 1570792"/>
                    <a:gd name="connsiteY0" fmla="*/ 569545 h 1284127"/>
                    <a:gd name="connsiteX1" fmla="*/ 995853 w 1570792"/>
                    <a:gd name="connsiteY1" fmla="*/ 461 h 1284127"/>
                    <a:gd name="connsiteX2" fmla="*/ 1570792 w 1570792"/>
                    <a:gd name="connsiteY2" fmla="*/ 642117 h 1284127"/>
                    <a:gd name="connsiteX3" fmla="*/ 995853 w 1570792"/>
                    <a:gd name="connsiteY3" fmla="*/ 1283773 h 1284127"/>
                    <a:gd name="connsiteX4" fmla="*/ 0 w 1570792"/>
                    <a:gd name="connsiteY4" fmla="*/ 569545 h 1284127"/>
                    <a:gd name="connsiteX0" fmla="*/ 0 w 1604943"/>
                    <a:gd name="connsiteY0" fmla="*/ 55486 h 769915"/>
                    <a:gd name="connsiteX1" fmla="*/ 1570792 w 1604943"/>
                    <a:gd name="connsiteY1" fmla="*/ 128058 h 769915"/>
                    <a:gd name="connsiteX2" fmla="*/ 995853 w 1604943"/>
                    <a:gd name="connsiteY2" fmla="*/ 769714 h 769915"/>
                    <a:gd name="connsiteX3" fmla="*/ 0 w 1604943"/>
                    <a:gd name="connsiteY3" fmla="*/ 55486 h 769915"/>
                    <a:gd name="connsiteX0" fmla="*/ 2810 w 1390958"/>
                    <a:gd name="connsiteY0" fmla="*/ 445018 h 1164961"/>
                    <a:gd name="connsiteX1" fmla="*/ 1341374 w 1390958"/>
                    <a:gd name="connsiteY1" fmla="*/ 24104 h 1164961"/>
                    <a:gd name="connsiteX2" fmla="*/ 998663 w 1390958"/>
                    <a:gd name="connsiteY2" fmla="*/ 1159246 h 1164961"/>
                    <a:gd name="connsiteX3" fmla="*/ 2810 w 1390958"/>
                    <a:gd name="connsiteY3" fmla="*/ 445018 h 1164961"/>
                    <a:gd name="connsiteX0" fmla="*/ 2887 w 1395348"/>
                    <a:gd name="connsiteY0" fmla="*/ 472377 h 1193087"/>
                    <a:gd name="connsiteX1" fmla="*/ 1346213 w 1395348"/>
                    <a:gd name="connsiteY1" fmla="*/ 22888 h 1193087"/>
                    <a:gd name="connsiteX2" fmla="*/ 998740 w 1395348"/>
                    <a:gd name="connsiteY2" fmla="*/ 1186605 h 1193087"/>
                    <a:gd name="connsiteX3" fmla="*/ 2887 w 1395348"/>
                    <a:gd name="connsiteY3" fmla="*/ 472377 h 1193087"/>
                    <a:gd name="connsiteX0" fmla="*/ 2887 w 1395348"/>
                    <a:gd name="connsiteY0" fmla="*/ 692087 h 1412797"/>
                    <a:gd name="connsiteX1" fmla="*/ 1346213 w 1395348"/>
                    <a:gd name="connsiteY1" fmla="*/ 242598 h 1412797"/>
                    <a:gd name="connsiteX2" fmla="*/ 998740 w 1395348"/>
                    <a:gd name="connsiteY2" fmla="*/ 1406315 h 1412797"/>
                    <a:gd name="connsiteX3" fmla="*/ 2887 w 1395348"/>
                    <a:gd name="connsiteY3" fmla="*/ 692087 h 1412797"/>
                    <a:gd name="connsiteX0" fmla="*/ 2657 w 1487178"/>
                    <a:gd name="connsiteY0" fmla="*/ 648755 h 1420156"/>
                    <a:gd name="connsiteX1" fmla="*/ 1436470 w 1487178"/>
                    <a:gd name="connsiteY1" fmla="*/ 251654 h 1420156"/>
                    <a:gd name="connsiteX2" fmla="*/ 1088997 w 1487178"/>
                    <a:gd name="connsiteY2" fmla="*/ 1415371 h 1420156"/>
                    <a:gd name="connsiteX3" fmla="*/ 2657 w 1487178"/>
                    <a:gd name="connsiteY3" fmla="*/ 648755 h 1420156"/>
                    <a:gd name="connsiteX0" fmla="*/ 2657 w 1625872"/>
                    <a:gd name="connsiteY0" fmla="*/ 648755 h 1420156"/>
                    <a:gd name="connsiteX1" fmla="*/ 1436470 w 1625872"/>
                    <a:gd name="connsiteY1" fmla="*/ 251654 h 1420156"/>
                    <a:gd name="connsiteX2" fmla="*/ 1088997 w 1625872"/>
                    <a:gd name="connsiteY2" fmla="*/ 1415371 h 1420156"/>
                    <a:gd name="connsiteX3" fmla="*/ 2657 w 1625872"/>
                    <a:gd name="connsiteY3" fmla="*/ 648755 h 1420156"/>
                    <a:gd name="connsiteX0" fmla="*/ 2048 w 1632627"/>
                    <a:gd name="connsiteY0" fmla="*/ 650025 h 1468790"/>
                    <a:gd name="connsiteX1" fmla="*/ 1435861 w 1632627"/>
                    <a:gd name="connsiteY1" fmla="*/ 252924 h 1468790"/>
                    <a:gd name="connsiteX2" fmla="*/ 1126488 w 1632627"/>
                    <a:gd name="connsiteY2" fmla="*/ 1464266 h 1468790"/>
                    <a:gd name="connsiteX3" fmla="*/ 2048 w 1632627"/>
                    <a:gd name="connsiteY3" fmla="*/ 650025 h 1468790"/>
                    <a:gd name="connsiteX0" fmla="*/ 1898 w 1634603"/>
                    <a:gd name="connsiteY0" fmla="*/ 654597 h 1640856"/>
                    <a:gd name="connsiteX1" fmla="*/ 1435711 w 1634603"/>
                    <a:gd name="connsiteY1" fmla="*/ 257496 h 1640856"/>
                    <a:gd name="connsiteX2" fmla="*/ 1136853 w 1634603"/>
                    <a:gd name="connsiteY2" fmla="*/ 1637063 h 1640856"/>
                    <a:gd name="connsiteX3" fmla="*/ 1898 w 1634603"/>
                    <a:gd name="connsiteY3" fmla="*/ 654597 h 1640856"/>
                    <a:gd name="connsiteX0" fmla="*/ 2190 w 1472542"/>
                    <a:gd name="connsiteY0" fmla="*/ 689037 h 1634251"/>
                    <a:gd name="connsiteX1" fmla="*/ 1278291 w 1472542"/>
                    <a:gd name="connsiteY1" fmla="*/ 249880 h 1634251"/>
                    <a:gd name="connsiteX2" fmla="*/ 979433 w 1472542"/>
                    <a:gd name="connsiteY2" fmla="*/ 1629447 h 1634251"/>
                    <a:gd name="connsiteX3" fmla="*/ 2190 w 1472542"/>
                    <a:gd name="connsiteY3" fmla="*/ 689037 h 1634251"/>
                    <a:gd name="connsiteX0" fmla="*/ 1393 w 1471745"/>
                    <a:gd name="connsiteY0" fmla="*/ 731985 h 1679080"/>
                    <a:gd name="connsiteX1" fmla="*/ 1277494 w 1471745"/>
                    <a:gd name="connsiteY1" fmla="*/ 292828 h 1679080"/>
                    <a:gd name="connsiteX2" fmla="*/ 978636 w 1471745"/>
                    <a:gd name="connsiteY2" fmla="*/ 1672395 h 1679080"/>
                    <a:gd name="connsiteX3" fmla="*/ 1393 w 1471745"/>
                    <a:gd name="connsiteY3" fmla="*/ 731985 h 1679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1745" h="1679080">
                      <a:moveTo>
                        <a:pt x="1393" y="731985"/>
                      </a:moveTo>
                      <a:cubicBezTo>
                        <a:pt x="40690" y="260234"/>
                        <a:pt x="516207" y="-383423"/>
                        <a:pt x="1277494" y="292828"/>
                      </a:cubicBezTo>
                      <a:cubicBezTo>
                        <a:pt x="1772082" y="959553"/>
                        <a:pt x="1191319" y="1599202"/>
                        <a:pt x="978636" y="1672395"/>
                      </a:cubicBezTo>
                      <a:cubicBezTo>
                        <a:pt x="765953" y="1745588"/>
                        <a:pt x="-37904" y="1203736"/>
                        <a:pt x="1393" y="731985"/>
                      </a:cubicBezTo>
                      <a:close/>
                    </a:path>
                  </a:pathLst>
                </a:custGeom>
                <a:solidFill>
                  <a:srgbClr val="ED7D31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53130393-2696-4F73-725C-7C4733D3CB56}"/>
                  </a:ext>
                </a:extLst>
              </p:cNvPr>
              <p:cNvGrpSpPr/>
              <p:nvPr/>
            </p:nvGrpSpPr>
            <p:grpSpPr>
              <a:xfrm>
                <a:off x="7724301" y="3663575"/>
                <a:ext cx="1292155" cy="1417278"/>
                <a:chOff x="7724301" y="3663575"/>
                <a:chExt cx="1292155" cy="1417278"/>
              </a:xfrm>
            </p:grpSpPr>
            <p:sp>
              <p:nvSpPr>
                <p:cNvPr id="183" name="Rectangle 3">
                  <a:extLst>
                    <a:ext uri="{FF2B5EF4-FFF2-40B4-BE49-F238E27FC236}">
                      <a16:creationId xmlns:a16="http://schemas.microsoft.com/office/drawing/2014/main" id="{D27F0378-E10E-B4C0-5AAA-F8545E6A5BCD}"/>
                    </a:ext>
                  </a:extLst>
                </p:cNvPr>
                <p:cNvSpPr/>
                <p:nvPr/>
              </p:nvSpPr>
              <p:spPr>
                <a:xfrm>
                  <a:off x="7724301" y="3675739"/>
                  <a:ext cx="1292155" cy="1405114"/>
                </a:xfrm>
                <a:custGeom>
                  <a:avLst/>
                  <a:gdLst>
                    <a:gd name="connsiteX0" fmla="*/ 0 w 412109"/>
                    <a:gd name="connsiteY0" fmla="*/ 0 h 603831"/>
                    <a:gd name="connsiteX1" fmla="*/ 412109 w 412109"/>
                    <a:gd name="connsiteY1" fmla="*/ 0 h 603831"/>
                    <a:gd name="connsiteX2" fmla="*/ 412109 w 412109"/>
                    <a:gd name="connsiteY2" fmla="*/ 603831 h 603831"/>
                    <a:gd name="connsiteX3" fmla="*/ 0 w 412109"/>
                    <a:gd name="connsiteY3" fmla="*/ 603831 h 603831"/>
                    <a:gd name="connsiteX4" fmla="*/ 0 w 412109"/>
                    <a:gd name="connsiteY4" fmla="*/ 0 h 603831"/>
                    <a:gd name="connsiteX0" fmla="*/ 0 w 412109"/>
                    <a:gd name="connsiteY0" fmla="*/ 50800 h 603831"/>
                    <a:gd name="connsiteX1" fmla="*/ 412109 w 412109"/>
                    <a:gd name="connsiteY1" fmla="*/ 0 h 603831"/>
                    <a:gd name="connsiteX2" fmla="*/ 412109 w 412109"/>
                    <a:gd name="connsiteY2" fmla="*/ 603831 h 603831"/>
                    <a:gd name="connsiteX3" fmla="*/ 0 w 412109"/>
                    <a:gd name="connsiteY3" fmla="*/ 603831 h 603831"/>
                    <a:gd name="connsiteX4" fmla="*/ 0 w 412109"/>
                    <a:gd name="connsiteY4" fmla="*/ 50800 h 603831"/>
                    <a:gd name="connsiteX0" fmla="*/ 0 w 412109"/>
                    <a:gd name="connsiteY0" fmla="*/ 50800 h 603831"/>
                    <a:gd name="connsiteX1" fmla="*/ 412109 w 412109"/>
                    <a:gd name="connsiteY1" fmla="*/ 0 h 603831"/>
                    <a:gd name="connsiteX2" fmla="*/ 412109 w 412109"/>
                    <a:gd name="connsiteY2" fmla="*/ 603831 h 603831"/>
                    <a:gd name="connsiteX3" fmla="*/ 177800 w 412109"/>
                    <a:gd name="connsiteY3" fmla="*/ 597481 h 603831"/>
                    <a:gd name="connsiteX4" fmla="*/ 0 w 412109"/>
                    <a:gd name="connsiteY4" fmla="*/ 50800 h 603831"/>
                    <a:gd name="connsiteX0" fmla="*/ 0 w 850259"/>
                    <a:gd name="connsiteY0" fmla="*/ 44450 h 597481"/>
                    <a:gd name="connsiteX1" fmla="*/ 850259 w 850259"/>
                    <a:gd name="connsiteY1" fmla="*/ 0 h 597481"/>
                    <a:gd name="connsiteX2" fmla="*/ 412109 w 850259"/>
                    <a:gd name="connsiteY2" fmla="*/ 597481 h 597481"/>
                    <a:gd name="connsiteX3" fmla="*/ 177800 w 850259"/>
                    <a:gd name="connsiteY3" fmla="*/ 591131 h 597481"/>
                    <a:gd name="connsiteX4" fmla="*/ 0 w 850259"/>
                    <a:gd name="connsiteY4" fmla="*/ 44450 h 597481"/>
                    <a:gd name="connsiteX0" fmla="*/ 0 w 850259"/>
                    <a:gd name="connsiteY0" fmla="*/ 44450 h 591131"/>
                    <a:gd name="connsiteX1" fmla="*/ 850259 w 850259"/>
                    <a:gd name="connsiteY1" fmla="*/ 0 h 591131"/>
                    <a:gd name="connsiteX2" fmla="*/ 177800 w 850259"/>
                    <a:gd name="connsiteY2" fmla="*/ 591131 h 591131"/>
                    <a:gd name="connsiteX3" fmla="*/ 0 w 850259"/>
                    <a:gd name="connsiteY3" fmla="*/ 44450 h 591131"/>
                    <a:gd name="connsiteX0" fmla="*/ 0 w 850259"/>
                    <a:gd name="connsiteY0" fmla="*/ 44450 h 591413"/>
                    <a:gd name="connsiteX1" fmla="*/ 850259 w 850259"/>
                    <a:gd name="connsiteY1" fmla="*/ 0 h 591413"/>
                    <a:gd name="connsiteX2" fmla="*/ 177800 w 850259"/>
                    <a:gd name="connsiteY2" fmla="*/ 591131 h 591413"/>
                    <a:gd name="connsiteX3" fmla="*/ 0 w 850259"/>
                    <a:gd name="connsiteY3" fmla="*/ 44450 h 591413"/>
                    <a:gd name="connsiteX0" fmla="*/ 0 w 850259"/>
                    <a:gd name="connsiteY0" fmla="*/ 44450 h 591404"/>
                    <a:gd name="connsiteX1" fmla="*/ 850259 w 850259"/>
                    <a:gd name="connsiteY1" fmla="*/ 0 h 591404"/>
                    <a:gd name="connsiteX2" fmla="*/ 177800 w 850259"/>
                    <a:gd name="connsiteY2" fmla="*/ 591131 h 591404"/>
                    <a:gd name="connsiteX3" fmla="*/ 0 w 850259"/>
                    <a:gd name="connsiteY3" fmla="*/ 44450 h 591404"/>
                    <a:gd name="connsiteX0" fmla="*/ 0 w 1195482"/>
                    <a:gd name="connsiteY0" fmla="*/ 182503 h 729457"/>
                    <a:gd name="connsiteX1" fmla="*/ 850259 w 1195482"/>
                    <a:gd name="connsiteY1" fmla="*/ 138053 h 729457"/>
                    <a:gd name="connsiteX2" fmla="*/ 177800 w 1195482"/>
                    <a:gd name="connsiteY2" fmla="*/ 729184 h 729457"/>
                    <a:gd name="connsiteX3" fmla="*/ 0 w 1195482"/>
                    <a:gd name="connsiteY3" fmla="*/ 182503 h 729457"/>
                    <a:gd name="connsiteX0" fmla="*/ 0 w 1256158"/>
                    <a:gd name="connsiteY0" fmla="*/ 874516 h 1421470"/>
                    <a:gd name="connsiteX1" fmla="*/ 850259 w 1256158"/>
                    <a:gd name="connsiteY1" fmla="*/ 830066 h 1421470"/>
                    <a:gd name="connsiteX2" fmla="*/ 177800 w 1256158"/>
                    <a:gd name="connsiteY2" fmla="*/ 1421197 h 1421470"/>
                    <a:gd name="connsiteX3" fmla="*/ 0 w 1256158"/>
                    <a:gd name="connsiteY3" fmla="*/ 874516 h 1421470"/>
                    <a:gd name="connsiteX0" fmla="*/ 0 w 1292155"/>
                    <a:gd name="connsiteY0" fmla="*/ 858160 h 1405114"/>
                    <a:gd name="connsiteX1" fmla="*/ 850259 w 1292155"/>
                    <a:gd name="connsiteY1" fmla="*/ 813710 h 1405114"/>
                    <a:gd name="connsiteX2" fmla="*/ 177800 w 1292155"/>
                    <a:gd name="connsiteY2" fmla="*/ 1404841 h 1405114"/>
                    <a:gd name="connsiteX3" fmla="*/ 0 w 1292155"/>
                    <a:gd name="connsiteY3" fmla="*/ 858160 h 1405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2155" h="1405114">
                      <a:moveTo>
                        <a:pt x="0" y="858160"/>
                      </a:moveTo>
                      <a:cubicBezTo>
                        <a:pt x="689820" y="-902907"/>
                        <a:pt x="1970189" y="549127"/>
                        <a:pt x="850259" y="813710"/>
                      </a:cubicBezTo>
                      <a:cubicBezTo>
                        <a:pt x="740406" y="998054"/>
                        <a:pt x="725803" y="1417347"/>
                        <a:pt x="177800" y="1404841"/>
                      </a:cubicBezTo>
                      <a:lnTo>
                        <a:pt x="0" y="858160"/>
                      </a:lnTo>
                      <a:close/>
                    </a:path>
                  </a:pathLst>
                </a:custGeom>
                <a:solidFill>
                  <a:srgbClr val="FC9701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9DBD0822-EA67-BC14-99B0-BA327BC343EB}"/>
                    </a:ext>
                  </a:extLst>
                </p:cNvPr>
                <p:cNvSpPr/>
                <p:nvPr/>
              </p:nvSpPr>
              <p:spPr>
                <a:xfrm rot="20596627" flipV="1">
                  <a:off x="8183434" y="3663575"/>
                  <a:ext cx="826221" cy="806563"/>
                </a:xfrm>
                <a:custGeom>
                  <a:avLst/>
                  <a:gdLst>
                    <a:gd name="connsiteX0" fmla="*/ 520952 w 826221"/>
                    <a:gd name="connsiteY0" fmla="*/ 778825 h 806563"/>
                    <a:gd name="connsiteX1" fmla="*/ 270457 w 826221"/>
                    <a:gd name="connsiteY1" fmla="*/ 4887 h 806563"/>
                    <a:gd name="connsiteX2" fmla="*/ 265990 w 826221"/>
                    <a:gd name="connsiteY2" fmla="*/ 0 h 806563"/>
                    <a:gd name="connsiteX3" fmla="*/ 245187 w 826221"/>
                    <a:gd name="connsiteY3" fmla="*/ 94736 h 806563"/>
                    <a:gd name="connsiteX4" fmla="*/ 42534 w 826221"/>
                    <a:gd name="connsiteY4" fmla="*/ 638918 h 806563"/>
                    <a:gd name="connsiteX5" fmla="*/ 0 w 826221"/>
                    <a:gd name="connsiteY5" fmla="*/ 707959 h 806563"/>
                    <a:gd name="connsiteX6" fmla="*/ 51624 w 826221"/>
                    <a:gd name="connsiteY6" fmla="*/ 735009 h 806563"/>
                    <a:gd name="connsiteX7" fmla="*/ 520952 w 826221"/>
                    <a:gd name="connsiteY7" fmla="*/ 778825 h 8065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26221" h="806563">
                      <a:moveTo>
                        <a:pt x="520952" y="778825"/>
                      </a:moveTo>
                      <a:cubicBezTo>
                        <a:pt x="941835" y="632837"/>
                        <a:pt x="988393" y="-38149"/>
                        <a:pt x="270457" y="4887"/>
                      </a:cubicBezTo>
                      <a:lnTo>
                        <a:pt x="265990" y="0"/>
                      </a:lnTo>
                      <a:lnTo>
                        <a:pt x="245187" y="94736"/>
                      </a:lnTo>
                      <a:cubicBezTo>
                        <a:pt x="210438" y="258874"/>
                        <a:pt x="179755" y="406991"/>
                        <a:pt x="42534" y="638918"/>
                      </a:cubicBezTo>
                      <a:lnTo>
                        <a:pt x="0" y="707959"/>
                      </a:lnTo>
                      <a:lnTo>
                        <a:pt x="51624" y="735009"/>
                      </a:lnTo>
                      <a:cubicBezTo>
                        <a:pt x="234733" y="819167"/>
                        <a:pt x="394687" y="822620"/>
                        <a:pt x="520952" y="778825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92081471-4212-A051-AD54-8B02AA635BFA}"/>
                    </a:ext>
                  </a:extLst>
                </p:cNvPr>
                <p:cNvSpPr/>
                <p:nvPr/>
              </p:nvSpPr>
              <p:spPr>
                <a:xfrm rot="20596627" flipV="1">
                  <a:off x="7916219" y="3980220"/>
                  <a:ext cx="205980" cy="289720"/>
                </a:xfrm>
                <a:custGeom>
                  <a:avLst/>
                  <a:gdLst>
                    <a:gd name="connsiteX0" fmla="*/ 175555 w 205980"/>
                    <a:gd name="connsiteY0" fmla="*/ 289720 h 289720"/>
                    <a:gd name="connsiteX1" fmla="*/ 183165 w 205980"/>
                    <a:gd name="connsiteY1" fmla="*/ 259588 h 289720"/>
                    <a:gd name="connsiteX2" fmla="*/ 176259 w 205980"/>
                    <a:gd name="connsiteY2" fmla="*/ 2432 h 289720"/>
                    <a:gd name="connsiteX3" fmla="*/ 44898 w 205980"/>
                    <a:gd name="connsiteY3" fmla="*/ 94717 h 289720"/>
                    <a:gd name="connsiteX4" fmla="*/ 0 w 205980"/>
                    <a:gd name="connsiteY4" fmla="*/ 156475 h 289720"/>
                    <a:gd name="connsiteX5" fmla="*/ 20464 w 205980"/>
                    <a:gd name="connsiteY5" fmla="*/ 175279 h 289720"/>
                    <a:gd name="connsiteX6" fmla="*/ 120739 w 205980"/>
                    <a:gd name="connsiteY6" fmla="*/ 253927 h 289720"/>
                    <a:gd name="connsiteX7" fmla="*/ 175555 w 205980"/>
                    <a:gd name="connsiteY7" fmla="*/ 289720 h 289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5980" h="289720">
                      <a:moveTo>
                        <a:pt x="175555" y="289720"/>
                      </a:moveTo>
                      <a:lnTo>
                        <a:pt x="183165" y="259588"/>
                      </a:lnTo>
                      <a:cubicBezTo>
                        <a:pt x="214566" y="115895"/>
                        <a:pt x="214746" y="18823"/>
                        <a:pt x="176259" y="2432"/>
                      </a:cubicBezTo>
                      <a:cubicBezTo>
                        <a:pt x="147395" y="-9861"/>
                        <a:pt x="100880" y="24974"/>
                        <a:pt x="44898" y="94717"/>
                      </a:cubicBezTo>
                      <a:lnTo>
                        <a:pt x="0" y="156475"/>
                      </a:lnTo>
                      <a:lnTo>
                        <a:pt x="20464" y="175279"/>
                      </a:lnTo>
                      <a:cubicBezTo>
                        <a:pt x="54402" y="204150"/>
                        <a:pt x="87843" y="230314"/>
                        <a:pt x="120739" y="253927"/>
                      </a:cubicBezTo>
                      <a:lnTo>
                        <a:pt x="175555" y="28972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314FB669-A554-751D-8D85-6D20FAB41396}"/>
                    </a:ext>
                  </a:extLst>
                </p:cNvPr>
                <p:cNvSpPr/>
                <p:nvPr/>
              </p:nvSpPr>
              <p:spPr>
                <a:xfrm rot="20596627" flipV="1">
                  <a:off x="7767732" y="4205063"/>
                  <a:ext cx="223338" cy="364094"/>
                </a:xfrm>
                <a:custGeom>
                  <a:avLst/>
                  <a:gdLst>
                    <a:gd name="connsiteX0" fmla="*/ 174131 w 223338"/>
                    <a:gd name="connsiteY0" fmla="*/ 364094 h 364094"/>
                    <a:gd name="connsiteX1" fmla="*/ 200523 w 223338"/>
                    <a:gd name="connsiteY1" fmla="*/ 259588 h 364094"/>
                    <a:gd name="connsiteX2" fmla="*/ 193617 w 223338"/>
                    <a:gd name="connsiteY2" fmla="*/ 2432 h 364094"/>
                    <a:gd name="connsiteX3" fmla="*/ 3423 w 223338"/>
                    <a:gd name="connsiteY3" fmla="*/ 175644 h 364094"/>
                    <a:gd name="connsiteX4" fmla="*/ 0 w 223338"/>
                    <a:gd name="connsiteY4" fmla="*/ 181129 h 364094"/>
                    <a:gd name="connsiteX5" fmla="*/ 29232 w 223338"/>
                    <a:gd name="connsiteY5" fmla="*/ 216246 h 364094"/>
                    <a:gd name="connsiteX6" fmla="*/ 135179 w 223338"/>
                    <a:gd name="connsiteY6" fmla="*/ 328300 h 364094"/>
                    <a:gd name="connsiteX7" fmla="*/ 174131 w 223338"/>
                    <a:gd name="connsiteY7" fmla="*/ 364094 h 364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3338" h="364094">
                      <a:moveTo>
                        <a:pt x="174131" y="364094"/>
                      </a:moveTo>
                      <a:lnTo>
                        <a:pt x="200523" y="259588"/>
                      </a:lnTo>
                      <a:cubicBezTo>
                        <a:pt x="231924" y="115894"/>
                        <a:pt x="232104" y="18823"/>
                        <a:pt x="193617" y="2432"/>
                      </a:cubicBezTo>
                      <a:cubicBezTo>
                        <a:pt x="155131" y="-13959"/>
                        <a:pt x="85267" y="53434"/>
                        <a:pt x="3423" y="175644"/>
                      </a:cubicBezTo>
                      <a:lnTo>
                        <a:pt x="0" y="181129"/>
                      </a:lnTo>
                      <a:lnTo>
                        <a:pt x="29232" y="216246"/>
                      </a:lnTo>
                      <a:cubicBezTo>
                        <a:pt x="64964" y="256562"/>
                        <a:pt x="100295" y="293861"/>
                        <a:pt x="135179" y="328300"/>
                      </a:cubicBezTo>
                      <a:lnTo>
                        <a:pt x="174131" y="364094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2" name="Rectangle 29">
                <a:extLst>
                  <a:ext uri="{FF2B5EF4-FFF2-40B4-BE49-F238E27FC236}">
                    <a16:creationId xmlns:a16="http://schemas.microsoft.com/office/drawing/2014/main" id="{20928838-8648-2920-A03C-A1A3A93D577A}"/>
                  </a:ext>
                </a:extLst>
              </p:cNvPr>
              <p:cNvSpPr/>
              <p:nvPr/>
            </p:nvSpPr>
            <p:spPr>
              <a:xfrm>
                <a:off x="4920095" y="3759201"/>
                <a:ext cx="3082555" cy="2434950"/>
              </a:xfrm>
              <a:custGeom>
                <a:avLst/>
                <a:gdLst>
                  <a:gd name="connsiteX0" fmla="*/ 0 w 919248"/>
                  <a:gd name="connsiteY0" fmla="*/ 0 h 1257784"/>
                  <a:gd name="connsiteX1" fmla="*/ 919248 w 919248"/>
                  <a:gd name="connsiteY1" fmla="*/ 0 h 1257784"/>
                  <a:gd name="connsiteX2" fmla="*/ 919248 w 919248"/>
                  <a:gd name="connsiteY2" fmla="*/ 1257784 h 1257784"/>
                  <a:gd name="connsiteX3" fmla="*/ 0 w 919248"/>
                  <a:gd name="connsiteY3" fmla="*/ 1257784 h 1257784"/>
                  <a:gd name="connsiteX4" fmla="*/ 0 w 919248"/>
                  <a:gd name="connsiteY4" fmla="*/ 0 h 1257784"/>
                  <a:gd name="connsiteX0" fmla="*/ 165100 w 919248"/>
                  <a:gd name="connsiteY0" fmla="*/ 330200 h 1257784"/>
                  <a:gd name="connsiteX1" fmla="*/ 919248 w 919248"/>
                  <a:gd name="connsiteY1" fmla="*/ 0 h 1257784"/>
                  <a:gd name="connsiteX2" fmla="*/ 919248 w 919248"/>
                  <a:gd name="connsiteY2" fmla="*/ 1257784 h 1257784"/>
                  <a:gd name="connsiteX3" fmla="*/ 0 w 919248"/>
                  <a:gd name="connsiteY3" fmla="*/ 1257784 h 1257784"/>
                  <a:gd name="connsiteX4" fmla="*/ 165100 w 919248"/>
                  <a:gd name="connsiteY4" fmla="*/ 330200 h 1257784"/>
                  <a:gd name="connsiteX0" fmla="*/ 165100 w 1541548"/>
                  <a:gd name="connsiteY0" fmla="*/ 0 h 927584"/>
                  <a:gd name="connsiteX1" fmla="*/ 1541548 w 1541548"/>
                  <a:gd name="connsiteY1" fmla="*/ 50800 h 927584"/>
                  <a:gd name="connsiteX2" fmla="*/ 919248 w 1541548"/>
                  <a:gd name="connsiteY2" fmla="*/ 927584 h 927584"/>
                  <a:gd name="connsiteX3" fmla="*/ 0 w 1541548"/>
                  <a:gd name="connsiteY3" fmla="*/ 927584 h 927584"/>
                  <a:gd name="connsiteX4" fmla="*/ 165100 w 1541548"/>
                  <a:gd name="connsiteY4" fmla="*/ 0 h 927584"/>
                  <a:gd name="connsiteX0" fmla="*/ 165100 w 2582948"/>
                  <a:gd name="connsiteY0" fmla="*/ 0 h 1676884"/>
                  <a:gd name="connsiteX1" fmla="*/ 1541548 w 2582948"/>
                  <a:gd name="connsiteY1" fmla="*/ 50800 h 1676884"/>
                  <a:gd name="connsiteX2" fmla="*/ 2582948 w 2582948"/>
                  <a:gd name="connsiteY2" fmla="*/ 1676884 h 1676884"/>
                  <a:gd name="connsiteX3" fmla="*/ 0 w 2582948"/>
                  <a:gd name="connsiteY3" fmla="*/ 927584 h 1676884"/>
                  <a:gd name="connsiteX4" fmla="*/ 165100 w 2582948"/>
                  <a:gd name="connsiteY4" fmla="*/ 0 h 1676884"/>
                  <a:gd name="connsiteX0" fmla="*/ 342900 w 2760748"/>
                  <a:gd name="connsiteY0" fmla="*/ 0 h 1714984"/>
                  <a:gd name="connsiteX1" fmla="*/ 1719348 w 2760748"/>
                  <a:gd name="connsiteY1" fmla="*/ 50800 h 1714984"/>
                  <a:gd name="connsiteX2" fmla="*/ 2760748 w 2760748"/>
                  <a:gd name="connsiteY2" fmla="*/ 1676884 h 1714984"/>
                  <a:gd name="connsiteX3" fmla="*/ 0 w 2760748"/>
                  <a:gd name="connsiteY3" fmla="*/ 1714984 h 1714984"/>
                  <a:gd name="connsiteX4" fmla="*/ 342900 w 2760748"/>
                  <a:gd name="connsiteY4" fmla="*/ 0 h 1714984"/>
                  <a:gd name="connsiteX0" fmla="*/ 342900 w 2760748"/>
                  <a:gd name="connsiteY0" fmla="*/ 0 h 2324100"/>
                  <a:gd name="connsiteX1" fmla="*/ 1719348 w 2760748"/>
                  <a:gd name="connsiteY1" fmla="*/ 50800 h 2324100"/>
                  <a:gd name="connsiteX2" fmla="*/ 2760748 w 2760748"/>
                  <a:gd name="connsiteY2" fmla="*/ 1676884 h 2324100"/>
                  <a:gd name="connsiteX3" fmla="*/ 495300 w 2760748"/>
                  <a:gd name="connsiteY3" fmla="*/ 2324100 h 2324100"/>
                  <a:gd name="connsiteX4" fmla="*/ 0 w 2760748"/>
                  <a:gd name="connsiteY4" fmla="*/ 1714984 h 2324100"/>
                  <a:gd name="connsiteX5" fmla="*/ 342900 w 2760748"/>
                  <a:gd name="connsiteY5" fmla="*/ 0 h 2324100"/>
                  <a:gd name="connsiteX0" fmla="*/ 342900 w 2760748"/>
                  <a:gd name="connsiteY0" fmla="*/ 0 h 2361715"/>
                  <a:gd name="connsiteX1" fmla="*/ 1719348 w 2760748"/>
                  <a:gd name="connsiteY1" fmla="*/ 50800 h 2361715"/>
                  <a:gd name="connsiteX2" fmla="*/ 2760748 w 2760748"/>
                  <a:gd name="connsiteY2" fmla="*/ 1676884 h 2361715"/>
                  <a:gd name="connsiteX3" fmla="*/ 977900 w 2760748"/>
                  <a:gd name="connsiteY3" fmla="*/ 2222500 h 2361715"/>
                  <a:gd name="connsiteX4" fmla="*/ 495300 w 2760748"/>
                  <a:gd name="connsiteY4" fmla="*/ 2324100 h 2361715"/>
                  <a:gd name="connsiteX5" fmla="*/ 0 w 2760748"/>
                  <a:gd name="connsiteY5" fmla="*/ 1714984 h 2361715"/>
                  <a:gd name="connsiteX6" fmla="*/ 342900 w 2760748"/>
                  <a:gd name="connsiteY6" fmla="*/ 0 h 2361715"/>
                  <a:gd name="connsiteX0" fmla="*/ 342900 w 2762025"/>
                  <a:gd name="connsiteY0" fmla="*/ 0 h 2351732"/>
                  <a:gd name="connsiteX1" fmla="*/ 1719348 w 2762025"/>
                  <a:gd name="connsiteY1" fmla="*/ 50800 h 2351732"/>
                  <a:gd name="connsiteX2" fmla="*/ 2760748 w 2762025"/>
                  <a:gd name="connsiteY2" fmla="*/ 1676884 h 2351732"/>
                  <a:gd name="connsiteX3" fmla="*/ 1879600 w 2762025"/>
                  <a:gd name="connsiteY3" fmla="*/ 2311400 h 2351732"/>
                  <a:gd name="connsiteX4" fmla="*/ 977900 w 2762025"/>
                  <a:gd name="connsiteY4" fmla="*/ 2222500 h 2351732"/>
                  <a:gd name="connsiteX5" fmla="*/ 495300 w 2762025"/>
                  <a:gd name="connsiteY5" fmla="*/ 2324100 h 2351732"/>
                  <a:gd name="connsiteX6" fmla="*/ 0 w 2762025"/>
                  <a:gd name="connsiteY6" fmla="*/ 1714984 h 2351732"/>
                  <a:gd name="connsiteX7" fmla="*/ 342900 w 2762025"/>
                  <a:gd name="connsiteY7" fmla="*/ 0 h 2351732"/>
                  <a:gd name="connsiteX0" fmla="*/ 362404 w 2781529"/>
                  <a:gd name="connsiteY0" fmla="*/ 0 h 2351732"/>
                  <a:gd name="connsiteX1" fmla="*/ 1738852 w 2781529"/>
                  <a:gd name="connsiteY1" fmla="*/ 50800 h 2351732"/>
                  <a:gd name="connsiteX2" fmla="*/ 2780252 w 2781529"/>
                  <a:gd name="connsiteY2" fmla="*/ 1676884 h 2351732"/>
                  <a:gd name="connsiteX3" fmla="*/ 1899104 w 2781529"/>
                  <a:gd name="connsiteY3" fmla="*/ 2311400 h 2351732"/>
                  <a:gd name="connsiteX4" fmla="*/ 997404 w 2781529"/>
                  <a:gd name="connsiteY4" fmla="*/ 2222500 h 2351732"/>
                  <a:gd name="connsiteX5" fmla="*/ 514804 w 2781529"/>
                  <a:gd name="connsiteY5" fmla="*/ 2324100 h 2351732"/>
                  <a:gd name="connsiteX6" fmla="*/ 19504 w 2781529"/>
                  <a:gd name="connsiteY6" fmla="*/ 1714984 h 2351732"/>
                  <a:gd name="connsiteX7" fmla="*/ 362404 w 2781529"/>
                  <a:gd name="connsiteY7" fmla="*/ 0 h 2351732"/>
                  <a:gd name="connsiteX0" fmla="*/ 400050 w 2819175"/>
                  <a:gd name="connsiteY0" fmla="*/ 0 h 2351732"/>
                  <a:gd name="connsiteX1" fmla="*/ 1776498 w 2819175"/>
                  <a:gd name="connsiteY1" fmla="*/ 50800 h 2351732"/>
                  <a:gd name="connsiteX2" fmla="*/ 2817898 w 2819175"/>
                  <a:gd name="connsiteY2" fmla="*/ 1676884 h 2351732"/>
                  <a:gd name="connsiteX3" fmla="*/ 1936750 w 2819175"/>
                  <a:gd name="connsiteY3" fmla="*/ 2311400 h 2351732"/>
                  <a:gd name="connsiteX4" fmla="*/ 1035050 w 2819175"/>
                  <a:gd name="connsiteY4" fmla="*/ 2222500 h 2351732"/>
                  <a:gd name="connsiteX5" fmla="*/ 552450 w 2819175"/>
                  <a:gd name="connsiteY5" fmla="*/ 2324100 h 2351732"/>
                  <a:gd name="connsiteX6" fmla="*/ 0 w 2819175"/>
                  <a:gd name="connsiteY6" fmla="*/ 1695934 h 2351732"/>
                  <a:gd name="connsiteX7" fmla="*/ 400050 w 2819175"/>
                  <a:gd name="connsiteY7" fmla="*/ 0 h 2351732"/>
                  <a:gd name="connsiteX0" fmla="*/ 485177 w 2904302"/>
                  <a:gd name="connsiteY0" fmla="*/ 0 h 2351732"/>
                  <a:gd name="connsiteX1" fmla="*/ 1861625 w 2904302"/>
                  <a:gd name="connsiteY1" fmla="*/ 50800 h 2351732"/>
                  <a:gd name="connsiteX2" fmla="*/ 2903025 w 2904302"/>
                  <a:gd name="connsiteY2" fmla="*/ 1676884 h 2351732"/>
                  <a:gd name="connsiteX3" fmla="*/ 2021877 w 2904302"/>
                  <a:gd name="connsiteY3" fmla="*/ 2311400 h 2351732"/>
                  <a:gd name="connsiteX4" fmla="*/ 1120177 w 2904302"/>
                  <a:gd name="connsiteY4" fmla="*/ 2222500 h 2351732"/>
                  <a:gd name="connsiteX5" fmla="*/ 637577 w 2904302"/>
                  <a:gd name="connsiteY5" fmla="*/ 2324100 h 2351732"/>
                  <a:gd name="connsiteX6" fmla="*/ 85127 w 2904302"/>
                  <a:gd name="connsiteY6" fmla="*/ 1695934 h 2351732"/>
                  <a:gd name="connsiteX7" fmla="*/ 485177 w 2904302"/>
                  <a:gd name="connsiteY7" fmla="*/ 0 h 2351732"/>
                  <a:gd name="connsiteX0" fmla="*/ 556439 w 2975564"/>
                  <a:gd name="connsiteY0" fmla="*/ 0 h 2351732"/>
                  <a:gd name="connsiteX1" fmla="*/ 1932887 w 2975564"/>
                  <a:gd name="connsiteY1" fmla="*/ 50800 h 2351732"/>
                  <a:gd name="connsiteX2" fmla="*/ 2974287 w 2975564"/>
                  <a:gd name="connsiteY2" fmla="*/ 1676884 h 2351732"/>
                  <a:gd name="connsiteX3" fmla="*/ 2093139 w 2975564"/>
                  <a:gd name="connsiteY3" fmla="*/ 2311400 h 2351732"/>
                  <a:gd name="connsiteX4" fmla="*/ 1191439 w 2975564"/>
                  <a:gd name="connsiteY4" fmla="*/ 2222500 h 2351732"/>
                  <a:gd name="connsiteX5" fmla="*/ 708839 w 2975564"/>
                  <a:gd name="connsiteY5" fmla="*/ 2324100 h 2351732"/>
                  <a:gd name="connsiteX6" fmla="*/ 156389 w 2975564"/>
                  <a:gd name="connsiteY6" fmla="*/ 1695934 h 2351732"/>
                  <a:gd name="connsiteX7" fmla="*/ 556439 w 2975564"/>
                  <a:gd name="connsiteY7" fmla="*/ 0 h 2351732"/>
                  <a:gd name="connsiteX0" fmla="*/ 588382 w 3007507"/>
                  <a:gd name="connsiteY0" fmla="*/ 0 h 2371412"/>
                  <a:gd name="connsiteX1" fmla="*/ 1964830 w 3007507"/>
                  <a:gd name="connsiteY1" fmla="*/ 50800 h 2371412"/>
                  <a:gd name="connsiteX2" fmla="*/ 3006230 w 3007507"/>
                  <a:gd name="connsiteY2" fmla="*/ 1676884 h 2371412"/>
                  <a:gd name="connsiteX3" fmla="*/ 2125082 w 3007507"/>
                  <a:gd name="connsiteY3" fmla="*/ 2311400 h 2371412"/>
                  <a:gd name="connsiteX4" fmla="*/ 1223382 w 3007507"/>
                  <a:gd name="connsiteY4" fmla="*/ 2222500 h 2371412"/>
                  <a:gd name="connsiteX5" fmla="*/ 524882 w 3007507"/>
                  <a:gd name="connsiteY5" fmla="*/ 2349500 h 2371412"/>
                  <a:gd name="connsiteX6" fmla="*/ 188332 w 3007507"/>
                  <a:gd name="connsiteY6" fmla="*/ 1695934 h 2371412"/>
                  <a:gd name="connsiteX7" fmla="*/ 588382 w 3007507"/>
                  <a:gd name="connsiteY7" fmla="*/ 0 h 2371412"/>
                  <a:gd name="connsiteX0" fmla="*/ 586398 w 3005523"/>
                  <a:gd name="connsiteY0" fmla="*/ 0 h 2371674"/>
                  <a:gd name="connsiteX1" fmla="*/ 1962846 w 3005523"/>
                  <a:gd name="connsiteY1" fmla="*/ 50800 h 2371674"/>
                  <a:gd name="connsiteX2" fmla="*/ 3004246 w 3005523"/>
                  <a:gd name="connsiteY2" fmla="*/ 1676884 h 2371674"/>
                  <a:gd name="connsiteX3" fmla="*/ 2123098 w 3005523"/>
                  <a:gd name="connsiteY3" fmla="*/ 2311400 h 2371674"/>
                  <a:gd name="connsiteX4" fmla="*/ 1221398 w 3005523"/>
                  <a:gd name="connsiteY4" fmla="*/ 2222500 h 2371674"/>
                  <a:gd name="connsiteX5" fmla="*/ 522898 w 3005523"/>
                  <a:gd name="connsiteY5" fmla="*/ 2349500 h 2371674"/>
                  <a:gd name="connsiteX6" fmla="*/ 186348 w 3005523"/>
                  <a:gd name="connsiteY6" fmla="*/ 1695934 h 2371674"/>
                  <a:gd name="connsiteX7" fmla="*/ 586398 w 3005523"/>
                  <a:gd name="connsiteY7" fmla="*/ 0 h 2371674"/>
                  <a:gd name="connsiteX0" fmla="*/ 551120 w 2970245"/>
                  <a:gd name="connsiteY0" fmla="*/ 0 h 2371412"/>
                  <a:gd name="connsiteX1" fmla="*/ 1927568 w 2970245"/>
                  <a:gd name="connsiteY1" fmla="*/ 50800 h 2371412"/>
                  <a:gd name="connsiteX2" fmla="*/ 2968968 w 2970245"/>
                  <a:gd name="connsiteY2" fmla="*/ 1676884 h 2371412"/>
                  <a:gd name="connsiteX3" fmla="*/ 2087820 w 2970245"/>
                  <a:gd name="connsiteY3" fmla="*/ 2311400 h 2371412"/>
                  <a:gd name="connsiteX4" fmla="*/ 1186120 w 2970245"/>
                  <a:gd name="connsiteY4" fmla="*/ 2222500 h 2371412"/>
                  <a:gd name="connsiteX5" fmla="*/ 487620 w 2970245"/>
                  <a:gd name="connsiteY5" fmla="*/ 2349500 h 2371412"/>
                  <a:gd name="connsiteX6" fmla="*/ 151070 w 2970245"/>
                  <a:gd name="connsiteY6" fmla="*/ 1695934 h 2371412"/>
                  <a:gd name="connsiteX7" fmla="*/ 551120 w 2970245"/>
                  <a:gd name="connsiteY7" fmla="*/ 0 h 2371412"/>
                  <a:gd name="connsiteX0" fmla="*/ 551120 w 2970245"/>
                  <a:gd name="connsiteY0" fmla="*/ 0 h 2398666"/>
                  <a:gd name="connsiteX1" fmla="*/ 1927568 w 2970245"/>
                  <a:gd name="connsiteY1" fmla="*/ 50800 h 2398666"/>
                  <a:gd name="connsiteX2" fmla="*/ 2968968 w 2970245"/>
                  <a:gd name="connsiteY2" fmla="*/ 1676884 h 2398666"/>
                  <a:gd name="connsiteX3" fmla="*/ 2087820 w 2970245"/>
                  <a:gd name="connsiteY3" fmla="*/ 2311400 h 2398666"/>
                  <a:gd name="connsiteX4" fmla="*/ 1186120 w 2970245"/>
                  <a:gd name="connsiteY4" fmla="*/ 2222500 h 2398666"/>
                  <a:gd name="connsiteX5" fmla="*/ 487620 w 2970245"/>
                  <a:gd name="connsiteY5" fmla="*/ 2349500 h 2398666"/>
                  <a:gd name="connsiteX6" fmla="*/ 151070 w 2970245"/>
                  <a:gd name="connsiteY6" fmla="*/ 1695934 h 2398666"/>
                  <a:gd name="connsiteX7" fmla="*/ 551120 w 2970245"/>
                  <a:gd name="connsiteY7" fmla="*/ 0 h 2398666"/>
                  <a:gd name="connsiteX0" fmla="*/ 551120 w 2970245"/>
                  <a:gd name="connsiteY0" fmla="*/ 0 h 2423163"/>
                  <a:gd name="connsiteX1" fmla="*/ 1927568 w 2970245"/>
                  <a:gd name="connsiteY1" fmla="*/ 50800 h 2423163"/>
                  <a:gd name="connsiteX2" fmla="*/ 2968968 w 2970245"/>
                  <a:gd name="connsiteY2" fmla="*/ 1676884 h 2423163"/>
                  <a:gd name="connsiteX3" fmla="*/ 2087820 w 2970245"/>
                  <a:gd name="connsiteY3" fmla="*/ 2311400 h 2423163"/>
                  <a:gd name="connsiteX4" fmla="*/ 1186120 w 2970245"/>
                  <a:gd name="connsiteY4" fmla="*/ 2222500 h 2423163"/>
                  <a:gd name="connsiteX5" fmla="*/ 487620 w 2970245"/>
                  <a:gd name="connsiteY5" fmla="*/ 2349500 h 2423163"/>
                  <a:gd name="connsiteX6" fmla="*/ 151070 w 2970245"/>
                  <a:gd name="connsiteY6" fmla="*/ 1695934 h 2423163"/>
                  <a:gd name="connsiteX7" fmla="*/ 551120 w 2970245"/>
                  <a:gd name="connsiteY7" fmla="*/ 0 h 2423163"/>
                  <a:gd name="connsiteX0" fmla="*/ 551120 w 2970243"/>
                  <a:gd name="connsiteY0" fmla="*/ 0 h 2434950"/>
                  <a:gd name="connsiteX1" fmla="*/ 1927568 w 2970243"/>
                  <a:gd name="connsiteY1" fmla="*/ 50800 h 2434950"/>
                  <a:gd name="connsiteX2" fmla="*/ 2968968 w 2970243"/>
                  <a:gd name="connsiteY2" fmla="*/ 1676884 h 2434950"/>
                  <a:gd name="connsiteX3" fmla="*/ 2087820 w 2970243"/>
                  <a:gd name="connsiteY3" fmla="*/ 2311400 h 2434950"/>
                  <a:gd name="connsiteX4" fmla="*/ 1192470 w 2970243"/>
                  <a:gd name="connsiteY4" fmla="*/ 2241550 h 2434950"/>
                  <a:gd name="connsiteX5" fmla="*/ 487620 w 2970243"/>
                  <a:gd name="connsiteY5" fmla="*/ 2349500 h 2434950"/>
                  <a:gd name="connsiteX6" fmla="*/ 151070 w 2970243"/>
                  <a:gd name="connsiteY6" fmla="*/ 1695934 h 2434950"/>
                  <a:gd name="connsiteX7" fmla="*/ 551120 w 2970243"/>
                  <a:gd name="connsiteY7" fmla="*/ 0 h 2434950"/>
                  <a:gd name="connsiteX0" fmla="*/ 551120 w 2970243"/>
                  <a:gd name="connsiteY0" fmla="*/ 0 h 2434950"/>
                  <a:gd name="connsiteX1" fmla="*/ 1927568 w 2970243"/>
                  <a:gd name="connsiteY1" fmla="*/ 50800 h 2434950"/>
                  <a:gd name="connsiteX2" fmla="*/ 2968968 w 2970243"/>
                  <a:gd name="connsiteY2" fmla="*/ 1676884 h 2434950"/>
                  <a:gd name="connsiteX3" fmla="*/ 2087820 w 2970243"/>
                  <a:gd name="connsiteY3" fmla="*/ 2311400 h 2434950"/>
                  <a:gd name="connsiteX4" fmla="*/ 1192470 w 2970243"/>
                  <a:gd name="connsiteY4" fmla="*/ 2241550 h 2434950"/>
                  <a:gd name="connsiteX5" fmla="*/ 487620 w 2970243"/>
                  <a:gd name="connsiteY5" fmla="*/ 2349500 h 2434950"/>
                  <a:gd name="connsiteX6" fmla="*/ 151070 w 2970243"/>
                  <a:gd name="connsiteY6" fmla="*/ 1695934 h 2434950"/>
                  <a:gd name="connsiteX7" fmla="*/ 551120 w 2970243"/>
                  <a:gd name="connsiteY7" fmla="*/ 0 h 2434950"/>
                  <a:gd name="connsiteX0" fmla="*/ 548085 w 2967208"/>
                  <a:gd name="connsiteY0" fmla="*/ 0 h 2434950"/>
                  <a:gd name="connsiteX1" fmla="*/ 1924533 w 2967208"/>
                  <a:gd name="connsiteY1" fmla="*/ 50800 h 2434950"/>
                  <a:gd name="connsiteX2" fmla="*/ 2965933 w 2967208"/>
                  <a:gd name="connsiteY2" fmla="*/ 1676884 h 2434950"/>
                  <a:gd name="connsiteX3" fmla="*/ 2084785 w 2967208"/>
                  <a:gd name="connsiteY3" fmla="*/ 2311400 h 2434950"/>
                  <a:gd name="connsiteX4" fmla="*/ 1189435 w 2967208"/>
                  <a:gd name="connsiteY4" fmla="*/ 2241550 h 2434950"/>
                  <a:gd name="connsiteX5" fmla="*/ 503635 w 2967208"/>
                  <a:gd name="connsiteY5" fmla="*/ 2343150 h 2434950"/>
                  <a:gd name="connsiteX6" fmla="*/ 148035 w 2967208"/>
                  <a:gd name="connsiteY6" fmla="*/ 1695934 h 2434950"/>
                  <a:gd name="connsiteX7" fmla="*/ 548085 w 2967208"/>
                  <a:gd name="connsiteY7" fmla="*/ 0 h 2434950"/>
                  <a:gd name="connsiteX0" fmla="*/ 553604 w 2972727"/>
                  <a:gd name="connsiteY0" fmla="*/ 0 h 2434950"/>
                  <a:gd name="connsiteX1" fmla="*/ 1930052 w 2972727"/>
                  <a:gd name="connsiteY1" fmla="*/ 50800 h 2434950"/>
                  <a:gd name="connsiteX2" fmla="*/ 2971452 w 2972727"/>
                  <a:gd name="connsiteY2" fmla="*/ 1676884 h 2434950"/>
                  <a:gd name="connsiteX3" fmla="*/ 2090304 w 2972727"/>
                  <a:gd name="connsiteY3" fmla="*/ 2311400 h 2434950"/>
                  <a:gd name="connsiteX4" fmla="*/ 1194954 w 2972727"/>
                  <a:gd name="connsiteY4" fmla="*/ 2241550 h 2434950"/>
                  <a:gd name="connsiteX5" fmla="*/ 509154 w 2972727"/>
                  <a:gd name="connsiteY5" fmla="*/ 2343150 h 2434950"/>
                  <a:gd name="connsiteX6" fmla="*/ 153554 w 2972727"/>
                  <a:gd name="connsiteY6" fmla="*/ 1695934 h 2434950"/>
                  <a:gd name="connsiteX7" fmla="*/ 553604 w 2972727"/>
                  <a:gd name="connsiteY7" fmla="*/ 0 h 2434950"/>
                  <a:gd name="connsiteX0" fmla="*/ 553604 w 2973783"/>
                  <a:gd name="connsiteY0" fmla="*/ 0 h 2434950"/>
                  <a:gd name="connsiteX1" fmla="*/ 1930052 w 2973783"/>
                  <a:gd name="connsiteY1" fmla="*/ 50800 h 2434950"/>
                  <a:gd name="connsiteX2" fmla="*/ 2971452 w 2973783"/>
                  <a:gd name="connsiteY2" fmla="*/ 1676884 h 2434950"/>
                  <a:gd name="connsiteX3" fmla="*/ 2090304 w 2973783"/>
                  <a:gd name="connsiteY3" fmla="*/ 2311400 h 2434950"/>
                  <a:gd name="connsiteX4" fmla="*/ 1194954 w 2973783"/>
                  <a:gd name="connsiteY4" fmla="*/ 2241550 h 2434950"/>
                  <a:gd name="connsiteX5" fmla="*/ 509154 w 2973783"/>
                  <a:gd name="connsiteY5" fmla="*/ 2343150 h 2434950"/>
                  <a:gd name="connsiteX6" fmla="*/ 153554 w 2973783"/>
                  <a:gd name="connsiteY6" fmla="*/ 1695934 h 2434950"/>
                  <a:gd name="connsiteX7" fmla="*/ 553604 w 2973783"/>
                  <a:gd name="connsiteY7" fmla="*/ 0 h 2434950"/>
                  <a:gd name="connsiteX0" fmla="*/ 553604 w 3052397"/>
                  <a:gd name="connsiteY0" fmla="*/ 0 h 2434950"/>
                  <a:gd name="connsiteX1" fmla="*/ 1930052 w 3052397"/>
                  <a:gd name="connsiteY1" fmla="*/ 50800 h 2434950"/>
                  <a:gd name="connsiteX2" fmla="*/ 2971452 w 3052397"/>
                  <a:gd name="connsiteY2" fmla="*/ 1676884 h 2434950"/>
                  <a:gd name="connsiteX3" fmla="*/ 2090304 w 3052397"/>
                  <a:gd name="connsiteY3" fmla="*/ 2311400 h 2434950"/>
                  <a:gd name="connsiteX4" fmla="*/ 1194954 w 3052397"/>
                  <a:gd name="connsiteY4" fmla="*/ 2241550 h 2434950"/>
                  <a:gd name="connsiteX5" fmla="*/ 509154 w 3052397"/>
                  <a:gd name="connsiteY5" fmla="*/ 2343150 h 2434950"/>
                  <a:gd name="connsiteX6" fmla="*/ 153554 w 3052397"/>
                  <a:gd name="connsiteY6" fmla="*/ 1695934 h 2434950"/>
                  <a:gd name="connsiteX7" fmla="*/ 553604 w 3052397"/>
                  <a:gd name="connsiteY7" fmla="*/ 0 h 2434950"/>
                  <a:gd name="connsiteX0" fmla="*/ 553604 w 3084523"/>
                  <a:gd name="connsiteY0" fmla="*/ 0 h 2434950"/>
                  <a:gd name="connsiteX1" fmla="*/ 1930052 w 3084523"/>
                  <a:gd name="connsiteY1" fmla="*/ 50800 h 2434950"/>
                  <a:gd name="connsiteX2" fmla="*/ 2971452 w 3084523"/>
                  <a:gd name="connsiteY2" fmla="*/ 1676884 h 2434950"/>
                  <a:gd name="connsiteX3" fmla="*/ 2090304 w 3084523"/>
                  <a:gd name="connsiteY3" fmla="*/ 2311400 h 2434950"/>
                  <a:gd name="connsiteX4" fmla="*/ 1194954 w 3084523"/>
                  <a:gd name="connsiteY4" fmla="*/ 2241550 h 2434950"/>
                  <a:gd name="connsiteX5" fmla="*/ 509154 w 3084523"/>
                  <a:gd name="connsiteY5" fmla="*/ 2343150 h 2434950"/>
                  <a:gd name="connsiteX6" fmla="*/ 153554 w 3084523"/>
                  <a:gd name="connsiteY6" fmla="*/ 1695934 h 2434950"/>
                  <a:gd name="connsiteX7" fmla="*/ 553604 w 3084523"/>
                  <a:gd name="connsiteY7" fmla="*/ 0 h 2434950"/>
                  <a:gd name="connsiteX0" fmla="*/ 553604 w 3086287"/>
                  <a:gd name="connsiteY0" fmla="*/ 0 h 2434950"/>
                  <a:gd name="connsiteX1" fmla="*/ 1930052 w 3086287"/>
                  <a:gd name="connsiteY1" fmla="*/ 50800 h 2434950"/>
                  <a:gd name="connsiteX2" fmla="*/ 2971452 w 3086287"/>
                  <a:gd name="connsiteY2" fmla="*/ 1676884 h 2434950"/>
                  <a:gd name="connsiteX3" fmla="*/ 2090304 w 3086287"/>
                  <a:gd name="connsiteY3" fmla="*/ 2311400 h 2434950"/>
                  <a:gd name="connsiteX4" fmla="*/ 1194954 w 3086287"/>
                  <a:gd name="connsiteY4" fmla="*/ 2241550 h 2434950"/>
                  <a:gd name="connsiteX5" fmla="*/ 509154 w 3086287"/>
                  <a:gd name="connsiteY5" fmla="*/ 2343150 h 2434950"/>
                  <a:gd name="connsiteX6" fmla="*/ 153554 w 3086287"/>
                  <a:gd name="connsiteY6" fmla="*/ 1695934 h 2434950"/>
                  <a:gd name="connsiteX7" fmla="*/ 553604 w 3086287"/>
                  <a:gd name="connsiteY7" fmla="*/ 0 h 2434950"/>
                  <a:gd name="connsiteX0" fmla="*/ 553604 w 3079964"/>
                  <a:gd name="connsiteY0" fmla="*/ 0 h 2434950"/>
                  <a:gd name="connsiteX1" fmla="*/ 1841152 w 3079964"/>
                  <a:gd name="connsiteY1" fmla="*/ 88900 h 2434950"/>
                  <a:gd name="connsiteX2" fmla="*/ 2971452 w 3079964"/>
                  <a:gd name="connsiteY2" fmla="*/ 1676884 h 2434950"/>
                  <a:gd name="connsiteX3" fmla="*/ 2090304 w 3079964"/>
                  <a:gd name="connsiteY3" fmla="*/ 2311400 h 2434950"/>
                  <a:gd name="connsiteX4" fmla="*/ 1194954 w 3079964"/>
                  <a:gd name="connsiteY4" fmla="*/ 2241550 h 2434950"/>
                  <a:gd name="connsiteX5" fmla="*/ 509154 w 3079964"/>
                  <a:gd name="connsiteY5" fmla="*/ 2343150 h 2434950"/>
                  <a:gd name="connsiteX6" fmla="*/ 153554 w 3079964"/>
                  <a:gd name="connsiteY6" fmla="*/ 1695934 h 2434950"/>
                  <a:gd name="connsiteX7" fmla="*/ 553604 w 3079964"/>
                  <a:gd name="connsiteY7" fmla="*/ 0 h 2434950"/>
                  <a:gd name="connsiteX0" fmla="*/ 553604 w 3053021"/>
                  <a:gd name="connsiteY0" fmla="*/ 0 h 2434950"/>
                  <a:gd name="connsiteX1" fmla="*/ 1841152 w 3053021"/>
                  <a:gd name="connsiteY1" fmla="*/ 88900 h 2434950"/>
                  <a:gd name="connsiteX2" fmla="*/ 2971452 w 3053021"/>
                  <a:gd name="connsiteY2" fmla="*/ 1676884 h 2434950"/>
                  <a:gd name="connsiteX3" fmla="*/ 2090304 w 3053021"/>
                  <a:gd name="connsiteY3" fmla="*/ 2311400 h 2434950"/>
                  <a:gd name="connsiteX4" fmla="*/ 1194954 w 3053021"/>
                  <a:gd name="connsiteY4" fmla="*/ 2241550 h 2434950"/>
                  <a:gd name="connsiteX5" fmla="*/ 509154 w 3053021"/>
                  <a:gd name="connsiteY5" fmla="*/ 2343150 h 2434950"/>
                  <a:gd name="connsiteX6" fmla="*/ 153554 w 3053021"/>
                  <a:gd name="connsiteY6" fmla="*/ 1695934 h 2434950"/>
                  <a:gd name="connsiteX7" fmla="*/ 553604 w 3053021"/>
                  <a:gd name="connsiteY7" fmla="*/ 0 h 2434950"/>
                  <a:gd name="connsiteX0" fmla="*/ 553604 w 3082106"/>
                  <a:gd name="connsiteY0" fmla="*/ 0 h 2434950"/>
                  <a:gd name="connsiteX1" fmla="*/ 1841152 w 3082106"/>
                  <a:gd name="connsiteY1" fmla="*/ 88900 h 2434950"/>
                  <a:gd name="connsiteX2" fmla="*/ 2971452 w 3082106"/>
                  <a:gd name="connsiteY2" fmla="*/ 1676884 h 2434950"/>
                  <a:gd name="connsiteX3" fmla="*/ 2090304 w 3082106"/>
                  <a:gd name="connsiteY3" fmla="*/ 2311400 h 2434950"/>
                  <a:gd name="connsiteX4" fmla="*/ 1194954 w 3082106"/>
                  <a:gd name="connsiteY4" fmla="*/ 2241550 h 2434950"/>
                  <a:gd name="connsiteX5" fmla="*/ 509154 w 3082106"/>
                  <a:gd name="connsiteY5" fmla="*/ 2343150 h 2434950"/>
                  <a:gd name="connsiteX6" fmla="*/ 153554 w 3082106"/>
                  <a:gd name="connsiteY6" fmla="*/ 1695934 h 2434950"/>
                  <a:gd name="connsiteX7" fmla="*/ 553604 w 3082106"/>
                  <a:gd name="connsiteY7" fmla="*/ 0 h 2434950"/>
                  <a:gd name="connsiteX0" fmla="*/ 553604 w 3084175"/>
                  <a:gd name="connsiteY0" fmla="*/ 0 h 2434950"/>
                  <a:gd name="connsiteX1" fmla="*/ 1841152 w 3084175"/>
                  <a:gd name="connsiteY1" fmla="*/ 88900 h 2434950"/>
                  <a:gd name="connsiteX2" fmla="*/ 2971452 w 3084175"/>
                  <a:gd name="connsiteY2" fmla="*/ 1676884 h 2434950"/>
                  <a:gd name="connsiteX3" fmla="*/ 2090304 w 3084175"/>
                  <a:gd name="connsiteY3" fmla="*/ 2311400 h 2434950"/>
                  <a:gd name="connsiteX4" fmla="*/ 1194954 w 3084175"/>
                  <a:gd name="connsiteY4" fmla="*/ 2241550 h 2434950"/>
                  <a:gd name="connsiteX5" fmla="*/ 509154 w 3084175"/>
                  <a:gd name="connsiteY5" fmla="*/ 2343150 h 2434950"/>
                  <a:gd name="connsiteX6" fmla="*/ 153554 w 3084175"/>
                  <a:gd name="connsiteY6" fmla="*/ 1695934 h 2434950"/>
                  <a:gd name="connsiteX7" fmla="*/ 553604 w 3084175"/>
                  <a:gd name="connsiteY7" fmla="*/ 0 h 2434950"/>
                  <a:gd name="connsiteX0" fmla="*/ 553604 w 3080699"/>
                  <a:gd name="connsiteY0" fmla="*/ 0 h 2434950"/>
                  <a:gd name="connsiteX1" fmla="*/ 1790352 w 3080699"/>
                  <a:gd name="connsiteY1" fmla="*/ 165100 h 2434950"/>
                  <a:gd name="connsiteX2" fmla="*/ 2971452 w 3080699"/>
                  <a:gd name="connsiteY2" fmla="*/ 1676884 h 2434950"/>
                  <a:gd name="connsiteX3" fmla="*/ 2090304 w 3080699"/>
                  <a:gd name="connsiteY3" fmla="*/ 2311400 h 2434950"/>
                  <a:gd name="connsiteX4" fmla="*/ 1194954 w 3080699"/>
                  <a:gd name="connsiteY4" fmla="*/ 2241550 h 2434950"/>
                  <a:gd name="connsiteX5" fmla="*/ 509154 w 3080699"/>
                  <a:gd name="connsiteY5" fmla="*/ 2343150 h 2434950"/>
                  <a:gd name="connsiteX6" fmla="*/ 153554 w 3080699"/>
                  <a:gd name="connsiteY6" fmla="*/ 1695934 h 2434950"/>
                  <a:gd name="connsiteX7" fmla="*/ 553604 w 3080699"/>
                  <a:gd name="connsiteY7" fmla="*/ 0 h 2434950"/>
                  <a:gd name="connsiteX0" fmla="*/ 553604 w 3085655"/>
                  <a:gd name="connsiteY0" fmla="*/ 0 h 2434950"/>
                  <a:gd name="connsiteX1" fmla="*/ 1790352 w 3085655"/>
                  <a:gd name="connsiteY1" fmla="*/ 165100 h 2434950"/>
                  <a:gd name="connsiteX2" fmla="*/ 2971452 w 3085655"/>
                  <a:gd name="connsiteY2" fmla="*/ 1676884 h 2434950"/>
                  <a:gd name="connsiteX3" fmla="*/ 2090304 w 3085655"/>
                  <a:gd name="connsiteY3" fmla="*/ 2311400 h 2434950"/>
                  <a:gd name="connsiteX4" fmla="*/ 1194954 w 3085655"/>
                  <a:gd name="connsiteY4" fmla="*/ 2241550 h 2434950"/>
                  <a:gd name="connsiteX5" fmla="*/ 509154 w 3085655"/>
                  <a:gd name="connsiteY5" fmla="*/ 2343150 h 2434950"/>
                  <a:gd name="connsiteX6" fmla="*/ 153554 w 3085655"/>
                  <a:gd name="connsiteY6" fmla="*/ 1695934 h 2434950"/>
                  <a:gd name="connsiteX7" fmla="*/ 553604 w 3085655"/>
                  <a:gd name="connsiteY7" fmla="*/ 0 h 2434950"/>
                  <a:gd name="connsiteX0" fmla="*/ 553604 w 3076375"/>
                  <a:gd name="connsiteY0" fmla="*/ 0 h 2434950"/>
                  <a:gd name="connsiteX1" fmla="*/ 1650652 w 3076375"/>
                  <a:gd name="connsiteY1" fmla="*/ 273050 h 2434950"/>
                  <a:gd name="connsiteX2" fmla="*/ 2971452 w 3076375"/>
                  <a:gd name="connsiteY2" fmla="*/ 1676884 h 2434950"/>
                  <a:gd name="connsiteX3" fmla="*/ 2090304 w 3076375"/>
                  <a:gd name="connsiteY3" fmla="*/ 2311400 h 2434950"/>
                  <a:gd name="connsiteX4" fmla="*/ 1194954 w 3076375"/>
                  <a:gd name="connsiteY4" fmla="*/ 2241550 h 2434950"/>
                  <a:gd name="connsiteX5" fmla="*/ 509154 w 3076375"/>
                  <a:gd name="connsiteY5" fmla="*/ 2343150 h 2434950"/>
                  <a:gd name="connsiteX6" fmla="*/ 153554 w 3076375"/>
                  <a:gd name="connsiteY6" fmla="*/ 1695934 h 2434950"/>
                  <a:gd name="connsiteX7" fmla="*/ 553604 w 3076375"/>
                  <a:gd name="connsiteY7" fmla="*/ 0 h 2434950"/>
                  <a:gd name="connsiteX0" fmla="*/ 553604 w 3082555"/>
                  <a:gd name="connsiteY0" fmla="*/ 0 h 2434950"/>
                  <a:gd name="connsiteX1" fmla="*/ 1650652 w 3082555"/>
                  <a:gd name="connsiteY1" fmla="*/ 273050 h 2434950"/>
                  <a:gd name="connsiteX2" fmla="*/ 2971452 w 3082555"/>
                  <a:gd name="connsiteY2" fmla="*/ 1676884 h 2434950"/>
                  <a:gd name="connsiteX3" fmla="*/ 2090304 w 3082555"/>
                  <a:gd name="connsiteY3" fmla="*/ 2311400 h 2434950"/>
                  <a:gd name="connsiteX4" fmla="*/ 1194954 w 3082555"/>
                  <a:gd name="connsiteY4" fmla="*/ 2241550 h 2434950"/>
                  <a:gd name="connsiteX5" fmla="*/ 509154 w 3082555"/>
                  <a:gd name="connsiteY5" fmla="*/ 2343150 h 2434950"/>
                  <a:gd name="connsiteX6" fmla="*/ 153554 w 3082555"/>
                  <a:gd name="connsiteY6" fmla="*/ 1695934 h 2434950"/>
                  <a:gd name="connsiteX7" fmla="*/ 553604 w 3082555"/>
                  <a:gd name="connsiteY7" fmla="*/ 0 h 2434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82555" h="2434950">
                    <a:moveTo>
                      <a:pt x="553604" y="0"/>
                    </a:moveTo>
                    <a:lnTo>
                      <a:pt x="1650652" y="273050"/>
                    </a:lnTo>
                    <a:cubicBezTo>
                      <a:pt x="2232735" y="122928"/>
                      <a:pt x="3456169" y="626856"/>
                      <a:pt x="2971452" y="1676884"/>
                    </a:cubicBezTo>
                    <a:cubicBezTo>
                      <a:pt x="3271211" y="2091751"/>
                      <a:pt x="2684837" y="2636389"/>
                      <a:pt x="2090304" y="2311400"/>
                    </a:cubicBezTo>
                    <a:cubicBezTo>
                      <a:pt x="1794221" y="2405511"/>
                      <a:pt x="1455304" y="2565400"/>
                      <a:pt x="1194954" y="2241550"/>
                    </a:cubicBezTo>
                    <a:cubicBezTo>
                      <a:pt x="1093354" y="2432050"/>
                      <a:pt x="634037" y="2400219"/>
                      <a:pt x="509154" y="2343150"/>
                    </a:cubicBezTo>
                    <a:cubicBezTo>
                      <a:pt x="299604" y="2470311"/>
                      <a:pt x="-271896" y="2152973"/>
                      <a:pt x="153554" y="1695934"/>
                    </a:cubicBezTo>
                    <a:cubicBezTo>
                      <a:pt x="45604" y="1327473"/>
                      <a:pt x="-68696" y="597061"/>
                      <a:pt x="553604" y="0"/>
                    </a:cubicBezTo>
                    <a:close/>
                  </a:path>
                </a:pathLst>
              </a:custGeom>
              <a:solidFill>
                <a:srgbClr val="FC970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Rectangle 1">
                <a:extLst>
                  <a:ext uri="{FF2B5EF4-FFF2-40B4-BE49-F238E27FC236}">
                    <a16:creationId xmlns:a16="http://schemas.microsoft.com/office/drawing/2014/main" id="{30B0AA2D-60CD-047E-F84B-0AC8892F5681}"/>
                  </a:ext>
                </a:extLst>
              </p:cNvPr>
              <p:cNvSpPr/>
              <p:nvPr/>
            </p:nvSpPr>
            <p:spPr>
              <a:xfrm>
                <a:off x="5175038" y="5584904"/>
                <a:ext cx="1073543" cy="571500"/>
              </a:xfrm>
              <a:custGeom>
                <a:avLst/>
                <a:gdLst>
                  <a:gd name="connsiteX0" fmla="*/ 0 w 725457"/>
                  <a:gd name="connsiteY0" fmla="*/ 0 h 215900"/>
                  <a:gd name="connsiteX1" fmla="*/ 725457 w 725457"/>
                  <a:gd name="connsiteY1" fmla="*/ 0 h 215900"/>
                  <a:gd name="connsiteX2" fmla="*/ 725457 w 725457"/>
                  <a:gd name="connsiteY2" fmla="*/ 215900 h 215900"/>
                  <a:gd name="connsiteX3" fmla="*/ 0 w 725457"/>
                  <a:gd name="connsiteY3" fmla="*/ 215900 h 215900"/>
                  <a:gd name="connsiteX4" fmla="*/ 0 w 725457"/>
                  <a:gd name="connsiteY4" fmla="*/ 0 h 215900"/>
                  <a:gd name="connsiteX0" fmla="*/ 0 w 769907"/>
                  <a:gd name="connsiteY0" fmla="*/ 0 h 266700"/>
                  <a:gd name="connsiteX1" fmla="*/ 769907 w 769907"/>
                  <a:gd name="connsiteY1" fmla="*/ 50800 h 266700"/>
                  <a:gd name="connsiteX2" fmla="*/ 769907 w 769907"/>
                  <a:gd name="connsiteY2" fmla="*/ 266700 h 266700"/>
                  <a:gd name="connsiteX3" fmla="*/ 44450 w 769907"/>
                  <a:gd name="connsiteY3" fmla="*/ 266700 h 266700"/>
                  <a:gd name="connsiteX4" fmla="*/ 0 w 769907"/>
                  <a:gd name="connsiteY4" fmla="*/ 0 h 2667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769907 w 1011207"/>
                  <a:gd name="connsiteY2" fmla="*/ 330200 h 330200"/>
                  <a:gd name="connsiteX3" fmla="*/ 44450 w 1011207"/>
                  <a:gd name="connsiteY3" fmla="*/ 330200 h 330200"/>
                  <a:gd name="connsiteX4" fmla="*/ 0 w 1011207"/>
                  <a:gd name="connsiteY4" fmla="*/ 63500 h 330200"/>
                  <a:gd name="connsiteX0" fmla="*/ 0 w 1011207"/>
                  <a:gd name="connsiteY0" fmla="*/ 63500 h 330200"/>
                  <a:gd name="connsiteX1" fmla="*/ 1011207 w 1011207"/>
                  <a:gd name="connsiteY1" fmla="*/ 0 h 330200"/>
                  <a:gd name="connsiteX2" fmla="*/ 44450 w 1011207"/>
                  <a:gd name="connsiteY2" fmla="*/ 330200 h 330200"/>
                  <a:gd name="connsiteX3" fmla="*/ 0 w 1011207"/>
                  <a:gd name="connsiteY3" fmla="*/ 63500 h 3302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0 w 1011207"/>
                  <a:gd name="connsiteY0" fmla="*/ 63500 h 571500"/>
                  <a:gd name="connsiteX1" fmla="*/ 1011207 w 1011207"/>
                  <a:gd name="connsiteY1" fmla="*/ 0 h 571500"/>
                  <a:gd name="connsiteX2" fmla="*/ 520700 w 1011207"/>
                  <a:gd name="connsiteY2" fmla="*/ 571500 h 571500"/>
                  <a:gd name="connsiteX3" fmla="*/ 0 w 1011207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31598"/>
                  <a:gd name="connsiteY0" fmla="*/ 63500 h 571500"/>
                  <a:gd name="connsiteX1" fmla="*/ 1031598 w 1031598"/>
                  <a:gd name="connsiteY1" fmla="*/ 0 h 571500"/>
                  <a:gd name="connsiteX2" fmla="*/ 541091 w 1031598"/>
                  <a:gd name="connsiteY2" fmla="*/ 571500 h 571500"/>
                  <a:gd name="connsiteX3" fmla="*/ 20391 w 1031598"/>
                  <a:gd name="connsiteY3" fmla="*/ 63500 h 571500"/>
                  <a:gd name="connsiteX0" fmla="*/ 20391 w 1074237"/>
                  <a:gd name="connsiteY0" fmla="*/ 63500 h 571500"/>
                  <a:gd name="connsiteX1" fmla="*/ 1031598 w 1074237"/>
                  <a:gd name="connsiteY1" fmla="*/ 0 h 571500"/>
                  <a:gd name="connsiteX2" fmla="*/ 541091 w 1074237"/>
                  <a:gd name="connsiteY2" fmla="*/ 571500 h 571500"/>
                  <a:gd name="connsiteX3" fmla="*/ 20391 w 1074237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9697 w 1073543"/>
                  <a:gd name="connsiteY0" fmla="*/ 63500 h 571500"/>
                  <a:gd name="connsiteX1" fmla="*/ 1030904 w 1073543"/>
                  <a:gd name="connsiteY1" fmla="*/ 0 h 571500"/>
                  <a:gd name="connsiteX2" fmla="*/ 540397 w 1073543"/>
                  <a:gd name="connsiteY2" fmla="*/ 571500 h 571500"/>
                  <a:gd name="connsiteX3" fmla="*/ 19697 w 1073543"/>
                  <a:gd name="connsiteY3" fmla="*/ 63500 h 571500"/>
                  <a:gd name="connsiteX0" fmla="*/ 1030904 w 1122344"/>
                  <a:gd name="connsiteY0" fmla="*/ 0 h 571500"/>
                  <a:gd name="connsiteX1" fmla="*/ 540397 w 1122344"/>
                  <a:gd name="connsiteY1" fmla="*/ 571500 h 571500"/>
                  <a:gd name="connsiteX2" fmla="*/ 19697 w 1122344"/>
                  <a:gd name="connsiteY2" fmla="*/ 63500 h 571500"/>
                  <a:gd name="connsiteX3" fmla="*/ 1122344 w 1122344"/>
                  <a:gd name="connsiteY3" fmla="*/ 91440 h 571500"/>
                  <a:gd name="connsiteX0" fmla="*/ 1030904 w 1073543"/>
                  <a:gd name="connsiteY0" fmla="*/ 0 h 571500"/>
                  <a:gd name="connsiteX1" fmla="*/ 540397 w 1073543"/>
                  <a:gd name="connsiteY1" fmla="*/ 571500 h 571500"/>
                  <a:gd name="connsiteX2" fmla="*/ 19697 w 1073543"/>
                  <a:gd name="connsiteY2" fmla="*/ 63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3543" h="571500">
                    <a:moveTo>
                      <a:pt x="1030904" y="0"/>
                    </a:moveTo>
                    <a:cubicBezTo>
                      <a:pt x="1076952" y="139700"/>
                      <a:pt x="1211899" y="520700"/>
                      <a:pt x="540397" y="571500"/>
                    </a:cubicBezTo>
                    <a:cubicBezTo>
                      <a:pt x="-7820" y="535517"/>
                      <a:pt x="-35336" y="258233"/>
                      <a:pt x="19697" y="63500"/>
                    </a:cubicBezTo>
                  </a:path>
                </a:pathLst>
              </a:custGeom>
              <a:solidFill>
                <a:srgbClr val="FC970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E4E683E9-AB02-0BF4-E11B-08DEE598ED17}"/>
                  </a:ext>
                </a:extLst>
              </p:cNvPr>
              <p:cNvGrpSpPr/>
              <p:nvPr/>
            </p:nvGrpSpPr>
            <p:grpSpPr>
              <a:xfrm>
                <a:off x="4899970" y="4172844"/>
                <a:ext cx="3229525" cy="1645782"/>
                <a:chOff x="446203" y="3683636"/>
                <a:chExt cx="3229525" cy="1645782"/>
              </a:xfrm>
              <a:solidFill>
                <a:sysClr val="windowText" lastClr="000000"/>
              </a:solidFill>
            </p:grpSpPr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64124203-46FD-4C93-4F1C-9E15EEA06467}"/>
                    </a:ext>
                  </a:extLst>
                </p:cNvPr>
                <p:cNvSpPr/>
                <p:nvPr/>
              </p:nvSpPr>
              <p:spPr>
                <a:xfrm rot="3172070" flipV="1">
                  <a:off x="2354603" y="3488423"/>
                  <a:ext cx="500855" cy="891281"/>
                </a:xfrm>
                <a:custGeom>
                  <a:avLst/>
                  <a:gdLst>
                    <a:gd name="connsiteX0" fmla="*/ 0 w 500855"/>
                    <a:gd name="connsiteY0" fmla="*/ 724520 h 891281"/>
                    <a:gd name="connsiteX1" fmla="*/ 92372 w 500855"/>
                    <a:gd name="connsiteY1" fmla="*/ 795155 h 891281"/>
                    <a:gd name="connsiteX2" fmla="*/ 219516 w 500855"/>
                    <a:gd name="connsiteY2" fmla="*/ 874007 h 891281"/>
                    <a:gd name="connsiteX3" fmla="*/ 255071 w 500855"/>
                    <a:gd name="connsiteY3" fmla="*/ 891281 h 891281"/>
                    <a:gd name="connsiteX4" fmla="*/ 297609 w 500855"/>
                    <a:gd name="connsiteY4" fmla="*/ 796471 h 891281"/>
                    <a:gd name="connsiteX5" fmla="*/ 471133 w 500855"/>
                    <a:gd name="connsiteY5" fmla="*/ 2432 h 891281"/>
                    <a:gd name="connsiteX6" fmla="*/ 18867 w 500855"/>
                    <a:gd name="connsiteY6" fmla="*/ 677757 h 891281"/>
                    <a:gd name="connsiteX7" fmla="*/ 0 w 500855"/>
                    <a:gd name="connsiteY7" fmla="*/ 724520 h 89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0855" h="891281">
                      <a:moveTo>
                        <a:pt x="0" y="724520"/>
                      </a:moveTo>
                      <a:lnTo>
                        <a:pt x="92372" y="795155"/>
                      </a:lnTo>
                      <a:cubicBezTo>
                        <a:pt x="133163" y="823337"/>
                        <a:pt x="175667" y="849769"/>
                        <a:pt x="219516" y="874007"/>
                      </a:cubicBezTo>
                      <a:lnTo>
                        <a:pt x="255071" y="891281"/>
                      </a:lnTo>
                      <a:lnTo>
                        <a:pt x="297609" y="796471"/>
                      </a:lnTo>
                      <a:cubicBezTo>
                        <a:pt x="470416" y="390718"/>
                        <a:pt x="548106" y="35214"/>
                        <a:pt x="471133" y="2432"/>
                      </a:cubicBezTo>
                      <a:cubicBezTo>
                        <a:pt x="394161" y="-30349"/>
                        <a:pt x="191675" y="272003"/>
                        <a:pt x="18867" y="677757"/>
                      </a:cubicBezTo>
                      <a:lnTo>
                        <a:pt x="0" y="724520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7966EB7-E582-70B0-9FDF-C0C67AA78CFC}"/>
                    </a:ext>
                  </a:extLst>
                </p:cNvPr>
                <p:cNvSpPr/>
                <p:nvPr/>
              </p:nvSpPr>
              <p:spPr>
                <a:xfrm rot="3172070" flipV="1">
                  <a:off x="2725088" y="3769507"/>
                  <a:ext cx="669471" cy="579688"/>
                </a:xfrm>
                <a:custGeom>
                  <a:avLst/>
                  <a:gdLst>
                    <a:gd name="connsiteX0" fmla="*/ 0 w 669471"/>
                    <a:gd name="connsiteY0" fmla="*/ 465560 h 579688"/>
                    <a:gd name="connsiteX1" fmla="*/ 64618 w 669471"/>
                    <a:gd name="connsiteY1" fmla="*/ 496953 h 579688"/>
                    <a:gd name="connsiteX2" fmla="*/ 350458 w 669471"/>
                    <a:gd name="connsiteY2" fmla="*/ 578265 h 579688"/>
                    <a:gd name="connsiteX3" fmla="*/ 370617 w 669471"/>
                    <a:gd name="connsiteY3" fmla="*/ 579688 h 579688"/>
                    <a:gd name="connsiteX4" fmla="*/ 446653 w 669471"/>
                    <a:gd name="connsiteY4" fmla="*/ 483569 h 579688"/>
                    <a:gd name="connsiteX5" fmla="*/ 653378 w 669471"/>
                    <a:gd name="connsiteY5" fmla="*/ 12220 h 579688"/>
                    <a:gd name="connsiteX6" fmla="*/ 94842 w 669471"/>
                    <a:gd name="connsiteY6" fmla="*/ 365986 h 579688"/>
                    <a:gd name="connsiteX7" fmla="*/ 0 w 669471"/>
                    <a:gd name="connsiteY7" fmla="*/ 465560 h 579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9471" h="579688">
                      <a:moveTo>
                        <a:pt x="0" y="465560"/>
                      </a:moveTo>
                      <a:lnTo>
                        <a:pt x="64618" y="496953"/>
                      </a:lnTo>
                      <a:cubicBezTo>
                        <a:pt x="156964" y="535773"/>
                        <a:pt x="253223" y="564054"/>
                        <a:pt x="350458" y="578265"/>
                      </a:cubicBezTo>
                      <a:lnTo>
                        <a:pt x="370617" y="579688"/>
                      </a:lnTo>
                      <a:lnTo>
                        <a:pt x="446653" y="483569"/>
                      </a:lnTo>
                      <a:cubicBezTo>
                        <a:pt x="619564" y="253397"/>
                        <a:pt x="708045" y="61988"/>
                        <a:pt x="653378" y="12220"/>
                      </a:cubicBezTo>
                      <a:cubicBezTo>
                        <a:pt x="589600" y="-45845"/>
                        <a:pt x="352115" y="108117"/>
                        <a:pt x="94842" y="365986"/>
                      </a:cubicBezTo>
                      <a:lnTo>
                        <a:pt x="0" y="465560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7BA3D1B9-9116-741E-2A2B-DC3FAE658242}"/>
                    </a:ext>
                  </a:extLst>
                </p:cNvPr>
                <p:cNvSpPr/>
                <p:nvPr/>
              </p:nvSpPr>
              <p:spPr>
                <a:xfrm rot="3172070" flipV="1">
                  <a:off x="441001" y="3999164"/>
                  <a:ext cx="648395" cy="296560"/>
                </a:xfrm>
                <a:custGeom>
                  <a:avLst/>
                  <a:gdLst>
                    <a:gd name="connsiteX0" fmla="*/ 0 w 648395"/>
                    <a:gd name="connsiteY0" fmla="*/ 254035 h 296560"/>
                    <a:gd name="connsiteX1" fmla="*/ 141654 w 648395"/>
                    <a:gd name="connsiteY1" fmla="*/ 275426 h 296560"/>
                    <a:gd name="connsiteX2" fmla="*/ 647750 w 648395"/>
                    <a:gd name="connsiteY2" fmla="*/ 239755 h 296560"/>
                    <a:gd name="connsiteX3" fmla="*/ 199606 w 648395"/>
                    <a:gd name="connsiteY3" fmla="*/ 1907 h 296560"/>
                    <a:gd name="connsiteX4" fmla="*/ 192653 w 648395"/>
                    <a:gd name="connsiteY4" fmla="*/ 0 h 296560"/>
                    <a:gd name="connsiteX5" fmla="*/ 166690 w 648395"/>
                    <a:gd name="connsiteY5" fmla="*/ 26848 h 296560"/>
                    <a:gd name="connsiteX6" fmla="*/ 18986 w 648395"/>
                    <a:gd name="connsiteY6" fmla="*/ 221140 h 296560"/>
                    <a:gd name="connsiteX7" fmla="*/ 0 w 648395"/>
                    <a:gd name="connsiteY7" fmla="*/ 254035 h 29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48395" h="296560">
                      <a:moveTo>
                        <a:pt x="0" y="254035"/>
                      </a:moveTo>
                      <a:lnTo>
                        <a:pt x="141654" y="275426"/>
                      </a:lnTo>
                      <a:cubicBezTo>
                        <a:pt x="426811" y="312300"/>
                        <a:pt x="634724" y="301235"/>
                        <a:pt x="647750" y="239755"/>
                      </a:cubicBezTo>
                      <a:cubicBezTo>
                        <a:pt x="660776" y="178276"/>
                        <a:pt x="475215" y="83844"/>
                        <a:pt x="199606" y="1907"/>
                      </a:cubicBezTo>
                      <a:lnTo>
                        <a:pt x="192653" y="0"/>
                      </a:lnTo>
                      <a:lnTo>
                        <a:pt x="166690" y="26848"/>
                      </a:lnTo>
                      <a:cubicBezTo>
                        <a:pt x="114062" y="85509"/>
                        <a:pt x="64279" y="150082"/>
                        <a:pt x="18986" y="221140"/>
                      </a:cubicBezTo>
                      <a:lnTo>
                        <a:pt x="0" y="254035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55B5EB20-7DDA-BBEB-E292-7DC5E8EBC76C}"/>
                    </a:ext>
                  </a:extLst>
                </p:cNvPr>
                <p:cNvSpPr/>
                <p:nvPr/>
              </p:nvSpPr>
              <p:spPr>
                <a:xfrm rot="3172070" flipV="1">
                  <a:off x="3152536" y="4229853"/>
                  <a:ext cx="294979" cy="751405"/>
                </a:xfrm>
                <a:custGeom>
                  <a:avLst/>
                  <a:gdLst>
                    <a:gd name="connsiteX0" fmla="*/ 0 w 294979"/>
                    <a:gd name="connsiteY0" fmla="*/ 751405 h 751405"/>
                    <a:gd name="connsiteX1" fmla="*/ 10837 w 294979"/>
                    <a:gd name="connsiteY1" fmla="*/ 748377 h 751405"/>
                    <a:gd name="connsiteX2" fmla="*/ 278247 w 294979"/>
                    <a:gd name="connsiteY2" fmla="*/ 578911 h 751405"/>
                    <a:gd name="connsiteX3" fmla="*/ 294979 w 294979"/>
                    <a:gd name="connsiteY3" fmla="*/ 561788 h 751405"/>
                    <a:gd name="connsiteX4" fmla="*/ 290610 w 294979"/>
                    <a:gd name="connsiteY4" fmla="*/ 487711 h 751405"/>
                    <a:gd name="connsiteX5" fmla="*/ 150814 w 294979"/>
                    <a:gd name="connsiteY5" fmla="*/ 0 h 751405"/>
                    <a:gd name="connsiteX6" fmla="*/ 2180 w 294979"/>
                    <a:gd name="connsiteY6" fmla="*/ 637605 h 751405"/>
                    <a:gd name="connsiteX7" fmla="*/ 0 w 294979"/>
                    <a:gd name="connsiteY7" fmla="*/ 751405 h 751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4979" h="751405">
                      <a:moveTo>
                        <a:pt x="0" y="751405"/>
                      </a:moveTo>
                      <a:lnTo>
                        <a:pt x="10837" y="748377"/>
                      </a:lnTo>
                      <a:cubicBezTo>
                        <a:pt x="104386" y="712432"/>
                        <a:pt x="194501" y="657121"/>
                        <a:pt x="278247" y="578911"/>
                      </a:cubicBezTo>
                      <a:lnTo>
                        <a:pt x="294979" y="561788"/>
                      </a:lnTo>
                      <a:lnTo>
                        <a:pt x="290610" y="487711"/>
                      </a:lnTo>
                      <a:cubicBezTo>
                        <a:pt x="267577" y="201104"/>
                        <a:pt x="213658" y="1"/>
                        <a:pt x="150814" y="0"/>
                      </a:cubicBezTo>
                      <a:cubicBezTo>
                        <a:pt x="77496" y="1"/>
                        <a:pt x="16326" y="273725"/>
                        <a:pt x="2180" y="637605"/>
                      </a:cubicBezTo>
                      <a:lnTo>
                        <a:pt x="0" y="751405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D4F245E8-4755-2A81-AA52-12AD77DCB607}"/>
                    </a:ext>
                  </a:extLst>
                </p:cNvPr>
                <p:cNvSpPr/>
                <p:nvPr/>
              </p:nvSpPr>
              <p:spPr>
                <a:xfrm rot="3172070" flipV="1">
                  <a:off x="453590" y="4396428"/>
                  <a:ext cx="701548" cy="509857"/>
                </a:xfrm>
                <a:custGeom>
                  <a:avLst/>
                  <a:gdLst>
                    <a:gd name="connsiteX0" fmla="*/ 0 w 701548"/>
                    <a:gd name="connsiteY0" fmla="*/ 194848 h 509857"/>
                    <a:gd name="connsiteX1" fmla="*/ 76490 w 701548"/>
                    <a:gd name="connsiteY1" fmla="*/ 248996 h 509857"/>
                    <a:gd name="connsiteX2" fmla="*/ 692682 w 701548"/>
                    <a:gd name="connsiteY2" fmla="*/ 488617 h 509857"/>
                    <a:gd name="connsiteX3" fmla="*/ 399082 w 701548"/>
                    <a:gd name="connsiteY3" fmla="*/ 65882 h 509857"/>
                    <a:gd name="connsiteX4" fmla="*/ 322093 w 701548"/>
                    <a:gd name="connsiteY4" fmla="*/ 0 h 509857"/>
                    <a:gd name="connsiteX5" fmla="*/ 190169 w 701548"/>
                    <a:gd name="connsiteY5" fmla="*/ 68426 h 509857"/>
                    <a:gd name="connsiteX6" fmla="*/ 18341 w 701548"/>
                    <a:gd name="connsiteY6" fmla="*/ 180470 h 509857"/>
                    <a:gd name="connsiteX7" fmla="*/ 0 w 701548"/>
                    <a:gd name="connsiteY7" fmla="*/ 194848 h 50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01548" h="509857">
                      <a:moveTo>
                        <a:pt x="0" y="194848"/>
                      </a:moveTo>
                      <a:lnTo>
                        <a:pt x="76490" y="248996"/>
                      </a:lnTo>
                      <a:cubicBezTo>
                        <a:pt x="378593" y="452512"/>
                        <a:pt x="641276" y="557873"/>
                        <a:pt x="692682" y="488617"/>
                      </a:cubicBezTo>
                      <a:cubicBezTo>
                        <a:pt x="736745" y="429255"/>
                        <a:pt x="613071" y="258461"/>
                        <a:pt x="399082" y="65882"/>
                      </a:cubicBezTo>
                      <a:lnTo>
                        <a:pt x="322093" y="0"/>
                      </a:lnTo>
                      <a:lnTo>
                        <a:pt x="190169" y="68426"/>
                      </a:lnTo>
                      <a:cubicBezTo>
                        <a:pt x="133618" y="101103"/>
                        <a:pt x="75793" y="138260"/>
                        <a:pt x="18341" y="180470"/>
                      </a:cubicBezTo>
                      <a:lnTo>
                        <a:pt x="0" y="194848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9FABFDA2-AD07-BE45-DC8D-486071CBDF95}"/>
                    </a:ext>
                  </a:extLst>
                </p:cNvPr>
                <p:cNvSpPr/>
                <p:nvPr/>
              </p:nvSpPr>
              <p:spPr>
                <a:xfrm rot="3172070" flipV="1">
                  <a:off x="575245" y="4765015"/>
                  <a:ext cx="435361" cy="693446"/>
                </a:xfrm>
                <a:custGeom>
                  <a:avLst/>
                  <a:gdLst>
                    <a:gd name="connsiteX0" fmla="*/ 36091 w 435361"/>
                    <a:gd name="connsiteY0" fmla="*/ 353117 h 693446"/>
                    <a:gd name="connsiteX1" fmla="*/ 416763 w 435361"/>
                    <a:gd name="connsiteY1" fmla="*/ 688427 h 693446"/>
                    <a:gd name="connsiteX2" fmla="*/ 197680 w 435361"/>
                    <a:gd name="connsiteY2" fmla="*/ 71527 h 693446"/>
                    <a:gd name="connsiteX3" fmla="*/ 153747 w 435361"/>
                    <a:gd name="connsiteY3" fmla="*/ 0 h 693446"/>
                    <a:gd name="connsiteX4" fmla="*/ 112992 w 435361"/>
                    <a:gd name="connsiteY4" fmla="*/ 41192 h 693446"/>
                    <a:gd name="connsiteX5" fmla="*/ 7780 w 435361"/>
                    <a:gd name="connsiteY5" fmla="*/ 300382 h 693446"/>
                    <a:gd name="connsiteX6" fmla="*/ 0 w 435361"/>
                    <a:gd name="connsiteY6" fmla="*/ 303486 h 693446"/>
                    <a:gd name="connsiteX7" fmla="*/ 36091 w 435361"/>
                    <a:gd name="connsiteY7" fmla="*/ 353117 h 693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5361" h="693446">
                      <a:moveTo>
                        <a:pt x="36091" y="353117"/>
                      </a:moveTo>
                      <a:cubicBezTo>
                        <a:pt x="210098" y="582015"/>
                        <a:pt x="363935" y="722283"/>
                        <a:pt x="416763" y="688427"/>
                      </a:cubicBezTo>
                      <a:cubicBezTo>
                        <a:pt x="478397" y="648928"/>
                        <a:pt x="382126" y="385514"/>
                        <a:pt x="197680" y="71527"/>
                      </a:cubicBezTo>
                      <a:lnTo>
                        <a:pt x="153747" y="0"/>
                      </a:lnTo>
                      <a:lnTo>
                        <a:pt x="112992" y="41192"/>
                      </a:lnTo>
                      <a:cubicBezTo>
                        <a:pt x="65352" y="100633"/>
                        <a:pt x="27945" y="185054"/>
                        <a:pt x="7780" y="300382"/>
                      </a:cubicBezTo>
                      <a:lnTo>
                        <a:pt x="0" y="303486"/>
                      </a:lnTo>
                      <a:lnTo>
                        <a:pt x="36091" y="353117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5" name="Oval 17">
                <a:extLst>
                  <a:ext uri="{FF2B5EF4-FFF2-40B4-BE49-F238E27FC236}">
                    <a16:creationId xmlns:a16="http://schemas.microsoft.com/office/drawing/2014/main" id="{CC9C1EE8-A1DD-5EFC-E509-FAAF81E97903}"/>
                  </a:ext>
                </a:extLst>
              </p:cNvPr>
              <p:cNvSpPr/>
              <p:nvPr/>
            </p:nvSpPr>
            <p:spPr>
              <a:xfrm>
                <a:off x="3810176" y="353935"/>
                <a:ext cx="4828762" cy="3880440"/>
              </a:xfrm>
              <a:custGeom>
                <a:avLst/>
                <a:gdLst>
                  <a:gd name="connsiteX0" fmla="*/ 0 w 4867422"/>
                  <a:gd name="connsiteY0" fmla="*/ 1983545 h 3967089"/>
                  <a:gd name="connsiteX1" fmla="*/ 2433711 w 4867422"/>
                  <a:gd name="connsiteY1" fmla="*/ 0 h 3967089"/>
                  <a:gd name="connsiteX2" fmla="*/ 4867422 w 4867422"/>
                  <a:gd name="connsiteY2" fmla="*/ 1983545 h 3967089"/>
                  <a:gd name="connsiteX3" fmla="*/ 2433711 w 4867422"/>
                  <a:gd name="connsiteY3" fmla="*/ 3967090 h 3967089"/>
                  <a:gd name="connsiteX4" fmla="*/ 0 w 4867422"/>
                  <a:gd name="connsiteY4" fmla="*/ 1983545 h 3967089"/>
                  <a:gd name="connsiteX0" fmla="*/ 0 w 4867422"/>
                  <a:gd name="connsiteY0" fmla="*/ 1983545 h 3967090"/>
                  <a:gd name="connsiteX1" fmla="*/ 2433711 w 4867422"/>
                  <a:gd name="connsiteY1" fmla="*/ 0 h 3967090"/>
                  <a:gd name="connsiteX2" fmla="*/ 4867422 w 4867422"/>
                  <a:gd name="connsiteY2" fmla="*/ 1983545 h 3967090"/>
                  <a:gd name="connsiteX3" fmla="*/ 2433711 w 4867422"/>
                  <a:gd name="connsiteY3" fmla="*/ 3967090 h 3967090"/>
                  <a:gd name="connsiteX4" fmla="*/ 0 w 4867422"/>
                  <a:gd name="connsiteY4" fmla="*/ 1983545 h 3967090"/>
                  <a:gd name="connsiteX0" fmla="*/ 0 w 4825219"/>
                  <a:gd name="connsiteY0" fmla="*/ 1983545 h 3967090"/>
                  <a:gd name="connsiteX1" fmla="*/ 2391508 w 4825219"/>
                  <a:gd name="connsiteY1" fmla="*/ 0 h 3967090"/>
                  <a:gd name="connsiteX2" fmla="*/ 4825219 w 4825219"/>
                  <a:gd name="connsiteY2" fmla="*/ 1983545 h 3967090"/>
                  <a:gd name="connsiteX3" fmla="*/ 2391508 w 4825219"/>
                  <a:gd name="connsiteY3" fmla="*/ 3967090 h 3967090"/>
                  <a:gd name="connsiteX4" fmla="*/ 0 w 4825219"/>
                  <a:gd name="connsiteY4" fmla="*/ 1983545 h 3967090"/>
                  <a:gd name="connsiteX0" fmla="*/ 0 w 4825219"/>
                  <a:gd name="connsiteY0" fmla="*/ 1983545 h 3967090"/>
                  <a:gd name="connsiteX1" fmla="*/ 2391508 w 4825219"/>
                  <a:gd name="connsiteY1" fmla="*/ 0 h 3967090"/>
                  <a:gd name="connsiteX2" fmla="*/ 4825219 w 4825219"/>
                  <a:gd name="connsiteY2" fmla="*/ 1983545 h 3967090"/>
                  <a:gd name="connsiteX3" fmla="*/ 2391508 w 4825219"/>
                  <a:gd name="connsiteY3" fmla="*/ 3967090 h 3967090"/>
                  <a:gd name="connsiteX4" fmla="*/ 0 w 4825219"/>
                  <a:gd name="connsiteY4" fmla="*/ 1983545 h 3967090"/>
                  <a:gd name="connsiteX0" fmla="*/ 0 w 4825219"/>
                  <a:gd name="connsiteY0" fmla="*/ 1983545 h 3967090"/>
                  <a:gd name="connsiteX1" fmla="*/ 2391508 w 4825219"/>
                  <a:gd name="connsiteY1" fmla="*/ 0 h 3967090"/>
                  <a:gd name="connsiteX2" fmla="*/ 4825219 w 4825219"/>
                  <a:gd name="connsiteY2" fmla="*/ 1983545 h 3967090"/>
                  <a:gd name="connsiteX3" fmla="*/ 2391508 w 4825219"/>
                  <a:gd name="connsiteY3" fmla="*/ 3967090 h 3967090"/>
                  <a:gd name="connsiteX4" fmla="*/ 0 w 4825219"/>
                  <a:gd name="connsiteY4" fmla="*/ 1983545 h 3967090"/>
                  <a:gd name="connsiteX0" fmla="*/ 2169 w 4827388"/>
                  <a:gd name="connsiteY0" fmla="*/ 1983545 h 3967090"/>
                  <a:gd name="connsiteX1" fmla="*/ 2393677 w 4827388"/>
                  <a:gd name="connsiteY1" fmla="*/ 0 h 3967090"/>
                  <a:gd name="connsiteX2" fmla="*/ 4827388 w 4827388"/>
                  <a:gd name="connsiteY2" fmla="*/ 1983545 h 3967090"/>
                  <a:gd name="connsiteX3" fmla="*/ 2393677 w 4827388"/>
                  <a:gd name="connsiteY3" fmla="*/ 3967090 h 3967090"/>
                  <a:gd name="connsiteX4" fmla="*/ 2169 w 4827388"/>
                  <a:gd name="connsiteY4" fmla="*/ 1983545 h 3967090"/>
                  <a:gd name="connsiteX0" fmla="*/ 2169 w 4827388"/>
                  <a:gd name="connsiteY0" fmla="*/ 1983545 h 3967090"/>
                  <a:gd name="connsiteX1" fmla="*/ 2393677 w 4827388"/>
                  <a:gd name="connsiteY1" fmla="*/ 0 h 3967090"/>
                  <a:gd name="connsiteX2" fmla="*/ 4827388 w 4827388"/>
                  <a:gd name="connsiteY2" fmla="*/ 1983545 h 3967090"/>
                  <a:gd name="connsiteX3" fmla="*/ 2393677 w 4827388"/>
                  <a:gd name="connsiteY3" fmla="*/ 3967090 h 3967090"/>
                  <a:gd name="connsiteX4" fmla="*/ 2169 w 4827388"/>
                  <a:gd name="connsiteY4" fmla="*/ 1983545 h 3967090"/>
                  <a:gd name="connsiteX0" fmla="*/ 2169 w 4827388"/>
                  <a:gd name="connsiteY0" fmla="*/ 1983545 h 3967090"/>
                  <a:gd name="connsiteX1" fmla="*/ 2393677 w 4827388"/>
                  <a:gd name="connsiteY1" fmla="*/ 0 h 3967090"/>
                  <a:gd name="connsiteX2" fmla="*/ 4827388 w 4827388"/>
                  <a:gd name="connsiteY2" fmla="*/ 1983545 h 3967090"/>
                  <a:gd name="connsiteX3" fmla="*/ 2393677 w 4827388"/>
                  <a:gd name="connsiteY3" fmla="*/ 3967090 h 3967090"/>
                  <a:gd name="connsiteX4" fmla="*/ 2169 w 4827388"/>
                  <a:gd name="connsiteY4" fmla="*/ 1983545 h 3967090"/>
                  <a:gd name="connsiteX0" fmla="*/ 2169 w 4828762"/>
                  <a:gd name="connsiteY0" fmla="*/ 1983545 h 3967090"/>
                  <a:gd name="connsiteX1" fmla="*/ 2393677 w 4828762"/>
                  <a:gd name="connsiteY1" fmla="*/ 0 h 3967090"/>
                  <a:gd name="connsiteX2" fmla="*/ 4827388 w 4828762"/>
                  <a:gd name="connsiteY2" fmla="*/ 1983545 h 3967090"/>
                  <a:gd name="connsiteX3" fmla="*/ 2393677 w 4828762"/>
                  <a:gd name="connsiteY3" fmla="*/ 3967090 h 3967090"/>
                  <a:gd name="connsiteX4" fmla="*/ 2169 w 4828762"/>
                  <a:gd name="connsiteY4" fmla="*/ 1983545 h 3967090"/>
                  <a:gd name="connsiteX0" fmla="*/ 2169 w 4828762"/>
                  <a:gd name="connsiteY0" fmla="*/ 1983545 h 3910819"/>
                  <a:gd name="connsiteX1" fmla="*/ 2393677 w 4828762"/>
                  <a:gd name="connsiteY1" fmla="*/ 0 h 3910819"/>
                  <a:gd name="connsiteX2" fmla="*/ 4827388 w 4828762"/>
                  <a:gd name="connsiteY2" fmla="*/ 1983545 h 3910819"/>
                  <a:gd name="connsiteX3" fmla="*/ 2393677 w 4828762"/>
                  <a:gd name="connsiteY3" fmla="*/ 3910819 h 3910819"/>
                  <a:gd name="connsiteX4" fmla="*/ 2169 w 4828762"/>
                  <a:gd name="connsiteY4" fmla="*/ 1983545 h 3910819"/>
                  <a:gd name="connsiteX0" fmla="*/ 2169 w 4828762"/>
                  <a:gd name="connsiteY0" fmla="*/ 1983545 h 3910819"/>
                  <a:gd name="connsiteX1" fmla="*/ 2393677 w 4828762"/>
                  <a:gd name="connsiteY1" fmla="*/ 0 h 3910819"/>
                  <a:gd name="connsiteX2" fmla="*/ 4827388 w 4828762"/>
                  <a:gd name="connsiteY2" fmla="*/ 1983545 h 3910819"/>
                  <a:gd name="connsiteX3" fmla="*/ 2393677 w 4828762"/>
                  <a:gd name="connsiteY3" fmla="*/ 3910819 h 3910819"/>
                  <a:gd name="connsiteX4" fmla="*/ 2169 w 4828762"/>
                  <a:gd name="connsiteY4" fmla="*/ 1983545 h 3910819"/>
                  <a:gd name="connsiteX0" fmla="*/ 2169 w 4828762"/>
                  <a:gd name="connsiteY0" fmla="*/ 1983545 h 3910819"/>
                  <a:gd name="connsiteX1" fmla="*/ 2393677 w 4828762"/>
                  <a:gd name="connsiteY1" fmla="*/ 0 h 3910819"/>
                  <a:gd name="connsiteX2" fmla="*/ 4827388 w 4828762"/>
                  <a:gd name="connsiteY2" fmla="*/ 1983545 h 3910819"/>
                  <a:gd name="connsiteX3" fmla="*/ 2393677 w 4828762"/>
                  <a:gd name="connsiteY3" fmla="*/ 3910819 h 3910819"/>
                  <a:gd name="connsiteX4" fmla="*/ 2169 w 4828762"/>
                  <a:gd name="connsiteY4" fmla="*/ 1983545 h 3910819"/>
                  <a:gd name="connsiteX0" fmla="*/ 2169 w 4828762"/>
                  <a:gd name="connsiteY0" fmla="*/ 1983545 h 3910819"/>
                  <a:gd name="connsiteX1" fmla="*/ 2393677 w 4828762"/>
                  <a:gd name="connsiteY1" fmla="*/ 0 h 3910819"/>
                  <a:gd name="connsiteX2" fmla="*/ 4827388 w 4828762"/>
                  <a:gd name="connsiteY2" fmla="*/ 1983545 h 3910819"/>
                  <a:gd name="connsiteX3" fmla="*/ 2393677 w 4828762"/>
                  <a:gd name="connsiteY3" fmla="*/ 3910819 h 3910819"/>
                  <a:gd name="connsiteX4" fmla="*/ 2169 w 4828762"/>
                  <a:gd name="connsiteY4" fmla="*/ 1983545 h 3910819"/>
                  <a:gd name="connsiteX0" fmla="*/ 2169 w 4828762"/>
                  <a:gd name="connsiteY0" fmla="*/ 1953065 h 3880339"/>
                  <a:gd name="connsiteX1" fmla="*/ 2378437 w 4828762"/>
                  <a:gd name="connsiteY1" fmla="*/ 0 h 3880339"/>
                  <a:gd name="connsiteX2" fmla="*/ 4827388 w 4828762"/>
                  <a:gd name="connsiteY2" fmla="*/ 1953065 h 3880339"/>
                  <a:gd name="connsiteX3" fmla="*/ 2393677 w 4828762"/>
                  <a:gd name="connsiteY3" fmla="*/ 3880339 h 3880339"/>
                  <a:gd name="connsiteX4" fmla="*/ 2169 w 4828762"/>
                  <a:gd name="connsiteY4" fmla="*/ 1953065 h 3880339"/>
                  <a:gd name="connsiteX0" fmla="*/ 2169 w 4828762"/>
                  <a:gd name="connsiteY0" fmla="*/ 1953166 h 3880440"/>
                  <a:gd name="connsiteX1" fmla="*/ 2378437 w 4828762"/>
                  <a:gd name="connsiteY1" fmla="*/ 101 h 3880440"/>
                  <a:gd name="connsiteX2" fmla="*/ 4827388 w 4828762"/>
                  <a:gd name="connsiteY2" fmla="*/ 1953166 h 3880440"/>
                  <a:gd name="connsiteX3" fmla="*/ 2393677 w 4828762"/>
                  <a:gd name="connsiteY3" fmla="*/ 3880440 h 3880440"/>
                  <a:gd name="connsiteX4" fmla="*/ 2169 w 4828762"/>
                  <a:gd name="connsiteY4" fmla="*/ 1953166 h 3880440"/>
                  <a:gd name="connsiteX0" fmla="*/ 2169 w 4828762"/>
                  <a:gd name="connsiteY0" fmla="*/ 1953166 h 3880440"/>
                  <a:gd name="connsiteX1" fmla="*/ 2378437 w 4828762"/>
                  <a:gd name="connsiteY1" fmla="*/ 101 h 3880440"/>
                  <a:gd name="connsiteX2" fmla="*/ 4827388 w 4828762"/>
                  <a:gd name="connsiteY2" fmla="*/ 1953166 h 3880440"/>
                  <a:gd name="connsiteX3" fmla="*/ 2393677 w 4828762"/>
                  <a:gd name="connsiteY3" fmla="*/ 3880440 h 3880440"/>
                  <a:gd name="connsiteX4" fmla="*/ 2169 w 4828762"/>
                  <a:gd name="connsiteY4" fmla="*/ 1953166 h 388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8762" h="3880440">
                    <a:moveTo>
                      <a:pt x="2169" y="1953166"/>
                    </a:moveTo>
                    <a:cubicBezTo>
                      <a:pt x="32649" y="1688850"/>
                      <a:pt x="669212" y="-15139"/>
                      <a:pt x="2378437" y="101"/>
                    </a:cubicBezTo>
                    <a:cubicBezTo>
                      <a:pt x="4087662" y="15341"/>
                      <a:pt x="4787530" y="1681230"/>
                      <a:pt x="4827388" y="1953166"/>
                    </a:cubicBezTo>
                    <a:cubicBezTo>
                      <a:pt x="4883659" y="3358137"/>
                      <a:pt x="3197880" y="3880440"/>
                      <a:pt x="2393677" y="3880440"/>
                    </a:cubicBezTo>
                    <a:cubicBezTo>
                      <a:pt x="1589474" y="3880440"/>
                      <a:pt x="-68170" y="3358137"/>
                      <a:pt x="2169" y="1953166"/>
                    </a:cubicBezTo>
                    <a:close/>
                  </a:path>
                </a:pathLst>
              </a:custGeom>
              <a:solidFill>
                <a:srgbClr val="FC9701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Rectangle 10">
                <a:extLst>
                  <a:ext uri="{FF2B5EF4-FFF2-40B4-BE49-F238E27FC236}">
                    <a16:creationId xmlns:a16="http://schemas.microsoft.com/office/drawing/2014/main" id="{14D4F2BF-0882-CC72-3F5C-75D17285AF53}"/>
                  </a:ext>
                </a:extLst>
              </p:cNvPr>
              <p:cNvSpPr/>
              <p:nvPr/>
            </p:nvSpPr>
            <p:spPr>
              <a:xfrm>
                <a:off x="4401503" y="2699533"/>
                <a:ext cx="3676761" cy="1528542"/>
              </a:xfrm>
              <a:custGeom>
                <a:avLst/>
                <a:gdLst>
                  <a:gd name="connsiteX0" fmla="*/ 0 w 2174899"/>
                  <a:gd name="connsiteY0" fmla="*/ 0 h 559210"/>
                  <a:gd name="connsiteX1" fmla="*/ 2174899 w 2174899"/>
                  <a:gd name="connsiteY1" fmla="*/ 0 h 559210"/>
                  <a:gd name="connsiteX2" fmla="*/ 2174899 w 2174899"/>
                  <a:gd name="connsiteY2" fmla="*/ 559210 h 559210"/>
                  <a:gd name="connsiteX3" fmla="*/ 0 w 2174899"/>
                  <a:gd name="connsiteY3" fmla="*/ 559210 h 559210"/>
                  <a:gd name="connsiteX4" fmla="*/ 0 w 2174899"/>
                  <a:gd name="connsiteY4" fmla="*/ 0 h 559210"/>
                  <a:gd name="connsiteX0" fmla="*/ 66675 w 2174899"/>
                  <a:gd name="connsiteY0" fmla="*/ 0 h 902110"/>
                  <a:gd name="connsiteX1" fmla="*/ 2174899 w 2174899"/>
                  <a:gd name="connsiteY1" fmla="*/ 342900 h 902110"/>
                  <a:gd name="connsiteX2" fmla="*/ 2174899 w 2174899"/>
                  <a:gd name="connsiteY2" fmla="*/ 902110 h 902110"/>
                  <a:gd name="connsiteX3" fmla="*/ 0 w 2174899"/>
                  <a:gd name="connsiteY3" fmla="*/ 902110 h 902110"/>
                  <a:gd name="connsiteX4" fmla="*/ 66675 w 2174899"/>
                  <a:gd name="connsiteY4" fmla="*/ 0 h 902110"/>
                  <a:gd name="connsiteX0" fmla="*/ 66675 w 2736874"/>
                  <a:gd name="connsiteY0" fmla="*/ 0 h 902110"/>
                  <a:gd name="connsiteX1" fmla="*/ 2736874 w 2736874"/>
                  <a:gd name="connsiteY1" fmla="*/ 9525 h 902110"/>
                  <a:gd name="connsiteX2" fmla="*/ 2174899 w 2736874"/>
                  <a:gd name="connsiteY2" fmla="*/ 902110 h 902110"/>
                  <a:gd name="connsiteX3" fmla="*/ 0 w 2736874"/>
                  <a:gd name="connsiteY3" fmla="*/ 902110 h 902110"/>
                  <a:gd name="connsiteX4" fmla="*/ 66675 w 2736874"/>
                  <a:gd name="connsiteY4" fmla="*/ 0 h 902110"/>
                  <a:gd name="connsiteX0" fmla="*/ 0 w 2670199"/>
                  <a:gd name="connsiteY0" fmla="*/ 0 h 1349785"/>
                  <a:gd name="connsiteX1" fmla="*/ 2670199 w 2670199"/>
                  <a:gd name="connsiteY1" fmla="*/ 9525 h 1349785"/>
                  <a:gd name="connsiteX2" fmla="*/ 2108224 w 2670199"/>
                  <a:gd name="connsiteY2" fmla="*/ 902110 h 1349785"/>
                  <a:gd name="connsiteX3" fmla="*/ 1657350 w 2670199"/>
                  <a:gd name="connsiteY3" fmla="*/ 1349785 h 1349785"/>
                  <a:gd name="connsiteX4" fmla="*/ 0 w 2670199"/>
                  <a:gd name="connsiteY4" fmla="*/ 0 h 1349785"/>
                  <a:gd name="connsiteX0" fmla="*/ 0 w 2670199"/>
                  <a:gd name="connsiteY0" fmla="*/ 0 h 1349785"/>
                  <a:gd name="connsiteX1" fmla="*/ 2670199 w 2670199"/>
                  <a:gd name="connsiteY1" fmla="*/ 9525 h 1349785"/>
                  <a:gd name="connsiteX2" fmla="*/ 2108224 w 2670199"/>
                  <a:gd name="connsiteY2" fmla="*/ 902110 h 1349785"/>
                  <a:gd name="connsiteX3" fmla="*/ 1657350 w 2670199"/>
                  <a:gd name="connsiteY3" fmla="*/ 1349785 h 1349785"/>
                  <a:gd name="connsiteX4" fmla="*/ 0 w 2670199"/>
                  <a:gd name="connsiteY4" fmla="*/ 0 h 1349785"/>
                  <a:gd name="connsiteX0" fmla="*/ 432599 w 3102798"/>
                  <a:gd name="connsiteY0" fmla="*/ 0 h 1349785"/>
                  <a:gd name="connsiteX1" fmla="*/ 3102798 w 3102798"/>
                  <a:gd name="connsiteY1" fmla="*/ 9525 h 1349785"/>
                  <a:gd name="connsiteX2" fmla="*/ 2540823 w 3102798"/>
                  <a:gd name="connsiteY2" fmla="*/ 902110 h 1349785"/>
                  <a:gd name="connsiteX3" fmla="*/ 2089949 w 3102798"/>
                  <a:gd name="connsiteY3" fmla="*/ 1349785 h 1349785"/>
                  <a:gd name="connsiteX4" fmla="*/ 432599 w 3102798"/>
                  <a:gd name="connsiteY4" fmla="*/ 0 h 1349785"/>
                  <a:gd name="connsiteX0" fmla="*/ 432599 w 3102798"/>
                  <a:gd name="connsiteY0" fmla="*/ 0 h 1349785"/>
                  <a:gd name="connsiteX1" fmla="*/ 3102798 w 3102798"/>
                  <a:gd name="connsiteY1" fmla="*/ 9525 h 1349785"/>
                  <a:gd name="connsiteX2" fmla="*/ 2089949 w 3102798"/>
                  <a:gd name="connsiteY2" fmla="*/ 1349785 h 1349785"/>
                  <a:gd name="connsiteX3" fmla="*/ 432599 w 3102798"/>
                  <a:gd name="connsiteY3" fmla="*/ 0 h 1349785"/>
                  <a:gd name="connsiteX0" fmla="*/ 432599 w 3347947"/>
                  <a:gd name="connsiteY0" fmla="*/ 0 h 1349785"/>
                  <a:gd name="connsiteX1" fmla="*/ 3102798 w 3347947"/>
                  <a:gd name="connsiteY1" fmla="*/ 9525 h 1349785"/>
                  <a:gd name="connsiteX2" fmla="*/ 2089949 w 3347947"/>
                  <a:gd name="connsiteY2" fmla="*/ 1349785 h 1349785"/>
                  <a:gd name="connsiteX3" fmla="*/ 432599 w 3347947"/>
                  <a:gd name="connsiteY3" fmla="*/ 0 h 1349785"/>
                  <a:gd name="connsiteX0" fmla="*/ 432599 w 3796626"/>
                  <a:gd name="connsiteY0" fmla="*/ 2309 h 1352094"/>
                  <a:gd name="connsiteX1" fmla="*/ 3102798 w 3796626"/>
                  <a:gd name="connsiteY1" fmla="*/ 11834 h 1352094"/>
                  <a:gd name="connsiteX2" fmla="*/ 2089949 w 3796626"/>
                  <a:gd name="connsiteY2" fmla="*/ 1352094 h 1352094"/>
                  <a:gd name="connsiteX3" fmla="*/ 432599 w 3796626"/>
                  <a:gd name="connsiteY3" fmla="*/ 2309 h 1352094"/>
                  <a:gd name="connsiteX0" fmla="*/ 473811 w 3785623"/>
                  <a:gd name="connsiteY0" fmla="*/ 2197 h 1364682"/>
                  <a:gd name="connsiteX1" fmla="*/ 3144010 w 3785623"/>
                  <a:gd name="connsiteY1" fmla="*/ 11722 h 1364682"/>
                  <a:gd name="connsiteX2" fmla="*/ 2004161 w 3785623"/>
                  <a:gd name="connsiteY2" fmla="*/ 1364682 h 1364682"/>
                  <a:gd name="connsiteX3" fmla="*/ 473811 w 3785623"/>
                  <a:gd name="connsiteY3" fmla="*/ 2197 h 1364682"/>
                  <a:gd name="connsiteX0" fmla="*/ 376116 w 3687928"/>
                  <a:gd name="connsiteY0" fmla="*/ 2197 h 1364682"/>
                  <a:gd name="connsiteX1" fmla="*/ 3046315 w 3687928"/>
                  <a:gd name="connsiteY1" fmla="*/ 11722 h 1364682"/>
                  <a:gd name="connsiteX2" fmla="*/ 1906466 w 3687928"/>
                  <a:gd name="connsiteY2" fmla="*/ 1364682 h 1364682"/>
                  <a:gd name="connsiteX3" fmla="*/ 376116 w 3687928"/>
                  <a:gd name="connsiteY3" fmla="*/ 2197 h 1364682"/>
                  <a:gd name="connsiteX0" fmla="*/ 369306 w 3691239"/>
                  <a:gd name="connsiteY0" fmla="*/ 901 h 1528486"/>
                  <a:gd name="connsiteX1" fmla="*/ 3039505 w 3691239"/>
                  <a:gd name="connsiteY1" fmla="*/ 10426 h 1528486"/>
                  <a:gd name="connsiteX2" fmla="*/ 1925056 w 3691239"/>
                  <a:gd name="connsiteY2" fmla="*/ 1528486 h 1528486"/>
                  <a:gd name="connsiteX3" fmla="*/ 369306 w 3691239"/>
                  <a:gd name="connsiteY3" fmla="*/ 901 h 1528486"/>
                  <a:gd name="connsiteX0" fmla="*/ 349721 w 3671654"/>
                  <a:gd name="connsiteY0" fmla="*/ 901 h 1528542"/>
                  <a:gd name="connsiteX1" fmla="*/ 3019920 w 3671654"/>
                  <a:gd name="connsiteY1" fmla="*/ 10426 h 1528542"/>
                  <a:gd name="connsiteX2" fmla="*/ 1905471 w 3671654"/>
                  <a:gd name="connsiteY2" fmla="*/ 1528486 h 1528542"/>
                  <a:gd name="connsiteX3" fmla="*/ 349721 w 3671654"/>
                  <a:gd name="connsiteY3" fmla="*/ 901 h 1528542"/>
                  <a:gd name="connsiteX0" fmla="*/ 345029 w 3674658"/>
                  <a:gd name="connsiteY0" fmla="*/ 901 h 1528542"/>
                  <a:gd name="connsiteX1" fmla="*/ 3015228 w 3674658"/>
                  <a:gd name="connsiteY1" fmla="*/ 10426 h 1528542"/>
                  <a:gd name="connsiteX2" fmla="*/ 1919829 w 3674658"/>
                  <a:gd name="connsiteY2" fmla="*/ 1528486 h 1528542"/>
                  <a:gd name="connsiteX3" fmla="*/ 345029 w 3674658"/>
                  <a:gd name="connsiteY3" fmla="*/ 901 h 1528542"/>
                  <a:gd name="connsiteX0" fmla="*/ 341950 w 3676761"/>
                  <a:gd name="connsiteY0" fmla="*/ 901 h 1528542"/>
                  <a:gd name="connsiteX1" fmla="*/ 3012149 w 3676761"/>
                  <a:gd name="connsiteY1" fmla="*/ 10426 h 1528542"/>
                  <a:gd name="connsiteX2" fmla="*/ 1929450 w 3676761"/>
                  <a:gd name="connsiteY2" fmla="*/ 1528486 h 1528542"/>
                  <a:gd name="connsiteX3" fmla="*/ 341950 w 3676761"/>
                  <a:gd name="connsiteY3" fmla="*/ 901 h 1528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76761" h="1528542">
                    <a:moveTo>
                      <a:pt x="341950" y="901"/>
                    </a:moveTo>
                    <a:lnTo>
                      <a:pt x="3012149" y="10426"/>
                    </a:lnTo>
                    <a:cubicBezTo>
                      <a:pt x="3884208" y="-133371"/>
                      <a:pt x="4229216" y="1253183"/>
                      <a:pt x="1929450" y="1528486"/>
                    </a:cubicBezTo>
                    <a:cubicBezTo>
                      <a:pt x="-86675" y="1538933"/>
                      <a:pt x="-343850" y="88879"/>
                      <a:pt x="341950" y="901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882938A-267C-9C87-57E9-16C7C2368D35}"/>
                  </a:ext>
                </a:extLst>
              </p:cNvPr>
              <p:cNvSpPr/>
              <p:nvPr/>
            </p:nvSpPr>
            <p:spPr>
              <a:xfrm>
                <a:off x="5715000" y="5143500"/>
                <a:ext cx="1625600" cy="442236"/>
              </a:xfrm>
              <a:custGeom>
                <a:avLst/>
                <a:gdLst>
                  <a:gd name="connsiteX0" fmla="*/ 0 w 1625600"/>
                  <a:gd name="connsiteY0" fmla="*/ 0 h 419100"/>
                  <a:gd name="connsiteX1" fmla="*/ 1625600 w 1625600"/>
                  <a:gd name="connsiteY1" fmla="*/ 419100 h 419100"/>
                  <a:gd name="connsiteX2" fmla="*/ 1625600 w 1625600"/>
                  <a:gd name="connsiteY2" fmla="*/ 419100 h 419100"/>
                  <a:gd name="connsiteX0" fmla="*/ 0 w 1625600"/>
                  <a:gd name="connsiteY0" fmla="*/ 0 h 419100"/>
                  <a:gd name="connsiteX1" fmla="*/ 1625600 w 1625600"/>
                  <a:gd name="connsiteY1" fmla="*/ 419100 h 419100"/>
                  <a:gd name="connsiteX2" fmla="*/ 1625600 w 1625600"/>
                  <a:gd name="connsiteY2" fmla="*/ 419100 h 419100"/>
                  <a:gd name="connsiteX0" fmla="*/ 0 w 1625600"/>
                  <a:gd name="connsiteY0" fmla="*/ 0 h 442236"/>
                  <a:gd name="connsiteX1" fmla="*/ 1625600 w 1625600"/>
                  <a:gd name="connsiteY1" fmla="*/ 419100 h 442236"/>
                  <a:gd name="connsiteX2" fmla="*/ 1625600 w 1625600"/>
                  <a:gd name="connsiteY2" fmla="*/ 419100 h 442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25600" h="442236">
                    <a:moveTo>
                      <a:pt x="0" y="0"/>
                    </a:moveTo>
                    <a:cubicBezTo>
                      <a:pt x="287867" y="590550"/>
                      <a:pt x="1077383" y="419100"/>
                      <a:pt x="1625600" y="419100"/>
                    </a:cubicBezTo>
                    <a:lnTo>
                      <a:pt x="1625600" y="419100"/>
                    </a:lnTo>
                  </a:path>
                </a:pathLst>
              </a:cu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4C400961-DEF8-FCDB-7D3F-72788675B979}"/>
                  </a:ext>
                </a:extLst>
              </p:cNvPr>
              <p:cNvGrpSpPr/>
              <p:nvPr/>
            </p:nvGrpSpPr>
            <p:grpSpPr>
              <a:xfrm>
                <a:off x="6027271" y="4845743"/>
                <a:ext cx="1257236" cy="1370165"/>
                <a:chOff x="6026888" y="4832349"/>
                <a:chExt cx="1257236" cy="1370165"/>
              </a:xfrm>
              <a:solidFill>
                <a:srgbClr val="FC9701"/>
              </a:solidFill>
            </p:grpSpPr>
            <p:sp>
              <p:nvSpPr>
                <p:cNvPr id="165" name="Rectangle 1">
                  <a:extLst>
                    <a:ext uri="{FF2B5EF4-FFF2-40B4-BE49-F238E27FC236}">
                      <a16:creationId xmlns:a16="http://schemas.microsoft.com/office/drawing/2014/main" id="{954EA6FD-BF19-0205-67D2-6ECCF3D3EF21}"/>
                    </a:ext>
                  </a:extLst>
                </p:cNvPr>
                <p:cNvSpPr/>
                <p:nvPr/>
              </p:nvSpPr>
              <p:spPr>
                <a:xfrm>
                  <a:off x="6026888" y="4832349"/>
                  <a:ext cx="1257236" cy="1370165"/>
                </a:xfrm>
                <a:custGeom>
                  <a:avLst/>
                  <a:gdLst>
                    <a:gd name="connsiteX0" fmla="*/ 0 w 725457"/>
                    <a:gd name="connsiteY0" fmla="*/ 0 h 215900"/>
                    <a:gd name="connsiteX1" fmla="*/ 725457 w 725457"/>
                    <a:gd name="connsiteY1" fmla="*/ 0 h 215900"/>
                    <a:gd name="connsiteX2" fmla="*/ 725457 w 725457"/>
                    <a:gd name="connsiteY2" fmla="*/ 215900 h 215900"/>
                    <a:gd name="connsiteX3" fmla="*/ 0 w 725457"/>
                    <a:gd name="connsiteY3" fmla="*/ 215900 h 215900"/>
                    <a:gd name="connsiteX4" fmla="*/ 0 w 725457"/>
                    <a:gd name="connsiteY4" fmla="*/ 0 h 215900"/>
                    <a:gd name="connsiteX0" fmla="*/ 0 w 769907"/>
                    <a:gd name="connsiteY0" fmla="*/ 0 h 266700"/>
                    <a:gd name="connsiteX1" fmla="*/ 769907 w 769907"/>
                    <a:gd name="connsiteY1" fmla="*/ 50800 h 266700"/>
                    <a:gd name="connsiteX2" fmla="*/ 769907 w 769907"/>
                    <a:gd name="connsiteY2" fmla="*/ 266700 h 266700"/>
                    <a:gd name="connsiteX3" fmla="*/ 44450 w 769907"/>
                    <a:gd name="connsiteY3" fmla="*/ 266700 h 266700"/>
                    <a:gd name="connsiteX4" fmla="*/ 0 w 769907"/>
                    <a:gd name="connsiteY4" fmla="*/ 0 h 266700"/>
                    <a:gd name="connsiteX0" fmla="*/ 0 w 1011207"/>
                    <a:gd name="connsiteY0" fmla="*/ 63500 h 330200"/>
                    <a:gd name="connsiteX1" fmla="*/ 1011207 w 1011207"/>
                    <a:gd name="connsiteY1" fmla="*/ 0 h 330200"/>
                    <a:gd name="connsiteX2" fmla="*/ 769907 w 1011207"/>
                    <a:gd name="connsiteY2" fmla="*/ 330200 h 330200"/>
                    <a:gd name="connsiteX3" fmla="*/ 44450 w 1011207"/>
                    <a:gd name="connsiteY3" fmla="*/ 330200 h 330200"/>
                    <a:gd name="connsiteX4" fmla="*/ 0 w 1011207"/>
                    <a:gd name="connsiteY4" fmla="*/ 63500 h 330200"/>
                    <a:gd name="connsiteX0" fmla="*/ 0 w 1011207"/>
                    <a:gd name="connsiteY0" fmla="*/ 63500 h 330200"/>
                    <a:gd name="connsiteX1" fmla="*/ 1011207 w 1011207"/>
                    <a:gd name="connsiteY1" fmla="*/ 0 h 330200"/>
                    <a:gd name="connsiteX2" fmla="*/ 44450 w 1011207"/>
                    <a:gd name="connsiteY2" fmla="*/ 330200 h 330200"/>
                    <a:gd name="connsiteX3" fmla="*/ 0 w 1011207"/>
                    <a:gd name="connsiteY3" fmla="*/ 63500 h 330200"/>
                    <a:gd name="connsiteX0" fmla="*/ 0 w 1011207"/>
                    <a:gd name="connsiteY0" fmla="*/ 63500 h 571500"/>
                    <a:gd name="connsiteX1" fmla="*/ 1011207 w 1011207"/>
                    <a:gd name="connsiteY1" fmla="*/ 0 h 571500"/>
                    <a:gd name="connsiteX2" fmla="*/ 520700 w 1011207"/>
                    <a:gd name="connsiteY2" fmla="*/ 571500 h 571500"/>
                    <a:gd name="connsiteX3" fmla="*/ 0 w 1011207"/>
                    <a:gd name="connsiteY3" fmla="*/ 63500 h 571500"/>
                    <a:gd name="connsiteX0" fmla="*/ 0 w 1011207"/>
                    <a:gd name="connsiteY0" fmla="*/ 63500 h 571500"/>
                    <a:gd name="connsiteX1" fmla="*/ 1011207 w 1011207"/>
                    <a:gd name="connsiteY1" fmla="*/ 0 h 571500"/>
                    <a:gd name="connsiteX2" fmla="*/ 520700 w 1011207"/>
                    <a:gd name="connsiteY2" fmla="*/ 571500 h 571500"/>
                    <a:gd name="connsiteX3" fmla="*/ 0 w 1011207"/>
                    <a:gd name="connsiteY3" fmla="*/ 63500 h 571500"/>
                    <a:gd name="connsiteX0" fmla="*/ 20391 w 1031598"/>
                    <a:gd name="connsiteY0" fmla="*/ 63500 h 571500"/>
                    <a:gd name="connsiteX1" fmla="*/ 1031598 w 1031598"/>
                    <a:gd name="connsiteY1" fmla="*/ 0 h 571500"/>
                    <a:gd name="connsiteX2" fmla="*/ 541091 w 1031598"/>
                    <a:gd name="connsiteY2" fmla="*/ 571500 h 571500"/>
                    <a:gd name="connsiteX3" fmla="*/ 20391 w 1031598"/>
                    <a:gd name="connsiteY3" fmla="*/ 63500 h 571500"/>
                    <a:gd name="connsiteX0" fmla="*/ 20391 w 1031598"/>
                    <a:gd name="connsiteY0" fmla="*/ 63500 h 571500"/>
                    <a:gd name="connsiteX1" fmla="*/ 1031598 w 1031598"/>
                    <a:gd name="connsiteY1" fmla="*/ 0 h 571500"/>
                    <a:gd name="connsiteX2" fmla="*/ 541091 w 1031598"/>
                    <a:gd name="connsiteY2" fmla="*/ 571500 h 571500"/>
                    <a:gd name="connsiteX3" fmla="*/ 20391 w 1031598"/>
                    <a:gd name="connsiteY3" fmla="*/ 63500 h 571500"/>
                    <a:gd name="connsiteX0" fmla="*/ 20391 w 1074237"/>
                    <a:gd name="connsiteY0" fmla="*/ 63500 h 571500"/>
                    <a:gd name="connsiteX1" fmla="*/ 1031598 w 1074237"/>
                    <a:gd name="connsiteY1" fmla="*/ 0 h 571500"/>
                    <a:gd name="connsiteX2" fmla="*/ 541091 w 1074237"/>
                    <a:gd name="connsiteY2" fmla="*/ 571500 h 571500"/>
                    <a:gd name="connsiteX3" fmla="*/ 20391 w 1074237"/>
                    <a:gd name="connsiteY3" fmla="*/ 63500 h 571500"/>
                    <a:gd name="connsiteX0" fmla="*/ 19697 w 1073543"/>
                    <a:gd name="connsiteY0" fmla="*/ 63500 h 571500"/>
                    <a:gd name="connsiteX1" fmla="*/ 1030904 w 1073543"/>
                    <a:gd name="connsiteY1" fmla="*/ 0 h 571500"/>
                    <a:gd name="connsiteX2" fmla="*/ 540397 w 1073543"/>
                    <a:gd name="connsiteY2" fmla="*/ 571500 h 571500"/>
                    <a:gd name="connsiteX3" fmla="*/ 19697 w 1073543"/>
                    <a:gd name="connsiteY3" fmla="*/ 63500 h 571500"/>
                    <a:gd name="connsiteX0" fmla="*/ 19697 w 1073543"/>
                    <a:gd name="connsiteY0" fmla="*/ 63500 h 571500"/>
                    <a:gd name="connsiteX1" fmla="*/ 1030904 w 1073543"/>
                    <a:gd name="connsiteY1" fmla="*/ 0 h 571500"/>
                    <a:gd name="connsiteX2" fmla="*/ 540397 w 1073543"/>
                    <a:gd name="connsiteY2" fmla="*/ 571500 h 571500"/>
                    <a:gd name="connsiteX3" fmla="*/ 19697 w 1073543"/>
                    <a:gd name="connsiteY3" fmla="*/ 63500 h 571500"/>
                    <a:gd name="connsiteX0" fmla="*/ 24906 w 1040652"/>
                    <a:gd name="connsiteY0" fmla="*/ 0 h 685800"/>
                    <a:gd name="connsiteX1" fmla="*/ 998013 w 1040652"/>
                    <a:gd name="connsiteY1" fmla="*/ 114300 h 685800"/>
                    <a:gd name="connsiteX2" fmla="*/ 507506 w 1040652"/>
                    <a:gd name="connsiteY2" fmla="*/ 685800 h 685800"/>
                    <a:gd name="connsiteX3" fmla="*/ 24906 w 1040652"/>
                    <a:gd name="connsiteY3" fmla="*/ 0 h 685800"/>
                    <a:gd name="connsiteX0" fmla="*/ 24906 w 1040652"/>
                    <a:gd name="connsiteY0" fmla="*/ 436726 h 1122526"/>
                    <a:gd name="connsiteX1" fmla="*/ 160589 w 1040652"/>
                    <a:gd name="connsiteY1" fmla="*/ 11 h 1122526"/>
                    <a:gd name="connsiteX2" fmla="*/ 998013 w 1040652"/>
                    <a:gd name="connsiteY2" fmla="*/ 551026 h 1122526"/>
                    <a:gd name="connsiteX3" fmla="*/ 507506 w 1040652"/>
                    <a:gd name="connsiteY3" fmla="*/ 1122526 h 1122526"/>
                    <a:gd name="connsiteX4" fmla="*/ 24906 w 1040652"/>
                    <a:gd name="connsiteY4" fmla="*/ 436726 h 1122526"/>
                    <a:gd name="connsiteX0" fmla="*/ 24906 w 1182939"/>
                    <a:gd name="connsiteY0" fmla="*/ 708159 h 1393959"/>
                    <a:gd name="connsiteX1" fmla="*/ 160589 w 1182939"/>
                    <a:gd name="connsiteY1" fmla="*/ 271444 h 1393959"/>
                    <a:gd name="connsiteX2" fmla="*/ 1182939 w 1182939"/>
                    <a:gd name="connsiteY2" fmla="*/ 23794 h 1393959"/>
                    <a:gd name="connsiteX3" fmla="*/ 998013 w 1182939"/>
                    <a:gd name="connsiteY3" fmla="*/ 822459 h 1393959"/>
                    <a:gd name="connsiteX4" fmla="*/ 507506 w 1182939"/>
                    <a:gd name="connsiteY4" fmla="*/ 1393959 h 1393959"/>
                    <a:gd name="connsiteX5" fmla="*/ 24906 w 1182939"/>
                    <a:gd name="connsiteY5" fmla="*/ 708159 h 1393959"/>
                    <a:gd name="connsiteX0" fmla="*/ 24906 w 1182939"/>
                    <a:gd name="connsiteY0" fmla="*/ 708159 h 1393959"/>
                    <a:gd name="connsiteX1" fmla="*/ 160589 w 1182939"/>
                    <a:gd name="connsiteY1" fmla="*/ 271444 h 1393959"/>
                    <a:gd name="connsiteX2" fmla="*/ 1182939 w 1182939"/>
                    <a:gd name="connsiteY2" fmla="*/ 23794 h 1393959"/>
                    <a:gd name="connsiteX3" fmla="*/ 1080563 w 1182939"/>
                    <a:gd name="connsiteY3" fmla="*/ 752609 h 1393959"/>
                    <a:gd name="connsiteX4" fmla="*/ 507506 w 1182939"/>
                    <a:gd name="connsiteY4" fmla="*/ 1393959 h 1393959"/>
                    <a:gd name="connsiteX5" fmla="*/ 24906 w 1182939"/>
                    <a:gd name="connsiteY5" fmla="*/ 708159 h 1393959"/>
                    <a:gd name="connsiteX0" fmla="*/ 24906 w 1189049"/>
                    <a:gd name="connsiteY0" fmla="*/ 708159 h 1393959"/>
                    <a:gd name="connsiteX1" fmla="*/ 160589 w 1189049"/>
                    <a:gd name="connsiteY1" fmla="*/ 271444 h 1393959"/>
                    <a:gd name="connsiteX2" fmla="*/ 1182939 w 1189049"/>
                    <a:gd name="connsiteY2" fmla="*/ 23794 h 1393959"/>
                    <a:gd name="connsiteX3" fmla="*/ 1080563 w 1189049"/>
                    <a:gd name="connsiteY3" fmla="*/ 752609 h 1393959"/>
                    <a:gd name="connsiteX4" fmla="*/ 507506 w 1189049"/>
                    <a:gd name="connsiteY4" fmla="*/ 1393959 h 1393959"/>
                    <a:gd name="connsiteX5" fmla="*/ 24906 w 1189049"/>
                    <a:gd name="connsiteY5" fmla="*/ 708159 h 1393959"/>
                    <a:gd name="connsiteX0" fmla="*/ 24906 w 1221712"/>
                    <a:gd name="connsiteY0" fmla="*/ 708159 h 1393959"/>
                    <a:gd name="connsiteX1" fmla="*/ 160589 w 1221712"/>
                    <a:gd name="connsiteY1" fmla="*/ 271444 h 1393959"/>
                    <a:gd name="connsiteX2" fmla="*/ 1182939 w 1221712"/>
                    <a:gd name="connsiteY2" fmla="*/ 23794 h 1393959"/>
                    <a:gd name="connsiteX3" fmla="*/ 1080563 w 1221712"/>
                    <a:gd name="connsiteY3" fmla="*/ 752609 h 1393959"/>
                    <a:gd name="connsiteX4" fmla="*/ 507506 w 1221712"/>
                    <a:gd name="connsiteY4" fmla="*/ 1393959 h 1393959"/>
                    <a:gd name="connsiteX5" fmla="*/ 24906 w 1221712"/>
                    <a:gd name="connsiteY5" fmla="*/ 708159 h 1393959"/>
                    <a:gd name="connsiteX0" fmla="*/ 24906 w 1221712"/>
                    <a:gd name="connsiteY0" fmla="*/ 708159 h 1393959"/>
                    <a:gd name="connsiteX1" fmla="*/ 135189 w 1221712"/>
                    <a:gd name="connsiteY1" fmla="*/ 271444 h 1393959"/>
                    <a:gd name="connsiteX2" fmla="*/ 1182939 w 1221712"/>
                    <a:gd name="connsiteY2" fmla="*/ 23794 h 1393959"/>
                    <a:gd name="connsiteX3" fmla="*/ 1080563 w 1221712"/>
                    <a:gd name="connsiteY3" fmla="*/ 752609 h 1393959"/>
                    <a:gd name="connsiteX4" fmla="*/ 507506 w 1221712"/>
                    <a:gd name="connsiteY4" fmla="*/ 1393959 h 1393959"/>
                    <a:gd name="connsiteX5" fmla="*/ 24906 w 1221712"/>
                    <a:gd name="connsiteY5" fmla="*/ 708159 h 1393959"/>
                    <a:gd name="connsiteX0" fmla="*/ 60430 w 1257236"/>
                    <a:gd name="connsiteY0" fmla="*/ 708159 h 1393959"/>
                    <a:gd name="connsiteX1" fmla="*/ 170713 w 1257236"/>
                    <a:gd name="connsiteY1" fmla="*/ 271444 h 1393959"/>
                    <a:gd name="connsiteX2" fmla="*/ 1218463 w 1257236"/>
                    <a:gd name="connsiteY2" fmla="*/ 23794 h 1393959"/>
                    <a:gd name="connsiteX3" fmla="*/ 1116087 w 1257236"/>
                    <a:gd name="connsiteY3" fmla="*/ 752609 h 1393959"/>
                    <a:gd name="connsiteX4" fmla="*/ 543030 w 1257236"/>
                    <a:gd name="connsiteY4" fmla="*/ 1393959 h 1393959"/>
                    <a:gd name="connsiteX5" fmla="*/ 60430 w 1257236"/>
                    <a:gd name="connsiteY5" fmla="*/ 708159 h 1393959"/>
                    <a:gd name="connsiteX0" fmla="*/ 1218463 w 1309903"/>
                    <a:gd name="connsiteY0" fmla="*/ 0 h 1370165"/>
                    <a:gd name="connsiteX1" fmla="*/ 1116087 w 1309903"/>
                    <a:gd name="connsiteY1" fmla="*/ 728815 h 1370165"/>
                    <a:gd name="connsiteX2" fmla="*/ 543030 w 1309903"/>
                    <a:gd name="connsiteY2" fmla="*/ 1370165 h 1370165"/>
                    <a:gd name="connsiteX3" fmla="*/ 60430 w 1309903"/>
                    <a:gd name="connsiteY3" fmla="*/ 684365 h 1370165"/>
                    <a:gd name="connsiteX4" fmla="*/ 170713 w 1309903"/>
                    <a:gd name="connsiteY4" fmla="*/ 247650 h 1370165"/>
                    <a:gd name="connsiteX5" fmla="*/ 1309903 w 1309903"/>
                    <a:gd name="connsiteY5" fmla="*/ 91440 h 1370165"/>
                    <a:gd name="connsiteX0" fmla="*/ 1218463 w 1257236"/>
                    <a:gd name="connsiteY0" fmla="*/ 0 h 1370165"/>
                    <a:gd name="connsiteX1" fmla="*/ 1116087 w 1257236"/>
                    <a:gd name="connsiteY1" fmla="*/ 728815 h 1370165"/>
                    <a:gd name="connsiteX2" fmla="*/ 543030 w 1257236"/>
                    <a:gd name="connsiteY2" fmla="*/ 1370165 h 1370165"/>
                    <a:gd name="connsiteX3" fmla="*/ 60430 w 1257236"/>
                    <a:gd name="connsiteY3" fmla="*/ 684365 h 1370165"/>
                    <a:gd name="connsiteX4" fmla="*/ 170713 w 1257236"/>
                    <a:gd name="connsiteY4" fmla="*/ 247650 h 1370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236" h="1370165">
                      <a:moveTo>
                        <a:pt x="1218463" y="0"/>
                      </a:moveTo>
                      <a:cubicBezTo>
                        <a:pt x="1266888" y="141338"/>
                        <a:pt x="1302612" y="466827"/>
                        <a:pt x="1116087" y="728815"/>
                      </a:cubicBezTo>
                      <a:cubicBezTo>
                        <a:pt x="1162135" y="868515"/>
                        <a:pt x="1214532" y="1319365"/>
                        <a:pt x="543030" y="1370165"/>
                      </a:cubicBezTo>
                      <a:cubicBezTo>
                        <a:pt x="-5187" y="1334182"/>
                        <a:pt x="-77153" y="904498"/>
                        <a:pt x="60430" y="684365"/>
                      </a:cubicBezTo>
                      <a:cubicBezTo>
                        <a:pt x="120474" y="686960"/>
                        <a:pt x="110669" y="245055"/>
                        <a:pt x="170713" y="247650"/>
                      </a:cubicBezTo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786E3181-1285-27B1-6622-A985C256AADF}"/>
                    </a:ext>
                  </a:extLst>
                </p:cNvPr>
                <p:cNvGrpSpPr/>
                <p:nvPr/>
              </p:nvGrpSpPr>
              <p:grpSpPr>
                <a:xfrm>
                  <a:off x="6858913" y="4885992"/>
                  <a:ext cx="418410" cy="1203172"/>
                  <a:chOff x="10595732" y="3098254"/>
                  <a:chExt cx="418410" cy="1203172"/>
                </a:xfrm>
                <a:grpFill/>
              </p:grpSpPr>
              <p:sp>
                <p:nvSpPr>
                  <p:cNvPr id="169" name="Freeform: Shape 168">
                    <a:extLst>
                      <a:ext uri="{FF2B5EF4-FFF2-40B4-BE49-F238E27FC236}">
                        <a16:creationId xmlns:a16="http://schemas.microsoft.com/office/drawing/2014/main" id="{B5DBC150-7746-916A-8E01-F4EDACEFCE18}"/>
                      </a:ext>
                    </a:extLst>
                  </p:cNvPr>
                  <p:cNvSpPr/>
                  <p:nvPr/>
                </p:nvSpPr>
                <p:spPr>
                  <a:xfrm>
                    <a:off x="10736158" y="3098254"/>
                    <a:ext cx="277984" cy="424439"/>
                  </a:xfrm>
                  <a:custGeom>
                    <a:avLst/>
                    <a:gdLst>
                      <a:gd name="connsiteX0" fmla="*/ 252592 w 277984"/>
                      <a:gd name="connsiteY0" fmla="*/ 0 h 424439"/>
                      <a:gd name="connsiteX1" fmla="*/ 256366 w 277984"/>
                      <a:gd name="connsiteY1" fmla="*/ 13451 h 424439"/>
                      <a:gd name="connsiteX2" fmla="*/ 276129 w 277984"/>
                      <a:gd name="connsiteY2" fmla="*/ 271465 h 424439"/>
                      <a:gd name="connsiteX3" fmla="*/ 270144 w 277984"/>
                      <a:gd name="connsiteY3" fmla="*/ 321247 h 424439"/>
                      <a:gd name="connsiteX4" fmla="*/ 253508 w 277984"/>
                      <a:gd name="connsiteY4" fmla="*/ 332464 h 424439"/>
                      <a:gd name="connsiteX5" fmla="*/ 9147 w 277984"/>
                      <a:gd name="connsiteY5" fmla="*/ 413084 h 424439"/>
                      <a:gd name="connsiteX6" fmla="*/ 181416 w 277984"/>
                      <a:gd name="connsiteY6" fmla="*/ 81268 h 424439"/>
                      <a:gd name="connsiteX7" fmla="*/ 252592 w 277984"/>
                      <a:gd name="connsiteY7" fmla="*/ 0 h 4244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77984" h="424439">
                        <a:moveTo>
                          <a:pt x="252592" y="0"/>
                        </a:moveTo>
                        <a:lnTo>
                          <a:pt x="256366" y="13451"/>
                        </a:lnTo>
                        <a:cubicBezTo>
                          <a:pt x="272107" y="82266"/>
                          <a:pt x="282378" y="172624"/>
                          <a:pt x="276129" y="271465"/>
                        </a:cubicBezTo>
                        <a:lnTo>
                          <a:pt x="270144" y="321247"/>
                        </a:lnTo>
                        <a:lnTo>
                          <a:pt x="253508" y="332464"/>
                        </a:lnTo>
                        <a:cubicBezTo>
                          <a:pt x="128960" y="410719"/>
                          <a:pt x="37666" y="443775"/>
                          <a:pt x="9147" y="413084"/>
                        </a:cubicBezTo>
                        <a:cubicBezTo>
                          <a:pt x="-26502" y="374720"/>
                          <a:pt x="44373" y="245832"/>
                          <a:pt x="181416" y="81268"/>
                        </a:cubicBezTo>
                        <a:lnTo>
                          <a:pt x="25259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0" name="Freeform: Shape 169">
                    <a:extLst>
                      <a:ext uri="{FF2B5EF4-FFF2-40B4-BE49-F238E27FC236}">
                        <a16:creationId xmlns:a16="http://schemas.microsoft.com/office/drawing/2014/main" id="{56831CCA-21F0-26DB-63F1-925ED7DB10CD}"/>
                      </a:ext>
                    </a:extLst>
                  </p:cNvPr>
                  <p:cNvSpPr/>
                  <p:nvPr/>
                </p:nvSpPr>
                <p:spPr>
                  <a:xfrm>
                    <a:off x="10595732" y="3680227"/>
                    <a:ext cx="339567" cy="326249"/>
                  </a:xfrm>
                  <a:custGeom>
                    <a:avLst/>
                    <a:gdLst>
                      <a:gd name="connsiteX0" fmla="*/ 339567 w 339567"/>
                      <a:gd name="connsiteY0" fmla="*/ 0 h 326249"/>
                      <a:gd name="connsiteX1" fmla="*/ 338195 w 339567"/>
                      <a:gd name="connsiteY1" fmla="*/ 3426 h 326249"/>
                      <a:gd name="connsiteX2" fmla="*/ 278257 w 339567"/>
                      <a:gd name="connsiteY2" fmla="*/ 104164 h 326249"/>
                      <a:gd name="connsiteX3" fmla="*/ 302573 w 339567"/>
                      <a:gd name="connsiteY3" fmla="*/ 256167 h 326249"/>
                      <a:gd name="connsiteX4" fmla="*/ 297517 w 339567"/>
                      <a:gd name="connsiteY4" fmla="*/ 316112 h 326249"/>
                      <a:gd name="connsiteX5" fmla="*/ 263764 w 339567"/>
                      <a:gd name="connsiteY5" fmla="*/ 320752 h 326249"/>
                      <a:gd name="connsiteX6" fmla="*/ 2098 w 339567"/>
                      <a:gd name="connsiteY6" fmla="*/ 274263 h 326249"/>
                      <a:gd name="connsiteX7" fmla="*/ 289992 w 339567"/>
                      <a:gd name="connsiteY7" fmla="*/ 23321 h 326249"/>
                      <a:gd name="connsiteX8" fmla="*/ 339567 w 339567"/>
                      <a:gd name="connsiteY8" fmla="*/ 0 h 326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39567" h="326249">
                        <a:moveTo>
                          <a:pt x="339567" y="0"/>
                        </a:moveTo>
                        <a:lnTo>
                          <a:pt x="338195" y="3426"/>
                        </a:lnTo>
                        <a:cubicBezTo>
                          <a:pt x="321416" y="37675"/>
                          <a:pt x="301573" y="71416"/>
                          <a:pt x="278257" y="104164"/>
                        </a:cubicBezTo>
                        <a:cubicBezTo>
                          <a:pt x="289769" y="139089"/>
                          <a:pt x="301678" y="193461"/>
                          <a:pt x="302573" y="256167"/>
                        </a:cubicBezTo>
                        <a:lnTo>
                          <a:pt x="297517" y="316112"/>
                        </a:lnTo>
                        <a:lnTo>
                          <a:pt x="263764" y="320752"/>
                        </a:lnTo>
                        <a:cubicBezTo>
                          <a:pt x="116418" y="335401"/>
                          <a:pt x="17554" y="321062"/>
                          <a:pt x="2098" y="274263"/>
                        </a:cubicBezTo>
                        <a:cubicBezTo>
                          <a:pt x="-17222" y="215764"/>
                          <a:pt x="98354" y="120391"/>
                          <a:pt x="289992" y="23321"/>
                        </a:cubicBezTo>
                        <a:lnTo>
                          <a:pt x="339567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Freeform: Shape 170">
                    <a:extLst>
                      <a:ext uri="{FF2B5EF4-FFF2-40B4-BE49-F238E27FC236}">
                        <a16:creationId xmlns:a16="http://schemas.microsoft.com/office/drawing/2014/main" id="{BAE994FB-4BB2-30DD-0F52-2EB563795FF6}"/>
                      </a:ext>
                    </a:extLst>
                  </p:cNvPr>
                  <p:cNvSpPr/>
                  <p:nvPr/>
                </p:nvSpPr>
                <p:spPr>
                  <a:xfrm>
                    <a:off x="10611505" y="4132929"/>
                    <a:ext cx="237341" cy="168497"/>
                  </a:xfrm>
                  <a:custGeom>
                    <a:avLst/>
                    <a:gdLst>
                      <a:gd name="connsiteX0" fmla="*/ 237341 w 237341"/>
                      <a:gd name="connsiteY0" fmla="*/ 0 h 168497"/>
                      <a:gd name="connsiteX1" fmla="*/ 208626 w 237341"/>
                      <a:gd name="connsiteY1" fmla="*/ 50372 h 168497"/>
                      <a:gd name="connsiteX2" fmla="*/ 121544 w 237341"/>
                      <a:gd name="connsiteY2" fmla="*/ 144084 h 168497"/>
                      <a:gd name="connsiteX3" fmla="*/ 85670 w 237341"/>
                      <a:gd name="connsiteY3" fmla="*/ 168497 h 168497"/>
                      <a:gd name="connsiteX4" fmla="*/ 60167 w 237341"/>
                      <a:gd name="connsiteY4" fmla="*/ 158323 h 168497"/>
                      <a:gd name="connsiteX5" fmla="*/ 28 w 237341"/>
                      <a:gd name="connsiteY5" fmla="*/ 96695 h 168497"/>
                      <a:gd name="connsiteX6" fmla="*/ 139947 w 237341"/>
                      <a:gd name="connsiteY6" fmla="*/ 17988 h 168497"/>
                      <a:gd name="connsiteX7" fmla="*/ 237341 w 237341"/>
                      <a:gd name="connsiteY7" fmla="*/ 0 h 1684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7341" h="168497">
                        <a:moveTo>
                          <a:pt x="237341" y="0"/>
                        </a:moveTo>
                        <a:lnTo>
                          <a:pt x="208626" y="50372"/>
                        </a:lnTo>
                        <a:cubicBezTo>
                          <a:pt x="186393" y="83462"/>
                          <a:pt x="157841" y="115162"/>
                          <a:pt x="121544" y="144084"/>
                        </a:cubicBezTo>
                        <a:lnTo>
                          <a:pt x="85670" y="168497"/>
                        </a:lnTo>
                        <a:lnTo>
                          <a:pt x="60167" y="158323"/>
                        </a:lnTo>
                        <a:cubicBezTo>
                          <a:pt x="20582" y="138466"/>
                          <a:pt x="-879" y="117591"/>
                          <a:pt x="28" y="96695"/>
                        </a:cubicBezTo>
                        <a:cubicBezTo>
                          <a:pt x="1387" y="65351"/>
                          <a:pt x="52879" y="38411"/>
                          <a:pt x="139947" y="17988"/>
                        </a:cubicBezTo>
                        <a:lnTo>
                          <a:pt x="237341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381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0671B4A8-C410-72EB-D3B9-A8AEF1A0F27B}"/>
                  </a:ext>
                </a:extLst>
              </p:cNvPr>
              <p:cNvGrpSpPr/>
              <p:nvPr/>
            </p:nvGrpSpPr>
            <p:grpSpPr>
              <a:xfrm>
                <a:off x="3741250" y="298777"/>
                <a:ext cx="4875284" cy="2669757"/>
                <a:chOff x="3741250" y="298777"/>
                <a:chExt cx="4875284" cy="2669757"/>
              </a:xfrm>
              <a:solidFill>
                <a:sysClr val="windowText" lastClr="000000"/>
              </a:solidFill>
            </p:grpSpPr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A6FD50F4-1117-1561-AA62-348745C40BFF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5769964" y="298777"/>
                  <a:ext cx="833356" cy="1105662"/>
                </a:xfrm>
                <a:custGeom>
                  <a:avLst/>
                  <a:gdLst>
                    <a:gd name="connsiteX0" fmla="*/ 664870 w 833356"/>
                    <a:gd name="connsiteY0" fmla="*/ 984088 h 1105662"/>
                    <a:gd name="connsiteX1" fmla="*/ 525754 w 833356"/>
                    <a:gd name="connsiteY1" fmla="*/ 1057749 h 1105662"/>
                    <a:gd name="connsiteX2" fmla="*/ 420053 w 833356"/>
                    <a:gd name="connsiteY2" fmla="*/ 1105662 h 1105662"/>
                    <a:gd name="connsiteX3" fmla="*/ 408669 w 833356"/>
                    <a:gd name="connsiteY3" fmla="*/ 1092182 h 1105662"/>
                    <a:gd name="connsiteX4" fmla="*/ 234869 w 833356"/>
                    <a:gd name="connsiteY4" fmla="*/ 833676 h 1105662"/>
                    <a:gd name="connsiteX5" fmla="*/ 58952 w 833356"/>
                    <a:gd name="connsiteY5" fmla="*/ 12398 h 1105662"/>
                    <a:gd name="connsiteX6" fmla="*/ 685136 w 833356"/>
                    <a:gd name="connsiteY6" fmla="*/ 572164 h 1105662"/>
                    <a:gd name="connsiteX7" fmla="*/ 823551 w 833356"/>
                    <a:gd name="connsiteY7" fmla="*/ 851222 h 1105662"/>
                    <a:gd name="connsiteX8" fmla="*/ 833356 w 833356"/>
                    <a:gd name="connsiteY8" fmla="*/ 877999 h 1105662"/>
                    <a:gd name="connsiteX9" fmla="*/ 798967 w 833356"/>
                    <a:gd name="connsiteY9" fmla="*/ 902145 h 1105662"/>
                    <a:gd name="connsiteX10" fmla="*/ 664870 w 833356"/>
                    <a:gd name="connsiteY10" fmla="*/ 984088 h 110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3356" h="1105662">
                      <a:moveTo>
                        <a:pt x="664870" y="984088"/>
                      </a:moveTo>
                      <a:cubicBezTo>
                        <a:pt x="618443" y="1010502"/>
                        <a:pt x="572058" y="1035027"/>
                        <a:pt x="525754" y="1057749"/>
                      </a:cubicBezTo>
                      <a:lnTo>
                        <a:pt x="420053" y="1105662"/>
                      </a:lnTo>
                      <a:lnTo>
                        <a:pt x="408669" y="1092182"/>
                      </a:lnTo>
                      <a:cubicBezTo>
                        <a:pt x="349295" y="1016186"/>
                        <a:pt x="290243" y="929017"/>
                        <a:pt x="234869" y="833676"/>
                      </a:cubicBezTo>
                      <a:cubicBezTo>
                        <a:pt x="13375" y="452311"/>
                        <a:pt x="-65385" y="84613"/>
                        <a:pt x="58952" y="12398"/>
                      </a:cubicBezTo>
                      <a:cubicBezTo>
                        <a:pt x="183290" y="-59816"/>
                        <a:pt x="463642" y="190799"/>
                        <a:pt x="685136" y="572164"/>
                      </a:cubicBezTo>
                      <a:cubicBezTo>
                        <a:pt x="740510" y="667505"/>
                        <a:pt x="786962" y="761992"/>
                        <a:pt x="823551" y="851222"/>
                      </a:cubicBezTo>
                      <a:lnTo>
                        <a:pt x="833356" y="877999"/>
                      </a:lnTo>
                      <a:lnTo>
                        <a:pt x="798967" y="902145"/>
                      </a:lnTo>
                      <a:cubicBezTo>
                        <a:pt x="755976" y="930335"/>
                        <a:pt x="711298" y="957674"/>
                        <a:pt x="664870" y="984088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78E38811-313C-9C14-1B36-100D527C25E5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5184198" y="429564"/>
                  <a:ext cx="926090" cy="855636"/>
                </a:xfrm>
                <a:custGeom>
                  <a:avLst/>
                  <a:gdLst>
                    <a:gd name="connsiteX0" fmla="*/ 640376 w 926090"/>
                    <a:gd name="connsiteY0" fmla="*/ 855636 h 855636"/>
                    <a:gd name="connsiteX1" fmla="*/ 594180 w 926090"/>
                    <a:gd name="connsiteY1" fmla="*/ 821315 h 855636"/>
                    <a:gd name="connsiteX2" fmla="*/ 470659 w 926090"/>
                    <a:gd name="connsiteY2" fmla="*/ 718059 h 855636"/>
                    <a:gd name="connsiteX3" fmla="*/ 17487 w 926090"/>
                    <a:gd name="connsiteY3" fmla="*/ 25029 h 855636"/>
                    <a:gd name="connsiteX4" fmla="*/ 760860 w 926090"/>
                    <a:gd name="connsiteY4" fmla="*/ 389794 h 855636"/>
                    <a:gd name="connsiteX5" fmla="*/ 878485 w 926090"/>
                    <a:gd name="connsiteY5" fmla="*/ 499719 h 855636"/>
                    <a:gd name="connsiteX6" fmla="*/ 926090 w 926090"/>
                    <a:gd name="connsiteY6" fmla="*/ 549615 h 855636"/>
                    <a:gd name="connsiteX7" fmla="*/ 907615 w 926090"/>
                    <a:gd name="connsiteY7" fmla="*/ 576002 h 855636"/>
                    <a:gd name="connsiteX8" fmla="*/ 724763 w 926090"/>
                    <a:gd name="connsiteY8" fmla="*/ 778446 h 855636"/>
                    <a:gd name="connsiteX9" fmla="*/ 640376 w 926090"/>
                    <a:gd name="connsiteY9" fmla="*/ 855636 h 855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26090" h="855636">
                      <a:moveTo>
                        <a:pt x="640376" y="855636"/>
                      </a:moveTo>
                      <a:lnTo>
                        <a:pt x="594180" y="821315"/>
                      </a:lnTo>
                      <a:cubicBezTo>
                        <a:pt x="553301" y="789072"/>
                        <a:pt x="511961" y="754572"/>
                        <a:pt x="470659" y="718059"/>
                      </a:cubicBezTo>
                      <a:cubicBezTo>
                        <a:pt x="140242" y="425958"/>
                        <a:pt x="-62650" y="115678"/>
                        <a:pt x="17487" y="25029"/>
                      </a:cubicBezTo>
                      <a:cubicBezTo>
                        <a:pt x="97624" y="-65618"/>
                        <a:pt x="430443" y="97692"/>
                        <a:pt x="760860" y="389794"/>
                      </a:cubicBezTo>
                      <a:cubicBezTo>
                        <a:pt x="802162" y="426306"/>
                        <a:pt x="841471" y="463103"/>
                        <a:pt x="878485" y="499719"/>
                      </a:cubicBezTo>
                      <a:lnTo>
                        <a:pt x="926090" y="549615"/>
                      </a:lnTo>
                      <a:lnTo>
                        <a:pt x="907615" y="576002"/>
                      </a:lnTo>
                      <a:cubicBezTo>
                        <a:pt x="852365" y="645560"/>
                        <a:pt x="791576" y="713245"/>
                        <a:pt x="724763" y="778446"/>
                      </a:cubicBezTo>
                      <a:lnTo>
                        <a:pt x="640376" y="855636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A5BA45F9-6A6C-B09D-C223-99691A34D88A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6504125" y="417190"/>
                  <a:ext cx="515473" cy="1002056"/>
                </a:xfrm>
                <a:custGeom>
                  <a:avLst/>
                  <a:gdLst>
                    <a:gd name="connsiteX0" fmla="*/ 515473 w 515473"/>
                    <a:gd name="connsiteY0" fmla="*/ 922989 h 1002056"/>
                    <a:gd name="connsiteX1" fmla="*/ 484115 w 515473"/>
                    <a:gd name="connsiteY1" fmla="*/ 932774 h 1002056"/>
                    <a:gd name="connsiteX2" fmla="*/ 213809 w 515473"/>
                    <a:gd name="connsiteY2" fmla="*/ 990946 h 1002056"/>
                    <a:gd name="connsiteX3" fmla="*/ 97368 w 515473"/>
                    <a:gd name="connsiteY3" fmla="*/ 1002056 h 1002056"/>
                    <a:gd name="connsiteX4" fmla="*/ 92083 w 515473"/>
                    <a:gd name="connsiteY4" fmla="*/ 984376 h 1002056"/>
                    <a:gd name="connsiteX5" fmla="*/ 54889 w 515473"/>
                    <a:gd name="connsiteY5" fmla="*/ 827737 h 1002056"/>
                    <a:gd name="connsiteX6" fmla="*/ 106419 w 515473"/>
                    <a:gd name="connsiteY6" fmla="*/ 1299 h 1002056"/>
                    <a:gd name="connsiteX7" fmla="*/ 483821 w 515473"/>
                    <a:gd name="connsiteY7" fmla="*/ 738335 h 1002056"/>
                    <a:gd name="connsiteX8" fmla="*/ 512300 w 515473"/>
                    <a:gd name="connsiteY8" fmla="*/ 896790 h 1002056"/>
                    <a:gd name="connsiteX9" fmla="*/ 515473 w 515473"/>
                    <a:gd name="connsiteY9" fmla="*/ 922989 h 1002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15473" h="1002056">
                      <a:moveTo>
                        <a:pt x="515473" y="922989"/>
                      </a:moveTo>
                      <a:lnTo>
                        <a:pt x="484115" y="932774"/>
                      </a:lnTo>
                      <a:cubicBezTo>
                        <a:pt x="393143" y="958121"/>
                        <a:pt x="302941" y="977283"/>
                        <a:pt x="213809" y="990946"/>
                      </a:cubicBezTo>
                      <a:lnTo>
                        <a:pt x="97368" y="1002056"/>
                      </a:lnTo>
                      <a:lnTo>
                        <a:pt x="92083" y="984376"/>
                      </a:lnTo>
                      <a:cubicBezTo>
                        <a:pt x="78620" y="934083"/>
                        <a:pt x="66137" y="881705"/>
                        <a:pt x="54889" y="827737"/>
                      </a:cubicBezTo>
                      <a:cubicBezTo>
                        <a:pt x="-35099" y="395996"/>
                        <a:pt x="-12028" y="25987"/>
                        <a:pt x="106419" y="1299"/>
                      </a:cubicBezTo>
                      <a:cubicBezTo>
                        <a:pt x="224865" y="-23388"/>
                        <a:pt x="393834" y="306594"/>
                        <a:pt x="483821" y="738335"/>
                      </a:cubicBezTo>
                      <a:cubicBezTo>
                        <a:pt x="495069" y="792303"/>
                        <a:pt x="504551" y="845306"/>
                        <a:pt x="512300" y="896790"/>
                      </a:cubicBezTo>
                      <a:lnTo>
                        <a:pt x="515473" y="922989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2232114F-27EC-4A41-FC83-F0244DA5621A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8051879" y="1505194"/>
                  <a:ext cx="285840" cy="619011"/>
                </a:xfrm>
                <a:custGeom>
                  <a:avLst/>
                  <a:gdLst>
                    <a:gd name="connsiteX0" fmla="*/ 285840 w 285840"/>
                    <a:gd name="connsiteY0" fmla="*/ 619011 h 619011"/>
                    <a:gd name="connsiteX1" fmla="*/ 176590 w 285840"/>
                    <a:gd name="connsiteY1" fmla="*/ 568701 h 619011"/>
                    <a:gd name="connsiteX2" fmla="*/ 7963 w 285840"/>
                    <a:gd name="connsiteY2" fmla="*/ 478099 h 619011"/>
                    <a:gd name="connsiteX3" fmla="*/ 0 w 285840"/>
                    <a:gd name="connsiteY3" fmla="*/ 473215 h 619011"/>
                    <a:gd name="connsiteX4" fmla="*/ 12493 w 285840"/>
                    <a:gd name="connsiteY4" fmla="*/ 352067 h 619011"/>
                    <a:gd name="connsiteX5" fmla="*/ 138301 w 285840"/>
                    <a:gd name="connsiteY5" fmla="*/ 1 h 619011"/>
                    <a:gd name="connsiteX6" fmla="*/ 278096 w 285840"/>
                    <a:gd name="connsiteY6" fmla="*/ 487711 h 619011"/>
                    <a:gd name="connsiteX7" fmla="*/ 285840 w 285840"/>
                    <a:gd name="connsiteY7" fmla="*/ 619011 h 619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5840" h="619011">
                      <a:moveTo>
                        <a:pt x="285840" y="619011"/>
                      </a:moveTo>
                      <a:lnTo>
                        <a:pt x="176590" y="568701"/>
                      </a:lnTo>
                      <a:cubicBezTo>
                        <a:pt x="117114" y="538971"/>
                        <a:pt x="60805" y="508542"/>
                        <a:pt x="7963" y="478099"/>
                      </a:cubicBezTo>
                      <a:lnTo>
                        <a:pt x="0" y="473215"/>
                      </a:lnTo>
                      <a:lnTo>
                        <a:pt x="12493" y="352067"/>
                      </a:lnTo>
                      <a:cubicBezTo>
                        <a:pt x="39759" y="139655"/>
                        <a:pt x="85931" y="0"/>
                        <a:pt x="138301" y="1"/>
                      </a:cubicBezTo>
                      <a:cubicBezTo>
                        <a:pt x="201145" y="0"/>
                        <a:pt x="255064" y="201103"/>
                        <a:pt x="278096" y="487711"/>
                      </a:cubicBezTo>
                      <a:lnTo>
                        <a:pt x="285840" y="619011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02412368-BA41-B7A4-F119-9EEB338CA8A9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3995228" y="1624266"/>
                  <a:ext cx="501096" cy="474594"/>
                </a:xfrm>
                <a:custGeom>
                  <a:avLst/>
                  <a:gdLst>
                    <a:gd name="connsiteX0" fmla="*/ 497806 w 501096"/>
                    <a:gd name="connsiteY0" fmla="*/ 474594 h 474594"/>
                    <a:gd name="connsiteX1" fmla="*/ 484288 w 501096"/>
                    <a:gd name="connsiteY1" fmla="*/ 466535 h 474594"/>
                    <a:gd name="connsiteX2" fmla="*/ 4122 w 501096"/>
                    <a:gd name="connsiteY2" fmla="*/ 21480 h 474594"/>
                    <a:gd name="connsiteX3" fmla="*/ 372266 w 501096"/>
                    <a:gd name="connsiteY3" fmla="*/ 86664 h 474594"/>
                    <a:gd name="connsiteX4" fmla="*/ 492248 w 501096"/>
                    <a:gd name="connsiteY4" fmla="*/ 139624 h 474594"/>
                    <a:gd name="connsiteX5" fmla="*/ 498886 w 501096"/>
                    <a:gd name="connsiteY5" fmla="*/ 240664 h 474594"/>
                    <a:gd name="connsiteX6" fmla="*/ 500269 w 501096"/>
                    <a:gd name="connsiteY6" fmla="*/ 430627 h 474594"/>
                    <a:gd name="connsiteX7" fmla="*/ 497806 w 501096"/>
                    <a:gd name="connsiteY7" fmla="*/ 474594 h 474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1096" h="474594">
                      <a:moveTo>
                        <a:pt x="497806" y="474594"/>
                      </a:moveTo>
                      <a:lnTo>
                        <a:pt x="484288" y="466535"/>
                      </a:lnTo>
                      <a:cubicBezTo>
                        <a:pt x="175235" y="273934"/>
                        <a:pt x="-32209" y="85163"/>
                        <a:pt x="4122" y="21480"/>
                      </a:cubicBezTo>
                      <a:cubicBezTo>
                        <a:pt x="30073" y="-24008"/>
                        <a:pt x="174256" y="5090"/>
                        <a:pt x="372266" y="86664"/>
                      </a:cubicBezTo>
                      <a:lnTo>
                        <a:pt x="492248" y="139624"/>
                      </a:lnTo>
                      <a:lnTo>
                        <a:pt x="498886" y="240664"/>
                      </a:lnTo>
                      <a:cubicBezTo>
                        <a:pt x="501160" y="301185"/>
                        <a:pt x="501784" y="364709"/>
                        <a:pt x="500269" y="430627"/>
                      </a:cubicBezTo>
                      <a:lnTo>
                        <a:pt x="497806" y="474594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2F39B73E-669C-9CC4-2871-41DC001D3647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8149714" y="1955921"/>
                  <a:ext cx="454775" cy="739841"/>
                </a:xfrm>
                <a:custGeom>
                  <a:avLst/>
                  <a:gdLst>
                    <a:gd name="connsiteX0" fmla="*/ 274519 w 454775"/>
                    <a:gd name="connsiteY0" fmla="*/ 739841 h 739841"/>
                    <a:gd name="connsiteX1" fmla="*/ 233722 w 454775"/>
                    <a:gd name="connsiteY1" fmla="*/ 711611 h 739841"/>
                    <a:gd name="connsiteX2" fmla="*/ 11568 w 454775"/>
                    <a:gd name="connsiteY2" fmla="*/ 516938 h 739841"/>
                    <a:gd name="connsiteX3" fmla="*/ 0 w 454775"/>
                    <a:gd name="connsiteY3" fmla="*/ 497109 h 739841"/>
                    <a:gd name="connsiteX4" fmla="*/ 64537 w 454775"/>
                    <a:gd name="connsiteY4" fmla="*/ 378699 h 739841"/>
                    <a:gd name="connsiteX5" fmla="*/ 417237 w 454775"/>
                    <a:gd name="connsiteY5" fmla="*/ 3855 h 739841"/>
                    <a:gd name="connsiteX6" fmla="*/ 310538 w 454775"/>
                    <a:gd name="connsiteY6" fmla="*/ 656333 h 739841"/>
                    <a:gd name="connsiteX7" fmla="*/ 274519 w 454775"/>
                    <a:gd name="connsiteY7" fmla="*/ 739841 h 7398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4775" h="739841">
                      <a:moveTo>
                        <a:pt x="274519" y="739841"/>
                      </a:moveTo>
                      <a:lnTo>
                        <a:pt x="233722" y="711611"/>
                      </a:lnTo>
                      <a:cubicBezTo>
                        <a:pt x="120386" y="628337"/>
                        <a:pt x="43638" y="557276"/>
                        <a:pt x="11568" y="516938"/>
                      </a:cubicBezTo>
                      <a:lnTo>
                        <a:pt x="0" y="497109"/>
                      </a:lnTo>
                      <a:lnTo>
                        <a:pt x="64537" y="378699"/>
                      </a:lnTo>
                      <a:cubicBezTo>
                        <a:pt x="208580" y="129443"/>
                        <a:pt x="350030" y="-26946"/>
                        <a:pt x="417237" y="3855"/>
                      </a:cubicBezTo>
                      <a:cubicBezTo>
                        <a:pt x="495644" y="39790"/>
                        <a:pt x="447016" y="318607"/>
                        <a:pt x="310538" y="656333"/>
                      </a:cubicBezTo>
                      <a:lnTo>
                        <a:pt x="274519" y="739841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8B6C1604-2F6C-75EB-AE56-122FD51E88AE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3741250" y="2226740"/>
                  <a:ext cx="700951" cy="360316"/>
                </a:xfrm>
                <a:custGeom>
                  <a:avLst/>
                  <a:gdLst>
                    <a:gd name="connsiteX0" fmla="*/ 700951 w 700951"/>
                    <a:gd name="connsiteY0" fmla="*/ 360316 h 360316"/>
                    <a:gd name="connsiteX1" fmla="*/ 619772 w 700951"/>
                    <a:gd name="connsiteY1" fmla="*/ 351250 h 360316"/>
                    <a:gd name="connsiteX2" fmla="*/ 161 w 700951"/>
                    <a:gd name="connsiteY2" fmla="*/ 120608 h 360316"/>
                    <a:gd name="connsiteX3" fmla="*/ 500521 w 700951"/>
                    <a:gd name="connsiteY3" fmla="*/ 0 h 360316"/>
                    <a:gd name="connsiteX4" fmla="*/ 570468 w 700951"/>
                    <a:gd name="connsiteY4" fmla="*/ 1359 h 360316"/>
                    <a:gd name="connsiteX5" fmla="*/ 578721 w 700951"/>
                    <a:gd name="connsiteY5" fmla="*/ 13661 h 360316"/>
                    <a:gd name="connsiteX6" fmla="*/ 642186 w 700951"/>
                    <a:gd name="connsiteY6" fmla="*/ 126142 h 360316"/>
                    <a:gd name="connsiteX7" fmla="*/ 687522 w 700951"/>
                    <a:gd name="connsiteY7" fmla="*/ 285341 h 360316"/>
                    <a:gd name="connsiteX8" fmla="*/ 700951 w 700951"/>
                    <a:gd name="connsiteY8" fmla="*/ 360316 h 3603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0951" h="360316">
                      <a:moveTo>
                        <a:pt x="700951" y="360316"/>
                      </a:moveTo>
                      <a:lnTo>
                        <a:pt x="619772" y="351250"/>
                      </a:lnTo>
                      <a:cubicBezTo>
                        <a:pt x="258795" y="302442"/>
                        <a:pt x="-7479" y="206519"/>
                        <a:pt x="161" y="120608"/>
                      </a:cubicBezTo>
                      <a:cubicBezTo>
                        <a:pt x="6709" y="46970"/>
                        <a:pt x="212641" y="1602"/>
                        <a:pt x="500521" y="0"/>
                      </a:cubicBezTo>
                      <a:lnTo>
                        <a:pt x="570468" y="1359"/>
                      </a:lnTo>
                      <a:lnTo>
                        <a:pt x="578721" y="13661"/>
                      </a:lnTo>
                      <a:cubicBezTo>
                        <a:pt x="600860" y="49595"/>
                        <a:pt x="622036" y="87072"/>
                        <a:pt x="642186" y="126142"/>
                      </a:cubicBezTo>
                      <a:cubicBezTo>
                        <a:pt x="655485" y="156626"/>
                        <a:pt x="671893" y="211318"/>
                        <a:pt x="687522" y="285341"/>
                      </a:cubicBezTo>
                      <a:lnTo>
                        <a:pt x="700951" y="360316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05D90DE9-C478-E472-0C28-1C2AE4724EB6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8216100" y="2447245"/>
                  <a:ext cx="400434" cy="500486"/>
                </a:xfrm>
                <a:custGeom>
                  <a:avLst/>
                  <a:gdLst>
                    <a:gd name="connsiteX0" fmla="*/ 97910 w 400434"/>
                    <a:gd name="connsiteY0" fmla="*/ 500486 h 500486"/>
                    <a:gd name="connsiteX1" fmla="*/ 85785 w 400434"/>
                    <a:gd name="connsiteY1" fmla="*/ 475379 h 500486"/>
                    <a:gd name="connsiteX2" fmla="*/ 8716 w 400434"/>
                    <a:gd name="connsiteY2" fmla="*/ 250673 h 500486"/>
                    <a:gd name="connsiteX3" fmla="*/ 0 w 400434"/>
                    <a:gd name="connsiteY3" fmla="*/ 209657 h 500486"/>
                    <a:gd name="connsiteX4" fmla="*/ 51625 w 400434"/>
                    <a:gd name="connsiteY4" fmla="*/ 168242 h 500486"/>
                    <a:gd name="connsiteX5" fmla="*/ 390458 w 400434"/>
                    <a:gd name="connsiteY5" fmla="*/ 10376 h 500486"/>
                    <a:gd name="connsiteX6" fmla="*/ 141333 w 400434"/>
                    <a:gd name="connsiteY6" fmla="*/ 452281 h 500486"/>
                    <a:gd name="connsiteX7" fmla="*/ 97910 w 400434"/>
                    <a:gd name="connsiteY7" fmla="*/ 500486 h 500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00434" h="500486">
                      <a:moveTo>
                        <a:pt x="97910" y="500486"/>
                      </a:moveTo>
                      <a:lnTo>
                        <a:pt x="85785" y="475379"/>
                      </a:lnTo>
                      <a:cubicBezTo>
                        <a:pt x="53277" y="400585"/>
                        <a:pt x="27786" y="325602"/>
                        <a:pt x="8716" y="250673"/>
                      </a:cubicBezTo>
                      <a:lnTo>
                        <a:pt x="0" y="209657"/>
                      </a:lnTo>
                      <a:lnTo>
                        <a:pt x="51625" y="168242"/>
                      </a:lnTo>
                      <a:cubicBezTo>
                        <a:pt x="221944" y="38429"/>
                        <a:pt x="353733" y="-26844"/>
                        <a:pt x="390458" y="10376"/>
                      </a:cubicBezTo>
                      <a:cubicBezTo>
                        <a:pt x="434529" y="55041"/>
                        <a:pt x="329193" y="234610"/>
                        <a:pt x="141333" y="452281"/>
                      </a:cubicBezTo>
                      <a:lnTo>
                        <a:pt x="97910" y="500486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2078568A-58BE-258D-3CBC-79A42BF822B8}"/>
                    </a:ext>
                  </a:extLst>
                </p:cNvPr>
                <p:cNvSpPr/>
                <p:nvPr/>
              </p:nvSpPr>
              <p:spPr>
                <a:xfrm rot="1808865" flipH="1" flipV="1">
                  <a:off x="3753590" y="2715201"/>
                  <a:ext cx="502685" cy="253333"/>
                </a:xfrm>
                <a:custGeom>
                  <a:avLst/>
                  <a:gdLst>
                    <a:gd name="connsiteX0" fmla="*/ 502685 w 502685"/>
                    <a:gd name="connsiteY0" fmla="*/ 212215 h 253333"/>
                    <a:gd name="connsiteX1" fmla="*/ 374023 w 502685"/>
                    <a:gd name="connsiteY1" fmla="*/ 234439 h 253333"/>
                    <a:gd name="connsiteX2" fmla="*/ 1109 w 502685"/>
                    <a:gd name="connsiteY2" fmla="*/ 208642 h 253333"/>
                    <a:gd name="connsiteX3" fmla="*/ 197346 w 502685"/>
                    <a:gd name="connsiteY3" fmla="*/ 42307 h 253333"/>
                    <a:gd name="connsiteX4" fmla="*/ 289862 w 502685"/>
                    <a:gd name="connsiteY4" fmla="*/ 0 h 253333"/>
                    <a:gd name="connsiteX5" fmla="*/ 315059 w 502685"/>
                    <a:gd name="connsiteY5" fmla="*/ 19650 h 253333"/>
                    <a:gd name="connsiteX6" fmla="*/ 479086 w 502685"/>
                    <a:gd name="connsiteY6" fmla="*/ 182422 h 253333"/>
                    <a:gd name="connsiteX7" fmla="*/ 502685 w 502685"/>
                    <a:gd name="connsiteY7" fmla="*/ 212215 h 253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2685" h="253333">
                      <a:moveTo>
                        <a:pt x="502685" y="212215"/>
                      </a:moveTo>
                      <a:lnTo>
                        <a:pt x="374023" y="234439"/>
                      </a:lnTo>
                      <a:cubicBezTo>
                        <a:pt x="162157" y="265631"/>
                        <a:pt x="15240" y="258985"/>
                        <a:pt x="1109" y="208642"/>
                      </a:cubicBezTo>
                      <a:cubicBezTo>
                        <a:pt x="-10195" y="168367"/>
                        <a:pt x="65624" y="107751"/>
                        <a:pt x="197346" y="42307"/>
                      </a:cubicBezTo>
                      <a:lnTo>
                        <a:pt x="289862" y="0"/>
                      </a:lnTo>
                      <a:lnTo>
                        <a:pt x="315059" y="19650"/>
                      </a:lnTo>
                      <a:cubicBezTo>
                        <a:pt x="372755" y="68386"/>
                        <a:pt x="427597" y="122513"/>
                        <a:pt x="479086" y="182422"/>
                      </a:cubicBezTo>
                      <a:lnTo>
                        <a:pt x="502685" y="212215"/>
                      </a:lnTo>
                      <a:close/>
                    </a:path>
                  </a:pathLst>
                </a:cu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1AED5F5-5140-8F1D-3D37-156BB298DBF1}"/>
                  </a:ext>
                </a:extLst>
              </p:cNvPr>
              <p:cNvGrpSpPr/>
              <p:nvPr/>
            </p:nvGrpSpPr>
            <p:grpSpPr>
              <a:xfrm>
                <a:off x="6685092" y="1650386"/>
                <a:ext cx="1259029" cy="1259029"/>
                <a:chOff x="6685092" y="1650386"/>
                <a:chExt cx="1259029" cy="1259029"/>
              </a:xfrm>
            </p:grpSpPr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4F161055-17D0-779B-AA81-3B3B4A4DB97D}"/>
                    </a:ext>
                  </a:extLst>
                </p:cNvPr>
                <p:cNvSpPr/>
                <p:nvPr/>
              </p:nvSpPr>
              <p:spPr>
                <a:xfrm>
                  <a:off x="6685092" y="1650386"/>
                  <a:ext cx="1259029" cy="1259029"/>
                </a:xfrm>
                <a:prstGeom prst="ellipse">
                  <a:avLst/>
                </a:prstGeom>
                <a:gradFill>
                  <a:gsLst>
                    <a:gs pos="0">
                      <a:srgbClr val="4472C4">
                        <a:lumMod val="5000"/>
                        <a:lumOff val="95000"/>
                      </a:srgbClr>
                    </a:gs>
                    <a:gs pos="100000">
                      <a:srgbClr val="FFBA2F"/>
                    </a:gs>
                  </a:gsLst>
                  <a:lin ang="5400000" scaled="1"/>
                </a:gra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AA451244-C99A-31DE-9CAD-8E519835EEB6}"/>
                    </a:ext>
                  </a:extLst>
                </p:cNvPr>
                <p:cNvSpPr/>
                <p:nvPr/>
              </p:nvSpPr>
              <p:spPr>
                <a:xfrm>
                  <a:off x="6875069" y="1806308"/>
                  <a:ext cx="875053" cy="902236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B4E34443-1B2B-B905-40E0-3CC1F8E40E6A}"/>
                    </a:ext>
                  </a:extLst>
                </p:cNvPr>
                <p:cNvSpPr/>
                <p:nvPr/>
              </p:nvSpPr>
              <p:spPr>
                <a:xfrm>
                  <a:off x="7252779" y="1920046"/>
                  <a:ext cx="356960" cy="36804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7A93F9CC-30A2-7620-3DF5-2C5FA5D159B0}"/>
                    </a:ext>
                  </a:extLst>
                </p:cNvPr>
                <p:cNvSpPr/>
                <p:nvPr/>
              </p:nvSpPr>
              <p:spPr>
                <a:xfrm>
                  <a:off x="7525398" y="2241854"/>
                  <a:ext cx="151904" cy="15662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7010163E-AF0B-ABF3-FDC9-2075AE92942D}"/>
                  </a:ext>
                </a:extLst>
              </p:cNvPr>
              <p:cNvGrpSpPr/>
              <p:nvPr/>
            </p:nvGrpSpPr>
            <p:grpSpPr>
              <a:xfrm>
                <a:off x="4485275" y="1662138"/>
                <a:ext cx="1259029" cy="1259029"/>
                <a:chOff x="6685092" y="1650386"/>
                <a:chExt cx="1259029" cy="1259029"/>
              </a:xfrm>
            </p:grpSpPr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0FDAD9A7-8B84-A001-F994-B1F45D7BC936}"/>
                    </a:ext>
                  </a:extLst>
                </p:cNvPr>
                <p:cNvSpPr/>
                <p:nvPr/>
              </p:nvSpPr>
              <p:spPr>
                <a:xfrm>
                  <a:off x="6685092" y="1650386"/>
                  <a:ext cx="1259029" cy="1259029"/>
                </a:xfrm>
                <a:prstGeom prst="ellipse">
                  <a:avLst/>
                </a:prstGeom>
                <a:gradFill>
                  <a:gsLst>
                    <a:gs pos="0">
                      <a:srgbClr val="4472C4">
                        <a:lumMod val="5000"/>
                        <a:lumOff val="95000"/>
                      </a:srgbClr>
                    </a:gs>
                    <a:gs pos="100000">
                      <a:srgbClr val="FFBA2F"/>
                    </a:gs>
                  </a:gsLst>
                  <a:lin ang="5400000" scaled="1"/>
                </a:gra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E4A35E9C-861B-1F43-2A41-5C4EF30F3ECE}"/>
                    </a:ext>
                  </a:extLst>
                </p:cNvPr>
                <p:cNvSpPr/>
                <p:nvPr/>
              </p:nvSpPr>
              <p:spPr>
                <a:xfrm>
                  <a:off x="6875069" y="1806308"/>
                  <a:ext cx="875053" cy="902236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B4BFAE61-D666-43C4-8046-55B41F187A9C}"/>
                    </a:ext>
                  </a:extLst>
                </p:cNvPr>
                <p:cNvSpPr/>
                <p:nvPr/>
              </p:nvSpPr>
              <p:spPr>
                <a:xfrm>
                  <a:off x="7252779" y="1920046"/>
                  <a:ext cx="356960" cy="36804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3EC5F816-E764-4C56-6906-C2ADECF32680}"/>
                    </a:ext>
                  </a:extLst>
                </p:cNvPr>
                <p:cNvSpPr/>
                <p:nvPr/>
              </p:nvSpPr>
              <p:spPr>
                <a:xfrm>
                  <a:off x="7525398" y="2241854"/>
                  <a:ext cx="151904" cy="15662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C7BB02D1-70B0-10FC-4B46-C84CC635202A}"/>
                  </a:ext>
                </a:extLst>
              </p:cNvPr>
              <p:cNvGrpSpPr/>
              <p:nvPr/>
            </p:nvGrpSpPr>
            <p:grpSpPr>
              <a:xfrm>
                <a:off x="5830508" y="2424626"/>
                <a:ext cx="810199" cy="574003"/>
                <a:chOff x="5830508" y="2424626"/>
                <a:chExt cx="810199" cy="574003"/>
              </a:xfrm>
            </p:grpSpPr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0F5E9988-86B9-120D-0BC4-AF67B2B2B451}"/>
                    </a:ext>
                  </a:extLst>
                </p:cNvPr>
                <p:cNvSpPr/>
                <p:nvPr/>
              </p:nvSpPr>
              <p:spPr>
                <a:xfrm>
                  <a:off x="5830508" y="2424626"/>
                  <a:ext cx="810199" cy="574003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6D8FECA6-2FEC-BF23-A4A8-6991C9DF49E2}"/>
                    </a:ext>
                  </a:extLst>
                </p:cNvPr>
                <p:cNvSpPr/>
                <p:nvPr/>
              </p:nvSpPr>
              <p:spPr>
                <a:xfrm>
                  <a:off x="6003504" y="2504747"/>
                  <a:ext cx="464205" cy="17005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4CD2574C-672D-61E4-BF2C-4D0FB736DE7F}"/>
                </a:ext>
              </a:extLst>
            </p:cNvPr>
            <p:cNvSpPr/>
            <p:nvPr/>
          </p:nvSpPr>
          <p:spPr>
            <a:xfrm>
              <a:off x="7695112" y="6238681"/>
              <a:ext cx="102838" cy="406400"/>
            </a:xfrm>
            <a:custGeom>
              <a:avLst/>
              <a:gdLst>
                <a:gd name="connsiteX0" fmla="*/ 0 w 63500"/>
                <a:gd name="connsiteY0" fmla="*/ 0 h 381000"/>
                <a:gd name="connsiteX1" fmla="*/ 63500 w 63500"/>
                <a:gd name="connsiteY1" fmla="*/ 381000 h 381000"/>
                <a:gd name="connsiteX2" fmla="*/ 63500 w 63500"/>
                <a:gd name="connsiteY2" fmla="*/ 381000 h 381000"/>
                <a:gd name="connsiteX0" fmla="*/ 0 w 76200"/>
                <a:gd name="connsiteY0" fmla="*/ 0 h 400050"/>
                <a:gd name="connsiteX1" fmla="*/ 76200 w 76200"/>
                <a:gd name="connsiteY1" fmla="*/ 400050 h 400050"/>
                <a:gd name="connsiteX2" fmla="*/ 76200 w 76200"/>
                <a:gd name="connsiteY2" fmla="*/ 4000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2" fmla="*/ 124195 w 124195"/>
                <a:gd name="connsiteY2" fmla="*/ 400050 h 400050"/>
                <a:gd name="connsiteX0" fmla="*/ 47995 w 130545"/>
                <a:gd name="connsiteY0" fmla="*/ 0 h 400050"/>
                <a:gd name="connsiteX1" fmla="*/ 124195 w 130545"/>
                <a:gd name="connsiteY1" fmla="*/ 400050 h 400050"/>
                <a:gd name="connsiteX2" fmla="*/ 130545 w 130545"/>
                <a:gd name="connsiteY2" fmla="*/ 3873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0" fmla="*/ 47995 w 124195"/>
                <a:gd name="connsiteY0" fmla="*/ 0 h 406400"/>
                <a:gd name="connsiteX1" fmla="*/ 124195 w 124195"/>
                <a:gd name="connsiteY1" fmla="*/ 406400 h 406400"/>
                <a:gd name="connsiteX0" fmla="*/ 26638 w 102838"/>
                <a:gd name="connsiteY0" fmla="*/ 0 h 406400"/>
                <a:gd name="connsiteX1" fmla="*/ 102838 w 102838"/>
                <a:gd name="connsiteY1" fmla="*/ 40640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38" h="406400">
                  <a:moveTo>
                    <a:pt x="26638" y="0"/>
                  </a:moveTo>
                  <a:cubicBezTo>
                    <a:pt x="-55912" y="171450"/>
                    <a:pt x="77438" y="273050"/>
                    <a:pt x="102838" y="406400"/>
                  </a:cubicBezTo>
                </a:path>
              </a:pathLst>
            </a:custGeom>
            <a:solidFill>
              <a:srgbClr val="FC97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7413EF5-F8E7-4882-8ADD-27EEB41FBA86}"/>
                </a:ext>
              </a:extLst>
            </p:cNvPr>
            <p:cNvSpPr/>
            <p:nvPr/>
          </p:nvSpPr>
          <p:spPr>
            <a:xfrm rot="20912357" flipH="1">
              <a:off x="7922944" y="6244847"/>
              <a:ext cx="102838" cy="406400"/>
            </a:xfrm>
            <a:custGeom>
              <a:avLst/>
              <a:gdLst>
                <a:gd name="connsiteX0" fmla="*/ 0 w 63500"/>
                <a:gd name="connsiteY0" fmla="*/ 0 h 381000"/>
                <a:gd name="connsiteX1" fmla="*/ 63500 w 63500"/>
                <a:gd name="connsiteY1" fmla="*/ 381000 h 381000"/>
                <a:gd name="connsiteX2" fmla="*/ 63500 w 63500"/>
                <a:gd name="connsiteY2" fmla="*/ 381000 h 381000"/>
                <a:gd name="connsiteX0" fmla="*/ 0 w 76200"/>
                <a:gd name="connsiteY0" fmla="*/ 0 h 400050"/>
                <a:gd name="connsiteX1" fmla="*/ 76200 w 76200"/>
                <a:gd name="connsiteY1" fmla="*/ 400050 h 400050"/>
                <a:gd name="connsiteX2" fmla="*/ 76200 w 76200"/>
                <a:gd name="connsiteY2" fmla="*/ 4000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2" fmla="*/ 124195 w 124195"/>
                <a:gd name="connsiteY2" fmla="*/ 400050 h 400050"/>
                <a:gd name="connsiteX0" fmla="*/ 47995 w 130545"/>
                <a:gd name="connsiteY0" fmla="*/ 0 h 400050"/>
                <a:gd name="connsiteX1" fmla="*/ 124195 w 130545"/>
                <a:gd name="connsiteY1" fmla="*/ 400050 h 400050"/>
                <a:gd name="connsiteX2" fmla="*/ 130545 w 130545"/>
                <a:gd name="connsiteY2" fmla="*/ 3873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0" fmla="*/ 47995 w 124195"/>
                <a:gd name="connsiteY0" fmla="*/ 0 h 406400"/>
                <a:gd name="connsiteX1" fmla="*/ 124195 w 124195"/>
                <a:gd name="connsiteY1" fmla="*/ 406400 h 406400"/>
                <a:gd name="connsiteX0" fmla="*/ 26638 w 102838"/>
                <a:gd name="connsiteY0" fmla="*/ 0 h 406400"/>
                <a:gd name="connsiteX1" fmla="*/ 102838 w 102838"/>
                <a:gd name="connsiteY1" fmla="*/ 40640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38" h="406400">
                  <a:moveTo>
                    <a:pt x="26638" y="0"/>
                  </a:moveTo>
                  <a:cubicBezTo>
                    <a:pt x="-55912" y="171450"/>
                    <a:pt x="77438" y="273050"/>
                    <a:pt x="102838" y="406400"/>
                  </a:cubicBezTo>
                </a:path>
              </a:pathLst>
            </a:custGeom>
            <a:solidFill>
              <a:srgbClr val="FC97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3FC8BE4-D5BF-BB71-F494-72E3D938B974}"/>
                </a:ext>
              </a:extLst>
            </p:cNvPr>
            <p:cNvSpPr/>
            <p:nvPr/>
          </p:nvSpPr>
          <p:spPr>
            <a:xfrm>
              <a:off x="9503141" y="6253071"/>
              <a:ext cx="102838" cy="406400"/>
            </a:xfrm>
            <a:custGeom>
              <a:avLst/>
              <a:gdLst>
                <a:gd name="connsiteX0" fmla="*/ 0 w 63500"/>
                <a:gd name="connsiteY0" fmla="*/ 0 h 381000"/>
                <a:gd name="connsiteX1" fmla="*/ 63500 w 63500"/>
                <a:gd name="connsiteY1" fmla="*/ 381000 h 381000"/>
                <a:gd name="connsiteX2" fmla="*/ 63500 w 63500"/>
                <a:gd name="connsiteY2" fmla="*/ 381000 h 381000"/>
                <a:gd name="connsiteX0" fmla="*/ 0 w 76200"/>
                <a:gd name="connsiteY0" fmla="*/ 0 h 400050"/>
                <a:gd name="connsiteX1" fmla="*/ 76200 w 76200"/>
                <a:gd name="connsiteY1" fmla="*/ 400050 h 400050"/>
                <a:gd name="connsiteX2" fmla="*/ 76200 w 76200"/>
                <a:gd name="connsiteY2" fmla="*/ 4000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2" fmla="*/ 124195 w 124195"/>
                <a:gd name="connsiteY2" fmla="*/ 400050 h 400050"/>
                <a:gd name="connsiteX0" fmla="*/ 47995 w 130545"/>
                <a:gd name="connsiteY0" fmla="*/ 0 h 400050"/>
                <a:gd name="connsiteX1" fmla="*/ 124195 w 130545"/>
                <a:gd name="connsiteY1" fmla="*/ 400050 h 400050"/>
                <a:gd name="connsiteX2" fmla="*/ 130545 w 130545"/>
                <a:gd name="connsiteY2" fmla="*/ 3873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0" fmla="*/ 47995 w 124195"/>
                <a:gd name="connsiteY0" fmla="*/ 0 h 406400"/>
                <a:gd name="connsiteX1" fmla="*/ 124195 w 124195"/>
                <a:gd name="connsiteY1" fmla="*/ 406400 h 406400"/>
                <a:gd name="connsiteX0" fmla="*/ 26638 w 102838"/>
                <a:gd name="connsiteY0" fmla="*/ 0 h 406400"/>
                <a:gd name="connsiteX1" fmla="*/ 102838 w 102838"/>
                <a:gd name="connsiteY1" fmla="*/ 40640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38" h="406400">
                  <a:moveTo>
                    <a:pt x="26638" y="0"/>
                  </a:moveTo>
                  <a:cubicBezTo>
                    <a:pt x="-55912" y="171450"/>
                    <a:pt x="77438" y="273050"/>
                    <a:pt x="102838" y="40640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FD22698-C945-0614-1DAF-75C1F893B719}"/>
                </a:ext>
              </a:extLst>
            </p:cNvPr>
            <p:cNvSpPr/>
            <p:nvPr/>
          </p:nvSpPr>
          <p:spPr>
            <a:xfrm rot="339637" flipH="1">
              <a:off x="9759332" y="6315783"/>
              <a:ext cx="95914" cy="337333"/>
            </a:xfrm>
            <a:custGeom>
              <a:avLst/>
              <a:gdLst>
                <a:gd name="connsiteX0" fmla="*/ 0 w 63500"/>
                <a:gd name="connsiteY0" fmla="*/ 0 h 381000"/>
                <a:gd name="connsiteX1" fmla="*/ 63500 w 63500"/>
                <a:gd name="connsiteY1" fmla="*/ 381000 h 381000"/>
                <a:gd name="connsiteX2" fmla="*/ 63500 w 63500"/>
                <a:gd name="connsiteY2" fmla="*/ 381000 h 381000"/>
                <a:gd name="connsiteX0" fmla="*/ 0 w 76200"/>
                <a:gd name="connsiteY0" fmla="*/ 0 h 400050"/>
                <a:gd name="connsiteX1" fmla="*/ 76200 w 76200"/>
                <a:gd name="connsiteY1" fmla="*/ 400050 h 400050"/>
                <a:gd name="connsiteX2" fmla="*/ 76200 w 76200"/>
                <a:gd name="connsiteY2" fmla="*/ 4000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2" fmla="*/ 124195 w 124195"/>
                <a:gd name="connsiteY2" fmla="*/ 400050 h 400050"/>
                <a:gd name="connsiteX0" fmla="*/ 47995 w 130545"/>
                <a:gd name="connsiteY0" fmla="*/ 0 h 400050"/>
                <a:gd name="connsiteX1" fmla="*/ 124195 w 130545"/>
                <a:gd name="connsiteY1" fmla="*/ 400050 h 400050"/>
                <a:gd name="connsiteX2" fmla="*/ 130545 w 130545"/>
                <a:gd name="connsiteY2" fmla="*/ 3873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0" fmla="*/ 47995 w 124195"/>
                <a:gd name="connsiteY0" fmla="*/ 0 h 406400"/>
                <a:gd name="connsiteX1" fmla="*/ 124195 w 124195"/>
                <a:gd name="connsiteY1" fmla="*/ 406400 h 406400"/>
                <a:gd name="connsiteX0" fmla="*/ 26638 w 102838"/>
                <a:gd name="connsiteY0" fmla="*/ 0 h 406400"/>
                <a:gd name="connsiteX1" fmla="*/ 102838 w 102838"/>
                <a:gd name="connsiteY1" fmla="*/ 40640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38" h="406400">
                  <a:moveTo>
                    <a:pt x="26638" y="0"/>
                  </a:moveTo>
                  <a:cubicBezTo>
                    <a:pt x="-55912" y="171450"/>
                    <a:pt x="77438" y="273050"/>
                    <a:pt x="102838" y="40640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68FA169-F0E8-FC9B-FCCC-B484682E2B91}"/>
                </a:ext>
              </a:extLst>
            </p:cNvPr>
            <p:cNvSpPr/>
            <p:nvPr/>
          </p:nvSpPr>
          <p:spPr>
            <a:xfrm>
              <a:off x="8614503" y="6295737"/>
              <a:ext cx="102838" cy="406400"/>
            </a:xfrm>
            <a:custGeom>
              <a:avLst/>
              <a:gdLst>
                <a:gd name="connsiteX0" fmla="*/ 0 w 63500"/>
                <a:gd name="connsiteY0" fmla="*/ 0 h 381000"/>
                <a:gd name="connsiteX1" fmla="*/ 63500 w 63500"/>
                <a:gd name="connsiteY1" fmla="*/ 381000 h 381000"/>
                <a:gd name="connsiteX2" fmla="*/ 63500 w 63500"/>
                <a:gd name="connsiteY2" fmla="*/ 381000 h 381000"/>
                <a:gd name="connsiteX0" fmla="*/ 0 w 76200"/>
                <a:gd name="connsiteY0" fmla="*/ 0 h 400050"/>
                <a:gd name="connsiteX1" fmla="*/ 76200 w 76200"/>
                <a:gd name="connsiteY1" fmla="*/ 400050 h 400050"/>
                <a:gd name="connsiteX2" fmla="*/ 76200 w 76200"/>
                <a:gd name="connsiteY2" fmla="*/ 4000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2" fmla="*/ 124195 w 124195"/>
                <a:gd name="connsiteY2" fmla="*/ 400050 h 400050"/>
                <a:gd name="connsiteX0" fmla="*/ 47995 w 130545"/>
                <a:gd name="connsiteY0" fmla="*/ 0 h 400050"/>
                <a:gd name="connsiteX1" fmla="*/ 124195 w 130545"/>
                <a:gd name="connsiteY1" fmla="*/ 400050 h 400050"/>
                <a:gd name="connsiteX2" fmla="*/ 130545 w 130545"/>
                <a:gd name="connsiteY2" fmla="*/ 3873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0" fmla="*/ 47995 w 124195"/>
                <a:gd name="connsiteY0" fmla="*/ 0 h 406400"/>
                <a:gd name="connsiteX1" fmla="*/ 124195 w 124195"/>
                <a:gd name="connsiteY1" fmla="*/ 406400 h 406400"/>
                <a:gd name="connsiteX0" fmla="*/ 26638 w 102838"/>
                <a:gd name="connsiteY0" fmla="*/ 0 h 406400"/>
                <a:gd name="connsiteX1" fmla="*/ 102838 w 102838"/>
                <a:gd name="connsiteY1" fmla="*/ 40640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38" h="406400">
                  <a:moveTo>
                    <a:pt x="26638" y="0"/>
                  </a:moveTo>
                  <a:cubicBezTo>
                    <a:pt x="-55912" y="171450"/>
                    <a:pt x="77438" y="273050"/>
                    <a:pt x="102838" y="406400"/>
                  </a:cubicBezTo>
                </a:path>
              </a:pathLst>
            </a:custGeom>
            <a:solidFill>
              <a:srgbClr val="FC97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520EC18-1C43-3AEF-A88A-64B353EE2304}"/>
                </a:ext>
              </a:extLst>
            </p:cNvPr>
            <p:cNvSpPr/>
            <p:nvPr/>
          </p:nvSpPr>
          <p:spPr>
            <a:xfrm rot="339637" flipH="1">
              <a:off x="8856099" y="6380026"/>
              <a:ext cx="95914" cy="337333"/>
            </a:xfrm>
            <a:custGeom>
              <a:avLst/>
              <a:gdLst>
                <a:gd name="connsiteX0" fmla="*/ 0 w 63500"/>
                <a:gd name="connsiteY0" fmla="*/ 0 h 381000"/>
                <a:gd name="connsiteX1" fmla="*/ 63500 w 63500"/>
                <a:gd name="connsiteY1" fmla="*/ 381000 h 381000"/>
                <a:gd name="connsiteX2" fmla="*/ 63500 w 63500"/>
                <a:gd name="connsiteY2" fmla="*/ 381000 h 381000"/>
                <a:gd name="connsiteX0" fmla="*/ 0 w 76200"/>
                <a:gd name="connsiteY0" fmla="*/ 0 h 400050"/>
                <a:gd name="connsiteX1" fmla="*/ 76200 w 76200"/>
                <a:gd name="connsiteY1" fmla="*/ 400050 h 400050"/>
                <a:gd name="connsiteX2" fmla="*/ 76200 w 76200"/>
                <a:gd name="connsiteY2" fmla="*/ 4000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2" fmla="*/ 124195 w 124195"/>
                <a:gd name="connsiteY2" fmla="*/ 400050 h 400050"/>
                <a:gd name="connsiteX0" fmla="*/ 47995 w 130545"/>
                <a:gd name="connsiteY0" fmla="*/ 0 h 400050"/>
                <a:gd name="connsiteX1" fmla="*/ 124195 w 130545"/>
                <a:gd name="connsiteY1" fmla="*/ 400050 h 400050"/>
                <a:gd name="connsiteX2" fmla="*/ 130545 w 130545"/>
                <a:gd name="connsiteY2" fmla="*/ 387350 h 400050"/>
                <a:gd name="connsiteX0" fmla="*/ 47995 w 124195"/>
                <a:gd name="connsiteY0" fmla="*/ 0 h 400050"/>
                <a:gd name="connsiteX1" fmla="*/ 124195 w 124195"/>
                <a:gd name="connsiteY1" fmla="*/ 400050 h 400050"/>
                <a:gd name="connsiteX0" fmla="*/ 47995 w 124195"/>
                <a:gd name="connsiteY0" fmla="*/ 0 h 406400"/>
                <a:gd name="connsiteX1" fmla="*/ 124195 w 124195"/>
                <a:gd name="connsiteY1" fmla="*/ 406400 h 406400"/>
                <a:gd name="connsiteX0" fmla="*/ 26638 w 102838"/>
                <a:gd name="connsiteY0" fmla="*/ 0 h 406400"/>
                <a:gd name="connsiteX1" fmla="*/ 102838 w 102838"/>
                <a:gd name="connsiteY1" fmla="*/ 40640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38" h="406400">
                  <a:moveTo>
                    <a:pt x="26638" y="0"/>
                  </a:moveTo>
                  <a:cubicBezTo>
                    <a:pt x="-55912" y="171450"/>
                    <a:pt x="77438" y="273050"/>
                    <a:pt x="102838" y="406400"/>
                  </a:cubicBezTo>
                </a:path>
              </a:pathLst>
            </a:custGeom>
            <a:solidFill>
              <a:srgbClr val="FC97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230C823E-012D-1ED8-0BA3-5F9DCF0CA04C}"/>
                </a:ext>
              </a:extLst>
            </p:cNvPr>
            <p:cNvSpPr/>
            <p:nvPr/>
          </p:nvSpPr>
          <p:spPr>
            <a:xfrm>
              <a:off x="7913410" y="3424457"/>
              <a:ext cx="521899" cy="339395"/>
            </a:xfrm>
            <a:custGeom>
              <a:avLst/>
              <a:gdLst>
                <a:gd name="connsiteX0" fmla="*/ 520700 w 520700"/>
                <a:gd name="connsiteY0" fmla="*/ 0 h 31750"/>
                <a:gd name="connsiteX1" fmla="*/ 0 w 520700"/>
                <a:gd name="connsiteY1" fmla="*/ 31750 h 31750"/>
                <a:gd name="connsiteX2" fmla="*/ 0 w 520700"/>
                <a:gd name="connsiteY2" fmla="*/ 31750 h 31750"/>
                <a:gd name="connsiteX0" fmla="*/ 520700 w 520700"/>
                <a:gd name="connsiteY0" fmla="*/ 0 h 233007"/>
                <a:gd name="connsiteX1" fmla="*/ 0 w 520700"/>
                <a:gd name="connsiteY1" fmla="*/ 31750 h 233007"/>
                <a:gd name="connsiteX2" fmla="*/ 0 w 520700"/>
                <a:gd name="connsiteY2" fmla="*/ 31750 h 233007"/>
                <a:gd name="connsiteX0" fmla="*/ 520700 w 521899"/>
                <a:gd name="connsiteY0" fmla="*/ 0 h 339395"/>
                <a:gd name="connsiteX1" fmla="*/ 0 w 521899"/>
                <a:gd name="connsiteY1" fmla="*/ 31750 h 339395"/>
                <a:gd name="connsiteX2" fmla="*/ 0 w 521899"/>
                <a:gd name="connsiteY2" fmla="*/ 31750 h 33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1899" h="339395">
                  <a:moveTo>
                    <a:pt x="520700" y="0"/>
                  </a:moveTo>
                  <a:cubicBezTo>
                    <a:pt x="550333" y="391583"/>
                    <a:pt x="21167" y="497417"/>
                    <a:pt x="0" y="31750"/>
                  </a:cubicBezTo>
                  <a:lnTo>
                    <a:pt x="0" y="3175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39E54EE3-DBA0-168D-CD71-45B52CD93F4E}"/>
                </a:ext>
              </a:extLst>
            </p:cNvPr>
            <p:cNvSpPr/>
            <p:nvPr/>
          </p:nvSpPr>
          <p:spPr>
            <a:xfrm flipH="1">
              <a:off x="8441514" y="3443517"/>
              <a:ext cx="521899" cy="339395"/>
            </a:xfrm>
            <a:custGeom>
              <a:avLst/>
              <a:gdLst>
                <a:gd name="connsiteX0" fmla="*/ 520700 w 520700"/>
                <a:gd name="connsiteY0" fmla="*/ 0 h 31750"/>
                <a:gd name="connsiteX1" fmla="*/ 0 w 520700"/>
                <a:gd name="connsiteY1" fmla="*/ 31750 h 31750"/>
                <a:gd name="connsiteX2" fmla="*/ 0 w 520700"/>
                <a:gd name="connsiteY2" fmla="*/ 31750 h 31750"/>
                <a:gd name="connsiteX0" fmla="*/ 520700 w 520700"/>
                <a:gd name="connsiteY0" fmla="*/ 0 h 233007"/>
                <a:gd name="connsiteX1" fmla="*/ 0 w 520700"/>
                <a:gd name="connsiteY1" fmla="*/ 31750 h 233007"/>
                <a:gd name="connsiteX2" fmla="*/ 0 w 520700"/>
                <a:gd name="connsiteY2" fmla="*/ 31750 h 233007"/>
                <a:gd name="connsiteX0" fmla="*/ 520700 w 521899"/>
                <a:gd name="connsiteY0" fmla="*/ 0 h 339395"/>
                <a:gd name="connsiteX1" fmla="*/ 0 w 521899"/>
                <a:gd name="connsiteY1" fmla="*/ 31750 h 339395"/>
                <a:gd name="connsiteX2" fmla="*/ 0 w 521899"/>
                <a:gd name="connsiteY2" fmla="*/ 31750 h 33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1899" h="339395">
                  <a:moveTo>
                    <a:pt x="520700" y="0"/>
                  </a:moveTo>
                  <a:cubicBezTo>
                    <a:pt x="550333" y="391583"/>
                    <a:pt x="21167" y="497417"/>
                    <a:pt x="0" y="31750"/>
                  </a:cubicBezTo>
                  <a:lnTo>
                    <a:pt x="0" y="3175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540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818B381-88F0-E43F-047E-BC53ABFE3263}"/>
              </a:ext>
            </a:extLst>
          </p:cNvPr>
          <p:cNvGrpSpPr/>
          <p:nvPr/>
        </p:nvGrpSpPr>
        <p:grpSpPr>
          <a:xfrm>
            <a:off x="11051642" y="1388220"/>
            <a:ext cx="1357970" cy="1839713"/>
            <a:chOff x="11051642" y="1388220"/>
            <a:chExt cx="1357970" cy="183971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6A63A11-C832-4D86-B7EB-73465FF4335C}"/>
                </a:ext>
              </a:extLst>
            </p:cNvPr>
            <p:cNvSpPr/>
            <p:nvPr/>
          </p:nvSpPr>
          <p:spPr>
            <a:xfrm>
              <a:off x="11051642" y="1404614"/>
              <a:ext cx="1357970" cy="1823319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927100"/>
                <a:gd name="connsiteY0" fmla="*/ 177800 h 1092200"/>
                <a:gd name="connsiteX1" fmla="*/ 927100 w 927100"/>
                <a:gd name="connsiteY1" fmla="*/ 0 h 1092200"/>
                <a:gd name="connsiteX2" fmla="*/ 914400 w 927100"/>
                <a:gd name="connsiteY2" fmla="*/ 1092200 h 1092200"/>
                <a:gd name="connsiteX3" fmla="*/ 0 w 927100"/>
                <a:gd name="connsiteY3" fmla="*/ 1092200 h 1092200"/>
                <a:gd name="connsiteX4" fmla="*/ 0 w 927100"/>
                <a:gd name="connsiteY4" fmla="*/ 177800 h 1092200"/>
                <a:gd name="connsiteX0" fmla="*/ 0 w 927100"/>
                <a:gd name="connsiteY0" fmla="*/ 194519 h 1108919"/>
                <a:gd name="connsiteX1" fmla="*/ 927100 w 927100"/>
                <a:gd name="connsiteY1" fmla="*/ 16719 h 1108919"/>
                <a:gd name="connsiteX2" fmla="*/ 914400 w 927100"/>
                <a:gd name="connsiteY2" fmla="*/ 1108919 h 1108919"/>
                <a:gd name="connsiteX3" fmla="*/ 0 w 927100"/>
                <a:gd name="connsiteY3" fmla="*/ 1108919 h 1108919"/>
                <a:gd name="connsiteX4" fmla="*/ 0 w 927100"/>
                <a:gd name="connsiteY4" fmla="*/ 194519 h 1108919"/>
                <a:gd name="connsiteX0" fmla="*/ 0 w 1320800"/>
                <a:gd name="connsiteY0" fmla="*/ 527719 h 1099219"/>
                <a:gd name="connsiteX1" fmla="*/ 1320800 w 1320800"/>
                <a:gd name="connsiteY1" fmla="*/ 7019 h 1099219"/>
                <a:gd name="connsiteX2" fmla="*/ 1308100 w 1320800"/>
                <a:gd name="connsiteY2" fmla="*/ 1099219 h 1099219"/>
                <a:gd name="connsiteX3" fmla="*/ 393700 w 1320800"/>
                <a:gd name="connsiteY3" fmla="*/ 1099219 h 1099219"/>
                <a:gd name="connsiteX4" fmla="*/ 0 w 1320800"/>
                <a:gd name="connsiteY4" fmla="*/ 527719 h 1099219"/>
                <a:gd name="connsiteX0" fmla="*/ 0 w 1320800"/>
                <a:gd name="connsiteY0" fmla="*/ 534269 h 1105769"/>
                <a:gd name="connsiteX1" fmla="*/ 1320800 w 1320800"/>
                <a:gd name="connsiteY1" fmla="*/ 13569 h 1105769"/>
                <a:gd name="connsiteX2" fmla="*/ 1308100 w 1320800"/>
                <a:gd name="connsiteY2" fmla="*/ 1105769 h 1105769"/>
                <a:gd name="connsiteX3" fmla="*/ 393700 w 1320800"/>
                <a:gd name="connsiteY3" fmla="*/ 1105769 h 1105769"/>
                <a:gd name="connsiteX4" fmla="*/ 0 w 1320800"/>
                <a:gd name="connsiteY4" fmla="*/ 534269 h 1105769"/>
                <a:gd name="connsiteX0" fmla="*/ 0 w 1320800"/>
                <a:gd name="connsiteY0" fmla="*/ 534269 h 1823319"/>
                <a:gd name="connsiteX1" fmla="*/ 1320800 w 1320800"/>
                <a:gd name="connsiteY1" fmla="*/ 13569 h 1823319"/>
                <a:gd name="connsiteX2" fmla="*/ 762000 w 1320800"/>
                <a:gd name="connsiteY2" fmla="*/ 1823319 h 1823319"/>
                <a:gd name="connsiteX3" fmla="*/ 393700 w 1320800"/>
                <a:gd name="connsiteY3" fmla="*/ 1105769 h 1823319"/>
                <a:gd name="connsiteX4" fmla="*/ 0 w 1320800"/>
                <a:gd name="connsiteY4" fmla="*/ 534269 h 1823319"/>
                <a:gd name="connsiteX0" fmla="*/ 0 w 1320800"/>
                <a:gd name="connsiteY0" fmla="*/ 534269 h 1823319"/>
                <a:gd name="connsiteX1" fmla="*/ 1320800 w 1320800"/>
                <a:gd name="connsiteY1" fmla="*/ 13569 h 1823319"/>
                <a:gd name="connsiteX2" fmla="*/ 1013248 w 1320800"/>
                <a:gd name="connsiteY2" fmla="*/ 1257302 h 1823319"/>
                <a:gd name="connsiteX3" fmla="*/ 762000 w 1320800"/>
                <a:gd name="connsiteY3" fmla="*/ 1823319 h 1823319"/>
                <a:gd name="connsiteX4" fmla="*/ 393700 w 1320800"/>
                <a:gd name="connsiteY4" fmla="*/ 1105769 h 1823319"/>
                <a:gd name="connsiteX5" fmla="*/ 0 w 1320800"/>
                <a:gd name="connsiteY5" fmla="*/ 534269 h 1823319"/>
                <a:gd name="connsiteX0" fmla="*/ 0 w 1363419"/>
                <a:gd name="connsiteY0" fmla="*/ 534269 h 1823319"/>
                <a:gd name="connsiteX1" fmla="*/ 1320800 w 1363419"/>
                <a:gd name="connsiteY1" fmla="*/ 13569 h 1823319"/>
                <a:gd name="connsiteX2" fmla="*/ 1006898 w 1363419"/>
                <a:gd name="connsiteY2" fmla="*/ 1054102 h 1823319"/>
                <a:gd name="connsiteX3" fmla="*/ 1013248 w 1363419"/>
                <a:gd name="connsiteY3" fmla="*/ 1257302 h 1823319"/>
                <a:gd name="connsiteX4" fmla="*/ 762000 w 1363419"/>
                <a:gd name="connsiteY4" fmla="*/ 1823319 h 1823319"/>
                <a:gd name="connsiteX5" fmla="*/ 393700 w 1363419"/>
                <a:gd name="connsiteY5" fmla="*/ 1105769 h 1823319"/>
                <a:gd name="connsiteX6" fmla="*/ 0 w 1363419"/>
                <a:gd name="connsiteY6" fmla="*/ 534269 h 1823319"/>
                <a:gd name="connsiteX0" fmla="*/ 0 w 1363752"/>
                <a:gd name="connsiteY0" fmla="*/ 534269 h 1823319"/>
                <a:gd name="connsiteX1" fmla="*/ 1320800 w 1363752"/>
                <a:gd name="connsiteY1" fmla="*/ 13569 h 1823319"/>
                <a:gd name="connsiteX2" fmla="*/ 975148 w 1363752"/>
                <a:gd name="connsiteY2" fmla="*/ 850902 h 1823319"/>
                <a:gd name="connsiteX3" fmla="*/ 1006898 w 1363752"/>
                <a:gd name="connsiteY3" fmla="*/ 1054102 h 1823319"/>
                <a:gd name="connsiteX4" fmla="*/ 1013248 w 1363752"/>
                <a:gd name="connsiteY4" fmla="*/ 1257302 h 1823319"/>
                <a:gd name="connsiteX5" fmla="*/ 762000 w 1363752"/>
                <a:gd name="connsiteY5" fmla="*/ 1823319 h 1823319"/>
                <a:gd name="connsiteX6" fmla="*/ 393700 w 1363752"/>
                <a:gd name="connsiteY6" fmla="*/ 1105769 h 1823319"/>
                <a:gd name="connsiteX7" fmla="*/ 0 w 1363752"/>
                <a:gd name="connsiteY7" fmla="*/ 534269 h 1823319"/>
                <a:gd name="connsiteX0" fmla="*/ 0 w 1358942"/>
                <a:gd name="connsiteY0" fmla="*/ 534269 h 1823319"/>
                <a:gd name="connsiteX1" fmla="*/ 1320800 w 1358942"/>
                <a:gd name="connsiteY1" fmla="*/ 13569 h 1823319"/>
                <a:gd name="connsiteX2" fmla="*/ 892597 w 1358942"/>
                <a:gd name="connsiteY2" fmla="*/ 666752 h 1823319"/>
                <a:gd name="connsiteX3" fmla="*/ 975148 w 1358942"/>
                <a:gd name="connsiteY3" fmla="*/ 850902 h 1823319"/>
                <a:gd name="connsiteX4" fmla="*/ 1006898 w 1358942"/>
                <a:gd name="connsiteY4" fmla="*/ 1054102 h 1823319"/>
                <a:gd name="connsiteX5" fmla="*/ 1013248 w 1358942"/>
                <a:gd name="connsiteY5" fmla="*/ 1257302 h 1823319"/>
                <a:gd name="connsiteX6" fmla="*/ 762000 w 1358942"/>
                <a:gd name="connsiteY6" fmla="*/ 1823319 h 1823319"/>
                <a:gd name="connsiteX7" fmla="*/ 393700 w 1358942"/>
                <a:gd name="connsiteY7" fmla="*/ 1105769 h 1823319"/>
                <a:gd name="connsiteX8" fmla="*/ 0 w 1358942"/>
                <a:gd name="connsiteY8" fmla="*/ 534269 h 1823319"/>
                <a:gd name="connsiteX0" fmla="*/ 0 w 1357970"/>
                <a:gd name="connsiteY0" fmla="*/ 534269 h 1823319"/>
                <a:gd name="connsiteX1" fmla="*/ 1320800 w 1357970"/>
                <a:gd name="connsiteY1" fmla="*/ 13569 h 1823319"/>
                <a:gd name="connsiteX2" fmla="*/ 892597 w 1357970"/>
                <a:gd name="connsiteY2" fmla="*/ 666752 h 1823319"/>
                <a:gd name="connsiteX3" fmla="*/ 975148 w 1357970"/>
                <a:gd name="connsiteY3" fmla="*/ 850902 h 1823319"/>
                <a:gd name="connsiteX4" fmla="*/ 1006898 w 1357970"/>
                <a:gd name="connsiteY4" fmla="*/ 1054102 h 1823319"/>
                <a:gd name="connsiteX5" fmla="*/ 1013248 w 1357970"/>
                <a:gd name="connsiteY5" fmla="*/ 1257302 h 1823319"/>
                <a:gd name="connsiteX6" fmla="*/ 762000 w 1357970"/>
                <a:gd name="connsiteY6" fmla="*/ 1823319 h 1823319"/>
                <a:gd name="connsiteX7" fmla="*/ 393700 w 1357970"/>
                <a:gd name="connsiteY7" fmla="*/ 1105769 h 1823319"/>
                <a:gd name="connsiteX8" fmla="*/ 0 w 1357970"/>
                <a:gd name="connsiteY8" fmla="*/ 534269 h 1823319"/>
                <a:gd name="connsiteX0" fmla="*/ 0 w 1357970"/>
                <a:gd name="connsiteY0" fmla="*/ 534269 h 1823319"/>
                <a:gd name="connsiteX1" fmla="*/ 1320800 w 1357970"/>
                <a:gd name="connsiteY1" fmla="*/ 13569 h 1823319"/>
                <a:gd name="connsiteX2" fmla="*/ 892597 w 1357970"/>
                <a:gd name="connsiteY2" fmla="*/ 666752 h 1823319"/>
                <a:gd name="connsiteX3" fmla="*/ 975148 w 1357970"/>
                <a:gd name="connsiteY3" fmla="*/ 850902 h 1823319"/>
                <a:gd name="connsiteX4" fmla="*/ 1006898 w 1357970"/>
                <a:gd name="connsiteY4" fmla="*/ 1054102 h 1823319"/>
                <a:gd name="connsiteX5" fmla="*/ 1013248 w 1357970"/>
                <a:gd name="connsiteY5" fmla="*/ 1257302 h 1823319"/>
                <a:gd name="connsiteX6" fmla="*/ 762000 w 1357970"/>
                <a:gd name="connsiteY6" fmla="*/ 1823319 h 1823319"/>
                <a:gd name="connsiteX7" fmla="*/ 393700 w 1357970"/>
                <a:gd name="connsiteY7" fmla="*/ 1105769 h 1823319"/>
                <a:gd name="connsiteX8" fmla="*/ 0 w 1357970"/>
                <a:gd name="connsiteY8" fmla="*/ 534269 h 1823319"/>
                <a:gd name="connsiteX0" fmla="*/ 0 w 1357970"/>
                <a:gd name="connsiteY0" fmla="*/ 534269 h 1823319"/>
                <a:gd name="connsiteX1" fmla="*/ 1320800 w 1357970"/>
                <a:gd name="connsiteY1" fmla="*/ 13569 h 1823319"/>
                <a:gd name="connsiteX2" fmla="*/ 892597 w 1357970"/>
                <a:gd name="connsiteY2" fmla="*/ 666752 h 1823319"/>
                <a:gd name="connsiteX3" fmla="*/ 975148 w 1357970"/>
                <a:gd name="connsiteY3" fmla="*/ 850902 h 1823319"/>
                <a:gd name="connsiteX4" fmla="*/ 1006898 w 1357970"/>
                <a:gd name="connsiteY4" fmla="*/ 1054102 h 1823319"/>
                <a:gd name="connsiteX5" fmla="*/ 1013248 w 1357970"/>
                <a:gd name="connsiteY5" fmla="*/ 1257302 h 1823319"/>
                <a:gd name="connsiteX6" fmla="*/ 762000 w 1357970"/>
                <a:gd name="connsiteY6" fmla="*/ 1823319 h 1823319"/>
                <a:gd name="connsiteX7" fmla="*/ 393700 w 1357970"/>
                <a:gd name="connsiteY7" fmla="*/ 1105769 h 1823319"/>
                <a:gd name="connsiteX8" fmla="*/ 0 w 1357970"/>
                <a:gd name="connsiteY8" fmla="*/ 534269 h 182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7970" h="1823319">
                  <a:moveTo>
                    <a:pt x="0" y="534269"/>
                  </a:moveTo>
                  <a:cubicBezTo>
                    <a:pt x="353483" y="176552"/>
                    <a:pt x="795867" y="-60514"/>
                    <a:pt x="1320800" y="13569"/>
                  </a:cubicBezTo>
                  <a:cubicBezTo>
                    <a:pt x="1507666" y="19774"/>
                    <a:pt x="931156" y="266847"/>
                    <a:pt x="892597" y="666752"/>
                  </a:cubicBezTo>
                  <a:cubicBezTo>
                    <a:pt x="1006438" y="749157"/>
                    <a:pt x="994198" y="770469"/>
                    <a:pt x="975148" y="850902"/>
                  </a:cubicBezTo>
                  <a:cubicBezTo>
                    <a:pt x="956098" y="931335"/>
                    <a:pt x="1024890" y="971552"/>
                    <a:pt x="1006898" y="1054102"/>
                  </a:cubicBezTo>
                  <a:cubicBezTo>
                    <a:pt x="988906" y="1136652"/>
                    <a:pt x="1065706" y="1129099"/>
                    <a:pt x="1013248" y="1257302"/>
                  </a:cubicBezTo>
                  <a:cubicBezTo>
                    <a:pt x="1151749" y="1445974"/>
                    <a:pt x="845749" y="1634647"/>
                    <a:pt x="762000" y="1823319"/>
                  </a:cubicBezTo>
                  <a:lnTo>
                    <a:pt x="393700" y="1105769"/>
                  </a:lnTo>
                  <a:lnTo>
                    <a:pt x="0" y="534269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4693B4-9EC1-898E-3530-44D3C8104D48}"/>
                </a:ext>
              </a:extLst>
            </p:cNvPr>
            <p:cNvSpPr/>
            <p:nvPr/>
          </p:nvSpPr>
          <p:spPr>
            <a:xfrm>
              <a:off x="11280554" y="1388220"/>
              <a:ext cx="1128035" cy="1734411"/>
            </a:xfrm>
            <a:custGeom>
              <a:avLst/>
              <a:gdLst>
                <a:gd name="connsiteX0" fmla="*/ 537712 w 1128035"/>
                <a:gd name="connsiteY0" fmla="*/ 137 h 1734411"/>
                <a:gd name="connsiteX1" fmla="*/ 601835 w 1128035"/>
                <a:gd name="connsiteY1" fmla="*/ 2942 h 1734411"/>
                <a:gd name="connsiteX2" fmla="*/ 994010 w 1128035"/>
                <a:gd name="connsiteY2" fmla="*/ 1693191 h 1734411"/>
                <a:gd name="connsiteX3" fmla="*/ 975171 w 1128035"/>
                <a:gd name="connsiteY3" fmla="*/ 1734411 h 1734411"/>
                <a:gd name="connsiteX4" fmla="*/ 875844 w 1128035"/>
                <a:gd name="connsiteY4" fmla="*/ 1685814 h 1734411"/>
                <a:gd name="connsiteX5" fmla="*/ 141803 w 1128035"/>
                <a:gd name="connsiteY5" fmla="*/ 1585429 h 1734411"/>
                <a:gd name="connsiteX6" fmla="*/ 91786 w 1128035"/>
                <a:gd name="connsiteY6" fmla="*/ 1594761 h 1734411"/>
                <a:gd name="connsiteX7" fmla="*/ 65570 w 1128035"/>
                <a:gd name="connsiteY7" fmla="*/ 1523769 h 1734411"/>
                <a:gd name="connsiteX8" fmla="*/ 537712 w 1128035"/>
                <a:gd name="connsiteY8" fmla="*/ 137 h 1734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8035" h="1734411">
                  <a:moveTo>
                    <a:pt x="537712" y="137"/>
                  </a:moveTo>
                  <a:cubicBezTo>
                    <a:pt x="558390" y="-371"/>
                    <a:pt x="579759" y="537"/>
                    <a:pt x="601835" y="2942"/>
                  </a:cubicBezTo>
                  <a:cubicBezTo>
                    <a:pt x="1266741" y="49497"/>
                    <a:pt x="1180512" y="1219109"/>
                    <a:pt x="994010" y="1693191"/>
                  </a:cubicBezTo>
                  <a:lnTo>
                    <a:pt x="975171" y="1734411"/>
                  </a:lnTo>
                  <a:lnTo>
                    <a:pt x="875844" y="1685814"/>
                  </a:lnTo>
                  <a:cubicBezTo>
                    <a:pt x="575734" y="1553630"/>
                    <a:pt x="322057" y="1556284"/>
                    <a:pt x="141803" y="1585429"/>
                  </a:cubicBezTo>
                  <a:lnTo>
                    <a:pt x="91786" y="1594761"/>
                  </a:lnTo>
                  <a:lnTo>
                    <a:pt x="65570" y="1523769"/>
                  </a:lnTo>
                  <a:cubicBezTo>
                    <a:pt x="-74989" y="1059544"/>
                    <a:pt x="-20594" y="13851"/>
                    <a:pt x="537712" y="137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EF64B5B-FEF6-7079-E360-597FCB5534E9}"/>
              </a:ext>
            </a:extLst>
          </p:cNvPr>
          <p:cNvGrpSpPr/>
          <p:nvPr/>
        </p:nvGrpSpPr>
        <p:grpSpPr>
          <a:xfrm>
            <a:off x="1193876" y="381704"/>
            <a:ext cx="5289457" cy="7008991"/>
            <a:chOff x="1193876" y="381704"/>
            <a:chExt cx="5289457" cy="7008991"/>
          </a:xfrm>
        </p:grpSpPr>
        <p:sp>
          <p:nvSpPr>
            <p:cNvPr id="74" name="Rectangle 4">
              <a:extLst>
                <a:ext uri="{FF2B5EF4-FFF2-40B4-BE49-F238E27FC236}">
                  <a16:creationId xmlns:a16="http://schemas.microsoft.com/office/drawing/2014/main" id="{86DEF1A1-4288-0FCD-EF21-641D120446CD}"/>
                </a:ext>
              </a:extLst>
            </p:cNvPr>
            <p:cNvSpPr/>
            <p:nvPr/>
          </p:nvSpPr>
          <p:spPr>
            <a:xfrm>
              <a:off x="2804589" y="4675670"/>
              <a:ext cx="2363795" cy="2483951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308100"/>
                <a:gd name="connsiteY0" fmla="*/ 215900 h 1130300"/>
                <a:gd name="connsiteX1" fmla="*/ 1308100 w 1308100"/>
                <a:gd name="connsiteY1" fmla="*/ 0 h 1130300"/>
                <a:gd name="connsiteX2" fmla="*/ 914400 w 1308100"/>
                <a:gd name="connsiteY2" fmla="*/ 1130300 h 1130300"/>
                <a:gd name="connsiteX3" fmla="*/ 0 w 1308100"/>
                <a:gd name="connsiteY3" fmla="*/ 1130300 h 1130300"/>
                <a:gd name="connsiteX4" fmla="*/ 0 w 1308100"/>
                <a:gd name="connsiteY4" fmla="*/ 215900 h 1130300"/>
                <a:gd name="connsiteX0" fmla="*/ 0 w 2603500"/>
                <a:gd name="connsiteY0" fmla="*/ 215900 h 1346200"/>
                <a:gd name="connsiteX1" fmla="*/ 1308100 w 2603500"/>
                <a:gd name="connsiteY1" fmla="*/ 0 h 1346200"/>
                <a:gd name="connsiteX2" fmla="*/ 2603500 w 2603500"/>
                <a:gd name="connsiteY2" fmla="*/ 1346200 h 1346200"/>
                <a:gd name="connsiteX3" fmla="*/ 0 w 2603500"/>
                <a:gd name="connsiteY3" fmla="*/ 1130300 h 1346200"/>
                <a:gd name="connsiteX4" fmla="*/ 0 w 2603500"/>
                <a:gd name="connsiteY4" fmla="*/ 215900 h 1346200"/>
                <a:gd name="connsiteX0" fmla="*/ 0 w 2603500"/>
                <a:gd name="connsiteY0" fmla="*/ 215900 h 1707096"/>
                <a:gd name="connsiteX1" fmla="*/ 1308100 w 2603500"/>
                <a:gd name="connsiteY1" fmla="*/ 0 h 1707096"/>
                <a:gd name="connsiteX2" fmla="*/ 2603500 w 2603500"/>
                <a:gd name="connsiteY2" fmla="*/ 1346200 h 1707096"/>
                <a:gd name="connsiteX3" fmla="*/ 0 w 2603500"/>
                <a:gd name="connsiteY3" fmla="*/ 1130300 h 1707096"/>
                <a:gd name="connsiteX4" fmla="*/ 0 w 2603500"/>
                <a:gd name="connsiteY4" fmla="*/ 215900 h 1707096"/>
                <a:gd name="connsiteX0" fmla="*/ 0 w 2605995"/>
                <a:gd name="connsiteY0" fmla="*/ 215900 h 2511050"/>
                <a:gd name="connsiteX1" fmla="*/ 1308100 w 2605995"/>
                <a:gd name="connsiteY1" fmla="*/ 0 h 2511050"/>
                <a:gd name="connsiteX2" fmla="*/ 2603500 w 2605995"/>
                <a:gd name="connsiteY2" fmla="*/ 1346200 h 2511050"/>
                <a:gd name="connsiteX3" fmla="*/ 869365 w 2605995"/>
                <a:gd name="connsiteY3" fmla="*/ 2510023 h 2511050"/>
                <a:gd name="connsiteX4" fmla="*/ 0 w 2605995"/>
                <a:gd name="connsiteY4" fmla="*/ 1130300 h 2511050"/>
                <a:gd name="connsiteX5" fmla="*/ 0 w 2605995"/>
                <a:gd name="connsiteY5" fmla="*/ 215900 h 2511050"/>
                <a:gd name="connsiteX0" fmla="*/ 0 w 2606040"/>
                <a:gd name="connsiteY0" fmla="*/ 215900 h 2514097"/>
                <a:gd name="connsiteX1" fmla="*/ 1308100 w 2606040"/>
                <a:gd name="connsiteY1" fmla="*/ 0 h 2514097"/>
                <a:gd name="connsiteX2" fmla="*/ 2603500 w 2606040"/>
                <a:gd name="connsiteY2" fmla="*/ 1346200 h 2514097"/>
                <a:gd name="connsiteX3" fmla="*/ 869365 w 2606040"/>
                <a:gd name="connsiteY3" fmla="*/ 2510023 h 2514097"/>
                <a:gd name="connsiteX4" fmla="*/ 0 w 2606040"/>
                <a:gd name="connsiteY4" fmla="*/ 1130300 h 2514097"/>
                <a:gd name="connsiteX5" fmla="*/ 0 w 2606040"/>
                <a:gd name="connsiteY5" fmla="*/ 215900 h 2514097"/>
                <a:gd name="connsiteX0" fmla="*/ 0 w 2605849"/>
                <a:gd name="connsiteY0" fmla="*/ 215900 h 2522710"/>
                <a:gd name="connsiteX1" fmla="*/ 1308100 w 2605849"/>
                <a:gd name="connsiteY1" fmla="*/ 0 h 2522710"/>
                <a:gd name="connsiteX2" fmla="*/ 2603500 w 2605849"/>
                <a:gd name="connsiteY2" fmla="*/ 1346200 h 2522710"/>
                <a:gd name="connsiteX3" fmla="*/ 869365 w 2605849"/>
                <a:gd name="connsiteY3" fmla="*/ 2510023 h 2522710"/>
                <a:gd name="connsiteX4" fmla="*/ 0 w 2605849"/>
                <a:gd name="connsiteY4" fmla="*/ 1130300 h 2522710"/>
                <a:gd name="connsiteX5" fmla="*/ 0 w 2605849"/>
                <a:gd name="connsiteY5" fmla="*/ 215900 h 2522710"/>
                <a:gd name="connsiteX0" fmla="*/ 0 w 2603500"/>
                <a:gd name="connsiteY0" fmla="*/ 215900 h 2522710"/>
                <a:gd name="connsiteX1" fmla="*/ 1308100 w 2603500"/>
                <a:gd name="connsiteY1" fmla="*/ 0 h 2522710"/>
                <a:gd name="connsiteX2" fmla="*/ 2603500 w 2603500"/>
                <a:gd name="connsiteY2" fmla="*/ 1346200 h 2522710"/>
                <a:gd name="connsiteX3" fmla="*/ 869365 w 2603500"/>
                <a:gd name="connsiteY3" fmla="*/ 2510023 h 2522710"/>
                <a:gd name="connsiteX4" fmla="*/ 0 w 2603500"/>
                <a:gd name="connsiteY4" fmla="*/ 1130300 h 2522710"/>
                <a:gd name="connsiteX5" fmla="*/ 0 w 2603500"/>
                <a:gd name="connsiteY5" fmla="*/ 215900 h 2522710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0 w 2603500"/>
                <a:gd name="connsiteY5" fmla="*/ 1130300 h 2634863"/>
                <a:gd name="connsiteX6" fmla="*/ 0 w 2603500"/>
                <a:gd name="connsiteY6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0 w 2603500"/>
                <a:gd name="connsiteY6" fmla="*/ 11303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581510"/>
                <a:gd name="connsiteX1" fmla="*/ 1308100 w 2603500"/>
                <a:gd name="connsiteY1" fmla="*/ 0 h 2581510"/>
                <a:gd name="connsiteX2" fmla="*/ 2603500 w 2603500"/>
                <a:gd name="connsiteY2" fmla="*/ 1346200 h 2581510"/>
                <a:gd name="connsiteX3" fmla="*/ 869365 w 2603500"/>
                <a:gd name="connsiteY3" fmla="*/ 2510023 h 2581510"/>
                <a:gd name="connsiteX4" fmla="*/ 526465 w 2603500"/>
                <a:gd name="connsiteY4" fmla="*/ 2471922 h 2581510"/>
                <a:gd name="connsiteX5" fmla="*/ 513765 w 2603500"/>
                <a:gd name="connsiteY5" fmla="*/ 1697222 h 2581510"/>
                <a:gd name="connsiteX6" fmla="*/ 456615 w 2603500"/>
                <a:gd name="connsiteY6" fmla="*/ 1087622 h 2581510"/>
                <a:gd name="connsiteX7" fmla="*/ 533400 w 2603500"/>
                <a:gd name="connsiteY7" fmla="*/ 533400 h 2581510"/>
                <a:gd name="connsiteX8" fmla="*/ 0 w 2603500"/>
                <a:gd name="connsiteY8" fmla="*/ 215900 h 2581510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02691"/>
                <a:gd name="connsiteX1" fmla="*/ 1308100 w 2628900"/>
                <a:gd name="connsiteY1" fmla="*/ 0 h 2502691"/>
                <a:gd name="connsiteX2" fmla="*/ 2628900 w 2628900"/>
                <a:gd name="connsiteY2" fmla="*/ 1314450 h 2502691"/>
                <a:gd name="connsiteX3" fmla="*/ 998905 w 2628900"/>
                <a:gd name="connsiteY3" fmla="*/ 2433823 h 2502691"/>
                <a:gd name="connsiteX4" fmla="*/ 526465 w 2628900"/>
                <a:gd name="connsiteY4" fmla="*/ 2471922 h 2502691"/>
                <a:gd name="connsiteX5" fmla="*/ 513765 w 2628900"/>
                <a:gd name="connsiteY5" fmla="*/ 1697222 h 2502691"/>
                <a:gd name="connsiteX6" fmla="*/ 456615 w 2628900"/>
                <a:gd name="connsiteY6" fmla="*/ 1087622 h 2502691"/>
                <a:gd name="connsiteX7" fmla="*/ 533400 w 2628900"/>
                <a:gd name="connsiteY7" fmla="*/ 533400 h 2502691"/>
                <a:gd name="connsiteX8" fmla="*/ 0 w 2628900"/>
                <a:gd name="connsiteY8" fmla="*/ 215900 h 2502691"/>
                <a:gd name="connsiteX0" fmla="*/ 0 w 2628900"/>
                <a:gd name="connsiteY0" fmla="*/ 215900 h 2483951"/>
                <a:gd name="connsiteX1" fmla="*/ 1308100 w 2628900"/>
                <a:gd name="connsiteY1" fmla="*/ 0 h 2483951"/>
                <a:gd name="connsiteX2" fmla="*/ 2628900 w 2628900"/>
                <a:gd name="connsiteY2" fmla="*/ 1314450 h 2483951"/>
                <a:gd name="connsiteX3" fmla="*/ 998905 w 2628900"/>
                <a:gd name="connsiteY3" fmla="*/ 2433823 h 2483951"/>
                <a:gd name="connsiteX4" fmla="*/ 526465 w 2628900"/>
                <a:gd name="connsiteY4" fmla="*/ 2441442 h 2483951"/>
                <a:gd name="connsiteX5" fmla="*/ 513765 w 2628900"/>
                <a:gd name="connsiteY5" fmla="*/ 1697222 h 2483951"/>
                <a:gd name="connsiteX6" fmla="*/ 456615 w 2628900"/>
                <a:gd name="connsiteY6" fmla="*/ 1087622 h 2483951"/>
                <a:gd name="connsiteX7" fmla="*/ 533400 w 2628900"/>
                <a:gd name="connsiteY7" fmla="*/ 533400 h 2483951"/>
                <a:gd name="connsiteX8" fmla="*/ 0 w 2628900"/>
                <a:gd name="connsiteY8" fmla="*/ 215900 h 2483951"/>
                <a:gd name="connsiteX0" fmla="*/ 0 w 2628900"/>
                <a:gd name="connsiteY0" fmla="*/ 215900 h 2483951"/>
                <a:gd name="connsiteX1" fmla="*/ 1308100 w 2628900"/>
                <a:gd name="connsiteY1" fmla="*/ 0 h 2483951"/>
                <a:gd name="connsiteX2" fmla="*/ 2628900 w 2628900"/>
                <a:gd name="connsiteY2" fmla="*/ 1314450 h 2483951"/>
                <a:gd name="connsiteX3" fmla="*/ 998905 w 2628900"/>
                <a:gd name="connsiteY3" fmla="*/ 2433823 h 2483951"/>
                <a:gd name="connsiteX4" fmla="*/ 526465 w 2628900"/>
                <a:gd name="connsiteY4" fmla="*/ 2441442 h 2483951"/>
                <a:gd name="connsiteX5" fmla="*/ 468045 w 2628900"/>
                <a:gd name="connsiteY5" fmla="*/ 1834382 h 2483951"/>
                <a:gd name="connsiteX6" fmla="*/ 456615 w 2628900"/>
                <a:gd name="connsiteY6" fmla="*/ 1087622 h 2483951"/>
                <a:gd name="connsiteX7" fmla="*/ 533400 w 2628900"/>
                <a:gd name="connsiteY7" fmla="*/ 533400 h 2483951"/>
                <a:gd name="connsiteX8" fmla="*/ 0 w 2628900"/>
                <a:gd name="connsiteY8" fmla="*/ 215900 h 2483951"/>
                <a:gd name="connsiteX0" fmla="*/ 0 w 2628900"/>
                <a:gd name="connsiteY0" fmla="*/ 215900 h 2483951"/>
                <a:gd name="connsiteX1" fmla="*/ 1308100 w 2628900"/>
                <a:gd name="connsiteY1" fmla="*/ 0 h 2483951"/>
                <a:gd name="connsiteX2" fmla="*/ 2628900 w 2628900"/>
                <a:gd name="connsiteY2" fmla="*/ 1314450 h 2483951"/>
                <a:gd name="connsiteX3" fmla="*/ 998905 w 2628900"/>
                <a:gd name="connsiteY3" fmla="*/ 2433823 h 2483951"/>
                <a:gd name="connsiteX4" fmla="*/ 526465 w 2628900"/>
                <a:gd name="connsiteY4" fmla="*/ 2441442 h 2483951"/>
                <a:gd name="connsiteX5" fmla="*/ 468045 w 2628900"/>
                <a:gd name="connsiteY5" fmla="*/ 1834382 h 2483951"/>
                <a:gd name="connsiteX6" fmla="*/ 456615 w 2628900"/>
                <a:gd name="connsiteY6" fmla="*/ 1087622 h 2483951"/>
                <a:gd name="connsiteX7" fmla="*/ 533400 w 2628900"/>
                <a:gd name="connsiteY7" fmla="*/ 533400 h 2483951"/>
                <a:gd name="connsiteX8" fmla="*/ 0 w 2628900"/>
                <a:gd name="connsiteY8" fmla="*/ 215900 h 2483951"/>
                <a:gd name="connsiteX0" fmla="*/ 62555 w 2363795"/>
                <a:gd name="connsiteY0" fmla="*/ 71120 h 2483951"/>
                <a:gd name="connsiteX1" fmla="*/ 1042995 w 2363795"/>
                <a:gd name="connsiteY1" fmla="*/ 0 h 2483951"/>
                <a:gd name="connsiteX2" fmla="*/ 2363795 w 2363795"/>
                <a:gd name="connsiteY2" fmla="*/ 1314450 h 2483951"/>
                <a:gd name="connsiteX3" fmla="*/ 733800 w 2363795"/>
                <a:gd name="connsiteY3" fmla="*/ 2433823 h 2483951"/>
                <a:gd name="connsiteX4" fmla="*/ 261360 w 2363795"/>
                <a:gd name="connsiteY4" fmla="*/ 2441442 h 2483951"/>
                <a:gd name="connsiteX5" fmla="*/ 202940 w 2363795"/>
                <a:gd name="connsiteY5" fmla="*/ 1834382 h 2483951"/>
                <a:gd name="connsiteX6" fmla="*/ 191510 w 2363795"/>
                <a:gd name="connsiteY6" fmla="*/ 1087622 h 2483951"/>
                <a:gd name="connsiteX7" fmla="*/ 268295 w 2363795"/>
                <a:gd name="connsiteY7" fmla="*/ 533400 h 2483951"/>
                <a:gd name="connsiteX8" fmla="*/ 62555 w 2363795"/>
                <a:gd name="connsiteY8" fmla="*/ 71120 h 2483951"/>
                <a:gd name="connsiteX0" fmla="*/ 62555 w 2363795"/>
                <a:gd name="connsiteY0" fmla="*/ 71120 h 2483951"/>
                <a:gd name="connsiteX1" fmla="*/ 1042995 w 2363795"/>
                <a:gd name="connsiteY1" fmla="*/ 0 h 2483951"/>
                <a:gd name="connsiteX2" fmla="*/ 2363795 w 2363795"/>
                <a:gd name="connsiteY2" fmla="*/ 1314450 h 2483951"/>
                <a:gd name="connsiteX3" fmla="*/ 733800 w 2363795"/>
                <a:gd name="connsiteY3" fmla="*/ 2433823 h 2483951"/>
                <a:gd name="connsiteX4" fmla="*/ 261360 w 2363795"/>
                <a:gd name="connsiteY4" fmla="*/ 2441442 h 2483951"/>
                <a:gd name="connsiteX5" fmla="*/ 202940 w 2363795"/>
                <a:gd name="connsiteY5" fmla="*/ 1834382 h 2483951"/>
                <a:gd name="connsiteX6" fmla="*/ 191510 w 2363795"/>
                <a:gd name="connsiteY6" fmla="*/ 1087622 h 2483951"/>
                <a:gd name="connsiteX7" fmla="*/ 352115 w 2363795"/>
                <a:gd name="connsiteY7" fmla="*/ 251460 h 2483951"/>
                <a:gd name="connsiteX8" fmla="*/ 62555 w 2363795"/>
                <a:gd name="connsiteY8" fmla="*/ 71120 h 248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3795" h="2483951">
                  <a:moveTo>
                    <a:pt x="62555" y="71120"/>
                  </a:moveTo>
                  <a:lnTo>
                    <a:pt x="1042995" y="0"/>
                  </a:lnTo>
                  <a:cubicBezTo>
                    <a:pt x="1233495" y="785283"/>
                    <a:pt x="1931995" y="954617"/>
                    <a:pt x="2363795" y="1314450"/>
                  </a:cubicBezTo>
                  <a:cubicBezTo>
                    <a:pt x="2292789" y="1595204"/>
                    <a:pt x="1078817" y="2571406"/>
                    <a:pt x="733800" y="2433823"/>
                  </a:cubicBezTo>
                  <a:cubicBezTo>
                    <a:pt x="499811" y="2498677"/>
                    <a:pt x="349104" y="2499946"/>
                    <a:pt x="261360" y="2441442"/>
                  </a:cubicBezTo>
                  <a:cubicBezTo>
                    <a:pt x="125893" y="2430859"/>
                    <a:pt x="-218586" y="2404695"/>
                    <a:pt x="202940" y="1834382"/>
                  </a:cubicBezTo>
                  <a:cubicBezTo>
                    <a:pt x="213523" y="1596257"/>
                    <a:pt x="188238" y="1281592"/>
                    <a:pt x="191510" y="1087622"/>
                  </a:cubicBezTo>
                  <a:cubicBezTo>
                    <a:pt x="194782" y="893652"/>
                    <a:pt x="450442" y="389339"/>
                    <a:pt x="352115" y="251460"/>
                  </a:cubicBezTo>
                  <a:lnTo>
                    <a:pt x="62555" y="71120"/>
                  </a:lnTo>
                  <a:close/>
                </a:path>
              </a:pathLst>
            </a:custGeom>
            <a:solidFill>
              <a:srgbClr val="FDBA6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031A96-CD49-520F-E38E-0256509B8B4E}"/>
                </a:ext>
              </a:extLst>
            </p:cNvPr>
            <p:cNvSpPr/>
            <p:nvPr/>
          </p:nvSpPr>
          <p:spPr>
            <a:xfrm>
              <a:off x="2793131" y="4909368"/>
              <a:ext cx="1032490" cy="174210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238125 w 914400"/>
                <a:gd name="connsiteY0" fmla="*/ 0 h 1276350"/>
                <a:gd name="connsiteX1" fmla="*/ 914400 w 914400"/>
                <a:gd name="connsiteY1" fmla="*/ 361950 h 1276350"/>
                <a:gd name="connsiteX2" fmla="*/ 914400 w 914400"/>
                <a:gd name="connsiteY2" fmla="*/ 1276350 h 1276350"/>
                <a:gd name="connsiteX3" fmla="*/ 0 w 914400"/>
                <a:gd name="connsiteY3" fmla="*/ 1276350 h 1276350"/>
                <a:gd name="connsiteX4" fmla="*/ 238125 w 914400"/>
                <a:gd name="connsiteY4" fmla="*/ 0 h 1276350"/>
                <a:gd name="connsiteX0" fmla="*/ 291842 w 968117"/>
                <a:gd name="connsiteY0" fmla="*/ 0 h 1276350"/>
                <a:gd name="connsiteX1" fmla="*/ 968117 w 968117"/>
                <a:gd name="connsiteY1" fmla="*/ 361950 h 1276350"/>
                <a:gd name="connsiteX2" fmla="*/ 968117 w 968117"/>
                <a:gd name="connsiteY2" fmla="*/ 1276350 h 1276350"/>
                <a:gd name="connsiteX3" fmla="*/ 53717 w 968117"/>
                <a:gd name="connsiteY3" fmla="*/ 1276350 h 1276350"/>
                <a:gd name="connsiteX4" fmla="*/ 12567 w 968117"/>
                <a:gd name="connsiteY4" fmla="*/ 391455 h 1276350"/>
                <a:gd name="connsiteX5" fmla="*/ 291842 w 968117"/>
                <a:gd name="connsiteY5" fmla="*/ 0 h 1276350"/>
                <a:gd name="connsiteX0" fmla="*/ 308893 w 985168"/>
                <a:gd name="connsiteY0" fmla="*/ 0 h 1276350"/>
                <a:gd name="connsiteX1" fmla="*/ 985168 w 985168"/>
                <a:gd name="connsiteY1" fmla="*/ 361950 h 1276350"/>
                <a:gd name="connsiteX2" fmla="*/ 985168 w 985168"/>
                <a:gd name="connsiteY2" fmla="*/ 1276350 h 1276350"/>
                <a:gd name="connsiteX3" fmla="*/ 70768 w 985168"/>
                <a:gd name="connsiteY3" fmla="*/ 1276350 h 1276350"/>
                <a:gd name="connsiteX4" fmla="*/ 69839 w 985168"/>
                <a:gd name="connsiteY4" fmla="*/ 483172 h 1276350"/>
                <a:gd name="connsiteX5" fmla="*/ 29618 w 985168"/>
                <a:gd name="connsiteY5" fmla="*/ 391455 h 1276350"/>
                <a:gd name="connsiteX6" fmla="*/ 308893 w 985168"/>
                <a:gd name="connsiteY6" fmla="*/ 0 h 1276350"/>
                <a:gd name="connsiteX0" fmla="*/ 358026 w 1034301"/>
                <a:gd name="connsiteY0" fmla="*/ 0 h 1276350"/>
                <a:gd name="connsiteX1" fmla="*/ 1034301 w 1034301"/>
                <a:gd name="connsiteY1" fmla="*/ 361950 h 1276350"/>
                <a:gd name="connsiteX2" fmla="*/ 1034301 w 1034301"/>
                <a:gd name="connsiteY2" fmla="*/ 1276350 h 1276350"/>
                <a:gd name="connsiteX3" fmla="*/ 119901 w 1034301"/>
                <a:gd name="connsiteY3" fmla="*/ 1276350 h 1276350"/>
                <a:gd name="connsiteX4" fmla="*/ 4672 w 1034301"/>
                <a:gd name="connsiteY4" fmla="*/ 730822 h 1276350"/>
                <a:gd name="connsiteX5" fmla="*/ 118972 w 1034301"/>
                <a:gd name="connsiteY5" fmla="*/ 483172 h 1276350"/>
                <a:gd name="connsiteX6" fmla="*/ 78751 w 1034301"/>
                <a:gd name="connsiteY6" fmla="*/ 391455 h 1276350"/>
                <a:gd name="connsiteX7" fmla="*/ 358026 w 1034301"/>
                <a:gd name="connsiteY7" fmla="*/ 0 h 1276350"/>
                <a:gd name="connsiteX0" fmla="*/ 356601 w 1032876"/>
                <a:gd name="connsiteY0" fmla="*/ 0 h 1276350"/>
                <a:gd name="connsiteX1" fmla="*/ 1032876 w 1032876"/>
                <a:gd name="connsiteY1" fmla="*/ 361950 h 1276350"/>
                <a:gd name="connsiteX2" fmla="*/ 1032876 w 1032876"/>
                <a:gd name="connsiteY2" fmla="*/ 1276350 h 1276350"/>
                <a:gd name="connsiteX3" fmla="*/ 118476 w 1032876"/>
                <a:gd name="connsiteY3" fmla="*/ 1276350 h 1276350"/>
                <a:gd name="connsiteX4" fmla="*/ 79448 w 1032876"/>
                <a:gd name="connsiteY4" fmla="*/ 811785 h 1276350"/>
                <a:gd name="connsiteX5" fmla="*/ 3247 w 1032876"/>
                <a:gd name="connsiteY5" fmla="*/ 730822 h 1276350"/>
                <a:gd name="connsiteX6" fmla="*/ 117547 w 1032876"/>
                <a:gd name="connsiteY6" fmla="*/ 483172 h 1276350"/>
                <a:gd name="connsiteX7" fmla="*/ 77326 w 1032876"/>
                <a:gd name="connsiteY7" fmla="*/ 391455 h 1276350"/>
                <a:gd name="connsiteX8" fmla="*/ 356601 w 1032876"/>
                <a:gd name="connsiteY8" fmla="*/ 0 h 1276350"/>
                <a:gd name="connsiteX0" fmla="*/ 356215 w 1032490"/>
                <a:gd name="connsiteY0" fmla="*/ 0 h 1276350"/>
                <a:gd name="connsiteX1" fmla="*/ 1032490 w 1032490"/>
                <a:gd name="connsiteY1" fmla="*/ 361950 h 1276350"/>
                <a:gd name="connsiteX2" fmla="*/ 1032490 w 1032490"/>
                <a:gd name="connsiteY2" fmla="*/ 1276350 h 1276350"/>
                <a:gd name="connsiteX3" fmla="*/ 118090 w 1032490"/>
                <a:gd name="connsiteY3" fmla="*/ 1276350 h 1276350"/>
                <a:gd name="connsiteX4" fmla="*/ 83823 w 1032490"/>
                <a:gd name="connsiteY4" fmla="*/ 1078485 h 1276350"/>
                <a:gd name="connsiteX5" fmla="*/ 79062 w 1032490"/>
                <a:gd name="connsiteY5" fmla="*/ 811785 h 1276350"/>
                <a:gd name="connsiteX6" fmla="*/ 2861 w 1032490"/>
                <a:gd name="connsiteY6" fmla="*/ 730822 h 1276350"/>
                <a:gd name="connsiteX7" fmla="*/ 117161 w 1032490"/>
                <a:gd name="connsiteY7" fmla="*/ 483172 h 1276350"/>
                <a:gd name="connsiteX8" fmla="*/ 76940 w 1032490"/>
                <a:gd name="connsiteY8" fmla="*/ 391455 h 1276350"/>
                <a:gd name="connsiteX9" fmla="*/ 356215 w 1032490"/>
                <a:gd name="connsiteY9" fmla="*/ 0 h 1276350"/>
                <a:gd name="connsiteX0" fmla="*/ 356215 w 1032490"/>
                <a:gd name="connsiteY0" fmla="*/ 0 h 1276350"/>
                <a:gd name="connsiteX1" fmla="*/ 1032490 w 1032490"/>
                <a:gd name="connsiteY1" fmla="*/ 361950 h 1276350"/>
                <a:gd name="connsiteX2" fmla="*/ 1032490 w 1032490"/>
                <a:gd name="connsiteY2" fmla="*/ 1276350 h 1276350"/>
                <a:gd name="connsiteX3" fmla="*/ 194290 w 1032490"/>
                <a:gd name="connsiteY3" fmla="*/ 1076325 h 1276350"/>
                <a:gd name="connsiteX4" fmla="*/ 83823 w 1032490"/>
                <a:gd name="connsiteY4" fmla="*/ 1078485 h 1276350"/>
                <a:gd name="connsiteX5" fmla="*/ 79062 w 1032490"/>
                <a:gd name="connsiteY5" fmla="*/ 811785 h 1276350"/>
                <a:gd name="connsiteX6" fmla="*/ 2861 w 1032490"/>
                <a:gd name="connsiteY6" fmla="*/ 730822 h 1276350"/>
                <a:gd name="connsiteX7" fmla="*/ 117161 w 1032490"/>
                <a:gd name="connsiteY7" fmla="*/ 483172 h 1276350"/>
                <a:gd name="connsiteX8" fmla="*/ 76940 w 1032490"/>
                <a:gd name="connsiteY8" fmla="*/ 391455 h 1276350"/>
                <a:gd name="connsiteX9" fmla="*/ 356215 w 1032490"/>
                <a:gd name="connsiteY9" fmla="*/ 0 h 1276350"/>
                <a:gd name="connsiteX0" fmla="*/ 356215 w 1032490"/>
                <a:gd name="connsiteY0" fmla="*/ 0 h 1334194"/>
                <a:gd name="connsiteX1" fmla="*/ 1032490 w 1032490"/>
                <a:gd name="connsiteY1" fmla="*/ 361950 h 1334194"/>
                <a:gd name="connsiteX2" fmla="*/ 1032490 w 1032490"/>
                <a:gd name="connsiteY2" fmla="*/ 1276350 h 1334194"/>
                <a:gd name="connsiteX3" fmla="*/ 226698 w 1032490"/>
                <a:gd name="connsiteY3" fmla="*/ 1321372 h 1334194"/>
                <a:gd name="connsiteX4" fmla="*/ 194290 w 1032490"/>
                <a:gd name="connsiteY4" fmla="*/ 1076325 h 1334194"/>
                <a:gd name="connsiteX5" fmla="*/ 83823 w 1032490"/>
                <a:gd name="connsiteY5" fmla="*/ 1078485 h 1334194"/>
                <a:gd name="connsiteX6" fmla="*/ 79062 w 1032490"/>
                <a:gd name="connsiteY6" fmla="*/ 811785 h 1334194"/>
                <a:gd name="connsiteX7" fmla="*/ 2861 w 1032490"/>
                <a:gd name="connsiteY7" fmla="*/ 730822 h 1334194"/>
                <a:gd name="connsiteX8" fmla="*/ 117161 w 1032490"/>
                <a:gd name="connsiteY8" fmla="*/ 483172 h 1334194"/>
                <a:gd name="connsiteX9" fmla="*/ 76940 w 1032490"/>
                <a:gd name="connsiteY9" fmla="*/ 391455 h 1334194"/>
                <a:gd name="connsiteX10" fmla="*/ 356215 w 1032490"/>
                <a:gd name="connsiteY10" fmla="*/ 0 h 1334194"/>
                <a:gd name="connsiteX0" fmla="*/ 356215 w 1032490"/>
                <a:gd name="connsiteY0" fmla="*/ 0 h 1356584"/>
                <a:gd name="connsiteX1" fmla="*/ 1032490 w 1032490"/>
                <a:gd name="connsiteY1" fmla="*/ 361950 h 1356584"/>
                <a:gd name="connsiteX2" fmla="*/ 1032490 w 1032490"/>
                <a:gd name="connsiteY2" fmla="*/ 1276350 h 1356584"/>
                <a:gd name="connsiteX3" fmla="*/ 331473 w 1032490"/>
                <a:gd name="connsiteY3" fmla="*/ 1311847 h 1356584"/>
                <a:gd name="connsiteX4" fmla="*/ 226698 w 1032490"/>
                <a:gd name="connsiteY4" fmla="*/ 1321372 h 1356584"/>
                <a:gd name="connsiteX5" fmla="*/ 194290 w 1032490"/>
                <a:gd name="connsiteY5" fmla="*/ 1076325 h 1356584"/>
                <a:gd name="connsiteX6" fmla="*/ 83823 w 1032490"/>
                <a:gd name="connsiteY6" fmla="*/ 1078485 h 1356584"/>
                <a:gd name="connsiteX7" fmla="*/ 79062 w 1032490"/>
                <a:gd name="connsiteY7" fmla="*/ 811785 h 1356584"/>
                <a:gd name="connsiteX8" fmla="*/ 2861 w 1032490"/>
                <a:gd name="connsiteY8" fmla="*/ 730822 h 1356584"/>
                <a:gd name="connsiteX9" fmla="*/ 117161 w 1032490"/>
                <a:gd name="connsiteY9" fmla="*/ 483172 h 1356584"/>
                <a:gd name="connsiteX10" fmla="*/ 76940 w 1032490"/>
                <a:gd name="connsiteY10" fmla="*/ 391455 h 1356584"/>
                <a:gd name="connsiteX11" fmla="*/ 356215 w 1032490"/>
                <a:gd name="connsiteY11" fmla="*/ 0 h 1356584"/>
                <a:gd name="connsiteX0" fmla="*/ 356215 w 1032490"/>
                <a:gd name="connsiteY0" fmla="*/ 0 h 1607208"/>
                <a:gd name="connsiteX1" fmla="*/ 1032490 w 1032490"/>
                <a:gd name="connsiteY1" fmla="*/ 361950 h 1607208"/>
                <a:gd name="connsiteX2" fmla="*/ 1032490 w 1032490"/>
                <a:gd name="connsiteY2" fmla="*/ 1276350 h 1607208"/>
                <a:gd name="connsiteX3" fmla="*/ 431486 w 1032490"/>
                <a:gd name="connsiteY3" fmla="*/ 1607122 h 1607208"/>
                <a:gd name="connsiteX4" fmla="*/ 331473 w 1032490"/>
                <a:gd name="connsiteY4" fmla="*/ 1311847 h 1607208"/>
                <a:gd name="connsiteX5" fmla="*/ 226698 w 1032490"/>
                <a:gd name="connsiteY5" fmla="*/ 1321372 h 1607208"/>
                <a:gd name="connsiteX6" fmla="*/ 194290 w 1032490"/>
                <a:gd name="connsiteY6" fmla="*/ 1076325 h 1607208"/>
                <a:gd name="connsiteX7" fmla="*/ 83823 w 1032490"/>
                <a:gd name="connsiteY7" fmla="*/ 1078485 h 1607208"/>
                <a:gd name="connsiteX8" fmla="*/ 79062 w 1032490"/>
                <a:gd name="connsiteY8" fmla="*/ 811785 h 1607208"/>
                <a:gd name="connsiteX9" fmla="*/ 2861 w 1032490"/>
                <a:gd name="connsiteY9" fmla="*/ 730822 h 1607208"/>
                <a:gd name="connsiteX10" fmla="*/ 117161 w 1032490"/>
                <a:gd name="connsiteY10" fmla="*/ 483172 h 1607208"/>
                <a:gd name="connsiteX11" fmla="*/ 76940 w 1032490"/>
                <a:gd name="connsiteY11" fmla="*/ 391455 h 1607208"/>
                <a:gd name="connsiteX12" fmla="*/ 356215 w 1032490"/>
                <a:gd name="connsiteY12" fmla="*/ 0 h 1607208"/>
                <a:gd name="connsiteX0" fmla="*/ 356215 w 1032490"/>
                <a:gd name="connsiteY0" fmla="*/ 0 h 1628727"/>
                <a:gd name="connsiteX1" fmla="*/ 1032490 w 1032490"/>
                <a:gd name="connsiteY1" fmla="*/ 361950 h 1628727"/>
                <a:gd name="connsiteX2" fmla="*/ 1032490 w 1032490"/>
                <a:gd name="connsiteY2" fmla="*/ 1276350 h 1628727"/>
                <a:gd name="connsiteX3" fmla="*/ 526736 w 1032490"/>
                <a:gd name="connsiteY3" fmla="*/ 1564260 h 1628727"/>
                <a:gd name="connsiteX4" fmla="*/ 431486 w 1032490"/>
                <a:gd name="connsiteY4" fmla="*/ 1607122 h 1628727"/>
                <a:gd name="connsiteX5" fmla="*/ 331473 w 1032490"/>
                <a:gd name="connsiteY5" fmla="*/ 1311847 h 1628727"/>
                <a:gd name="connsiteX6" fmla="*/ 226698 w 1032490"/>
                <a:gd name="connsiteY6" fmla="*/ 1321372 h 1628727"/>
                <a:gd name="connsiteX7" fmla="*/ 194290 w 1032490"/>
                <a:gd name="connsiteY7" fmla="*/ 1076325 h 1628727"/>
                <a:gd name="connsiteX8" fmla="*/ 83823 w 1032490"/>
                <a:gd name="connsiteY8" fmla="*/ 1078485 h 1628727"/>
                <a:gd name="connsiteX9" fmla="*/ 79062 w 1032490"/>
                <a:gd name="connsiteY9" fmla="*/ 811785 h 1628727"/>
                <a:gd name="connsiteX10" fmla="*/ 2861 w 1032490"/>
                <a:gd name="connsiteY10" fmla="*/ 730822 h 1628727"/>
                <a:gd name="connsiteX11" fmla="*/ 117161 w 1032490"/>
                <a:gd name="connsiteY11" fmla="*/ 483172 h 1628727"/>
                <a:gd name="connsiteX12" fmla="*/ 76940 w 1032490"/>
                <a:gd name="connsiteY12" fmla="*/ 391455 h 1628727"/>
                <a:gd name="connsiteX13" fmla="*/ 356215 w 1032490"/>
                <a:gd name="connsiteY13" fmla="*/ 0 h 1628727"/>
                <a:gd name="connsiteX0" fmla="*/ 356215 w 1032490"/>
                <a:gd name="connsiteY0" fmla="*/ 0 h 1756068"/>
                <a:gd name="connsiteX1" fmla="*/ 1032490 w 1032490"/>
                <a:gd name="connsiteY1" fmla="*/ 361950 h 1756068"/>
                <a:gd name="connsiteX2" fmla="*/ 1032490 w 1032490"/>
                <a:gd name="connsiteY2" fmla="*/ 1276350 h 1756068"/>
                <a:gd name="connsiteX3" fmla="*/ 645798 w 1032490"/>
                <a:gd name="connsiteY3" fmla="*/ 1749997 h 1756068"/>
                <a:gd name="connsiteX4" fmla="*/ 526736 w 1032490"/>
                <a:gd name="connsiteY4" fmla="*/ 1564260 h 1756068"/>
                <a:gd name="connsiteX5" fmla="*/ 431486 w 1032490"/>
                <a:gd name="connsiteY5" fmla="*/ 1607122 h 1756068"/>
                <a:gd name="connsiteX6" fmla="*/ 331473 w 1032490"/>
                <a:gd name="connsiteY6" fmla="*/ 1311847 h 1756068"/>
                <a:gd name="connsiteX7" fmla="*/ 226698 w 1032490"/>
                <a:gd name="connsiteY7" fmla="*/ 1321372 h 1756068"/>
                <a:gd name="connsiteX8" fmla="*/ 194290 w 1032490"/>
                <a:gd name="connsiteY8" fmla="*/ 1076325 h 1756068"/>
                <a:gd name="connsiteX9" fmla="*/ 83823 w 1032490"/>
                <a:gd name="connsiteY9" fmla="*/ 1078485 h 1756068"/>
                <a:gd name="connsiteX10" fmla="*/ 79062 w 1032490"/>
                <a:gd name="connsiteY10" fmla="*/ 811785 h 1756068"/>
                <a:gd name="connsiteX11" fmla="*/ 2861 w 1032490"/>
                <a:gd name="connsiteY11" fmla="*/ 730822 h 1756068"/>
                <a:gd name="connsiteX12" fmla="*/ 117161 w 1032490"/>
                <a:gd name="connsiteY12" fmla="*/ 483172 h 1756068"/>
                <a:gd name="connsiteX13" fmla="*/ 76940 w 1032490"/>
                <a:gd name="connsiteY13" fmla="*/ 391455 h 1756068"/>
                <a:gd name="connsiteX14" fmla="*/ 356215 w 1032490"/>
                <a:gd name="connsiteY14" fmla="*/ 0 h 1756068"/>
                <a:gd name="connsiteX0" fmla="*/ 356215 w 1032490"/>
                <a:gd name="connsiteY0" fmla="*/ 0 h 1742103"/>
                <a:gd name="connsiteX1" fmla="*/ 1032490 w 1032490"/>
                <a:gd name="connsiteY1" fmla="*/ 361950 h 1742103"/>
                <a:gd name="connsiteX2" fmla="*/ 1032490 w 1032490"/>
                <a:gd name="connsiteY2" fmla="*/ 1276350 h 1742103"/>
                <a:gd name="connsiteX3" fmla="*/ 655323 w 1032490"/>
                <a:gd name="connsiteY3" fmla="*/ 1735710 h 1742103"/>
                <a:gd name="connsiteX4" fmla="*/ 526736 w 1032490"/>
                <a:gd name="connsiteY4" fmla="*/ 1564260 h 1742103"/>
                <a:gd name="connsiteX5" fmla="*/ 431486 w 1032490"/>
                <a:gd name="connsiteY5" fmla="*/ 1607122 h 1742103"/>
                <a:gd name="connsiteX6" fmla="*/ 331473 w 1032490"/>
                <a:gd name="connsiteY6" fmla="*/ 1311847 h 1742103"/>
                <a:gd name="connsiteX7" fmla="*/ 226698 w 1032490"/>
                <a:gd name="connsiteY7" fmla="*/ 1321372 h 1742103"/>
                <a:gd name="connsiteX8" fmla="*/ 194290 w 1032490"/>
                <a:gd name="connsiteY8" fmla="*/ 1076325 h 1742103"/>
                <a:gd name="connsiteX9" fmla="*/ 83823 w 1032490"/>
                <a:gd name="connsiteY9" fmla="*/ 1078485 h 1742103"/>
                <a:gd name="connsiteX10" fmla="*/ 79062 w 1032490"/>
                <a:gd name="connsiteY10" fmla="*/ 811785 h 1742103"/>
                <a:gd name="connsiteX11" fmla="*/ 2861 w 1032490"/>
                <a:gd name="connsiteY11" fmla="*/ 730822 h 1742103"/>
                <a:gd name="connsiteX12" fmla="*/ 117161 w 1032490"/>
                <a:gd name="connsiteY12" fmla="*/ 483172 h 1742103"/>
                <a:gd name="connsiteX13" fmla="*/ 76940 w 1032490"/>
                <a:gd name="connsiteY13" fmla="*/ 391455 h 1742103"/>
                <a:gd name="connsiteX14" fmla="*/ 356215 w 1032490"/>
                <a:gd name="connsiteY14" fmla="*/ 0 h 174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2490" h="1742103">
                  <a:moveTo>
                    <a:pt x="356215" y="0"/>
                  </a:moveTo>
                  <a:lnTo>
                    <a:pt x="1032490" y="361950"/>
                  </a:lnTo>
                  <a:lnTo>
                    <a:pt x="1032490" y="1276350"/>
                  </a:lnTo>
                  <a:cubicBezTo>
                    <a:pt x="980741" y="1464829"/>
                    <a:pt x="739615" y="1687725"/>
                    <a:pt x="655323" y="1735710"/>
                  </a:cubicBezTo>
                  <a:cubicBezTo>
                    <a:pt x="571031" y="1783695"/>
                    <a:pt x="575155" y="1545210"/>
                    <a:pt x="526736" y="1564260"/>
                  </a:cubicBezTo>
                  <a:cubicBezTo>
                    <a:pt x="478317" y="1583310"/>
                    <a:pt x="460855" y="1653159"/>
                    <a:pt x="431486" y="1607122"/>
                  </a:cubicBezTo>
                  <a:cubicBezTo>
                    <a:pt x="402117" y="1561085"/>
                    <a:pt x="381479" y="1315022"/>
                    <a:pt x="331473" y="1311847"/>
                  </a:cubicBezTo>
                  <a:cubicBezTo>
                    <a:pt x="281467" y="1308672"/>
                    <a:pt x="251943" y="1363801"/>
                    <a:pt x="226698" y="1321372"/>
                  </a:cubicBezTo>
                  <a:lnTo>
                    <a:pt x="194290" y="1076325"/>
                  </a:lnTo>
                  <a:cubicBezTo>
                    <a:pt x="29035" y="1039379"/>
                    <a:pt x="90328" y="1155912"/>
                    <a:pt x="83823" y="1078485"/>
                  </a:cubicBezTo>
                  <a:cubicBezTo>
                    <a:pt x="77318" y="1001058"/>
                    <a:pt x="85412" y="865760"/>
                    <a:pt x="79062" y="811785"/>
                  </a:cubicBezTo>
                  <a:cubicBezTo>
                    <a:pt x="72712" y="757810"/>
                    <a:pt x="-16983" y="801466"/>
                    <a:pt x="2861" y="730822"/>
                  </a:cubicBezTo>
                  <a:cubicBezTo>
                    <a:pt x="22705" y="660178"/>
                    <a:pt x="120690" y="530208"/>
                    <a:pt x="117161" y="483172"/>
                  </a:cubicBezTo>
                  <a:cubicBezTo>
                    <a:pt x="113632" y="436136"/>
                    <a:pt x="27573" y="475159"/>
                    <a:pt x="76940" y="391455"/>
                  </a:cubicBezTo>
                  <a:lnTo>
                    <a:pt x="356215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434FEB-0C77-AE1C-E885-F55CDCC96C53}"/>
                </a:ext>
              </a:extLst>
            </p:cNvPr>
            <p:cNvSpPr/>
            <p:nvPr/>
          </p:nvSpPr>
          <p:spPr>
            <a:xfrm>
              <a:off x="3118839" y="4790693"/>
              <a:ext cx="2635517" cy="2542034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308100"/>
                <a:gd name="connsiteY0" fmla="*/ 215900 h 1130300"/>
                <a:gd name="connsiteX1" fmla="*/ 1308100 w 1308100"/>
                <a:gd name="connsiteY1" fmla="*/ 0 h 1130300"/>
                <a:gd name="connsiteX2" fmla="*/ 914400 w 1308100"/>
                <a:gd name="connsiteY2" fmla="*/ 1130300 h 1130300"/>
                <a:gd name="connsiteX3" fmla="*/ 0 w 1308100"/>
                <a:gd name="connsiteY3" fmla="*/ 1130300 h 1130300"/>
                <a:gd name="connsiteX4" fmla="*/ 0 w 1308100"/>
                <a:gd name="connsiteY4" fmla="*/ 215900 h 1130300"/>
                <a:gd name="connsiteX0" fmla="*/ 0 w 2603500"/>
                <a:gd name="connsiteY0" fmla="*/ 215900 h 1346200"/>
                <a:gd name="connsiteX1" fmla="*/ 1308100 w 2603500"/>
                <a:gd name="connsiteY1" fmla="*/ 0 h 1346200"/>
                <a:gd name="connsiteX2" fmla="*/ 2603500 w 2603500"/>
                <a:gd name="connsiteY2" fmla="*/ 1346200 h 1346200"/>
                <a:gd name="connsiteX3" fmla="*/ 0 w 2603500"/>
                <a:gd name="connsiteY3" fmla="*/ 1130300 h 1346200"/>
                <a:gd name="connsiteX4" fmla="*/ 0 w 2603500"/>
                <a:gd name="connsiteY4" fmla="*/ 215900 h 1346200"/>
                <a:gd name="connsiteX0" fmla="*/ 0 w 2603500"/>
                <a:gd name="connsiteY0" fmla="*/ 215900 h 1707096"/>
                <a:gd name="connsiteX1" fmla="*/ 1308100 w 2603500"/>
                <a:gd name="connsiteY1" fmla="*/ 0 h 1707096"/>
                <a:gd name="connsiteX2" fmla="*/ 2603500 w 2603500"/>
                <a:gd name="connsiteY2" fmla="*/ 1346200 h 1707096"/>
                <a:gd name="connsiteX3" fmla="*/ 0 w 2603500"/>
                <a:gd name="connsiteY3" fmla="*/ 1130300 h 1707096"/>
                <a:gd name="connsiteX4" fmla="*/ 0 w 2603500"/>
                <a:gd name="connsiteY4" fmla="*/ 215900 h 1707096"/>
                <a:gd name="connsiteX0" fmla="*/ 0 w 2605995"/>
                <a:gd name="connsiteY0" fmla="*/ 215900 h 2511050"/>
                <a:gd name="connsiteX1" fmla="*/ 1308100 w 2605995"/>
                <a:gd name="connsiteY1" fmla="*/ 0 h 2511050"/>
                <a:gd name="connsiteX2" fmla="*/ 2603500 w 2605995"/>
                <a:gd name="connsiteY2" fmla="*/ 1346200 h 2511050"/>
                <a:gd name="connsiteX3" fmla="*/ 869365 w 2605995"/>
                <a:gd name="connsiteY3" fmla="*/ 2510023 h 2511050"/>
                <a:gd name="connsiteX4" fmla="*/ 0 w 2605995"/>
                <a:gd name="connsiteY4" fmla="*/ 1130300 h 2511050"/>
                <a:gd name="connsiteX5" fmla="*/ 0 w 2605995"/>
                <a:gd name="connsiteY5" fmla="*/ 215900 h 2511050"/>
                <a:gd name="connsiteX0" fmla="*/ 0 w 2606040"/>
                <a:gd name="connsiteY0" fmla="*/ 215900 h 2514097"/>
                <a:gd name="connsiteX1" fmla="*/ 1308100 w 2606040"/>
                <a:gd name="connsiteY1" fmla="*/ 0 h 2514097"/>
                <a:gd name="connsiteX2" fmla="*/ 2603500 w 2606040"/>
                <a:gd name="connsiteY2" fmla="*/ 1346200 h 2514097"/>
                <a:gd name="connsiteX3" fmla="*/ 869365 w 2606040"/>
                <a:gd name="connsiteY3" fmla="*/ 2510023 h 2514097"/>
                <a:gd name="connsiteX4" fmla="*/ 0 w 2606040"/>
                <a:gd name="connsiteY4" fmla="*/ 1130300 h 2514097"/>
                <a:gd name="connsiteX5" fmla="*/ 0 w 2606040"/>
                <a:gd name="connsiteY5" fmla="*/ 215900 h 2514097"/>
                <a:gd name="connsiteX0" fmla="*/ 0 w 2605849"/>
                <a:gd name="connsiteY0" fmla="*/ 215900 h 2522710"/>
                <a:gd name="connsiteX1" fmla="*/ 1308100 w 2605849"/>
                <a:gd name="connsiteY1" fmla="*/ 0 h 2522710"/>
                <a:gd name="connsiteX2" fmla="*/ 2603500 w 2605849"/>
                <a:gd name="connsiteY2" fmla="*/ 1346200 h 2522710"/>
                <a:gd name="connsiteX3" fmla="*/ 869365 w 2605849"/>
                <a:gd name="connsiteY3" fmla="*/ 2510023 h 2522710"/>
                <a:gd name="connsiteX4" fmla="*/ 0 w 2605849"/>
                <a:gd name="connsiteY4" fmla="*/ 1130300 h 2522710"/>
                <a:gd name="connsiteX5" fmla="*/ 0 w 2605849"/>
                <a:gd name="connsiteY5" fmla="*/ 215900 h 2522710"/>
                <a:gd name="connsiteX0" fmla="*/ 0 w 2603500"/>
                <a:gd name="connsiteY0" fmla="*/ 215900 h 2522710"/>
                <a:gd name="connsiteX1" fmla="*/ 1308100 w 2603500"/>
                <a:gd name="connsiteY1" fmla="*/ 0 h 2522710"/>
                <a:gd name="connsiteX2" fmla="*/ 2603500 w 2603500"/>
                <a:gd name="connsiteY2" fmla="*/ 1346200 h 2522710"/>
                <a:gd name="connsiteX3" fmla="*/ 869365 w 2603500"/>
                <a:gd name="connsiteY3" fmla="*/ 2510023 h 2522710"/>
                <a:gd name="connsiteX4" fmla="*/ 0 w 2603500"/>
                <a:gd name="connsiteY4" fmla="*/ 1130300 h 2522710"/>
                <a:gd name="connsiteX5" fmla="*/ 0 w 2603500"/>
                <a:gd name="connsiteY5" fmla="*/ 215900 h 2522710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0 w 2603500"/>
                <a:gd name="connsiteY5" fmla="*/ 1130300 h 2634863"/>
                <a:gd name="connsiteX6" fmla="*/ 0 w 2603500"/>
                <a:gd name="connsiteY6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0 w 2603500"/>
                <a:gd name="connsiteY6" fmla="*/ 11303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581510"/>
                <a:gd name="connsiteX1" fmla="*/ 1308100 w 2603500"/>
                <a:gd name="connsiteY1" fmla="*/ 0 h 2581510"/>
                <a:gd name="connsiteX2" fmla="*/ 2603500 w 2603500"/>
                <a:gd name="connsiteY2" fmla="*/ 1346200 h 2581510"/>
                <a:gd name="connsiteX3" fmla="*/ 869365 w 2603500"/>
                <a:gd name="connsiteY3" fmla="*/ 2510023 h 2581510"/>
                <a:gd name="connsiteX4" fmla="*/ 526465 w 2603500"/>
                <a:gd name="connsiteY4" fmla="*/ 2471922 h 2581510"/>
                <a:gd name="connsiteX5" fmla="*/ 513765 w 2603500"/>
                <a:gd name="connsiteY5" fmla="*/ 1697222 h 2581510"/>
                <a:gd name="connsiteX6" fmla="*/ 456615 w 2603500"/>
                <a:gd name="connsiteY6" fmla="*/ 1087622 h 2581510"/>
                <a:gd name="connsiteX7" fmla="*/ 533400 w 2603500"/>
                <a:gd name="connsiteY7" fmla="*/ 533400 h 2581510"/>
                <a:gd name="connsiteX8" fmla="*/ 0 w 2603500"/>
                <a:gd name="connsiteY8" fmla="*/ 215900 h 2581510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35517"/>
                <a:gd name="connsiteY0" fmla="*/ 215900 h 2542034"/>
                <a:gd name="connsiteX1" fmla="*/ 1308100 w 2635517"/>
                <a:gd name="connsiteY1" fmla="*/ 0 h 2542034"/>
                <a:gd name="connsiteX2" fmla="*/ 2628900 w 2635517"/>
                <a:gd name="connsiteY2" fmla="*/ 1314450 h 2542034"/>
                <a:gd name="connsiteX3" fmla="*/ 869365 w 2635517"/>
                <a:gd name="connsiteY3" fmla="*/ 2510023 h 2542034"/>
                <a:gd name="connsiteX4" fmla="*/ 526465 w 2635517"/>
                <a:gd name="connsiteY4" fmla="*/ 2471922 h 2542034"/>
                <a:gd name="connsiteX5" fmla="*/ 513765 w 2635517"/>
                <a:gd name="connsiteY5" fmla="*/ 1697222 h 2542034"/>
                <a:gd name="connsiteX6" fmla="*/ 456615 w 2635517"/>
                <a:gd name="connsiteY6" fmla="*/ 1087622 h 2542034"/>
                <a:gd name="connsiteX7" fmla="*/ 533400 w 2635517"/>
                <a:gd name="connsiteY7" fmla="*/ 533400 h 2542034"/>
                <a:gd name="connsiteX8" fmla="*/ 0 w 2635517"/>
                <a:gd name="connsiteY8" fmla="*/ 215900 h 2542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5517" h="2542034">
                  <a:moveTo>
                    <a:pt x="0" y="215900"/>
                  </a:moveTo>
                  <a:lnTo>
                    <a:pt x="1308100" y="0"/>
                  </a:lnTo>
                  <a:cubicBezTo>
                    <a:pt x="1498600" y="785283"/>
                    <a:pt x="2197100" y="954617"/>
                    <a:pt x="2628900" y="1314450"/>
                  </a:cubicBezTo>
                  <a:cubicBezTo>
                    <a:pt x="2748394" y="1855554"/>
                    <a:pt x="1214382" y="2647606"/>
                    <a:pt x="869365" y="2510023"/>
                  </a:cubicBezTo>
                  <a:cubicBezTo>
                    <a:pt x="635376" y="2574877"/>
                    <a:pt x="614209" y="2530426"/>
                    <a:pt x="526465" y="2471922"/>
                  </a:cubicBezTo>
                  <a:cubicBezTo>
                    <a:pt x="390998" y="2461339"/>
                    <a:pt x="61759" y="2358975"/>
                    <a:pt x="513765" y="1697222"/>
                  </a:cubicBezTo>
                  <a:cubicBezTo>
                    <a:pt x="524348" y="1459097"/>
                    <a:pt x="453343" y="1281592"/>
                    <a:pt x="456615" y="1087622"/>
                  </a:cubicBezTo>
                  <a:cubicBezTo>
                    <a:pt x="459887" y="893652"/>
                    <a:pt x="631727" y="671279"/>
                    <a:pt x="533400" y="533400"/>
                  </a:cubicBezTo>
                  <a:lnTo>
                    <a:pt x="0" y="215900"/>
                  </a:lnTo>
                  <a:close/>
                </a:path>
              </a:pathLst>
            </a:custGeom>
            <a:solidFill>
              <a:srgbClr val="FDBA6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E20DF6D-8E52-35DB-EC37-8E6F2C11E12F}"/>
                </a:ext>
              </a:extLst>
            </p:cNvPr>
            <p:cNvGrpSpPr/>
            <p:nvPr/>
          </p:nvGrpSpPr>
          <p:grpSpPr>
            <a:xfrm>
              <a:off x="4711189" y="596268"/>
              <a:ext cx="1772144" cy="2285742"/>
              <a:chOff x="5968085" y="623453"/>
              <a:chExt cx="1772144" cy="2285742"/>
            </a:xfrm>
          </p:grpSpPr>
          <p:sp>
            <p:nvSpPr>
              <p:cNvPr id="39" name="Rectangle 35">
                <a:extLst>
                  <a:ext uri="{FF2B5EF4-FFF2-40B4-BE49-F238E27FC236}">
                    <a16:creationId xmlns:a16="http://schemas.microsoft.com/office/drawing/2014/main" id="{F124C9F4-54F8-64B7-18CF-E0BDBCA418AD}"/>
                  </a:ext>
                </a:extLst>
              </p:cNvPr>
              <p:cNvSpPr/>
              <p:nvPr/>
            </p:nvSpPr>
            <p:spPr>
              <a:xfrm>
                <a:off x="5968085" y="1029599"/>
                <a:ext cx="1506778" cy="1879596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914400"/>
                  <a:gd name="connsiteY0" fmla="*/ 0 h 1407886"/>
                  <a:gd name="connsiteX1" fmla="*/ 914400 w 914400"/>
                  <a:gd name="connsiteY1" fmla="*/ 0 h 1407886"/>
                  <a:gd name="connsiteX2" fmla="*/ 914400 w 914400"/>
                  <a:gd name="connsiteY2" fmla="*/ 914400 h 1407886"/>
                  <a:gd name="connsiteX3" fmla="*/ 174172 w 914400"/>
                  <a:gd name="connsiteY3" fmla="*/ 1407886 h 1407886"/>
                  <a:gd name="connsiteX4" fmla="*/ 0 w 914400"/>
                  <a:gd name="connsiteY4" fmla="*/ 0 h 1407886"/>
                  <a:gd name="connsiteX0" fmla="*/ 0 w 914400"/>
                  <a:gd name="connsiteY0" fmla="*/ 508000 h 1915886"/>
                  <a:gd name="connsiteX1" fmla="*/ 725715 w 914400"/>
                  <a:gd name="connsiteY1" fmla="*/ 0 h 1915886"/>
                  <a:gd name="connsiteX2" fmla="*/ 914400 w 914400"/>
                  <a:gd name="connsiteY2" fmla="*/ 1422400 h 1915886"/>
                  <a:gd name="connsiteX3" fmla="*/ 174172 w 914400"/>
                  <a:gd name="connsiteY3" fmla="*/ 1915886 h 1915886"/>
                  <a:gd name="connsiteX4" fmla="*/ 0 w 914400"/>
                  <a:gd name="connsiteY4" fmla="*/ 508000 h 1915886"/>
                  <a:gd name="connsiteX0" fmla="*/ 0 w 725715"/>
                  <a:gd name="connsiteY0" fmla="*/ 508000 h 1915886"/>
                  <a:gd name="connsiteX1" fmla="*/ 725715 w 725715"/>
                  <a:gd name="connsiteY1" fmla="*/ 0 h 1915886"/>
                  <a:gd name="connsiteX2" fmla="*/ 174172 w 725715"/>
                  <a:gd name="connsiteY2" fmla="*/ 1915886 h 1915886"/>
                  <a:gd name="connsiteX3" fmla="*/ 0 w 725715"/>
                  <a:gd name="connsiteY3" fmla="*/ 508000 h 1915886"/>
                  <a:gd name="connsiteX0" fmla="*/ 0 w 916446"/>
                  <a:gd name="connsiteY0" fmla="*/ 508000 h 1915886"/>
                  <a:gd name="connsiteX1" fmla="*/ 725715 w 916446"/>
                  <a:gd name="connsiteY1" fmla="*/ 0 h 1915886"/>
                  <a:gd name="connsiteX2" fmla="*/ 174172 w 916446"/>
                  <a:gd name="connsiteY2" fmla="*/ 1915886 h 1915886"/>
                  <a:gd name="connsiteX3" fmla="*/ 0 w 916446"/>
                  <a:gd name="connsiteY3" fmla="*/ 508000 h 1915886"/>
                  <a:gd name="connsiteX0" fmla="*/ 0 w 1059677"/>
                  <a:gd name="connsiteY0" fmla="*/ 508000 h 1915886"/>
                  <a:gd name="connsiteX1" fmla="*/ 725715 w 1059677"/>
                  <a:gd name="connsiteY1" fmla="*/ 0 h 1915886"/>
                  <a:gd name="connsiteX2" fmla="*/ 174172 w 1059677"/>
                  <a:gd name="connsiteY2" fmla="*/ 1915886 h 1915886"/>
                  <a:gd name="connsiteX3" fmla="*/ 0 w 10596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623545 h 2031431"/>
                  <a:gd name="connsiteX1" fmla="*/ 1132115 w 1466077"/>
                  <a:gd name="connsiteY1" fmla="*/ 115545 h 2031431"/>
                  <a:gd name="connsiteX2" fmla="*/ 580572 w 1466077"/>
                  <a:gd name="connsiteY2" fmla="*/ 2031431 h 2031431"/>
                  <a:gd name="connsiteX3" fmla="*/ 0 w 1466077"/>
                  <a:gd name="connsiteY3" fmla="*/ 623545 h 2031431"/>
                  <a:gd name="connsiteX0" fmla="*/ 0 w 1466077"/>
                  <a:gd name="connsiteY0" fmla="*/ 539840 h 1947726"/>
                  <a:gd name="connsiteX1" fmla="*/ 1132115 w 1466077"/>
                  <a:gd name="connsiteY1" fmla="*/ 31840 h 1947726"/>
                  <a:gd name="connsiteX2" fmla="*/ 580572 w 1466077"/>
                  <a:gd name="connsiteY2" fmla="*/ 1947726 h 1947726"/>
                  <a:gd name="connsiteX3" fmla="*/ 0 w 1466077"/>
                  <a:gd name="connsiteY3" fmla="*/ 539840 h 1947726"/>
                  <a:gd name="connsiteX0" fmla="*/ 0 w 1654315"/>
                  <a:gd name="connsiteY0" fmla="*/ 451913 h 1859799"/>
                  <a:gd name="connsiteX1" fmla="*/ 1462315 w 1654315"/>
                  <a:gd name="connsiteY1" fmla="*/ 64021 h 1859799"/>
                  <a:gd name="connsiteX2" fmla="*/ 580572 w 1654315"/>
                  <a:gd name="connsiteY2" fmla="*/ 1859799 h 1859799"/>
                  <a:gd name="connsiteX3" fmla="*/ 0 w 1654315"/>
                  <a:gd name="connsiteY3" fmla="*/ 451913 h 1859799"/>
                  <a:gd name="connsiteX0" fmla="*/ 0 w 1654315"/>
                  <a:gd name="connsiteY0" fmla="*/ 526471 h 1934357"/>
                  <a:gd name="connsiteX1" fmla="*/ 1462315 w 1654315"/>
                  <a:gd name="connsiteY1" fmla="*/ 138579 h 1934357"/>
                  <a:gd name="connsiteX2" fmla="*/ 580572 w 1654315"/>
                  <a:gd name="connsiteY2" fmla="*/ 1934357 h 1934357"/>
                  <a:gd name="connsiteX3" fmla="*/ 0 w 1654315"/>
                  <a:gd name="connsiteY3" fmla="*/ 526471 h 1934357"/>
                  <a:gd name="connsiteX0" fmla="*/ 0 w 1564210"/>
                  <a:gd name="connsiteY0" fmla="*/ 526471 h 1934357"/>
                  <a:gd name="connsiteX1" fmla="*/ 1462315 w 1564210"/>
                  <a:gd name="connsiteY1" fmla="*/ 138579 h 1934357"/>
                  <a:gd name="connsiteX2" fmla="*/ 580572 w 1564210"/>
                  <a:gd name="connsiteY2" fmla="*/ 1934357 h 1934357"/>
                  <a:gd name="connsiteX3" fmla="*/ 0 w 1564210"/>
                  <a:gd name="connsiteY3" fmla="*/ 526471 h 1934357"/>
                  <a:gd name="connsiteX0" fmla="*/ 0 w 1552560"/>
                  <a:gd name="connsiteY0" fmla="*/ 526471 h 1871143"/>
                  <a:gd name="connsiteX1" fmla="*/ 1462315 w 1552560"/>
                  <a:gd name="connsiteY1" fmla="*/ 138579 h 1871143"/>
                  <a:gd name="connsiteX2" fmla="*/ 548822 w 1552560"/>
                  <a:gd name="connsiteY2" fmla="*/ 1871143 h 1871143"/>
                  <a:gd name="connsiteX3" fmla="*/ 0 w 1552560"/>
                  <a:gd name="connsiteY3" fmla="*/ 526471 h 1871143"/>
                  <a:gd name="connsiteX0" fmla="*/ 0 w 1506778"/>
                  <a:gd name="connsiteY0" fmla="*/ 526471 h 1871143"/>
                  <a:gd name="connsiteX1" fmla="*/ 1462315 w 1506778"/>
                  <a:gd name="connsiteY1" fmla="*/ 138579 h 1871143"/>
                  <a:gd name="connsiteX2" fmla="*/ 548822 w 1506778"/>
                  <a:gd name="connsiteY2" fmla="*/ 1871143 h 1871143"/>
                  <a:gd name="connsiteX3" fmla="*/ 0 w 1506778"/>
                  <a:gd name="connsiteY3" fmla="*/ 526471 h 1871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6778" h="1871143">
                    <a:moveTo>
                      <a:pt x="0" y="526471"/>
                    </a:moveTo>
                    <a:cubicBezTo>
                      <a:pt x="333829" y="-78290"/>
                      <a:pt x="1263650" y="-93181"/>
                      <a:pt x="1462315" y="138579"/>
                    </a:cubicBezTo>
                    <a:cubicBezTo>
                      <a:pt x="1489832" y="319322"/>
                      <a:pt x="1759555" y="1145678"/>
                      <a:pt x="548822" y="1871143"/>
                    </a:cubicBezTo>
                    <a:lnTo>
                      <a:pt x="0" y="526471"/>
                    </a:lnTo>
                    <a:close/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FDD1AA1-30A9-9929-B4AB-CFE40EB5931C}"/>
                  </a:ext>
                </a:extLst>
              </p:cNvPr>
              <p:cNvGrpSpPr/>
              <p:nvPr/>
            </p:nvGrpSpPr>
            <p:grpSpPr>
              <a:xfrm>
                <a:off x="6274152" y="623453"/>
                <a:ext cx="1466077" cy="2022249"/>
                <a:chOff x="6274152" y="623453"/>
                <a:chExt cx="1466077" cy="2022249"/>
              </a:xfrm>
            </p:grpSpPr>
            <p:sp>
              <p:nvSpPr>
                <p:cNvPr id="38" name="Rectangle 35">
                  <a:extLst>
                    <a:ext uri="{FF2B5EF4-FFF2-40B4-BE49-F238E27FC236}">
                      <a16:creationId xmlns:a16="http://schemas.microsoft.com/office/drawing/2014/main" id="{FC0F2A72-C373-CA5E-06E1-3CC2EFBCFDAF}"/>
                    </a:ext>
                  </a:extLst>
                </p:cNvPr>
                <p:cNvSpPr/>
                <p:nvPr/>
              </p:nvSpPr>
              <p:spPr>
                <a:xfrm>
                  <a:off x="6274152" y="623453"/>
                  <a:ext cx="1466077" cy="2022249"/>
                </a:xfrm>
                <a:custGeom>
                  <a:avLst/>
                  <a:gdLst>
                    <a:gd name="connsiteX0" fmla="*/ 0 w 914400"/>
                    <a:gd name="connsiteY0" fmla="*/ 0 h 914400"/>
                    <a:gd name="connsiteX1" fmla="*/ 914400 w 914400"/>
                    <a:gd name="connsiteY1" fmla="*/ 0 h 914400"/>
                    <a:gd name="connsiteX2" fmla="*/ 914400 w 914400"/>
                    <a:gd name="connsiteY2" fmla="*/ 914400 h 914400"/>
                    <a:gd name="connsiteX3" fmla="*/ 0 w 914400"/>
                    <a:gd name="connsiteY3" fmla="*/ 914400 h 914400"/>
                    <a:gd name="connsiteX4" fmla="*/ 0 w 914400"/>
                    <a:gd name="connsiteY4" fmla="*/ 0 h 914400"/>
                    <a:gd name="connsiteX0" fmla="*/ 0 w 914400"/>
                    <a:gd name="connsiteY0" fmla="*/ 0 h 1407886"/>
                    <a:gd name="connsiteX1" fmla="*/ 914400 w 914400"/>
                    <a:gd name="connsiteY1" fmla="*/ 0 h 1407886"/>
                    <a:gd name="connsiteX2" fmla="*/ 914400 w 914400"/>
                    <a:gd name="connsiteY2" fmla="*/ 914400 h 1407886"/>
                    <a:gd name="connsiteX3" fmla="*/ 174172 w 914400"/>
                    <a:gd name="connsiteY3" fmla="*/ 1407886 h 1407886"/>
                    <a:gd name="connsiteX4" fmla="*/ 0 w 914400"/>
                    <a:gd name="connsiteY4" fmla="*/ 0 h 1407886"/>
                    <a:gd name="connsiteX0" fmla="*/ 0 w 914400"/>
                    <a:gd name="connsiteY0" fmla="*/ 508000 h 1915886"/>
                    <a:gd name="connsiteX1" fmla="*/ 725715 w 914400"/>
                    <a:gd name="connsiteY1" fmla="*/ 0 h 1915886"/>
                    <a:gd name="connsiteX2" fmla="*/ 914400 w 914400"/>
                    <a:gd name="connsiteY2" fmla="*/ 1422400 h 1915886"/>
                    <a:gd name="connsiteX3" fmla="*/ 174172 w 914400"/>
                    <a:gd name="connsiteY3" fmla="*/ 1915886 h 1915886"/>
                    <a:gd name="connsiteX4" fmla="*/ 0 w 914400"/>
                    <a:gd name="connsiteY4" fmla="*/ 508000 h 1915886"/>
                    <a:gd name="connsiteX0" fmla="*/ 0 w 725715"/>
                    <a:gd name="connsiteY0" fmla="*/ 508000 h 1915886"/>
                    <a:gd name="connsiteX1" fmla="*/ 725715 w 725715"/>
                    <a:gd name="connsiteY1" fmla="*/ 0 h 1915886"/>
                    <a:gd name="connsiteX2" fmla="*/ 174172 w 725715"/>
                    <a:gd name="connsiteY2" fmla="*/ 1915886 h 1915886"/>
                    <a:gd name="connsiteX3" fmla="*/ 0 w 725715"/>
                    <a:gd name="connsiteY3" fmla="*/ 508000 h 1915886"/>
                    <a:gd name="connsiteX0" fmla="*/ 0 w 916446"/>
                    <a:gd name="connsiteY0" fmla="*/ 508000 h 1915886"/>
                    <a:gd name="connsiteX1" fmla="*/ 725715 w 916446"/>
                    <a:gd name="connsiteY1" fmla="*/ 0 h 1915886"/>
                    <a:gd name="connsiteX2" fmla="*/ 174172 w 916446"/>
                    <a:gd name="connsiteY2" fmla="*/ 1915886 h 1915886"/>
                    <a:gd name="connsiteX3" fmla="*/ 0 w 916446"/>
                    <a:gd name="connsiteY3" fmla="*/ 508000 h 1915886"/>
                    <a:gd name="connsiteX0" fmla="*/ 0 w 1059677"/>
                    <a:gd name="connsiteY0" fmla="*/ 508000 h 1915886"/>
                    <a:gd name="connsiteX1" fmla="*/ 725715 w 1059677"/>
                    <a:gd name="connsiteY1" fmla="*/ 0 h 1915886"/>
                    <a:gd name="connsiteX2" fmla="*/ 174172 w 1059677"/>
                    <a:gd name="connsiteY2" fmla="*/ 1915886 h 1915886"/>
                    <a:gd name="connsiteX3" fmla="*/ 0 w 10596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623545 h 2031431"/>
                    <a:gd name="connsiteX1" fmla="*/ 1132115 w 1466077"/>
                    <a:gd name="connsiteY1" fmla="*/ 115545 h 2031431"/>
                    <a:gd name="connsiteX2" fmla="*/ 580572 w 1466077"/>
                    <a:gd name="connsiteY2" fmla="*/ 2031431 h 2031431"/>
                    <a:gd name="connsiteX3" fmla="*/ 0 w 1466077"/>
                    <a:gd name="connsiteY3" fmla="*/ 623545 h 2031431"/>
                    <a:gd name="connsiteX0" fmla="*/ 0 w 1466077"/>
                    <a:gd name="connsiteY0" fmla="*/ 539840 h 1947726"/>
                    <a:gd name="connsiteX1" fmla="*/ 1132115 w 1466077"/>
                    <a:gd name="connsiteY1" fmla="*/ 31840 h 1947726"/>
                    <a:gd name="connsiteX2" fmla="*/ 580572 w 1466077"/>
                    <a:gd name="connsiteY2" fmla="*/ 1947726 h 1947726"/>
                    <a:gd name="connsiteX3" fmla="*/ 0 w 1466077"/>
                    <a:gd name="connsiteY3" fmla="*/ 539840 h 1947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6077" h="1947726">
                      <a:moveTo>
                        <a:pt x="0" y="539840"/>
                      </a:moveTo>
                      <a:cubicBezTo>
                        <a:pt x="333829" y="-64921"/>
                        <a:pt x="1016000" y="-29241"/>
                        <a:pt x="1132115" y="31840"/>
                      </a:cubicBezTo>
                      <a:cubicBezTo>
                        <a:pt x="1369182" y="60869"/>
                        <a:pt x="1969105" y="1076868"/>
                        <a:pt x="580572" y="1947726"/>
                      </a:cubicBezTo>
                      <a:lnTo>
                        <a:pt x="0" y="539840"/>
                      </a:lnTo>
                      <a:close/>
                    </a:path>
                  </a:pathLst>
                </a:custGeom>
                <a:solidFill>
                  <a:srgbClr val="FDBA66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2FD43F8-E038-3CE5-D736-0E7E9860D2F7}"/>
                    </a:ext>
                  </a:extLst>
                </p:cNvPr>
                <p:cNvSpPr/>
                <p:nvPr/>
              </p:nvSpPr>
              <p:spPr>
                <a:xfrm>
                  <a:off x="6299381" y="1016852"/>
                  <a:ext cx="1185462" cy="1616104"/>
                </a:xfrm>
                <a:custGeom>
                  <a:avLst/>
                  <a:gdLst>
                    <a:gd name="connsiteX0" fmla="*/ 679031 w 1185462"/>
                    <a:gd name="connsiteY0" fmla="*/ 5 h 1616104"/>
                    <a:gd name="connsiteX1" fmla="*/ 1140999 w 1185462"/>
                    <a:gd name="connsiteY1" fmla="*/ 139206 h 1616104"/>
                    <a:gd name="connsiteX2" fmla="*/ 763757 w 1185462"/>
                    <a:gd name="connsiteY2" fmla="*/ 1463934 h 1616104"/>
                    <a:gd name="connsiteX3" fmla="*/ 703320 w 1185462"/>
                    <a:gd name="connsiteY3" fmla="*/ 1520637 h 1616104"/>
                    <a:gd name="connsiteX4" fmla="*/ 689744 w 1185462"/>
                    <a:gd name="connsiteY4" fmla="*/ 1530932 h 1616104"/>
                    <a:gd name="connsiteX5" fmla="*/ 565323 w 1185462"/>
                    <a:gd name="connsiteY5" fmla="*/ 1616104 h 1616104"/>
                    <a:gd name="connsiteX6" fmla="*/ 0 w 1185462"/>
                    <a:gd name="connsiteY6" fmla="*/ 192743 h 1616104"/>
                    <a:gd name="connsiteX7" fmla="*/ 20068 w 1185462"/>
                    <a:gd name="connsiteY7" fmla="*/ 178944 h 1616104"/>
                    <a:gd name="connsiteX8" fmla="*/ 679031 w 1185462"/>
                    <a:gd name="connsiteY8" fmla="*/ 5 h 1616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462" h="1616104">
                      <a:moveTo>
                        <a:pt x="679031" y="5"/>
                      </a:moveTo>
                      <a:cubicBezTo>
                        <a:pt x="889181" y="-557"/>
                        <a:pt x="1066500" y="51903"/>
                        <a:pt x="1140999" y="139206"/>
                      </a:cubicBezTo>
                      <a:cubicBezTo>
                        <a:pt x="1163357" y="286724"/>
                        <a:pt x="1345608" y="862372"/>
                        <a:pt x="763757" y="1463934"/>
                      </a:cubicBezTo>
                      <a:lnTo>
                        <a:pt x="703320" y="1520637"/>
                      </a:lnTo>
                      <a:lnTo>
                        <a:pt x="689744" y="1530932"/>
                      </a:lnTo>
                      <a:cubicBezTo>
                        <a:pt x="650164" y="1559446"/>
                        <a:pt x="608715" y="1587849"/>
                        <a:pt x="565323" y="1616104"/>
                      </a:cubicBezTo>
                      <a:lnTo>
                        <a:pt x="0" y="192743"/>
                      </a:lnTo>
                      <a:lnTo>
                        <a:pt x="20068" y="178944"/>
                      </a:lnTo>
                      <a:cubicBezTo>
                        <a:pt x="225897" y="54153"/>
                        <a:pt x="468880" y="568"/>
                        <a:pt x="679031" y="5"/>
                      </a:cubicBez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65952022-C276-CC0A-A2FD-1CAE2FAD6940}"/>
                    </a:ext>
                  </a:extLst>
                </p:cNvPr>
                <p:cNvSpPr/>
                <p:nvPr/>
              </p:nvSpPr>
              <p:spPr>
                <a:xfrm>
                  <a:off x="6274152" y="637704"/>
                  <a:ext cx="1133350" cy="1863506"/>
                </a:xfrm>
                <a:custGeom>
                  <a:avLst/>
                  <a:gdLst>
                    <a:gd name="connsiteX0" fmla="*/ 953181 w 1133350"/>
                    <a:gd name="connsiteY0" fmla="*/ 417 h 1863506"/>
                    <a:gd name="connsiteX1" fmla="*/ 1132115 w 1133350"/>
                    <a:gd name="connsiteY1" fmla="*/ 33058 h 1863506"/>
                    <a:gd name="connsiteX2" fmla="*/ 1133350 w 1133350"/>
                    <a:gd name="connsiteY2" fmla="*/ 33504 h 1863506"/>
                    <a:gd name="connsiteX3" fmla="*/ 1053934 w 1133350"/>
                    <a:gd name="connsiteY3" fmla="*/ 102468 h 1863506"/>
                    <a:gd name="connsiteX4" fmla="*/ 755298 w 1133350"/>
                    <a:gd name="connsiteY4" fmla="*/ 576697 h 1863506"/>
                    <a:gd name="connsiteX5" fmla="*/ 837849 w 1133350"/>
                    <a:gd name="connsiteY5" fmla="*/ 760847 h 1863506"/>
                    <a:gd name="connsiteX6" fmla="*/ 869599 w 1133350"/>
                    <a:gd name="connsiteY6" fmla="*/ 964047 h 1863506"/>
                    <a:gd name="connsiteX7" fmla="*/ 875949 w 1133350"/>
                    <a:gd name="connsiteY7" fmla="*/ 1167247 h 1863506"/>
                    <a:gd name="connsiteX8" fmla="*/ 584822 w 1133350"/>
                    <a:gd name="connsiteY8" fmla="*/ 1773925 h 1863506"/>
                    <a:gd name="connsiteX9" fmla="*/ 517523 w 1133350"/>
                    <a:gd name="connsiteY9" fmla="*/ 1863506 h 1863506"/>
                    <a:gd name="connsiteX10" fmla="*/ 0 w 1133350"/>
                    <a:gd name="connsiteY10" fmla="*/ 560495 h 1863506"/>
                    <a:gd name="connsiteX11" fmla="*/ 953181 w 1133350"/>
                    <a:gd name="connsiteY11" fmla="*/ 417 h 1863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33350" h="1863506">
                      <a:moveTo>
                        <a:pt x="953181" y="417"/>
                      </a:moveTo>
                      <a:cubicBezTo>
                        <a:pt x="1038679" y="2997"/>
                        <a:pt x="1103086" y="17204"/>
                        <a:pt x="1132115" y="33058"/>
                      </a:cubicBezTo>
                      <a:lnTo>
                        <a:pt x="1133350" y="33504"/>
                      </a:lnTo>
                      <a:lnTo>
                        <a:pt x="1053934" y="102468"/>
                      </a:lnTo>
                      <a:cubicBezTo>
                        <a:pt x="928345" y="215000"/>
                        <a:pt x="774578" y="376745"/>
                        <a:pt x="755298" y="576697"/>
                      </a:cubicBezTo>
                      <a:cubicBezTo>
                        <a:pt x="869139" y="659102"/>
                        <a:pt x="856899" y="680414"/>
                        <a:pt x="837849" y="760847"/>
                      </a:cubicBezTo>
                      <a:cubicBezTo>
                        <a:pt x="818799" y="841280"/>
                        <a:pt x="887591" y="881497"/>
                        <a:pt x="869599" y="964047"/>
                      </a:cubicBezTo>
                      <a:cubicBezTo>
                        <a:pt x="851607" y="1046597"/>
                        <a:pt x="928407" y="1039044"/>
                        <a:pt x="875949" y="1167247"/>
                      </a:cubicBezTo>
                      <a:cubicBezTo>
                        <a:pt x="979825" y="1308751"/>
                        <a:pt x="744372" y="1571699"/>
                        <a:pt x="584822" y="1773925"/>
                      </a:cubicBezTo>
                      <a:lnTo>
                        <a:pt x="517523" y="1863506"/>
                      </a:lnTo>
                      <a:lnTo>
                        <a:pt x="0" y="560495"/>
                      </a:lnTo>
                      <a:cubicBezTo>
                        <a:pt x="250372" y="89570"/>
                        <a:pt x="696686" y="-7323"/>
                        <a:pt x="953181" y="417"/>
                      </a:cubicBezTo>
                      <a:close/>
                    </a:path>
                  </a:pathLst>
                </a:custGeom>
                <a:solidFill>
                  <a:srgbClr val="F9B65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9D071D9-C721-8902-C46E-CF076D6738D1}"/>
                </a:ext>
              </a:extLst>
            </p:cNvPr>
            <p:cNvGrpSpPr/>
            <p:nvPr/>
          </p:nvGrpSpPr>
          <p:grpSpPr>
            <a:xfrm flipH="1">
              <a:off x="1193876" y="381704"/>
              <a:ext cx="1772144" cy="2285742"/>
              <a:chOff x="5968085" y="623453"/>
              <a:chExt cx="1772144" cy="2285742"/>
            </a:xfrm>
          </p:grpSpPr>
          <p:sp>
            <p:nvSpPr>
              <p:cNvPr id="78" name="Rectangle 35">
                <a:extLst>
                  <a:ext uri="{FF2B5EF4-FFF2-40B4-BE49-F238E27FC236}">
                    <a16:creationId xmlns:a16="http://schemas.microsoft.com/office/drawing/2014/main" id="{9E7AF09D-FB57-57D8-C84C-CA44F6C816B0}"/>
                  </a:ext>
                </a:extLst>
              </p:cNvPr>
              <p:cNvSpPr/>
              <p:nvPr/>
            </p:nvSpPr>
            <p:spPr>
              <a:xfrm>
                <a:off x="5968085" y="1029599"/>
                <a:ext cx="1506778" cy="1879596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914400"/>
                  <a:gd name="connsiteY0" fmla="*/ 0 h 1407886"/>
                  <a:gd name="connsiteX1" fmla="*/ 914400 w 914400"/>
                  <a:gd name="connsiteY1" fmla="*/ 0 h 1407886"/>
                  <a:gd name="connsiteX2" fmla="*/ 914400 w 914400"/>
                  <a:gd name="connsiteY2" fmla="*/ 914400 h 1407886"/>
                  <a:gd name="connsiteX3" fmla="*/ 174172 w 914400"/>
                  <a:gd name="connsiteY3" fmla="*/ 1407886 h 1407886"/>
                  <a:gd name="connsiteX4" fmla="*/ 0 w 914400"/>
                  <a:gd name="connsiteY4" fmla="*/ 0 h 1407886"/>
                  <a:gd name="connsiteX0" fmla="*/ 0 w 914400"/>
                  <a:gd name="connsiteY0" fmla="*/ 508000 h 1915886"/>
                  <a:gd name="connsiteX1" fmla="*/ 725715 w 914400"/>
                  <a:gd name="connsiteY1" fmla="*/ 0 h 1915886"/>
                  <a:gd name="connsiteX2" fmla="*/ 914400 w 914400"/>
                  <a:gd name="connsiteY2" fmla="*/ 1422400 h 1915886"/>
                  <a:gd name="connsiteX3" fmla="*/ 174172 w 914400"/>
                  <a:gd name="connsiteY3" fmla="*/ 1915886 h 1915886"/>
                  <a:gd name="connsiteX4" fmla="*/ 0 w 914400"/>
                  <a:gd name="connsiteY4" fmla="*/ 508000 h 1915886"/>
                  <a:gd name="connsiteX0" fmla="*/ 0 w 725715"/>
                  <a:gd name="connsiteY0" fmla="*/ 508000 h 1915886"/>
                  <a:gd name="connsiteX1" fmla="*/ 725715 w 725715"/>
                  <a:gd name="connsiteY1" fmla="*/ 0 h 1915886"/>
                  <a:gd name="connsiteX2" fmla="*/ 174172 w 725715"/>
                  <a:gd name="connsiteY2" fmla="*/ 1915886 h 1915886"/>
                  <a:gd name="connsiteX3" fmla="*/ 0 w 725715"/>
                  <a:gd name="connsiteY3" fmla="*/ 508000 h 1915886"/>
                  <a:gd name="connsiteX0" fmla="*/ 0 w 916446"/>
                  <a:gd name="connsiteY0" fmla="*/ 508000 h 1915886"/>
                  <a:gd name="connsiteX1" fmla="*/ 725715 w 916446"/>
                  <a:gd name="connsiteY1" fmla="*/ 0 h 1915886"/>
                  <a:gd name="connsiteX2" fmla="*/ 174172 w 916446"/>
                  <a:gd name="connsiteY2" fmla="*/ 1915886 h 1915886"/>
                  <a:gd name="connsiteX3" fmla="*/ 0 w 916446"/>
                  <a:gd name="connsiteY3" fmla="*/ 508000 h 1915886"/>
                  <a:gd name="connsiteX0" fmla="*/ 0 w 1059677"/>
                  <a:gd name="connsiteY0" fmla="*/ 508000 h 1915886"/>
                  <a:gd name="connsiteX1" fmla="*/ 725715 w 1059677"/>
                  <a:gd name="connsiteY1" fmla="*/ 0 h 1915886"/>
                  <a:gd name="connsiteX2" fmla="*/ 174172 w 1059677"/>
                  <a:gd name="connsiteY2" fmla="*/ 1915886 h 1915886"/>
                  <a:gd name="connsiteX3" fmla="*/ 0 w 10596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623545 h 2031431"/>
                  <a:gd name="connsiteX1" fmla="*/ 1132115 w 1466077"/>
                  <a:gd name="connsiteY1" fmla="*/ 115545 h 2031431"/>
                  <a:gd name="connsiteX2" fmla="*/ 580572 w 1466077"/>
                  <a:gd name="connsiteY2" fmla="*/ 2031431 h 2031431"/>
                  <a:gd name="connsiteX3" fmla="*/ 0 w 1466077"/>
                  <a:gd name="connsiteY3" fmla="*/ 623545 h 2031431"/>
                  <a:gd name="connsiteX0" fmla="*/ 0 w 1466077"/>
                  <a:gd name="connsiteY0" fmla="*/ 539840 h 1947726"/>
                  <a:gd name="connsiteX1" fmla="*/ 1132115 w 1466077"/>
                  <a:gd name="connsiteY1" fmla="*/ 31840 h 1947726"/>
                  <a:gd name="connsiteX2" fmla="*/ 580572 w 1466077"/>
                  <a:gd name="connsiteY2" fmla="*/ 1947726 h 1947726"/>
                  <a:gd name="connsiteX3" fmla="*/ 0 w 1466077"/>
                  <a:gd name="connsiteY3" fmla="*/ 539840 h 1947726"/>
                  <a:gd name="connsiteX0" fmla="*/ 0 w 1654315"/>
                  <a:gd name="connsiteY0" fmla="*/ 451913 h 1859799"/>
                  <a:gd name="connsiteX1" fmla="*/ 1462315 w 1654315"/>
                  <a:gd name="connsiteY1" fmla="*/ 64021 h 1859799"/>
                  <a:gd name="connsiteX2" fmla="*/ 580572 w 1654315"/>
                  <a:gd name="connsiteY2" fmla="*/ 1859799 h 1859799"/>
                  <a:gd name="connsiteX3" fmla="*/ 0 w 1654315"/>
                  <a:gd name="connsiteY3" fmla="*/ 451913 h 1859799"/>
                  <a:gd name="connsiteX0" fmla="*/ 0 w 1654315"/>
                  <a:gd name="connsiteY0" fmla="*/ 526471 h 1934357"/>
                  <a:gd name="connsiteX1" fmla="*/ 1462315 w 1654315"/>
                  <a:gd name="connsiteY1" fmla="*/ 138579 h 1934357"/>
                  <a:gd name="connsiteX2" fmla="*/ 580572 w 1654315"/>
                  <a:gd name="connsiteY2" fmla="*/ 1934357 h 1934357"/>
                  <a:gd name="connsiteX3" fmla="*/ 0 w 1654315"/>
                  <a:gd name="connsiteY3" fmla="*/ 526471 h 1934357"/>
                  <a:gd name="connsiteX0" fmla="*/ 0 w 1564210"/>
                  <a:gd name="connsiteY0" fmla="*/ 526471 h 1934357"/>
                  <a:gd name="connsiteX1" fmla="*/ 1462315 w 1564210"/>
                  <a:gd name="connsiteY1" fmla="*/ 138579 h 1934357"/>
                  <a:gd name="connsiteX2" fmla="*/ 580572 w 1564210"/>
                  <a:gd name="connsiteY2" fmla="*/ 1934357 h 1934357"/>
                  <a:gd name="connsiteX3" fmla="*/ 0 w 1564210"/>
                  <a:gd name="connsiteY3" fmla="*/ 526471 h 1934357"/>
                  <a:gd name="connsiteX0" fmla="*/ 0 w 1552560"/>
                  <a:gd name="connsiteY0" fmla="*/ 526471 h 1871143"/>
                  <a:gd name="connsiteX1" fmla="*/ 1462315 w 1552560"/>
                  <a:gd name="connsiteY1" fmla="*/ 138579 h 1871143"/>
                  <a:gd name="connsiteX2" fmla="*/ 548822 w 1552560"/>
                  <a:gd name="connsiteY2" fmla="*/ 1871143 h 1871143"/>
                  <a:gd name="connsiteX3" fmla="*/ 0 w 1552560"/>
                  <a:gd name="connsiteY3" fmla="*/ 526471 h 1871143"/>
                  <a:gd name="connsiteX0" fmla="*/ 0 w 1506778"/>
                  <a:gd name="connsiteY0" fmla="*/ 526471 h 1871143"/>
                  <a:gd name="connsiteX1" fmla="*/ 1462315 w 1506778"/>
                  <a:gd name="connsiteY1" fmla="*/ 138579 h 1871143"/>
                  <a:gd name="connsiteX2" fmla="*/ 548822 w 1506778"/>
                  <a:gd name="connsiteY2" fmla="*/ 1871143 h 1871143"/>
                  <a:gd name="connsiteX3" fmla="*/ 0 w 1506778"/>
                  <a:gd name="connsiteY3" fmla="*/ 526471 h 1871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6778" h="1871143">
                    <a:moveTo>
                      <a:pt x="0" y="526471"/>
                    </a:moveTo>
                    <a:cubicBezTo>
                      <a:pt x="333829" y="-78290"/>
                      <a:pt x="1263650" y="-93181"/>
                      <a:pt x="1462315" y="138579"/>
                    </a:cubicBezTo>
                    <a:cubicBezTo>
                      <a:pt x="1489832" y="319322"/>
                      <a:pt x="1759555" y="1145678"/>
                      <a:pt x="548822" y="1871143"/>
                    </a:cubicBezTo>
                    <a:lnTo>
                      <a:pt x="0" y="526471"/>
                    </a:lnTo>
                    <a:close/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1C300633-2CA0-B6E0-2EB7-F19BCCD50CA8}"/>
                  </a:ext>
                </a:extLst>
              </p:cNvPr>
              <p:cNvGrpSpPr/>
              <p:nvPr/>
            </p:nvGrpSpPr>
            <p:grpSpPr>
              <a:xfrm>
                <a:off x="6274152" y="623453"/>
                <a:ext cx="1466077" cy="2022249"/>
                <a:chOff x="6274152" y="623453"/>
                <a:chExt cx="1466077" cy="2022249"/>
              </a:xfrm>
            </p:grpSpPr>
            <p:sp>
              <p:nvSpPr>
                <p:cNvPr id="80" name="Rectangle 35">
                  <a:extLst>
                    <a:ext uri="{FF2B5EF4-FFF2-40B4-BE49-F238E27FC236}">
                      <a16:creationId xmlns:a16="http://schemas.microsoft.com/office/drawing/2014/main" id="{7F934FAC-EB05-483A-03D6-E82FDC614221}"/>
                    </a:ext>
                  </a:extLst>
                </p:cNvPr>
                <p:cNvSpPr/>
                <p:nvPr/>
              </p:nvSpPr>
              <p:spPr>
                <a:xfrm>
                  <a:off x="6274152" y="623453"/>
                  <a:ext cx="1466077" cy="2022249"/>
                </a:xfrm>
                <a:custGeom>
                  <a:avLst/>
                  <a:gdLst>
                    <a:gd name="connsiteX0" fmla="*/ 0 w 914400"/>
                    <a:gd name="connsiteY0" fmla="*/ 0 h 914400"/>
                    <a:gd name="connsiteX1" fmla="*/ 914400 w 914400"/>
                    <a:gd name="connsiteY1" fmla="*/ 0 h 914400"/>
                    <a:gd name="connsiteX2" fmla="*/ 914400 w 914400"/>
                    <a:gd name="connsiteY2" fmla="*/ 914400 h 914400"/>
                    <a:gd name="connsiteX3" fmla="*/ 0 w 914400"/>
                    <a:gd name="connsiteY3" fmla="*/ 914400 h 914400"/>
                    <a:gd name="connsiteX4" fmla="*/ 0 w 914400"/>
                    <a:gd name="connsiteY4" fmla="*/ 0 h 914400"/>
                    <a:gd name="connsiteX0" fmla="*/ 0 w 914400"/>
                    <a:gd name="connsiteY0" fmla="*/ 0 h 1407886"/>
                    <a:gd name="connsiteX1" fmla="*/ 914400 w 914400"/>
                    <a:gd name="connsiteY1" fmla="*/ 0 h 1407886"/>
                    <a:gd name="connsiteX2" fmla="*/ 914400 w 914400"/>
                    <a:gd name="connsiteY2" fmla="*/ 914400 h 1407886"/>
                    <a:gd name="connsiteX3" fmla="*/ 174172 w 914400"/>
                    <a:gd name="connsiteY3" fmla="*/ 1407886 h 1407886"/>
                    <a:gd name="connsiteX4" fmla="*/ 0 w 914400"/>
                    <a:gd name="connsiteY4" fmla="*/ 0 h 1407886"/>
                    <a:gd name="connsiteX0" fmla="*/ 0 w 914400"/>
                    <a:gd name="connsiteY0" fmla="*/ 508000 h 1915886"/>
                    <a:gd name="connsiteX1" fmla="*/ 725715 w 914400"/>
                    <a:gd name="connsiteY1" fmla="*/ 0 h 1915886"/>
                    <a:gd name="connsiteX2" fmla="*/ 914400 w 914400"/>
                    <a:gd name="connsiteY2" fmla="*/ 1422400 h 1915886"/>
                    <a:gd name="connsiteX3" fmla="*/ 174172 w 914400"/>
                    <a:gd name="connsiteY3" fmla="*/ 1915886 h 1915886"/>
                    <a:gd name="connsiteX4" fmla="*/ 0 w 914400"/>
                    <a:gd name="connsiteY4" fmla="*/ 508000 h 1915886"/>
                    <a:gd name="connsiteX0" fmla="*/ 0 w 725715"/>
                    <a:gd name="connsiteY0" fmla="*/ 508000 h 1915886"/>
                    <a:gd name="connsiteX1" fmla="*/ 725715 w 725715"/>
                    <a:gd name="connsiteY1" fmla="*/ 0 h 1915886"/>
                    <a:gd name="connsiteX2" fmla="*/ 174172 w 725715"/>
                    <a:gd name="connsiteY2" fmla="*/ 1915886 h 1915886"/>
                    <a:gd name="connsiteX3" fmla="*/ 0 w 725715"/>
                    <a:gd name="connsiteY3" fmla="*/ 508000 h 1915886"/>
                    <a:gd name="connsiteX0" fmla="*/ 0 w 916446"/>
                    <a:gd name="connsiteY0" fmla="*/ 508000 h 1915886"/>
                    <a:gd name="connsiteX1" fmla="*/ 725715 w 916446"/>
                    <a:gd name="connsiteY1" fmla="*/ 0 h 1915886"/>
                    <a:gd name="connsiteX2" fmla="*/ 174172 w 916446"/>
                    <a:gd name="connsiteY2" fmla="*/ 1915886 h 1915886"/>
                    <a:gd name="connsiteX3" fmla="*/ 0 w 916446"/>
                    <a:gd name="connsiteY3" fmla="*/ 508000 h 1915886"/>
                    <a:gd name="connsiteX0" fmla="*/ 0 w 1059677"/>
                    <a:gd name="connsiteY0" fmla="*/ 508000 h 1915886"/>
                    <a:gd name="connsiteX1" fmla="*/ 725715 w 1059677"/>
                    <a:gd name="connsiteY1" fmla="*/ 0 h 1915886"/>
                    <a:gd name="connsiteX2" fmla="*/ 174172 w 1059677"/>
                    <a:gd name="connsiteY2" fmla="*/ 1915886 h 1915886"/>
                    <a:gd name="connsiteX3" fmla="*/ 0 w 10596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623545 h 2031431"/>
                    <a:gd name="connsiteX1" fmla="*/ 1132115 w 1466077"/>
                    <a:gd name="connsiteY1" fmla="*/ 115545 h 2031431"/>
                    <a:gd name="connsiteX2" fmla="*/ 580572 w 1466077"/>
                    <a:gd name="connsiteY2" fmla="*/ 2031431 h 2031431"/>
                    <a:gd name="connsiteX3" fmla="*/ 0 w 1466077"/>
                    <a:gd name="connsiteY3" fmla="*/ 623545 h 2031431"/>
                    <a:gd name="connsiteX0" fmla="*/ 0 w 1466077"/>
                    <a:gd name="connsiteY0" fmla="*/ 539840 h 1947726"/>
                    <a:gd name="connsiteX1" fmla="*/ 1132115 w 1466077"/>
                    <a:gd name="connsiteY1" fmla="*/ 31840 h 1947726"/>
                    <a:gd name="connsiteX2" fmla="*/ 580572 w 1466077"/>
                    <a:gd name="connsiteY2" fmla="*/ 1947726 h 1947726"/>
                    <a:gd name="connsiteX3" fmla="*/ 0 w 1466077"/>
                    <a:gd name="connsiteY3" fmla="*/ 539840 h 1947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6077" h="1947726">
                      <a:moveTo>
                        <a:pt x="0" y="539840"/>
                      </a:moveTo>
                      <a:cubicBezTo>
                        <a:pt x="333829" y="-64921"/>
                        <a:pt x="1016000" y="-29241"/>
                        <a:pt x="1132115" y="31840"/>
                      </a:cubicBezTo>
                      <a:cubicBezTo>
                        <a:pt x="1369182" y="60869"/>
                        <a:pt x="1969105" y="1076868"/>
                        <a:pt x="580572" y="1947726"/>
                      </a:cubicBezTo>
                      <a:lnTo>
                        <a:pt x="0" y="539840"/>
                      </a:lnTo>
                      <a:close/>
                    </a:path>
                  </a:pathLst>
                </a:custGeom>
                <a:solidFill>
                  <a:srgbClr val="FDBA66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DADFD12E-528F-F5BD-8383-80361C4C0285}"/>
                    </a:ext>
                  </a:extLst>
                </p:cNvPr>
                <p:cNvSpPr/>
                <p:nvPr/>
              </p:nvSpPr>
              <p:spPr>
                <a:xfrm>
                  <a:off x="6299381" y="1016852"/>
                  <a:ext cx="1185462" cy="1616104"/>
                </a:xfrm>
                <a:custGeom>
                  <a:avLst/>
                  <a:gdLst>
                    <a:gd name="connsiteX0" fmla="*/ 679031 w 1185462"/>
                    <a:gd name="connsiteY0" fmla="*/ 5 h 1616104"/>
                    <a:gd name="connsiteX1" fmla="*/ 1140999 w 1185462"/>
                    <a:gd name="connsiteY1" fmla="*/ 139206 h 1616104"/>
                    <a:gd name="connsiteX2" fmla="*/ 763757 w 1185462"/>
                    <a:gd name="connsiteY2" fmla="*/ 1463934 h 1616104"/>
                    <a:gd name="connsiteX3" fmla="*/ 703320 w 1185462"/>
                    <a:gd name="connsiteY3" fmla="*/ 1520637 h 1616104"/>
                    <a:gd name="connsiteX4" fmla="*/ 689744 w 1185462"/>
                    <a:gd name="connsiteY4" fmla="*/ 1530932 h 1616104"/>
                    <a:gd name="connsiteX5" fmla="*/ 565323 w 1185462"/>
                    <a:gd name="connsiteY5" fmla="*/ 1616104 h 1616104"/>
                    <a:gd name="connsiteX6" fmla="*/ 0 w 1185462"/>
                    <a:gd name="connsiteY6" fmla="*/ 192743 h 1616104"/>
                    <a:gd name="connsiteX7" fmla="*/ 20068 w 1185462"/>
                    <a:gd name="connsiteY7" fmla="*/ 178944 h 1616104"/>
                    <a:gd name="connsiteX8" fmla="*/ 679031 w 1185462"/>
                    <a:gd name="connsiteY8" fmla="*/ 5 h 1616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462" h="1616104">
                      <a:moveTo>
                        <a:pt x="679031" y="5"/>
                      </a:moveTo>
                      <a:cubicBezTo>
                        <a:pt x="889181" y="-557"/>
                        <a:pt x="1066500" y="51903"/>
                        <a:pt x="1140999" y="139206"/>
                      </a:cubicBezTo>
                      <a:cubicBezTo>
                        <a:pt x="1163357" y="286724"/>
                        <a:pt x="1345608" y="862372"/>
                        <a:pt x="763757" y="1463934"/>
                      </a:cubicBezTo>
                      <a:lnTo>
                        <a:pt x="703320" y="1520637"/>
                      </a:lnTo>
                      <a:lnTo>
                        <a:pt x="689744" y="1530932"/>
                      </a:lnTo>
                      <a:cubicBezTo>
                        <a:pt x="650164" y="1559446"/>
                        <a:pt x="608715" y="1587849"/>
                        <a:pt x="565323" y="1616104"/>
                      </a:cubicBezTo>
                      <a:lnTo>
                        <a:pt x="0" y="192743"/>
                      </a:lnTo>
                      <a:lnTo>
                        <a:pt x="20068" y="178944"/>
                      </a:lnTo>
                      <a:cubicBezTo>
                        <a:pt x="225897" y="54153"/>
                        <a:pt x="468880" y="568"/>
                        <a:pt x="679031" y="5"/>
                      </a:cubicBez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37A3B66-3B69-EFFE-B08D-CE8F9C8B2E8A}"/>
                    </a:ext>
                  </a:extLst>
                </p:cNvPr>
                <p:cNvSpPr/>
                <p:nvPr/>
              </p:nvSpPr>
              <p:spPr>
                <a:xfrm>
                  <a:off x="6274152" y="637704"/>
                  <a:ext cx="1133350" cy="1863506"/>
                </a:xfrm>
                <a:custGeom>
                  <a:avLst/>
                  <a:gdLst>
                    <a:gd name="connsiteX0" fmla="*/ 953181 w 1133350"/>
                    <a:gd name="connsiteY0" fmla="*/ 417 h 1863506"/>
                    <a:gd name="connsiteX1" fmla="*/ 1132115 w 1133350"/>
                    <a:gd name="connsiteY1" fmla="*/ 33058 h 1863506"/>
                    <a:gd name="connsiteX2" fmla="*/ 1133350 w 1133350"/>
                    <a:gd name="connsiteY2" fmla="*/ 33504 h 1863506"/>
                    <a:gd name="connsiteX3" fmla="*/ 1053934 w 1133350"/>
                    <a:gd name="connsiteY3" fmla="*/ 102468 h 1863506"/>
                    <a:gd name="connsiteX4" fmla="*/ 755298 w 1133350"/>
                    <a:gd name="connsiteY4" fmla="*/ 576697 h 1863506"/>
                    <a:gd name="connsiteX5" fmla="*/ 837849 w 1133350"/>
                    <a:gd name="connsiteY5" fmla="*/ 760847 h 1863506"/>
                    <a:gd name="connsiteX6" fmla="*/ 869599 w 1133350"/>
                    <a:gd name="connsiteY6" fmla="*/ 964047 h 1863506"/>
                    <a:gd name="connsiteX7" fmla="*/ 875949 w 1133350"/>
                    <a:gd name="connsiteY7" fmla="*/ 1167247 h 1863506"/>
                    <a:gd name="connsiteX8" fmla="*/ 584822 w 1133350"/>
                    <a:gd name="connsiteY8" fmla="*/ 1773925 h 1863506"/>
                    <a:gd name="connsiteX9" fmla="*/ 517523 w 1133350"/>
                    <a:gd name="connsiteY9" fmla="*/ 1863506 h 1863506"/>
                    <a:gd name="connsiteX10" fmla="*/ 0 w 1133350"/>
                    <a:gd name="connsiteY10" fmla="*/ 560495 h 1863506"/>
                    <a:gd name="connsiteX11" fmla="*/ 953181 w 1133350"/>
                    <a:gd name="connsiteY11" fmla="*/ 417 h 1863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33350" h="1863506">
                      <a:moveTo>
                        <a:pt x="953181" y="417"/>
                      </a:moveTo>
                      <a:cubicBezTo>
                        <a:pt x="1038679" y="2997"/>
                        <a:pt x="1103086" y="17204"/>
                        <a:pt x="1132115" y="33058"/>
                      </a:cubicBezTo>
                      <a:lnTo>
                        <a:pt x="1133350" y="33504"/>
                      </a:lnTo>
                      <a:lnTo>
                        <a:pt x="1053934" y="102468"/>
                      </a:lnTo>
                      <a:cubicBezTo>
                        <a:pt x="928345" y="215000"/>
                        <a:pt x="774578" y="376745"/>
                        <a:pt x="755298" y="576697"/>
                      </a:cubicBezTo>
                      <a:cubicBezTo>
                        <a:pt x="869139" y="659102"/>
                        <a:pt x="856899" y="680414"/>
                        <a:pt x="837849" y="760847"/>
                      </a:cubicBezTo>
                      <a:cubicBezTo>
                        <a:pt x="818799" y="841280"/>
                        <a:pt x="887591" y="881497"/>
                        <a:pt x="869599" y="964047"/>
                      </a:cubicBezTo>
                      <a:cubicBezTo>
                        <a:pt x="851607" y="1046597"/>
                        <a:pt x="928407" y="1039044"/>
                        <a:pt x="875949" y="1167247"/>
                      </a:cubicBezTo>
                      <a:cubicBezTo>
                        <a:pt x="979825" y="1308751"/>
                        <a:pt x="744372" y="1571699"/>
                        <a:pt x="584822" y="1773925"/>
                      </a:cubicBezTo>
                      <a:lnTo>
                        <a:pt x="517523" y="1863506"/>
                      </a:lnTo>
                      <a:lnTo>
                        <a:pt x="0" y="560495"/>
                      </a:lnTo>
                      <a:cubicBezTo>
                        <a:pt x="250372" y="89570"/>
                        <a:pt x="696686" y="-7323"/>
                        <a:pt x="953181" y="417"/>
                      </a:cubicBezTo>
                      <a:close/>
                    </a:path>
                  </a:pathLst>
                </a:custGeom>
                <a:solidFill>
                  <a:srgbClr val="F9B65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141DE3-6587-441A-DAEC-ACB6FC69B999}"/>
                </a:ext>
              </a:extLst>
            </p:cNvPr>
            <p:cNvSpPr/>
            <p:nvPr/>
          </p:nvSpPr>
          <p:spPr>
            <a:xfrm>
              <a:off x="1225989" y="499757"/>
              <a:ext cx="5092629" cy="4662530"/>
            </a:xfrm>
            <a:custGeom>
              <a:avLst/>
              <a:gdLst>
                <a:gd name="connsiteX0" fmla="*/ 0 w 2699658"/>
                <a:gd name="connsiteY0" fmla="*/ 0 h 4064000"/>
                <a:gd name="connsiteX1" fmla="*/ 2699658 w 2699658"/>
                <a:gd name="connsiteY1" fmla="*/ 0 h 4064000"/>
                <a:gd name="connsiteX2" fmla="*/ 2699658 w 2699658"/>
                <a:gd name="connsiteY2" fmla="*/ 4064000 h 4064000"/>
                <a:gd name="connsiteX3" fmla="*/ 0 w 2699658"/>
                <a:gd name="connsiteY3" fmla="*/ 4064000 h 4064000"/>
                <a:gd name="connsiteX4" fmla="*/ 0 w 2699658"/>
                <a:gd name="connsiteY4" fmla="*/ 0 h 4064000"/>
                <a:gd name="connsiteX0" fmla="*/ 1451429 w 2699658"/>
                <a:gd name="connsiteY0" fmla="*/ 0 h 4542971"/>
                <a:gd name="connsiteX1" fmla="*/ 2699658 w 2699658"/>
                <a:gd name="connsiteY1" fmla="*/ 478971 h 4542971"/>
                <a:gd name="connsiteX2" fmla="*/ 2699658 w 2699658"/>
                <a:gd name="connsiteY2" fmla="*/ 4542971 h 4542971"/>
                <a:gd name="connsiteX3" fmla="*/ 0 w 2699658"/>
                <a:gd name="connsiteY3" fmla="*/ 4542971 h 4542971"/>
                <a:gd name="connsiteX4" fmla="*/ 1451429 w 2699658"/>
                <a:gd name="connsiteY4" fmla="*/ 0 h 4542971"/>
                <a:gd name="connsiteX0" fmla="*/ 0 w 3410858"/>
                <a:gd name="connsiteY0" fmla="*/ 2307772 h 4064000"/>
                <a:gd name="connsiteX1" fmla="*/ 3410858 w 3410858"/>
                <a:gd name="connsiteY1" fmla="*/ 0 h 4064000"/>
                <a:gd name="connsiteX2" fmla="*/ 3410858 w 3410858"/>
                <a:gd name="connsiteY2" fmla="*/ 4064000 h 4064000"/>
                <a:gd name="connsiteX3" fmla="*/ 711200 w 3410858"/>
                <a:gd name="connsiteY3" fmla="*/ 4064000 h 4064000"/>
                <a:gd name="connsiteX4" fmla="*/ 0 w 3410858"/>
                <a:gd name="connsiteY4" fmla="*/ 2307772 h 4064000"/>
                <a:gd name="connsiteX0" fmla="*/ 0 w 4484915"/>
                <a:gd name="connsiteY0" fmla="*/ 87086 h 1843314"/>
                <a:gd name="connsiteX1" fmla="*/ 4484915 w 4484915"/>
                <a:gd name="connsiteY1" fmla="*/ 0 h 1843314"/>
                <a:gd name="connsiteX2" fmla="*/ 3410858 w 4484915"/>
                <a:gd name="connsiteY2" fmla="*/ 1843314 h 1843314"/>
                <a:gd name="connsiteX3" fmla="*/ 711200 w 4484915"/>
                <a:gd name="connsiteY3" fmla="*/ 1843314 h 1843314"/>
                <a:gd name="connsiteX4" fmla="*/ 0 w 4484915"/>
                <a:gd name="connsiteY4" fmla="*/ 87086 h 1843314"/>
                <a:gd name="connsiteX0" fmla="*/ 0 w 4484915"/>
                <a:gd name="connsiteY0" fmla="*/ 2096645 h 3852873"/>
                <a:gd name="connsiteX1" fmla="*/ 4484915 w 4484915"/>
                <a:gd name="connsiteY1" fmla="*/ 2009559 h 3852873"/>
                <a:gd name="connsiteX2" fmla="*/ 3410858 w 4484915"/>
                <a:gd name="connsiteY2" fmla="*/ 3852873 h 3852873"/>
                <a:gd name="connsiteX3" fmla="*/ 711200 w 4484915"/>
                <a:gd name="connsiteY3" fmla="*/ 3852873 h 3852873"/>
                <a:gd name="connsiteX4" fmla="*/ 0 w 4484915"/>
                <a:gd name="connsiteY4" fmla="*/ 2096645 h 3852873"/>
                <a:gd name="connsiteX0" fmla="*/ 933 w 4485848"/>
                <a:gd name="connsiteY0" fmla="*/ 2978158 h 4734386"/>
                <a:gd name="connsiteX1" fmla="*/ 4485848 w 4485848"/>
                <a:gd name="connsiteY1" fmla="*/ 2891072 h 4734386"/>
                <a:gd name="connsiteX2" fmla="*/ 3411791 w 4485848"/>
                <a:gd name="connsiteY2" fmla="*/ 4734386 h 4734386"/>
                <a:gd name="connsiteX3" fmla="*/ 712133 w 4485848"/>
                <a:gd name="connsiteY3" fmla="*/ 4734386 h 4734386"/>
                <a:gd name="connsiteX4" fmla="*/ 933 w 4485848"/>
                <a:gd name="connsiteY4" fmla="*/ 2978158 h 4734386"/>
                <a:gd name="connsiteX0" fmla="*/ 886 w 4485801"/>
                <a:gd name="connsiteY0" fmla="*/ 2871323 h 4627551"/>
                <a:gd name="connsiteX1" fmla="*/ 4485801 w 4485801"/>
                <a:gd name="connsiteY1" fmla="*/ 2784237 h 4627551"/>
                <a:gd name="connsiteX2" fmla="*/ 3411744 w 4485801"/>
                <a:gd name="connsiteY2" fmla="*/ 4627551 h 4627551"/>
                <a:gd name="connsiteX3" fmla="*/ 712086 w 4485801"/>
                <a:gd name="connsiteY3" fmla="*/ 4627551 h 4627551"/>
                <a:gd name="connsiteX4" fmla="*/ 886 w 4485801"/>
                <a:gd name="connsiteY4" fmla="*/ 2871323 h 4627551"/>
                <a:gd name="connsiteX0" fmla="*/ 0 w 4484915"/>
                <a:gd name="connsiteY0" fmla="*/ 2782396 h 4538624"/>
                <a:gd name="connsiteX1" fmla="*/ 2074805 w 4484915"/>
                <a:gd name="connsiteY1" fmla="*/ 81 h 4538624"/>
                <a:gd name="connsiteX2" fmla="*/ 4484915 w 4484915"/>
                <a:gd name="connsiteY2" fmla="*/ 2695310 h 4538624"/>
                <a:gd name="connsiteX3" fmla="*/ 3410858 w 4484915"/>
                <a:gd name="connsiteY3" fmla="*/ 4538624 h 4538624"/>
                <a:gd name="connsiteX4" fmla="*/ 711200 w 4484915"/>
                <a:gd name="connsiteY4" fmla="*/ 4538624 h 4538624"/>
                <a:gd name="connsiteX5" fmla="*/ 0 w 4484915"/>
                <a:gd name="connsiteY5" fmla="*/ 2782396 h 4538624"/>
                <a:gd name="connsiteX0" fmla="*/ 0 w 4484915"/>
                <a:gd name="connsiteY0" fmla="*/ 2782315 h 4538543"/>
                <a:gd name="connsiteX1" fmla="*/ 2074805 w 4484915"/>
                <a:gd name="connsiteY1" fmla="*/ 0 h 4538543"/>
                <a:gd name="connsiteX2" fmla="*/ 4484915 w 4484915"/>
                <a:gd name="connsiteY2" fmla="*/ 2695229 h 4538543"/>
                <a:gd name="connsiteX3" fmla="*/ 3410858 w 4484915"/>
                <a:gd name="connsiteY3" fmla="*/ 4538543 h 4538543"/>
                <a:gd name="connsiteX4" fmla="*/ 711200 w 4484915"/>
                <a:gd name="connsiteY4" fmla="*/ 4538543 h 4538543"/>
                <a:gd name="connsiteX5" fmla="*/ 0 w 4484915"/>
                <a:gd name="connsiteY5" fmla="*/ 2782315 h 4538543"/>
                <a:gd name="connsiteX0" fmla="*/ 0 w 4484915"/>
                <a:gd name="connsiteY0" fmla="*/ 2782315 h 4538543"/>
                <a:gd name="connsiteX1" fmla="*/ 2074805 w 4484915"/>
                <a:gd name="connsiteY1" fmla="*/ 0 h 4538543"/>
                <a:gd name="connsiteX2" fmla="*/ 4484915 w 4484915"/>
                <a:gd name="connsiteY2" fmla="*/ 2695229 h 4538543"/>
                <a:gd name="connsiteX3" fmla="*/ 3410858 w 4484915"/>
                <a:gd name="connsiteY3" fmla="*/ 4538543 h 4538543"/>
                <a:gd name="connsiteX4" fmla="*/ 711200 w 4484915"/>
                <a:gd name="connsiteY4" fmla="*/ 4538543 h 4538543"/>
                <a:gd name="connsiteX5" fmla="*/ 0 w 4484915"/>
                <a:gd name="connsiteY5" fmla="*/ 2782315 h 4538543"/>
                <a:gd name="connsiteX0" fmla="*/ 0 w 4484915"/>
                <a:gd name="connsiteY0" fmla="*/ 2782315 h 4662530"/>
                <a:gd name="connsiteX1" fmla="*/ 2074805 w 4484915"/>
                <a:gd name="connsiteY1" fmla="*/ 0 h 4662530"/>
                <a:gd name="connsiteX2" fmla="*/ 4484915 w 4484915"/>
                <a:gd name="connsiteY2" fmla="*/ 2695229 h 4662530"/>
                <a:gd name="connsiteX3" fmla="*/ 3410858 w 4484915"/>
                <a:gd name="connsiteY3" fmla="*/ 4538543 h 4662530"/>
                <a:gd name="connsiteX4" fmla="*/ 2183539 w 4484915"/>
                <a:gd name="connsiteY4" fmla="*/ 4662530 h 4662530"/>
                <a:gd name="connsiteX5" fmla="*/ 0 w 4484915"/>
                <a:gd name="connsiteY5" fmla="*/ 2782315 h 4662530"/>
                <a:gd name="connsiteX0" fmla="*/ 0 w 4484915"/>
                <a:gd name="connsiteY0" fmla="*/ 2782315 h 4662530"/>
                <a:gd name="connsiteX1" fmla="*/ 2074805 w 4484915"/>
                <a:gd name="connsiteY1" fmla="*/ 0 h 4662530"/>
                <a:gd name="connsiteX2" fmla="*/ 4484915 w 4484915"/>
                <a:gd name="connsiteY2" fmla="*/ 2695229 h 4662530"/>
                <a:gd name="connsiteX3" fmla="*/ 2183539 w 4484915"/>
                <a:gd name="connsiteY3" fmla="*/ 4662530 h 4662530"/>
                <a:gd name="connsiteX4" fmla="*/ 0 w 4484915"/>
                <a:gd name="connsiteY4" fmla="*/ 2782315 h 4662530"/>
                <a:gd name="connsiteX0" fmla="*/ 0 w 4543779"/>
                <a:gd name="connsiteY0" fmla="*/ 2782315 h 4662530"/>
                <a:gd name="connsiteX1" fmla="*/ 2074805 w 4543779"/>
                <a:gd name="connsiteY1" fmla="*/ 0 h 4662530"/>
                <a:gd name="connsiteX2" fmla="*/ 4484915 w 4543779"/>
                <a:gd name="connsiteY2" fmla="*/ 2695229 h 4662530"/>
                <a:gd name="connsiteX3" fmla="*/ 2183539 w 4543779"/>
                <a:gd name="connsiteY3" fmla="*/ 4662530 h 4662530"/>
                <a:gd name="connsiteX4" fmla="*/ 0 w 4543779"/>
                <a:gd name="connsiteY4" fmla="*/ 2782315 h 4662530"/>
                <a:gd name="connsiteX0" fmla="*/ 0 w 4719972"/>
                <a:gd name="connsiteY0" fmla="*/ 2782315 h 4662530"/>
                <a:gd name="connsiteX1" fmla="*/ 2074805 w 4719972"/>
                <a:gd name="connsiteY1" fmla="*/ 0 h 4662530"/>
                <a:gd name="connsiteX2" fmla="*/ 4484915 w 4719972"/>
                <a:gd name="connsiteY2" fmla="*/ 2695229 h 4662530"/>
                <a:gd name="connsiteX3" fmla="*/ 2183539 w 4719972"/>
                <a:gd name="connsiteY3" fmla="*/ 4662530 h 4662530"/>
                <a:gd name="connsiteX4" fmla="*/ 0 w 4719972"/>
                <a:gd name="connsiteY4" fmla="*/ 2782315 h 4662530"/>
                <a:gd name="connsiteX0" fmla="*/ 6682 w 4726654"/>
                <a:gd name="connsiteY0" fmla="*/ 2782315 h 4662530"/>
                <a:gd name="connsiteX1" fmla="*/ 2081487 w 4726654"/>
                <a:gd name="connsiteY1" fmla="*/ 0 h 4662530"/>
                <a:gd name="connsiteX2" fmla="*/ 4491597 w 4726654"/>
                <a:gd name="connsiteY2" fmla="*/ 2695229 h 4662530"/>
                <a:gd name="connsiteX3" fmla="*/ 2190221 w 4726654"/>
                <a:gd name="connsiteY3" fmla="*/ 4662530 h 4662530"/>
                <a:gd name="connsiteX4" fmla="*/ 6682 w 4726654"/>
                <a:gd name="connsiteY4" fmla="*/ 2782315 h 4662530"/>
                <a:gd name="connsiteX0" fmla="*/ 261948 w 4981920"/>
                <a:gd name="connsiteY0" fmla="*/ 2782315 h 4662530"/>
                <a:gd name="connsiteX1" fmla="*/ 2336753 w 4981920"/>
                <a:gd name="connsiteY1" fmla="*/ 0 h 4662530"/>
                <a:gd name="connsiteX2" fmla="*/ 4746863 w 4981920"/>
                <a:gd name="connsiteY2" fmla="*/ 2695229 h 4662530"/>
                <a:gd name="connsiteX3" fmla="*/ 2445487 w 4981920"/>
                <a:gd name="connsiteY3" fmla="*/ 4662530 h 4662530"/>
                <a:gd name="connsiteX4" fmla="*/ 261948 w 4981920"/>
                <a:gd name="connsiteY4" fmla="*/ 2782315 h 4662530"/>
                <a:gd name="connsiteX0" fmla="*/ 261948 w 5092629"/>
                <a:gd name="connsiteY0" fmla="*/ 2782315 h 4662530"/>
                <a:gd name="connsiteX1" fmla="*/ 2336753 w 5092629"/>
                <a:gd name="connsiteY1" fmla="*/ 0 h 4662530"/>
                <a:gd name="connsiteX2" fmla="*/ 4746863 w 5092629"/>
                <a:gd name="connsiteY2" fmla="*/ 2695229 h 4662530"/>
                <a:gd name="connsiteX3" fmla="*/ 2445487 w 5092629"/>
                <a:gd name="connsiteY3" fmla="*/ 4662530 h 4662530"/>
                <a:gd name="connsiteX4" fmla="*/ 261948 w 5092629"/>
                <a:gd name="connsiteY4" fmla="*/ 2782315 h 4662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2629" h="4662530">
                  <a:moveTo>
                    <a:pt x="261948" y="2782315"/>
                  </a:moveTo>
                  <a:cubicBezTo>
                    <a:pt x="520212" y="2012976"/>
                    <a:pt x="209918" y="200494"/>
                    <a:pt x="2336753" y="0"/>
                  </a:cubicBezTo>
                  <a:cubicBezTo>
                    <a:pt x="4959533" y="186964"/>
                    <a:pt x="4555184" y="1925890"/>
                    <a:pt x="4746863" y="2695229"/>
                  </a:cubicBezTo>
                  <a:cubicBezTo>
                    <a:pt x="4723657" y="2793057"/>
                    <a:pt x="6436260" y="4177244"/>
                    <a:pt x="2445487" y="4662530"/>
                  </a:cubicBezTo>
                  <a:cubicBezTo>
                    <a:pt x="-1211538" y="4283765"/>
                    <a:pt x="338866" y="3052592"/>
                    <a:pt x="261948" y="2782315"/>
                  </a:cubicBezTo>
                  <a:close/>
                </a:path>
              </a:pathLst>
            </a:custGeom>
            <a:solidFill>
              <a:srgbClr val="FDBA6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A7854C5-2B35-F0F7-2B36-3FD5C850FB9C}"/>
                </a:ext>
              </a:extLst>
            </p:cNvPr>
            <p:cNvSpPr/>
            <p:nvPr/>
          </p:nvSpPr>
          <p:spPr>
            <a:xfrm>
              <a:off x="2948392" y="4473378"/>
              <a:ext cx="708094" cy="319775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094" h="319775">
                  <a:moveTo>
                    <a:pt x="685800" y="0"/>
                  </a:moveTo>
                  <a:cubicBezTo>
                    <a:pt x="828675" y="198438"/>
                    <a:pt x="247650" y="587375"/>
                    <a:pt x="0" y="38100"/>
                  </a:cubicBezTo>
                  <a:lnTo>
                    <a:pt x="0" y="3810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E4A0C7C-A33B-6D1A-0992-043C08745207}"/>
                </a:ext>
              </a:extLst>
            </p:cNvPr>
            <p:cNvGrpSpPr/>
            <p:nvPr/>
          </p:nvGrpSpPr>
          <p:grpSpPr>
            <a:xfrm>
              <a:off x="2222247" y="4158999"/>
              <a:ext cx="790575" cy="726088"/>
              <a:chOff x="3479143" y="4186184"/>
              <a:chExt cx="790575" cy="726088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CFB4EE82-3FAA-C6AC-0FB1-34D0D413C04C}"/>
                  </a:ext>
                </a:extLst>
              </p:cNvPr>
              <p:cNvSpPr/>
              <p:nvPr/>
            </p:nvSpPr>
            <p:spPr>
              <a:xfrm>
                <a:off x="3479143" y="4412209"/>
                <a:ext cx="790575" cy="50006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90575 w 790575"/>
                  <a:gd name="connsiteY0" fmla="*/ 0 h 500063"/>
                  <a:gd name="connsiteX1" fmla="*/ 0 w 790575"/>
                  <a:gd name="connsiteY1" fmla="*/ 500063 h 50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0575" h="500063">
                    <a:moveTo>
                      <a:pt x="790575" y="0"/>
                    </a:moveTo>
                    <a:cubicBezTo>
                      <a:pt x="539750" y="142875"/>
                      <a:pt x="350838" y="138113"/>
                      <a:pt x="0" y="50006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5DF477D-C331-D89F-5D42-247CDBD9805D}"/>
                  </a:ext>
                </a:extLst>
              </p:cNvPr>
              <p:cNvSpPr/>
              <p:nvPr/>
            </p:nvSpPr>
            <p:spPr>
              <a:xfrm rot="958855">
                <a:off x="3479183" y="4294280"/>
                <a:ext cx="730830" cy="521505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0830" h="521505">
                    <a:moveTo>
                      <a:pt x="730830" y="0"/>
                    </a:moveTo>
                    <a:cubicBezTo>
                      <a:pt x="480005" y="142875"/>
                      <a:pt x="271672" y="142595"/>
                      <a:pt x="0" y="521505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E1278A7-CF5F-C8D2-98DE-E6D219933015}"/>
                  </a:ext>
                </a:extLst>
              </p:cNvPr>
              <p:cNvSpPr/>
              <p:nvPr/>
            </p:nvSpPr>
            <p:spPr>
              <a:xfrm rot="1915762">
                <a:off x="3585475" y="4186184"/>
                <a:ext cx="607113" cy="49491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7113" h="494913">
                    <a:moveTo>
                      <a:pt x="607113" y="0"/>
                    </a:moveTo>
                    <a:cubicBezTo>
                      <a:pt x="356288" y="142875"/>
                      <a:pt x="67643" y="175807"/>
                      <a:pt x="0" y="49491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1E4DE293-7BE3-62C3-A180-C467AA585692}"/>
                </a:ext>
              </a:extLst>
            </p:cNvPr>
            <p:cNvGrpSpPr/>
            <p:nvPr/>
          </p:nvGrpSpPr>
          <p:grpSpPr>
            <a:xfrm>
              <a:off x="3164237" y="4476626"/>
              <a:ext cx="195570" cy="206945"/>
              <a:chOff x="4421133" y="4503811"/>
              <a:chExt cx="195570" cy="206945"/>
            </a:xfrm>
            <a:solidFill>
              <a:srgbClr val="FDBA66"/>
            </a:solidFill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D30228-F09B-EADF-9D3E-B716CD241436}"/>
                  </a:ext>
                </a:extLst>
              </p:cNvPr>
              <p:cNvSpPr/>
              <p:nvPr/>
            </p:nvSpPr>
            <p:spPr>
              <a:xfrm flipH="1">
                <a:off x="4566397" y="4598294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C41402B-B277-4C1A-EC90-903EAA885753}"/>
                  </a:ext>
                </a:extLst>
              </p:cNvPr>
              <p:cNvSpPr/>
              <p:nvPr/>
            </p:nvSpPr>
            <p:spPr>
              <a:xfrm flipH="1">
                <a:off x="4421133" y="4503811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5E053AB-C8DD-7BF3-C7BC-3E1EF656DA12}"/>
                  </a:ext>
                </a:extLst>
              </p:cNvPr>
              <p:cNvSpPr/>
              <p:nvPr/>
            </p:nvSpPr>
            <p:spPr>
              <a:xfrm flipH="1">
                <a:off x="4446286" y="4660450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A6BD266-2394-77B7-9D87-D83E0DAB8846}"/>
                </a:ext>
              </a:extLst>
            </p:cNvPr>
            <p:cNvSpPr/>
            <p:nvPr/>
          </p:nvSpPr>
          <p:spPr>
            <a:xfrm rot="8366155">
              <a:off x="3084255" y="3787567"/>
              <a:ext cx="286498" cy="230223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  <a:gd name="connsiteX0" fmla="*/ 838200 w 856489"/>
                <a:gd name="connsiteY0" fmla="*/ 85725 h 327117"/>
                <a:gd name="connsiteX1" fmla="*/ 0 w 856489"/>
                <a:gd name="connsiteY1" fmla="*/ 0 h 327117"/>
                <a:gd name="connsiteX2" fmla="*/ 0 w 856489"/>
                <a:gd name="connsiteY2" fmla="*/ 0 h 327117"/>
                <a:gd name="connsiteX0" fmla="*/ 838200 w 856489"/>
                <a:gd name="connsiteY0" fmla="*/ 85725 h 514350"/>
                <a:gd name="connsiteX1" fmla="*/ 0 w 856489"/>
                <a:gd name="connsiteY1" fmla="*/ 0 h 514350"/>
                <a:gd name="connsiteX2" fmla="*/ 85725 w 856489"/>
                <a:gd name="connsiteY2" fmla="*/ 514350 h 514350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465605 w 465605"/>
                <a:gd name="connsiteY0" fmla="*/ 0 h 446780"/>
                <a:gd name="connsiteX1" fmla="*/ 0 w 465605"/>
                <a:gd name="connsiteY1" fmla="*/ 446780 h 446780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6498" h="230223">
                  <a:moveTo>
                    <a:pt x="286498" y="0"/>
                  </a:moveTo>
                  <a:cubicBezTo>
                    <a:pt x="223116" y="33758"/>
                    <a:pt x="51722" y="54216"/>
                    <a:pt x="0" y="230223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E002494-3F59-9C95-A85A-3AFC3BD601BD}"/>
                </a:ext>
              </a:extLst>
            </p:cNvPr>
            <p:cNvGrpSpPr/>
            <p:nvPr/>
          </p:nvGrpSpPr>
          <p:grpSpPr>
            <a:xfrm>
              <a:off x="1340685" y="3923199"/>
              <a:ext cx="655180" cy="698215"/>
              <a:chOff x="2597581" y="3950384"/>
              <a:chExt cx="655180" cy="698215"/>
            </a:xfrm>
            <a:solidFill>
              <a:srgbClr val="F9B651"/>
            </a:solidFill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9EA0392-879D-EA15-A1A7-7D623320C300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3D7372C-5979-8252-E513-8439F13B3AD4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DEAA04D-0E89-F2D6-5E4F-0AC6C493169E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63A971B-278E-EBE5-606B-AA0A50ED863A}"/>
                  </a:ext>
                </a:extLst>
              </p:cNvPr>
              <p:cNvSpPr/>
              <p:nvPr/>
            </p:nvSpPr>
            <p:spPr>
              <a:xfrm rot="19660011" flipH="1">
                <a:off x="2691970" y="414688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C7ADDC1-4C52-656C-3F40-4678438DF4E9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CC2BF0B-BB85-707A-AC51-CCD779304AED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0877607-01C0-A143-2E6D-DA3ABDC90AFA}"/>
                </a:ext>
              </a:extLst>
            </p:cNvPr>
            <p:cNvGrpSpPr/>
            <p:nvPr/>
          </p:nvGrpSpPr>
          <p:grpSpPr>
            <a:xfrm>
              <a:off x="1851219" y="1653159"/>
              <a:ext cx="1309538" cy="1934867"/>
              <a:chOff x="2996110" y="2396963"/>
              <a:chExt cx="1309538" cy="1934867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37FA3BF-4282-8682-195D-7A9719436C83}"/>
                  </a:ext>
                </a:extLst>
              </p:cNvPr>
              <p:cNvSpPr/>
              <p:nvPr/>
            </p:nvSpPr>
            <p:spPr>
              <a:xfrm>
                <a:off x="3124596" y="2396963"/>
                <a:ext cx="1128034" cy="1848484"/>
              </a:xfrm>
              <a:custGeom>
                <a:avLst/>
                <a:gdLst>
                  <a:gd name="connsiteX0" fmla="*/ 0 w 846166"/>
                  <a:gd name="connsiteY0" fmla="*/ 0 h 535854"/>
                  <a:gd name="connsiteX1" fmla="*/ 846166 w 846166"/>
                  <a:gd name="connsiteY1" fmla="*/ 0 h 535854"/>
                  <a:gd name="connsiteX2" fmla="*/ 846166 w 846166"/>
                  <a:gd name="connsiteY2" fmla="*/ 535854 h 535854"/>
                  <a:gd name="connsiteX3" fmla="*/ 0 w 846166"/>
                  <a:gd name="connsiteY3" fmla="*/ 535854 h 535854"/>
                  <a:gd name="connsiteX4" fmla="*/ 0 w 846166"/>
                  <a:gd name="connsiteY4" fmla="*/ 0 h 535854"/>
                  <a:gd name="connsiteX0" fmla="*/ 152400 w 998566"/>
                  <a:gd name="connsiteY0" fmla="*/ 0 h 535854"/>
                  <a:gd name="connsiteX1" fmla="*/ 998566 w 998566"/>
                  <a:gd name="connsiteY1" fmla="*/ 0 h 535854"/>
                  <a:gd name="connsiteX2" fmla="*/ 998566 w 998566"/>
                  <a:gd name="connsiteY2" fmla="*/ 535854 h 535854"/>
                  <a:gd name="connsiteX3" fmla="*/ 0 w 998566"/>
                  <a:gd name="connsiteY3" fmla="*/ 264392 h 535854"/>
                  <a:gd name="connsiteX4" fmla="*/ 152400 w 998566"/>
                  <a:gd name="connsiteY4" fmla="*/ 0 h 535854"/>
                  <a:gd name="connsiteX0" fmla="*/ 14287 w 998566"/>
                  <a:gd name="connsiteY0" fmla="*/ 0 h 1107354"/>
                  <a:gd name="connsiteX1" fmla="*/ 998566 w 998566"/>
                  <a:gd name="connsiteY1" fmla="*/ 571500 h 1107354"/>
                  <a:gd name="connsiteX2" fmla="*/ 998566 w 998566"/>
                  <a:gd name="connsiteY2" fmla="*/ 1107354 h 1107354"/>
                  <a:gd name="connsiteX3" fmla="*/ 0 w 998566"/>
                  <a:gd name="connsiteY3" fmla="*/ 835892 h 1107354"/>
                  <a:gd name="connsiteX4" fmla="*/ 14287 w 998566"/>
                  <a:gd name="connsiteY4" fmla="*/ 0 h 1107354"/>
                  <a:gd name="connsiteX0" fmla="*/ 14287 w 998566"/>
                  <a:gd name="connsiteY0" fmla="*/ 0 h 964479"/>
                  <a:gd name="connsiteX1" fmla="*/ 998566 w 998566"/>
                  <a:gd name="connsiteY1" fmla="*/ 571500 h 964479"/>
                  <a:gd name="connsiteX2" fmla="*/ 798541 w 998566"/>
                  <a:gd name="connsiteY2" fmla="*/ 964479 h 964479"/>
                  <a:gd name="connsiteX3" fmla="*/ 0 w 998566"/>
                  <a:gd name="connsiteY3" fmla="*/ 835892 h 964479"/>
                  <a:gd name="connsiteX4" fmla="*/ 14287 w 998566"/>
                  <a:gd name="connsiteY4" fmla="*/ 0 h 964479"/>
                  <a:gd name="connsiteX0" fmla="*/ 14287 w 998566"/>
                  <a:gd name="connsiteY0" fmla="*/ 0 h 997817"/>
                  <a:gd name="connsiteX1" fmla="*/ 998566 w 998566"/>
                  <a:gd name="connsiteY1" fmla="*/ 571500 h 997817"/>
                  <a:gd name="connsiteX2" fmla="*/ 769966 w 998566"/>
                  <a:gd name="connsiteY2" fmla="*/ 997817 h 997817"/>
                  <a:gd name="connsiteX3" fmla="*/ 0 w 998566"/>
                  <a:gd name="connsiteY3" fmla="*/ 835892 h 997817"/>
                  <a:gd name="connsiteX4" fmla="*/ 14287 w 998566"/>
                  <a:gd name="connsiteY4" fmla="*/ 0 h 997817"/>
                  <a:gd name="connsiteX0" fmla="*/ 461962 w 998566"/>
                  <a:gd name="connsiteY0" fmla="*/ 0 h 1845542"/>
                  <a:gd name="connsiteX1" fmla="*/ 998566 w 998566"/>
                  <a:gd name="connsiteY1" fmla="*/ 1419225 h 1845542"/>
                  <a:gd name="connsiteX2" fmla="*/ 769966 w 998566"/>
                  <a:gd name="connsiteY2" fmla="*/ 1845542 h 1845542"/>
                  <a:gd name="connsiteX3" fmla="*/ 0 w 998566"/>
                  <a:gd name="connsiteY3" fmla="*/ 1683617 h 1845542"/>
                  <a:gd name="connsiteX4" fmla="*/ 461962 w 998566"/>
                  <a:gd name="connsiteY4" fmla="*/ 0 h 1845542"/>
                  <a:gd name="connsiteX0" fmla="*/ 461962 w 769966"/>
                  <a:gd name="connsiteY0" fmla="*/ 0 h 1845542"/>
                  <a:gd name="connsiteX1" fmla="*/ 769966 w 769966"/>
                  <a:gd name="connsiteY1" fmla="*/ 1845542 h 1845542"/>
                  <a:gd name="connsiteX2" fmla="*/ 0 w 769966"/>
                  <a:gd name="connsiteY2" fmla="*/ 1683617 h 1845542"/>
                  <a:gd name="connsiteX3" fmla="*/ 461962 w 769966"/>
                  <a:gd name="connsiteY3" fmla="*/ 0 h 1845542"/>
                  <a:gd name="connsiteX0" fmla="*/ 461962 w 769966"/>
                  <a:gd name="connsiteY0" fmla="*/ 3535 h 1849077"/>
                  <a:gd name="connsiteX1" fmla="*/ 769966 w 769966"/>
                  <a:gd name="connsiteY1" fmla="*/ 1849077 h 1849077"/>
                  <a:gd name="connsiteX2" fmla="*/ 0 w 769966"/>
                  <a:gd name="connsiteY2" fmla="*/ 1687152 h 1849077"/>
                  <a:gd name="connsiteX3" fmla="*/ 461962 w 769966"/>
                  <a:gd name="connsiteY3" fmla="*/ 3535 h 1849077"/>
                  <a:gd name="connsiteX0" fmla="*/ 461962 w 869917"/>
                  <a:gd name="connsiteY0" fmla="*/ 3535 h 1849077"/>
                  <a:gd name="connsiteX1" fmla="*/ 769966 w 869917"/>
                  <a:gd name="connsiteY1" fmla="*/ 1849077 h 1849077"/>
                  <a:gd name="connsiteX2" fmla="*/ 0 w 869917"/>
                  <a:gd name="connsiteY2" fmla="*/ 1687152 h 1849077"/>
                  <a:gd name="connsiteX3" fmla="*/ 461962 w 869917"/>
                  <a:gd name="connsiteY3" fmla="*/ 3535 h 1849077"/>
                  <a:gd name="connsiteX0" fmla="*/ 461962 w 988162"/>
                  <a:gd name="connsiteY0" fmla="*/ 3535 h 1849077"/>
                  <a:gd name="connsiteX1" fmla="*/ 769966 w 988162"/>
                  <a:gd name="connsiteY1" fmla="*/ 1849077 h 1849077"/>
                  <a:gd name="connsiteX2" fmla="*/ 0 w 988162"/>
                  <a:gd name="connsiteY2" fmla="*/ 1687152 h 1849077"/>
                  <a:gd name="connsiteX3" fmla="*/ 461962 w 988162"/>
                  <a:gd name="connsiteY3" fmla="*/ 3535 h 1849077"/>
                  <a:gd name="connsiteX0" fmla="*/ 601834 w 1128034"/>
                  <a:gd name="connsiteY0" fmla="*/ 2942 h 1848484"/>
                  <a:gd name="connsiteX1" fmla="*/ 909838 w 1128034"/>
                  <a:gd name="connsiteY1" fmla="*/ 1848484 h 1848484"/>
                  <a:gd name="connsiteX2" fmla="*/ 139872 w 1128034"/>
                  <a:gd name="connsiteY2" fmla="*/ 1686559 h 1848484"/>
                  <a:gd name="connsiteX3" fmla="*/ 601834 w 1128034"/>
                  <a:gd name="connsiteY3" fmla="*/ 2942 h 1848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8034" h="1848484">
                    <a:moveTo>
                      <a:pt x="601834" y="2942"/>
                    </a:moveTo>
                    <a:cubicBezTo>
                      <a:pt x="1361727" y="56148"/>
                      <a:pt x="1140545" y="1576203"/>
                      <a:pt x="909838" y="1848484"/>
                    </a:cubicBezTo>
                    <a:lnTo>
                      <a:pt x="139872" y="1686559"/>
                    </a:lnTo>
                    <a:cubicBezTo>
                      <a:pt x="-87141" y="1382528"/>
                      <a:pt x="-104603" y="-74027"/>
                      <a:pt x="601834" y="2942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3CA358C-7686-2306-6AE7-C57C409C5B89}"/>
                  </a:ext>
                </a:extLst>
              </p:cNvPr>
              <p:cNvSpPr/>
              <p:nvPr/>
            </p:nvSpPr>
            <p:spPr>
              <a:xfrm>
                <a:off x="2996110" y="3966086"/>
                <a:ext cx="1309538" cy="365744"/>
              </a:xfrm>
              <a:custGeom>
                <a:avLst/>
                <a:gdLst>
                  <a:gd name="connsiteX0" fmla="*/ 0 w 1351997"/>
                  <a:gd name="connsiteY0" fmla="*/ 0 h 709872"/>
                  <a:gd name="connsiteX1" fmla="*/ 1351997 w 1351997"/>
                  <a:gd name="connsiteY1" fmla="*/ 0 h 709872"/>
                  <a:gd name="connsiteX2" fmla="*/ 1351997 w 1351997"/>
                  <a:gd name="connsiteY2" fmla="*/ 709872 h 709872"/>
                  <a:gd name="connsiteX3" fmla="*/ 0 w 1351997"/>
                  <a:gd name="connsiteY3" fmla="*/ 709872 h 709872"/>
                  <a:gd name="connsiteX4" fmla="*/ 0 w 1351997"/>
                  <a:gd name="connsiteY4" fmla="*/ 0 h 709872"/>
                  <a:gd name="connsiteX0" fmla="*/ 0 w 1425022"/>
                  <a:gd name="connsiteY0" fmla="*/ 0 h 773372"/>
                  <a:gd name="connsiteX1" fmla="*/ 1425022 w 1425022"/>
                  <a:gd name="connsiteY1" fmla="*/ 63500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123397 w 1425022"/>
                  <a:gd name="connsiteY1" fmla="*/ 1555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224997 w 1425022"/>
                  <a:gd name="connsiteY1" fmla="*/ 1428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72046 h 845418"/>
                  <a:gd name="connsiteX1" fmla="*/ 1224997 w 1425022"/>
                  <a:gd name="connsiteY1" fmla="*/ 214921 h 845418"/>
                  <a:gd name="connsiteX2" fmla="*/ 1425022 w 1425022"/>
                  <a:gd name="connsiteY2" fmla="*/ 845418 h 845418"/>
                  <a:gd name="connsiteX3" fmla="*/ 73025 w 1425022"/>
                  <a:gd name="connsiteY3" fmla="*/ 845418 h 845418"/>
                  <a:gd name="connsiteX4" fmla="*/ 0 w 1425022"/>
                  <a:gd name="connsiteY4" fmla="*/ 72046 h 845418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73025 w 1425022"/>
                  <a:gd name="connsiteY3" fmla="*/ 865163 h 865163"/>
                  <a:gd name="connsiteX4" fmla="*/ 0 w 1425022"/>
                  <a:gd name="connsiteY4" fmla="*/ 91791 h 865163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0 w 1425022"/>
                  <a:gd name="connsiteY3" fmla="*/ 91791 h 865163"/>
                  <a:gd name="connsiteX0" fmla="*/ 0 w 1224997"/>
                  <a:gd name="connsiteY0" fmla="*/ 91791 h 490513"/>
                  <a:gd name="connsiteX1" fmla="*/ 1224997 w 1224997"/>
                  <a:gd name="connsiteY1" fmla="*/ 234666 h 490513"/>
                  <a:gd name="connsiteX2" fmla="*/ 650322 w 1224997"/>
                  <a:gd name="connsiteY2" fmla="*/ 490513 h 490513"/>
                  <a:gd name="connsiteX3" fmla="*/ 0 w 1224997"/>
                  <a:gd name="connsiteY3" fmla="*/ 91791 h 490513"/>
                  <a:gd name="connsiteX0" fmla="*/ 0 w 1237697"/>
                  <a:gd name="connsiteY0" fmla="*/ 80879 h 479601"/>
                  <a:gd name="connsiteX1" fmla="*/ 1237697 w 1237697"/>
                  <a:gd name="connsiteY1" fmla="*/ 242804 h 479601"/>
                  <a:gd name="connsiteX2" fmla="*/ 650322 w 1237697"/>
                  <a:gd name="connsiteY2" fmla="*/ 479601 h 479601"/>
                  <a:gd name="connsiteX3" fmla="*/ 0 w 1237697"/>
                  <a:gd name="connsiteY3" fmla="*/ 80879 h 479601"/>
                  <a:gd name="connsiteX0" fmla="*/ 650322 w 1237697"/>
                  <a:gd name="connsiteY0" fmla="*/ 479601 h 571041"/>
                  <a:gd name="connsiteX1" fmla="*/ 0 w 1237697"/>
                  <a:gd name="connsiteY1" fmla="*/ 80879 h 571041"/>
                  <a:gd name="connsiteX2" fmla="*/ 1237697 w 1237697"/>
                  <a:gd name="connsiteY2" fmla="*/ 242804 h 571041"/>
                  <a:gd name="connsiteX3" fmla="*/ 741762 w 1237697"/>
                  <a:gd name="connsiteY3" fmla="*/ 571041 h 571041"/>
                  <a:gd name="connsiteX0" fmla="*/ 0 w 1237697"/>
                  <a:gd name="connsiteY0" fmla="*/ 80879 h 571041"/>
                  <a:gd name="connsiteX1" fmla="*/ 1237697 w 1237697"/>
                  <a:gd name="connsiteY1" fmla="*/ 242804 h 571041"/>
                  <a:gd name="connsiteX2" fmla="*/ 741762 w 1237697"/>
                  <a:gd name="connsiteY2" fmla="*/ 571041 h 571041"/>
                  <a:gd name="connsiteX0" fmla="*/ 0 w 1237697"/>
                  <a:gd name="connsiteY0" fmla="*/ 80879 h 242804"/>
                  <a:gd name="connsiteX1" fmla="*/ 1237697 w 1237697"/>
                  <a:gd name="connsiteY1" fmla="*/ 242804 h 24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7697" h="242804">
                    <a:moveTo>
                      <a:pt x="0" y="80879"/>
                    </a:moveTo>
                    <a:cubicBezTo>
                      <a:pt x="109882" y="65004"/>
                      <a:pt x="594415" y="-169946"/>
                      <a:pt x="1237697" y="242804"/>
                    </a:cubicBezTo>
                  </a:path>
                </a:pathLst>
              </a:custGeom>
              <a:solidFill>
                <a:srgbClr val="FDBA6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CF89EC0-B344-57DD-DF77-F032B59B8F21}"/>
                  </a:ext>
                </a:extLst>
              </p:cNvPr>
              <p:cNvSpPr/>
              <p:nvPr/>
            </p:nvSpPr>
            <p:spPr>
              <a:xfrm>
                <a:off x="3132651" y="2396963"/>
                <a:ext cx="1122501" cy="1150165"/>
              </a:xfrm>
              <a:custGeom>
                <a:avLst/>
                <a:gdLst>
                  <a:gd name="connsiteX0" fmla="*/ 533166 w 1122501"/>
                  <a:gd name="connsiteY0" fmla="*/ 137 h 1150165"/>
                  <a:gd name="connsiteX1" fmla="*/ 597289 w 1122501"/>
                  <a:gd name="connsiteY1" fmla="*/ 2942 h 1150165"/>
                  <a:gd name="connsiteX2" fmla="*/ 1122166 w 1122501"/>
                  <a:gd name="connsiteY2" fmla="*/ 823861 h 1150165"/>
                  <a:gd name="connsiteX3" fmla="*/ 1122501 w 1122501"/>
                  <a:gd name="connsiteY3" fmla="*/ 919054 h 1150165"/>
                  <a:gd name="connsiteX4" fmla="*/ 1020350 w 1122501"/>
                  <a:gd name="connsiteY4" fmla="*/ 1005602 h 1150165"/>
                  <a:gd name="connsiteX5" fmla="*/ 559471 w 1122501"/>
                  <a:gd name="connsiteY5" fmla="*/ 1150165 h 1150165"/>
                  <a:gd name="connsiteX6" fmla="*/ 98592 w 1122501"/>
                  <a:gd name="connsiteY6" fmla="*/ 1005602 h 1150165"/>
                  <a:gd name="connsiteX7" fmla="*/ 0 w 1122501"/>
                  <a:gd name="connsiteY7" fmla="*/ 922069 h 1150165"/>
                  <a:gd name="connsiteX8" fmla="*/ 1434 w 1122501"/>
                  <a:gd name="connsiteY8" fmla="*/ 841293 h 1150165"/>
                  <a:gd name="connsiteX9" fmla="*/ 533166 w 1122501"/>
                  <a:gd name="connsiteY9" fmla="*/ 137 h 115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2501" h="1150165">
                    <a:moveTo>
                      <a:pt x="533166" y="137"/>
                    </a:moveTo>
                    <a:cubicBezTo>
                      <a:pt x="553844" y="-371"/>
                      <a:pt x="575213" y="537"/>
                      <a:pt x="597289" y="2942"/>
                    </a:cubicBezTo>
                    <a:cubicBezTo>
                      <a:pt x="971299" y="29129"/>
                      <a:pt x="1107645" y="410659"/>
                      <a:pt x="1122166" y="823861"/>
                    </a:cubicBezTo>
                    <a:lnTo>
                      <a:pt x="1122501" y="919054"/>
                    </a:lnTo>
                    <a:lnTo>
                      <a:pt x="1020350" y="1005602"/>
                    </a:lnTo>
                    <a:cubicBezTo>
                      <a:pt x="888789" y="1096872"/>
                      <a:pt x="730191" y="1150165"/>
                      <a:pt x="559471" y="1150165"/>
                    </a:cubicBezTo>
                    <a:cubicBezTo>
                      <a:pt x="388751" y="1150165"/>
                      <a:pt x="230153" y="1096872"/>
                      <a:pt x="98592" y="1005602"/>
                    </a:cubicBezTo>
                    <a:lnTo>
                      <a:pt x="0" y="922069"/>
                    </a:lnTo>
                    <a:lnTo>
                      <a:pt x="1434" y="841293"/>
                    </a:lnTo>
                    <a:cubicBezTo>
                      <a:pt x="32124" y="420396"/>
                      <a:pt x="184225" y="8708"/>
                      <a:pt x="533166" y="137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876ACE3-591D-6DE9-997D-0C20A4800966}"/>
                  </a:ext>
                </a:extLst>
              </p:cNvPr>
              <p:cNvSpPr/>
              <p:nvPr/>
            </p:nvSpPr>
            <p:spPr>
              <a:xfrm rot="19343286">
                <a:off x="3608041" y="2707104"/>
                <a:ext cx="338856" cy="40418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4BA7820-1371-C064-3D01-B1FC5EBBE7F3}"/>
                  </a:ext>
                </a:extLst>
              </p:cNvPr>
              <p:cNvSpPr/>
              <p:nvPr/>
            </p:nvSpPr>
            <p:spPr>
              <a:xfrm rot="19343286">
                <a:off x="3402370" y="3020837"/>
                <a:ext cx="196908" cy="221627"/>
              </a:xfrm>
              <a:custGeom>
                <a:avLst/>
                <a:gdLst>
                  <a:gd name="connsiteX0" fmla="*/ 0 w 196908"/>
                  <a:gd name="connsiteY0" fmla="*/ 110813 h 221626"/>
                  <a:gd name="connsiteX1" fmla="*/ 98454 w 196908"/>
                  <a:gd name="connsiteY1" fmla="*/ 0 h 221626"/>
                  <a:gd name="connsiteX2" fmla="*/ 196908 w 196908"/>
                  <a:gd name="connsiteY2" fmla="*/ 110813 h 221626"/>
                  <a:gd name="connsiteX3" fmla="*/ 98454 w 196908"/>
                  <a:gd name="connsiteY3" fmla="*/ 221626 h 221626"/>
                  <a:gd name="connsiteX4" fmla="*/ 0 w 196908"/>
                  <a:gd name="connsiteY4" fmla="*/ 110813 h 221626"/>
                  <a:gd name="connsiteX0" fmla="*/ 0 w 196908"/>
                  <a:gd name="connsiteY0" fmla="*/ 110814 h 221627"/>
                  <a:gd name="connsiteX1" fmla="*/ 98454 w 196908"/>
                  <a:gd name="connsiteY1" fmla="*/ 1 h 221627"/>
                  <a:gd name="connsiteX2" fmla="*/ 196908 w 196908"/>
                  <a:gd name="connsiteY2" fmla="*/ 110814 h 221627"/>
                  <a:gd name="connsiteX3" fmla="*/ 98454 w 196908"/>
                  <a:gd name="connsiteY3" fmla="*/ 221627 h 221627"/>
                  <a:gd name="connsiteX4" fmla="*/ 0 w 196908"/>
                  <a:gd name="connsiteY4" fmla="*/ 110814 h 22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6908" h="221627">
                    <a:moveTo>
                      <a:pt x="0" y="110814"/>
                    </a:moveTo>
                    <a:cubicBezTo>
                      <a:pt x="0" y="49614"/>
                      <a:pt x="67890" y="310"/>
                      <a:pt x="98454" y="1"/>
                    </a:cubicBezTo>
                    <a:cubicBezTo>
                      <a:pt x="129018" y="-308"/>
                      <a:pt x="196908" y="49614"/>
                      <a:pt x="196908" y="110814"/>
                    </a:cubicBezTo>
                    <a:cubicBezTo>
                      <a:pt x="196908" y="172014"/>
                      <a:pt x="152829" y="221627"/>
                      <a:pt x="98454" y="221627"/>
                    </a:cubicBezTo>
                    <a:cubicBezTo>
                      <a:pt x="44079" y="221627"/>
                      <a:pt x="0" y="172014"/>
                      <a:pt x="0" y="11081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6149CA6-DB66-6241-417A-8DABCF0DB441}"/>
                </a:ext>
              </a:extLst>
            </p:cNvPr>
            <p:cNvGrpSpPr/>
            <p:nvPr/>
          </p:nvGrpSpPr>
          <p:grpSpPr>
            <a:xfrm>
              <a:off x="3206829" y="627818"/>
              <a:ext cx="853776" cy="911313"/>
              <a:chOff x="4463725" y="655003"/>
              <a:chExt cx="853776" cy="911313"/>
            </a:xfrm>
            <a:solidFill>
              <a:srgbClr val="F9B651"/>
            </a:solidFill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82175B1-9D27-B027-E00D-DB610F2C2855}"/>
                  </a:ext>
                </a:extLst>
              </p:cNvPr>
              <p:cNvSpPr/>
              <p:nvPr/>
            </p:nvSpPr>
            <p:spPr>
              <a:xfrm rot="15276649" flipH="1">
                <a:off x="4621324" y="859276"/>
                <a:ext cx="218968" cy="22860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1AFFB21-A44E-7786-3A0E-703A91A378C4}"/>
                  </a:ext>
                </a:extLst>
              </p:cNvPr>
              <p:cNvSpPr/>
              <p:nvPr/>
            </p:nvSpPr>
            <p:spPr>
              <a:xfrm rot="15276649" flipH="1">
                <a:off x="4913215" y="811770"/>
                <a:ext cx="117355" cy="13037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218C58D-3009-16D0-4166-719DE9C1B33A}"/>
                  </a:ext>
                </a:extLst>
              </p:cNvPr>
              <p:cNvSpPr/>
              <p:nvPr/>
            </p:nvSpPr>
            <p:spPr>
              <a:xfrm rot="15276649" flipH="1">
                <a:off x="5075645" y="638533"/>
                <a:ext cx="117355" cy="17066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BAFDAC9-9A65-729C-2437-3F72223F68B9}"/>
                  </a:ext>
                </a:extLst>
              </p:cNvPr>
              <p:cNvSpPr/>
              <p:nvPr/>
            </p:nvSpPr>
            <p:spPr>
              <a:xfrm rot="15276649" flipH="1">
                <a:off x="5173489" y="809025"/>
                <a:ext cx="117355" cy="17066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9FBEAA1-C02D-4B6F-9512-2A861B07F9EF}"/>
                  </a:ext>
                </a:extLst>
              </p:cNvPr>
              <p:cNvSpPr/>
              <p:nvPr/>
            </p:nvSpPr>
            <p:spPr>
              <a:xfrm rot="15276649" flipH="1">
                <a:off x="5173487" y="1006225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AFB4585-B771-85AE-7EAC-B533CAEB6785}"/>
                  </a:ext>
                </a:extLst>
              </p:cNvPr>
              <p:cNvSpPr/>
              <p:nvPr/>
            </p:nvSpPr>
            <p:spPr>
              <a:xfrm rot="15276649" flipH="1">
                <a:off x="5118450" y="1192670"/>
                <a:ext cx="66013" cy="100678"/>
              </a:xfrm>
              <a:custGeom>
                <a:avLst/>
                <a:gdLst>
                  <a:gd name="connsiteX0" fmla="*/ 0 w 117355"/>
                  <a:gd name="connsiteY0" fmla="*/ 48978 h 97956"/>
                  <a:gd name="connsiteX1" fmla="*/ 58678 w 117355"/>
                  <a:gd name="connsiteY1" fmla="*/ 0 h 97956"/>
                  <a:gd name="connsiteX2" fmla="*/ 117356 w 117355"/>
                  <a:gd name="connsiteY2" fmla="*/ 48978 h 97956"/>
                  <a:gd name="connsiteX3" fmla="*/ 58678 w 117355"/>
                  <a:gd name="connsiteY3" fmla="*/ 97956 h 97956"/>
                  <a:gd name="connsiteX4" fmla="*/ 0 w 117355"/>
                  <a:gd name="connsiteY4" fmla="*/ 48978 h 97956"/>
                  <a:gd name="connsiteX0" fmla="*/ 0 w 66013"/>
                  <a:gd name="connsiteY0" fmla="*/ 50339 h 100678"/>
                  <a:gd name="connsiteX1" fmla="*/ 58678 w 66013"/>
                  <a:gd name="connsiteY1" fmla="*/ 1361 h 100678"/>
                  <a:gd name="connsiteX2" fmla="*/ 58678 w 66013"/>
                  <a:gd name="connsiteY2" fmla="*/ 99317 h 100678"/>
                  <a:gd name="connsiteX3" fmla="*/ 0 w 66013"/>
                  <a:gd name="connsiteY3" fmla="*/ 50339 h 100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13" h="100678">
                    <a:moveTo>
                      <a:pt x="0" y="50339"/>
                    </a:moveTo>
                    <a:cubicBezTo>
                      <a:pt x="0" y="23289"/>
                      <a:pt x="48898" y="-6802"/>
                      <a:pt x="58678" y="1361"/>
                    </a:cubicBezTo>
                    <a:cubicBezTo>
                      <a:pt x="68458" y="9524"/>
                      <a:pt x="68458" y="91154"/>
                      <a:pt x="58678" y="99317"/>
                    </a:cubicBezTo>
                    <a:cubicBezTo>
                      <a:pt x="48898" y="107480"/>
                      <a:pt x="0" y="77389"/>
                      <a:pt x="0" y="50339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25FC06B-256D-27D9-FE5F-6CDEFAB217AD}"/>
                  </a:ext>
                </a:extLst>
              </p:cNvPr>
              <p:cNvSpPr/>
              <p:nvPr/>
            </p:nvSpPr>
            <p:spPr>
              <a:xfrm rot="15276649" flipH="1">
                <a:off x="4880404" y="1040174"/>
                <a:ext cx="149115" cy="20022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Oval 55">
                <a:extLst>
                  <a:ext uri="{FF2B5EF4-FFF2-40B4-BE49-F238E27FC236}">
                    <a16:creationId xmlns:a16="http://schemas.microsoft.com/office/drawing/2014/main" id="{57D7489E-3874-6736-9B89-9FF9E37E88D7}"/>
                  </a:ext>
                </a:extLst>
              </p:cNvPr>
              <p:cNvSpPr/>
              <p:nvPr/>
            </p:nvSpPr>
            <p:spPr>
              <a:xfrm rot="1314271" flipH="1">
                <a:off x="4602424" y="1160580"/>
                <a:ext cx="97852" cy="143809"/>
              </a:xfrm>
              <a:custGeom>
                <a:avLst/>
                <a:gdLst>
                  <a:gd name="connsiteX0" fmla="*/ 0 w 117355"/>
                  <a:gd name="connsiteY0" fmla="*/ 48978 h 97956"/>
                  <a:gd name="connsiteX1" fmla="*/ 58678 w 117355"/>
                  <a:gd name="connsiteY1" fmla="*/ 0 h 97956"/>
                  <a:gd name="connsiteX2" fmla="*/ 117356 w 117355"/>
                  <a:gd name="connsiteY2" fmla="*/ 48978 h 97956"/>
                  <a:gd name="connsiteX3" fmla="*/ 58678 w 117355"/>
                  <a:gd name="connsiteY3" fmla="*/ 97956 h 97956"/>
                  <a:gd name="connsiteX4" fmla="*/ 0 w 117355"/>
                  <a:gd name="connsiteY4" fmla="*/ 48978 h 97956"/>
                  <a:gd name="connsiteX0" fmla="*/ 0 w 66013"/>
                  <a:gd name="connsiteY0" fmla="*/ 50339 h 100678"/>
                  <a:gd name="connsiteX1" fmla="*/ 58678 w 66013"/>
                  <a:gd name="connsiteY1" fmla="*/ 1361 h 100678"/>
                  <a:gd name="connsiteX2" fmla="*/ 58678 w 66013"/>
                  <a:gd name="connsiteY2" fmla="*/ 99317 h 100678"/>
                  <a:gd name="connsiteX3" fmla="*/ 0 w 66013"/>
                  <a:gd name="connsiteY3" fmla="*/ 50339 h 100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13" h="100678">
                    <a:moveTo>
                      <a:pt x="0" y="50339"/>
                    </a:moveTo>
                    <a:cubicBezTo>
                      <a:pt x="0" y="23289"/>
                      <a:pt x="48898" y="-6802"/>
                      <a:pt x="58678" y="1361"/>
                    </a:cubicBezTo>
                    <a:cubicBezTo>
                      <a:pt x="68458" y="9524"/>
                      <a:pt x="68458" y="91154"/>
                      <a:pt x="58678" y="99317"/>
                    </a:cubicBezTo>
                    <a:cubicBezTo>
                      <a:pt x="48898" y="107480"/>
                      <a:pt x="0" y="77389"/>
                      <a:pt x="0" y="50339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63996EC-F91C-82B0-AC1C-12F35BF86C01}"/>
                  </a:ext>
                </a:extLst>
              </p:cNvPr>
              <p:cNvSpPr/>
              <p:nvPr/>
            </p:nvSpPr>
            <p:spPr>
              <a:xfrm rot="10996185" flipH="1">
                <a:off x="4763727" y="1239212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3FC0E0E-73F4-B705-36A6-9912756F116F}"/>
                  </a:ext>
                </a:extLst>
              </p:cNvPr>
              <p:cNvSpPr/>
              <p:nvPr/>
            </p:nvSpPr>
            <p:spPr>
              <a:xfrm rot="10996185" flipH="1">
                <a:off x="4463725" y="775309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CD67DB1-55A8-A645-9D9D-827833FE3747}"/>
                  </a:ext>
                </a:extLst>
              </p:cNvPr>
              <p:cNvSpPr/>
              <p:nvPr/>
            </p:nvSpPr>
            <p:spPr>
              <a:xfrm rot="9597719" flipH="1">
                <a:off x="4702350" y="655003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F508B12-C9FD-AA59-D79D-0FB6E105ED37}"/>
                  </a:ext>
                </a:extLst>
              </p:cNvPr>
              <p:cNvSpPr/>
              <p:nvPr/>
            </p:nvSpPr>
            <p:spPr>
              <a:xfrm rot="10996185" flipH="1">
                <a:off x="4611131" y="1398219"/>
                <a:ext cx="11292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3F135505-0839-A90D-B4E3-5F8E2AC86ADA}"/>
                  </a:ext>
                </a:extLst>
              </p:cNvPr>
              <p:cNvSpPr/>
              <p:nvPr/>
            </p:nvSpPr>
            <p:spPr>
              <a:xfrm rot="10996185" flipH="1">
                <a:off x="4765940" y="1468360"/>
                <a:ext cx="11292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91B747E7-469D-39D6-B909-17C7BFAE9EE1}"/>
                  </a:ext>
                </a:extLst>
              </p:cNvPr>
              <p:cNvSpPr/>
              <p:nvPr/>
            </p:nvSpPr>
            <p:spPr>
              <a:xfrm rot="10996185" flipH="1">
                <a:off x="4978536" y="1361891"/>
                <a:ext cx="11292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D278BEE-F8FA-EDAC-D5D7-5DA434E858CD}"/>
                </a:ext>
              </a:extLst>
            </p:cNvPr>
            <p:cNvGrpSpPr/>
            <p:nvPr/>
          </p:nvGrpSpPr>
          <p:grpSpPr>
            <a:xfrm flipH="1">
              <a:off x="5511810" y="3791064"/>
              <a:ext cx="655180" cy="698215"/>
              <a:chOff x="2597581" y="3950384"/>
              <a:chExt cx="655180" cy="698215"/>
            </a:xfrm>
            <a:solidFill>
              <a:srgbClr val="F9B651"/>
            </a:solidFill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6EAF1439-D9DE-B5AA-8F4F-6741A89FEF86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F6E3B7BF-FD35-E33D-FDAC-9A3AA81012C8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163F9CDA-AD20-13B3-4A81-4CA91F94F11A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46445D8-253E-7F2D-F398-7E9EE5E06F32}"/>
                  </a:ext>
                </a:extLst>
              </p:cNvPr>
              <p:cNvSpPr/>
              <p:nvPr/>
            </p:nvSpPr>
            <p:spPr>
              <a:xfrm rot="19660011" flipH="1">
                <a:off x="2691970" y="414688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95DDF21B-A4AE-0968-BCEE-DD86E04D12F5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42B68C9-FB81-CA8F-CBD3-C7D079E1A127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53C86D8-6DAB-3EA6-AC8F-FC9080C2D9BF}"/>
                </a:ext>
              </a:extLst>
            </p:cNvPr>
            <p:cNvGrpSpPr/>
            <p:nvPr/>
          </p:nvGrpSpPr>
          <p:grpSpPr>
            <a:xfrm flipH="1">
              <a:off x="4028690" y="1697754"/>
              <a:ext cx="1309538" cy="1934867"/>
              <a:chOff x="2996110" y="2396963"/>
              <a:chExt cx="1309538" cy="1934867"/>
            </a:xfrm>
          </p:grpSpPr>
          <p:sp>
            <p:nvSpPr>
              <p:cNvPr id="95" name="Rectangle 19">
                <a:extLst>
                  <a:ext uri="{FF2B5EF4-FFF2-40B4-BE49-F238E27FC236}">
                    <a16:creationId xmlns:a16="http://schemas.microsoft.com/office/drawing/2014/main" id="{B8AA828C-3276-5C73-0DB3-4B74CA88372A}"/>
                  </a:ext>
                </a:extLst>
              </p:cNvPr>
              <p:cNvSpPr/>
              <p:nvPr/>
            </p:nvSpPr>
            <p:spPr>
              <a:xfrm>
                <a:off x="3124596" y="2396963"/>
                <a:ext cx="1128034" cy="1848484"/>
              </a:xfrm>
              <a:custGeom>
                <a:avLst/>
                <a:gdLst>
                  <a:gd name="connsiteX0" fmla="*/ 0 w 846166"/>
                  <a:gd name="connsiteY0" fmla="*/ 0 h 535854"/>
                  <a:gd name="connsiteX1" fmla="*/ 846166 w 846166"/>
                  <a:gd name="connsiteY1" fmla="*/ 0 h 535854"/>
                  <a:gd name="connsiteX2" fmla="*/ 846166 w 846166"/>
                  <a:gd name="connsiteY2" fmla="*/ 535854 h 535854"/>
                  <a:gd name="connsiteX3" fmla="*/ 0 w 846166"/>
                  <a:gd name="connsiteY3" fmla="*/ 535854 h 535854"/>
                  <a:gd name="connsiteX4" fmla="*/ 0 w 846166"/>
                  <a:gd name="connsiteY4" fmla="*/ 0 h 535854"/>
                  <a:gd name="connsiteX0" fmla="*/ 152400 w 998566"/>
                  <a:gd name="connsiteY0" fmla="*/ 0 h 535854"/>
                  <a:gd name="connsiteX1" fmla="*/ 998566 w 998566"/>
                  <a:gd name="connsiteY1" fmla="*/ 0 h 535854"/>
                  <a:gd name="connsiteX2" fmla="*/ 998566 w 998566"/>
                  <a:gd name="connsiteY2" fmla="*/ 535854 h 535854"/>
                  <a:gd name="connsiteX3" fmla="*/ 0 w 998566"/>
                  <a:gd name="connsiteY3" fmla="*/ 264392 h 535854"/>
                  <a:gd name="connsiteX4" fmla="*/ 152400 w 998566"/>
                  <a:gd name="connsiteY4" fmla="*/ 0 h 535854"/>
                  <a:gd name="connsiteX0" fmla="*/ 14287 w 998566"/>
                  <a:gd name="connsiteY0" fmla="*/ 0 h 1107354"/>
                  <a:gd name="connsiteX1" fmla="*/ 998566 w 998566"/>
                  <a:gd name="connsiteY1" fmla="*/ 571500 h 1107354"/>
                  <a:gd name="connsiteX2" fmla="*/ 998566 w 998566"/>
                  <a:gd name="connsiteY2" fmla="*/ 1107354 h 1107354"/>
                  <a:gd name="connsiteX3" fmla="*/ 0 w 998566"/>
                  <a:gd name="connsiteY3" fmla="*/ 835892 h 1107354"/>
                  <a:gd name="connsiteX4" fmla="*/ 14287 w 998566"/>
                  <a:gd name="connsiteY4" fmla="*/ 0 h 1107354"/>
                  <a:gd name="connsiteX0" fmla="*/ 14287 w 998566"/>
                  <a:gd name="connsiteY0" fmla="*/ 0 h 964479"/>
                  <a:gd name="connsiteX1" fmla="*/ 998566 w 998566"/>
                  <a:gd name="connsiteY1" fmla="*/ 571500 h 964479"/>
                  <a:gd name="connsiteX2" fmla="*/ 798541 w 998566"/>
                  <a:gd name="connsiteY2" fmla="*/ 964479 h 964479"/>
                  <a:gd name="connsiteX3" fmla="*/ 0 w 998566"/>
                  <a:gd name="connsiteY3" fmla="*/ 835892 h 964479"/>
                  <a:gd name="connsiteX4" fmla="*/ 14287 w 998566"/>
                  <a:gd name="connsiteY4" fmla="*/ 0 h 964479"/>
                  <a:gd name="connsiteX0" fmla="*/ 14287 w 998566"/>
                  <a:gd name="connsiteY0" fmla="*/ 0 h 997817"/>
                  <a:gd name="connsiteX1" fmla="*/ 998566 w 998566"/>
                  <a:gd name="connsiteY1" fmla="*/ 571500 h 997817"/>
                  <a:gd name="connsiteX2" fmla="*/ 769966 w 998566"/>
                  <a:gd name="connsiteY2" fmla="*/ 997817 h 997817"/>
                  <a:gd name="connsiteX3" fmla="*/ 0 w 998566"/>
                  <a:gd name="connsiteY3" fmla="*/ 835892 h 997817"/>
                  <a:gd name="connsiteX4" fmla="*/ 14287 w 998566"/>
                  <a:gd name="connsiteY4" fmla="*/ 0 h 997817"/>
                  <a:gd name="connsiteX0" fmla="*/ 461962 w 998566"/>
                  <a:gd name="connsiteY0" fmla="*/ 0 h 1845542"/>
                  <a:gd name="connsiteX1" fmla="*/ 998566 w 998566"/>
                  <a:gd name="connsiteY1" fmla="*/ 1419225 h 1845542"/>
                  <a:gd name="connsiteX2" fmla="*/ 769966 w 998566"/>
                  <a:gd name="connsiteY2" fmla="*/ 1845542 h 1845542"/>
                  <a:gd name="connsiteX3" fmla="*/ 0 w 998566"/>
                  <a:gd name="connsiteY3" fmla="*/ 1683617 h 1845542"/>
                  <a:gd name="connsiteX4" fmla="*/ 461962 w 998566"/>
                  <a:gd name="connsiteY4" fmla="*/ 0 h 1845542"/>
                  <a:gd name="connsiteX0" fmla="*/ 461962 w 769966"/>
                  <a:gd name="connsiteY0" fmla="*/ 0 h 1845542"/>
                  <a:gd name="connsiteX1" fmla="*/ 769966 w 769966"/>
                  <a:gd name="connsiteY1" fmla="*/ 1845542 h 1845542"/>
                  <a:gd name="connsiteX2" fmla="*/ 0 w 769966"/>
                  <a:gd name="connsiteY2" fmla="*/ 1683617 h 1845542"/>
                  <a:gd name="connsiteX3" fmla="*/ 461962 w 769966"/>
                  <a:gd name="connsiteY3" fmla="*/ 0 h 1845542"/>
                  <a:gd name="connsiteX0" fmla="*/ 461962 w 769966"/>
                  <a:gd name="connsiteY0" fmla="*/ 3535 h 1849077"/>
                  <a:gd name="connsiteX1" fmla="*/ 769966 w 769966"/>
                  <a:gd name="connsiteY1" fmla="*/ 1849077 h 1849077"/>
                  <a:gd name="connsiteX2" fmla="*/ 0 w 769966"/>
                  <a:gd name="connsiteY2" fmla="*/ 1687152 h 1849077"/>
                  <a:gd name="connsiteX3" fmla="*/ 461962 w 769966"/>
                  <a:gd name="connsiteY3" fmla="*/ 3535 h 1849077"/>
                  <a:gd name="connsiteX0" fmla="*/ 461962 w 869917"/>
                  <a:gd name="connsiteY0" fmla="*/ 3535 h 1849077"/>
                  <a:gd name="connsiteX1" fmla="*/ 769966 w 869917"/>
                  <a:gd name="connsiteY1" fmla="*/ 1849077 h 1849077"/>
                  <a:gd name="connsiteX2" fmla="*/ 0 w 869917"/>
                  <a:gd name="connsiteY2" fmla="*/ 1687152 h 1849077"/>
                  <a:gd name="connsiteX3" fmla="*/ 461962 w 869917"/>
                  <a:gd name="connsiteY3" fmla="*/ 3535 h 1849077"/>
                  <a:gd name="connsiteX0" fmla="*/ 461962 w 988162"/>
                  <a:gd name="connsiteY0" fmla="*/ 3535 h 1849077"/>
                  <a:gd name="connsiteX1" fmla="*/ 769966 w 988162"/>
                  <a:gd name="connsiteY1" fmla="*/ 1849077 h 1849077"/>
                  <a:gd name="connsiteX2" fmla="*/ 0 w 988162"/>
                  <a:gd name="connsiteY2" fmla="*/ 1687152 h 1849077"/>
                  <a:gd name="connsiteX3" fmla="*/ 461962 w 988162"/>
                  <a:gd name="connsiteY3" fmla="*/ 3535 h 1849077"/>
                  <a:gd name="connsiteX0" fmla="*/ 601834 w 1128034"/>
                  <a:gd name="connsiteY0" fmla="*/ 2942 h 1848484"/>
                  <a:gd name="connsiteX1" fmla="*/ 909838 w 1128034"/>
                  <a:gd name="connsiteY1" fmla="*/ 1848484 h 1848484"/>
                  <a:gd name="connsiteX2" fmla="*/ 139872 w 1128034"/>
                  <a:gd name="connsiteY2" fmla="*/ 1686559 h 1848484"/>
                  <a:gd name="connsiteX3" fmla="*/ 601834 w 1128034"/>
                  <a:gd name="connsiteY3" fmla="*/ 2942 h 1848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8034" h="1848484">
                    <a:moveTo>
                      <a:pt x="601834" y="2942"/>
                    </a:moveTo>
                    <a:cubicBezTo>
                      <a:pt x="1361727" y="56148"/>
                      <a:pt x="1140545" y="1576203"/>
                      <a:pt x="909838" y="1848484"/>
                    </a:cubicBezTo>
                    <a:lnTo>
                      <a:pt x="139872" y="1686559"/>
                    </a:lnTo>
                    <a:cubicBezTo>
                      <a:pt x="-87141" y="1382528"/>
                      <a:pt x="-104603" y="-74027"/>
                      <a:pt x="601834" y="2942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20">
                <a:extLst>
                  <a:ext uri="{FF2B5EF4-FFF2-40B4-BE49-F238E27FC236}">
                    <a16:creationId xmlns:a16="http://schemas.microsoft.com/office/drawing/2014/main" id="{8CBEA7F1-EC47-9D88-9FCA-05C2F4FAEB27}"/>
                  </a:ext>
                </a:extLst>
              </p:cNvPr>
              <p:cNvSpPr/>
              <p:nvPr/>
            </p:nvSpPr>
            <p:spPr>
              <a:xfrm>
                <a:off x="2996110" y="3966086"/>
                <a:ext cx="1309538" cy="365744"/>
              </a:xfrm>
              <a:custGeom>
                <a:avLst/>
                <a:gdLst>
                  <a:gd name="connsiteX0" fmla="*/ 0 w 1351997"/>
                  <a:gd name="connsiteY0" fmla="*/ 0 h 709872"/>
                  <a:gd name="connsiteX1" fmla="*/ 1351997 w 1351997"/>
                  <a:gd name="connsiteY1" fmla="*/ 0 h 709872"/>
                  <a:gd name="connsiteX2" fmla="*/ 1351997 w 1351997"/>
                  <a:gd name="connsiteY2" fmla="*/ 709872 h 709872"/>
                  <a:gd name="connsiteX3" fmla="*/ 0 w 1351997"/>
                  <a:gd name="connsiteY3" fmla="*/ 709872 h 709872"/>
                  <a:gd name="connsiteX4" fmla="*/ 0 w 1351997"/>
                  <a:gd name="connsiteY4" fmla="*/ 0 h 709872"/>
                  <a:gd name="connsiteX0" fmla="*/ 0 w 1425022"/>
                  <a:gd name="connsiteY0" fmla="*/ 0 h 773372"/>
                  <a:gd name="connsiteX1" fmla="*/ 1425022 w 1425022"/>
                  <a:gd name="connsiteY1" fmla="*/ 63500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123397 w 1425022"/>
                  <a:gd name="connsiteY1" fmla="*/ 1555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224997 w 1425022"/>
                  <a:gd name="connsiteY1" fmla="*/ 1428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72046 h 845418"/>
                  <a:gd name="connsiteX1" fmla="*/ 1224997 w 1425022"/>
                  <a:gd name="connsiteY1" fmla="*/ 214921 h 845418"/>
                  <a:gd name="connsiteX2" fmla="*/ 1425022 w 1425022"/>
                  <a:gd name="connsiteY2" fmla="*/ 845418 h 845418"/>
                  <a:gd name="connsiteX3" fmla="*/ 73025 w 1425022"/>
                  <a:gd name="connsiteY3" fmla="*/ 845418 h 845418"/>
                  <a:gd name="connsiteX4" fmla="*/ 0 w 1425022"/>
                  <a:gd name="connsiteY4" fmla="*/ 72046 h 845418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73025 w 1425022"/>
                  <a:gd name="connsiteY3" fmla="*/ 865163 h 865163"/>
                  <a:gd name="connsiteX4" fmla="*/ 0 w 1425022"/>
                  <a:gd name="connsiteY4" fmla="*/ 91791 h 865163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0 w 1425022"/>
                  <a:gd name="connsiteY3" fmla="*/ 91791 h 865163"/>
                  <a:gd name="connsiteX0" fmla="*/ 0 w 1224997"/>
                  <a:gd name="connsiteY0" fmla="*/ 91791 h 490513"/>
                  <a:gd name="connsiteX1" fmla="*/ 1224997 w 1224997"/>
                  <a:gd name="connsiteY1" fmla="*/ 234666 h 490513"/>
                  <a:gd name="connsiteX2" fmla="*/ 650322 w 1224997"/>
                  <a:gd name="connsiteY2" fmla="*/ 490513 h 490513"/>
                  <a:gd name="connsiteX3" fmla="*/ 0 w 1224997"/>
                  <a:gd name="connsiteY3" fmla="*/ 91791 h 490513"/>
                  <a:gd name="connsiteX0" fmla="*/ 0 w 1237697"/>
                  <a:gd name="connsiteY0" fmla="*/ 80879 h 479601"/>
                  <a:gd name="connsiteX1" fmla="*/ 1237697 w 1237697"/>
                  <a:gd name="connsiteY1" fmla="*/ 242804 h 479601"/>
                  <a:gd name="connsiteX2" fmla="*/ 650322 w 1237697"/>
                  <a:gd name="connsiteY2" fmla="*/ 479601 h 479601"/>
                  <a:gd name="connsiteX3" fmla="*/ 0 w 1237697"/>
                  <a:gd name="connsiteY3" fmla="*/ 80879 h 479601"/>
                  <a:gd name="connsiteX0" fmla="*/ 650322 w 1237697"/>
                  <a:gd name="connsiteY0" fmla="*/ 479601 h 571041"/>
                  <a:gd name="connsiteX1" fmla="*/ 0 w 1237697"/>
                  <a:gd name="connsiteY1" fmla="*/ 80879 h 571041"/>
                  <a:gd name="connsiteX2" fmla="*/ 1237697 w 1237697"/>
                  <a:gd name="connsiteY2" fmla="*/ 242804 h 571041"/>
                  <a:gd name="connsiteX3" fmla="*/ 741762 w 1237697"/>
                  <a:gd name="connsiteY3" fmla="*/ 571041 h 571041"/>
                  <a:gd name="connsiteX0" fmla="*/ 0 w 1237697"/>
                  <a:gd name="connsiteY0" fmla="*/ 80879 h 571041"/>
                  <a:gd name="connsiteX1" fmla="*/ 1237697 w 1237697"/>
                  <a:gd name="connsiteY1" fmla="*/ 242804 h 571041"/>
                  <a:gd name="connsiteX2" fmla="*/ 741762 w 1237697"/>
                  <a:gd name="connsiteY2" fmla="*/ 571041 h 571041"/>
                  <a:gd name="connsiteX0" fmla="*/ 0 w 1237697"/>
                  <a:gd name="connsiteY0" fmla="*/ 80879 h 242804"/>
                  <a:gd name="connsiteX1" fmla="*/ 1237697 w 1237697"/>
                  <a:gd name="connsiteY1" fmla="*/ 242804 h 24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7697" h="242804">
                    <a:moveTo>
                      <a:pt x="0" y="80879"/>
                    </a:moveTo>
                    <a:cubicBezTo>
                      <a:pt x="109882" y="65004"/>
                      <a:pt x="594415" y="-169946"/>
                      <a:pt x="1237697" y="242804"/>
                    </a:cubicBezTo>
                  </a:path>
                </a:pathLst>
              </a:custGeom>
              <a:solidFill>
                <a:srgbClr val="FDBA6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A1420E2F-F769-E61A-F6FF-F842181AEB6F}"/>
                  </a:ext>
                </a:extLst>
              </p:cNvPr>
              <p:cNvSpPr/>
              <p:nvPr/>
            </p:nvSpPr>
            <p:spPr>
              <a:xfrm>
                <a:off x="3132651" y="2396963"/>
                <a:ext cx="1122501" cy="1150165"/>
              </a:xfrm>
              <a:custGeom>
                <a:avLst/>
                <a:gdLst>
                  <a:gd name="connsiteX0" fmla="*/ 533166 w 1122501"/>
                  <a:gd name="connsiteY0" fmla="*/ 137 h 1150165"/>
                  <a:gd name="connsiteX1" fmla="*/ 597289 w 1122501"/>
                  <a:gd name="connsiteY1" fmla="*/ 2942 h 1150165"/>
                  <a:gd name="connsiteX2" fmla="*/ 1122166 w 1122501"/>
                  <a:gd name="connsiteY2" fmla="*/ 823861 h 1150165"/>
                  <a:gd name="connsiteX3" fmla="*/ 1122501 w 1122501"/>
                  <a:gd name="connsiteY3" fmla="*/ 919054 h 1150165"/>
                  <a:gd name="connsiteX4" fmla="*/ 1020350 w 1122501"/>
                  <a:gd name="connsiteY4" fmla="*/ 1005602 h 1150165"/>
                  <a:gd name="connsiteX5" fmla="*/ 559471 w 1122501"/>
                  <a:gd name="connsiteY5" fmla="*/ 1150165 h 1150165"/>
                  <a:gd name="connsiteX6" fmla="*/ 98592 w 1122501"/>
                  <a:gd name="connsiteY6" fmla="*/ 1005602 h 1150165"/>
                  <a:gd name="connsiteX7" fmla="*/ 0 w 1122501"/>
                  <a:gd name="connsiteY7" fmla="*/ 922069 h 1150165"/>
                  <a:gd name="connsiteX8" fmla="*/ 1434 w 1122501"/>
                  <a:gd name="connsiteY8" fmla="*/ 841293 h 1150165"/>
                  <a:gd name="connsiteX9" fmla="*/ 533166 w 1122501"/>
                  <a:gd name="connsiteY9" fmla="*/ 137 h 115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2501" h="1150165">
                    <a:moveTo>
                      <a:pt x="533166" y="137"/>
                    </a:moveTo>
                    <a:cubicBezTo>
                      <a:pt x="553844" y="-371"/>
                      <a:pt x="575213" y="537"/>
                      <a:pt x="597289" y="2942"/>
                    </a:cubicBezTo>
                    <a:cubicBezTo>
                      <a:pt x="971299" y="29129"/>
                      <a:pt x="1107645" y="410659"/>
                      <a:pt x="1122166" y="823861"/>
                    </a:cubicBezTo>
                    <a:lnTo>
                      <a:pt x="1122501" y="919054"/>
                    </a:lnTo>
                    <a:lnTo>
                      <a:pt x="1020350" y="1005602"/>
                    </a:lnTo>
                    <a:cubicBezTo>
                      <a:pt x="888789" y="1096872"/>
                      <a:pt x="730191" y="1150165"/>
                      <a:pt x="559471" y="1150165"/>
                    </a:cubicBezTo>
                    <a:cubicBezTo>
                      <a:pt x="388751" y="1150165"/>
                      <a:pt x="230153" y="1096872"/>
                      <a:pt x="98592" y="1005602"/>
                    </a:cubicBezTo>
                    <a:lnTo>
                      <a:pt x="0" y="922069"/>
                    </a:lnTo>
                    <a:lnTo>
                      <a:pt x="1434" y="841293"/>
                    </a:lnTo>
                    <a:cubicBezTo>
                      <a:pt x="32124" y="420396"/>
                      <a:pt x="184225" y="8708"/>
                      <a:pt x="533166" y="137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46A27933-7663-C006-7023-B6FD1160210B}"/>
                  </a:ext>
                </a:extLst>
              </p:cNvPr>
              <p:cNvSpPr/>
              <p:nvPr/>
            </p:nvSpPr>
            <p:spPr>
              <a:xfrm rot="19343286">
                <a:off x="3608041" y="2707104"/>
                <a:ext cx="338856" cy="40418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34">
                <a:extLst>
                  <a:ext uri="{FF2B5EF4-FFF2-40B4-BE49-F238E27FC236}">
                    <a16:creationId xmlns:a16="http://schemas.microsoft.com/office/drawing/2014/main" id="{AA5C96BE-FDB9-5EE8-E34B-B4639AA5E382}"/>
                  </a:ext>
                </a:extLst>
              </p:cNvPr>
              <p:cNvSpPr/>
              <p:nvPr/>
            </p:nvSpPr>
            <p:spPr>
              <a:xfrm rot="19343286">
                <a:off x="3402370" y="3020837"/>
                <a:ext cx="196908" cy="221627"/>
              </a:xfrm>
              <a:custGeom>
                <a:avLst/>
                <a:gdLst>
                  <a:gd name="connsiteX0" fmla="*/ 0 w 196908"/>
                  <a:gd name="connsiteY0" fmla="*/ 110813 h 221626"/>
                  <a:gd name="connsiteX1" fmla="*/ 98454 w 196908"/>
                  <a:gd name="connsiteY1" fmla="*/ 0 h 221626"/>
                  <a:gd name="connsiteX2" fmla="*/ 196908 w 196908"/>
                  <a:gd name="connsiteY2" fmla="*/ 110813 h 221626"/>
                  <a:gd name="connsiteX3" fmla="*/ 98454 w 196908"/>
                  <a:gd name="connsiteY3" fmla="*/ 221626 h 221626"/>
                  <a:gd name="connsiteX4" fmla="*/ 0 w 196908"/>
                  <a:gd name="connsiteY4" fmla="*/ 110813 h 221626"/>
                  <a:gd name="connsiteX0" fmla="*/ 0 w 196908"/>
                  <a:gd name="connsiteY0" fmla="*/ 110814 h 221627"/>
                  <a:gd name="connsiteX1" fmla="*/ 98454 w 196908"/>
                  <a:gd name="connsiteY1" fmla="*/ 1 h 221627"/>
                  <a:gd name="connsiteX2" fmla="*/ 196908 w 196908"/>
                  <a:gd name="connsiteY2" fmla="*/ 110814 h 221627"/>
                  <a:gd name="connsiteX3" fmla="*/ 98454 w 196908"/>
                  <a:gd name="connsiteY3" fmla="*/ 221627 h 221627"/>
                  <a:gd name="connsiteX4" fmla="*/ 0 w 196908"/>
                  <a:gd name="connsiteY4" fmla="*/ 110814 h 22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6908" h="221627">
                    <a:moveTo>
                      <a:pt x="0" y="110814"/>
                    </a:moveTo>
                    <a:cubicBezTo>
                      <a:pt x="0" y="49614"/>
                      <a:pt x="67890" y="310"/>
                      <a:pt x="98454" y="1"/>
                    </a:cubicBezTo>
                    <a:cubicBezTo>
                      <a:pt x="129018" y="-308"/>
                      <a:pt x="196908" y="49614"/>
                      <a:pt x="196908" y="110814"/>
                    </a:cubicBezTo>
                    <a:cubicBezTo>
                      <a:pt x="196908" y="172014"/>
                      <a:pt x="152829" y="221627"/>
                      <a:pt x="98454" y="221627"/>
                    </a:cubicBezTo>
                    <a:cubicBezTo>
                      <a:pt x="44079" y="221627"/>
                      <a:pt x="0" y="172014"/>
                      <a:pt x="0" y="11081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7C150A3-625D-A909-1F06-BAE66D924AB5}"/>
                </a:ext>
              </a:extLst>
            </p:cNvPr>
            <p:cNvSpPr/>
            <p:nvPr/>
          </p:nvSpPr>
          <p:spPr>
            <a:xfrm flipH="1">
              <a:off x="3652792" y="4452160"/>
              <a:ext cx="708094" cy="319775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094" h="319775">
                  <a:moveTo>
                    <a:pt x="685800" y="0"/>
                  </a:moveTo>
                  <a:cubicBezTo>
                    <a:pt x="828675" y="198438"/>
                    <a:pt x="247650" y="587375"/>
                    <a:pt x="0" y="38100"/>
                  </a:cubicBezTo>
                  <a:lnTo>
                    <a:pt x="0" y="3810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D4579B-DBF9-2162-41E6-A31CDD02F0EB}"/>
                </a:ext>
              </a:extLst>
            </p:cNvPr>
            <p:cNvSpPr/>
            <p:nvPr/>
          </p:nvSpPr>
          <p:spPr>
            <a:xfrm>
              <a:off x="3184502" y="4162268"/>
              <a:ext cx="929807" cy="37079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35380"/>
                <a:gd name="connsiteY0" fmla="*/ 0 h 975360"/>
                <a:gd name="connsiteX1" fmla="*/ 1135380 w 1135380"/>
                <a:gd name="connsiteY1" fmla="*/ 60960 h 975360"/>
                <a:gd name="connsiteX2" fmla="*/ 1135380 w 1135380"/>
                <a:gd name="connsiteY2" fmla="*/ 975360 h 975360"/>
                <a:gd name="connsiteX3" fmla="*/ 220980 w 1135380"/>
                <a:gd name="connsiteY3" fmla="*/ 975360 h 975360"/>
                <a:gd name="connsiteX4" fmla="*/ 0 w 1135380"/>
                <a:gd name="connsiteY4" fmla="*/ 0 h 97536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220980 w 1135380"/>
                <a:gd name="connsiteY3" fmla="*/ 1036320 h 1036320"/>
                <a:gd name="connsiteX4" fmla="*/ 0 w 1135380"/>
                <a:gd name="connsiteY4" fmla="*/ 60960 h 103632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472440 w 1135380"/>
                <a:gd name="connsiteY3" fmla="*/ 358140 h 1036320"/>
                <a:gd name="connsiteX4" fmla="*/ 0 w 1135380"/>
                <a:gd name="connsiteY4" fmla="*/ 60960 h 103632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9807"/>
                <a:gd name="connsiteY0" fmla="*/ 60960 h 358140"/>
                <a:gd name="connsiteX1" fmla="*/ 924631 w 929807"/>
                <a:gd name="connsiteY1" fmla="*/ 0 h 358140"/>
                <a:gd name="connsiteX2" fmla="*/ 475051 w 929807"/>
                <a:gd name="connsiteY2" fmla="*/ 358140 h 358140"/>
                <a:gd name="connsiteX3" fmla="*/ 2611 w 929807"/>
                <a:gd name="connsiteY3" fmla="*/ 60960 h 358140"/>
                <a:gd name="connsiteX0" fmla="*/ 2611 w 929807"/>
                <a:gd name="connsiteY0" fmla="*/ 73613 h 370793"/>
                <a:gd name="connsiteX1" fmla="*/ 924631 w 929807"/>
                <a:gd name="connsiteY1" fmla="*/ 12653 h 370793"/>
                <a:gd name="connsiteX2" fmla="*/ 475051 w 929807"/>
                <a:gd name="connsiteY2" fmla="*/ 370793 h 370793"/>
                <a:gd name="connsiteX3" fmla="*/ 2611 w 929807"/>
                <a:gd name="connsiteY3" fmla="*/ 73613 h 370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807" h="370793">
                  <a:moveTo>
                    <a:pt x="2611" y="73613"/>
                  </a:moveTo>
                  <a:cubicBezTo>
                    <a:pt x="88971" y="15193"/>
                    <a:pt x="845891" y="-20367"/>
                    <a:pt x="924631" y="12653"/>
                  </a:cubicBezTo>
                  <a:cubicBezTo>
                    <a:pt x="965271" y="78693"/>
                    <a:pt x="762071" y="297133"/>
                    <a:pt x="475051" y="370793"/>
                  </a:cubicBezTo>
                  <a:cubicBezTo>
                    <a:pt x="256611" y="355553"/>
                    <a:pt x="-30409" y="126953"/>
                    <a:pt x="2611" y="73613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AEADBF2-59D1-F4C1-F8C7-62CEEE9DFA54}"/>
                </a:ext>
              </a:extLst>
            </p:cNvPr>
            <p:cNvGrpSpPr/>
            <p:nvPr/>
          </p:nvGrpSpPr>
          <p:grpSpPr>
            <a:xfrm flipH="1">
              <a:off x="3911295" y="4441139"/>
              <a:ext cx="195570" cy="206945"/>
              <a:chOff x="4421133" y="4503811"/>
              <a:chExt cx="195570" cy="206945"/>
            </a:xfrm>
            <a:solidFill>
              <a:srgbClr val="FDBA66"/>
            </a:solidFill>
          </p:grpSpPr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04C861E1-3199-0502-5ACB-6C760CA55457}"/>
                  </a:ext>
                </a:extLst>
              </p:cNvPr>
              <p:cNvSpPr/>
              <p:nvPr/>
            </p:nvSpPr>
            <p:spPr>
              <a:xfrm flipH="1">
                <a:off x="4566397" y="4598294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63A55C1-457B-F79C-285E-E423E5AEE710}"/>
                  </a:ext>
                </a:extLst>
              </p:cNvPr>
              <p:cNvSpPr/>
              <p:nvPr/>
            </p:nvSpPr>
            <p:spPr>
              <a:xfrm flipH="1">
                <a:off x="4421133" y="4503811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0A13B03-CC9E-7EAA-72C2-A387690249CE}"/>
                  </a:ext>
                </a:extLst>
              </p:cNvPr>
              <p:cNvSpPr/>
              <p:nvPr/>
            </p:nvSpPr>
            <p:spPr>
              <a:xfrm flipH="1">
                <a:off x="4446286" y="4660450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1C7ECD0-C8EB-4882-C55F-056DC20012FE}"/>
                </a:ext>
              </a:extLst>
            </p:cNvPr>
            <p:cNvGrpSpPr/>
            <p:nvPr/>
          </p:nvGrpSpPr>
          <p:grpSpPr>
            <a:xfrm flipH="1">
              <a:off x="4313833" y="4078095"/>
              <a:ext cx="790575" cy="726088"/>
              <a:chOff x="3479143" y="4186184"/>
              <a:chExt cx="790575" cy="726088"/>
            </a:xfrm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0F2EC28A-FA8B-50D6-0525-CADA11FA724D}"/>
                  </a:ext>
                </a:extLst>
              </p:cNvPr>
              <p:cNvSpPr/>
              <p:nvPr/>
            </p:nvSpPr>
            <p:spPr>
              <a:xfrm>
                <a:off x="3479143" y="4412209"/>
                <a:ext cx="790575" cy="50006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90575 w 790575"/>
                  <a:gd name="connsiteY0" fmla="*/ 0 h 500063"/>
                  <a:gd name="connsiteX1" fmla="*/ 0 w 790575"/>
                  <a:gd name="connsiteY1" fmla="*/ 500063 h 50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0575" h="500063">
                    <a:moveTo>
                      <a:pt x="790575" y="0"/>
                    </a:moveTo>
                    <a:cubicBezTo>
                      <a:pt x="539750" y="142875"/>
                      <a:pt x="350838" y="138113"/>
                      <a:pt x="0" y="50006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B1427D7-5478-B537-9B80-1F612DA80A59}"/>
                  </a:ext>
                </a:extLst>
              </p:cNvPr>
              <p:cNvSpPr/>
              <p:nvPr/>
            </p:nvSpPr>
            <p:spPr>
              <a:xfrm rot="958855">
                <a:off x="3479183" y="4294280"/>
                <a:ext cx="730830" cy="521505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0830" h="521505">
                    <a:moveTo>
                      <a:pt x="730830" y="0"/>
                    </a:moveTo>
                    <a:cubicBezTo>
                      <a:pt x="480005" y="142875"/>
                      <a:pt x="271672" y="142595"/>
                      <a:pt x="0" y="521505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22E31597-28CB-1F3A-D0C2-9A280B7A4172}"/>
                  </a:ext>
                </a:extLst>
              </p:cNvPr>
              <p:cNvSpPr/>
              <p:nvPr/>
            </p:nvSpPr>
            <p:spPr>
              <a:xfrm rot="1915762">
                <a:off x="3585475" y="4186184"/>
                <a:ext cx="607113" cy="49491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7113" h="494913">
                    <a:moveTo>
                      <a:pt x="607113" y="0"/>
                    </a:moveTo>
                    <a:cubicBezTo>
                      <a:pt x="356288" y="142875"/>
                      <a:pt x="67643" y="175807"/>
                      <a:pt x="0" y="49491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1" name="Rectangle 3">
              <a:extLst>
                <a:ext uri="{FF2B5EF4-FFF2-40B4-BE49-F238E27FC236}">
                  <a16:creationId xmlns:a16="http://schemas.microsoft.com/office/drawing/2014/main" id="{64CE36B5-F839-EF51-F22D-980FA613F76C}"/>
                </a:ext>
              </a:extLst>
            </p:cNvPr>
            <p:cNvSpPr/>
            <p:nvPr/>
          </p:nvSpPr>
          <p:spPr>
            <a:xfrm>
              <a:off x="3374103" y="4233559"/>
              <a:ext cx="510384" cy="85376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35380"/>
                <a:gd name="connsiteY0" fmla="*/ 0 h 975360"/>
                <a:gd name="connsiteX1" fmla="*/ 1135380 w 1135380"/>
                <a:gd name="connsiteY1" fmla="*/ 60960 h 975360"/>
                <a:gd name="connsiteX2" fmla="*/ 1135380 w 1135380"/>
                <a:gd name="connsiteY2" fmla="*/ 975360 h 975360"/>
                <a:gd name="connsiteX3" fmla="*/ 220980 w 1135380"/>
                <a:gd name="connsiteY3" fmla="*/ 975360 h 975360"/>
                <a:gd name="connsiteX4" fmla="*/ 0 w 1135380"/>
                <a:gd name="connsiteY4" fmla="*/ 0 h 97536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220980 w 1135380"/>
                <a:gd name="connsiteY3" fmla="*/ 1036320 h 1036320"/>
                <a:gd name="connsiteX4" fmla="*/ 0 w 1135380"/>
                <a:gd name="connsiteY4" fmla="*/ 60960 h 103632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472440 w 1135380"/>
                <a:gd name="connsiteY3" fmla="*/ 358140 h 1036320"/>
                <a:gd name="connsiteX4" fmla="*/ 0 w 1135380"/>
                <a:gd name="connsiteY4" fmla="*/ 60960 h 103632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9807"/>
                <a:gd name="connsiteY0" fmla="*/ 60960 h 358140"/>
                <a:gd name="connsiteX1" fmla="*/ 924631 w 929807"/>
                <a:gd name="connsiteY1" fmla="*/ 0 h 358140"/>
                <a:gd name="connsiteX2" fmla="*/ 475051 w 929807"/>
                <a:gd name="connsiteY2" fmla="*/ 358140 h 358140"/>
                <a:gd name="connsiteX3" fmla="*/ 2611 w 929807"/>
                <a:gd name="connsiteY3" fmla="*/ 60960 h 358140"/>
                <a:gd name="connsiteX0" fmla="*/ 2611 w 929807"/>
                <a:gd name="connsiteY0" fmla="*/ 73613 h 370793"/>
                <a:gd name="connsiteX1" fmla="*/ 924631 w 929807"/>
                <a:gd name="connsiteY1" fmla="*/ 12653 h 370793"/>
                <a:gd name="connsiteX2" fmla="*/ 475051 w 929807"/>
                <a:gd name="connsiteY2" fmla="*/ 370793 h 370793"/>
                <a:gd name="connsiteX3" fmla="*/ 2611 w 929807"/>
                <a:gd name="connsiteY3" fmla="*/ 73613 h 370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807" h="370793">
                  <a:moveTo>
                    <a:pt x="2611" y="73613"/>
                  </a:moveTo>
                  <a:cubicBezTo>
                    <a:pt x="88971" y="15193"/>
                    <a:pt x="845891" y="-20367"/>
                    <a:pt x="924631" y="12653"/>
                  </a:cubicBezTo>
                  <a:cubicBezTo>
                    <a:pt x="965271" y="78693"/>
                    <a:pt x="762071" y="297133"/>
                    <a:pt x="475051" y="370793"/>
                  </a:cubicBezTo>
                  <a:cubicBezTo>
                    <a:pt x="256611" y="355553"/>
                    <a:pt x="-30409" y="126953"/>
                    <a:pt x="2611" y="73613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546364F-2672-77A9-6A27-163730E23B3D}"/>
                </a:ext>
              </a:extLst>
            </p:cNvPr>
            <p:cNvSpPr/>
            <p:nvPr/>
          </p:nvSpPr>
          <p:spPr>
            <a:xfrm rot="13233845" flipH="1">
              <a:off x="3926168" y="3774595"/>
              <a:ext cx="224226" cy="211054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  <a:gd name="connsiteX0" fmla="*/ 838200 w 856489"/>
                <a:gd name="connsiteY0" fmla="*/ 85725 h 327117"/>
                <a:gd name="connsiteX1" fmla="*/ 0 w 856489"/>
                <a:gd name="connsiteY1" fmla="*/ 0 h 327117"/>
                <a:gd name="connsiteX2" fmla="*/ 0 w 856489"/>
                <a:gd name="connsiteY2" fmla="*/ 0 h 327117"/>
                <a:gd name="connsiteX0" fmla="*/ 838200 w 856489"/>
                <a:gd name="connsiteY0" fmla="*/ 85725 h 514350"/>
                <a:gd name="connsiteX1" fmla="*/ 0 w 856489"/>
                <a:gd name="connsiteY1" fmla="*/ 0 h 514350"/>
                <a:gd name="connsiteX2" fmla="*/ 85725 w 856489"/>
                <a:gd name="connsiteY2" fmla="*/ 514350 h 514350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465605 w 465605"/>
                <a:gd name="connsiteY0" fmla="*/ 0 h 446780"/>
                <a:gd name="connsiteX1" fmla="*/ 0 w 465605"/>
                <a:gd name="connsiteY1" fmla="*/ 446780 h 446780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6498" h="230223">
                  <a:moveTo>
                    <a:pt x="286498" y="0"/>
                  </a:moveTo>
                  <a:cubicBezTo>
                    <a:pt x="223116" y="33758"/>
                    <a:pt x="51722" y="54216"/>
                    <a:pt x="0" y="230223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10268587-6381-5CAD-0544-C4900B224BF9}"/>
                </a:ext>
              </a:extLst>
            </p:cNvPr>
            <p:cNvGrpSpPr/>
            <p:nvPr/>
          </p:nvGrpSpPr>
          <p:grpSpPr>
            <a:xfrm rot="11553545" flipH="1">
              <a:off x="3594284" y="5300858"/>
              <a:ext cx="2039247" cy="2050346"/>
              <a:chOff x="2582776" y="2598253"/>
              <a:chExt cx="2039247" cy="2050346"/>
            </a:xfrm>
            <a:solidFill>
              <a:srgbClr val="F9B651"/>
            </a:solidFill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6768A44E-3275-FEED-2C68-9AF786902DEA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D7F14644-D943-28B4-527C-CC92C29C9BB8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047C2C37-2F2A-6425-2EAC-4583922AC2D2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1B39EB9-DD46-B985-9474-84BFA7199682}"/>
                  </a:ext>
                </a:extLst>
              </p:cNvPr>
              <p:cNvSpPr/>
              <p:nvPr/>
            </p:nvSpPr>
            <p:spPr>
              <a:xfrm rot="19660011" flipH="1">
                <a:off x="2582776" y="430143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3DD837A4-B28F-8146-5282-478C393D336A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525BCCC-1AD6-CAA8-01D9-20BFC6BABB9F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2547C49-48F1-6BB2-8BB9-04878A49E678}"/>
                  </a:ext>
                </a:extLst>
              </p:cNvPr>
              <p:cNvSpPr/>
              <p:nvPr/>
            </p:nvSpPr>
            <p:spPr>
              <a:xfrm flipH="1">
                <a:off x="2787530" y="4196463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4A36794B-D07E-CE6C-0AC7-1F3CC0ECB37B}"/>
                  </a:ext>
                </a:extLst>
              </p:cNvPr>
              <p:cNvSpPr/>
              <p:nvPr/>
            </p:nvSpPr>
            <p:spPr>
              <a:xfrm flipH="1">
                <a:off x="2868488" y="399914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8E587864-E7DB-B233-A582-02B59AA42CBC}"/>
                  </a:ext>
                </a:extLst>
              </p:cNvPr>
              <p:cNvSpPr/>
              <p:nvPr/>
            </p:nvSpPr>
            <p:spPr>
              <a:xfrm flipH="1">
                <a:off x="2640560" y="360342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B16542CF-3B12-6E8A-1B43-6B0C2991BB28}"/>
                  </a:ext>
                </a:extLst>
              </p:cNvPr>
              <p:cNvSpPr/>
              <p:nvPr/>
            </p:nvSpPr>
            <p:spPr>
              <a:xfrm rot="182690" flipH="1">
                <a:off x="2742718" y="3275629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7008227-FA4E-F6B4-0F91-46A67D42D0B4}"/>
                  </a:ext>
                </a:extLst>
              </p:cNvPr>
              <p:cNvSpPr/>
              <p:nvPr/>
            </p:nvSpPr>
            <p:spPr>
              <a:xfrm flipH="1">
                <a:off x="2739501" y="3743727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6A59BC4F-8234-8F55-1E0C-8382BB8F6DE6}"/>
                  </a:ext>
                </a:extLst>
              </p:cNvPr>
              <p:cNvSpPr/>
              <p:nvPr/>
            </p:nvSpPr>
            <p:spPr>
              <a:xfrm rot="15877307" flipH="1">
                <a:off x="3413503" y="4180846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C022666D-5B16-3233-FA75-56197AF53748}"/>
                  </a:ext>
                </a:extLst>
              </p:cNvPr>
              <p:cNvSpPr/>
              <p:nvPr/>
            </p:nvSpPr>
            <p:spPr>
              <a:xfrm flipH="1">
                <a:off x="3051391" y="3811638"/>
                <a:ext cx="117564" cy="21962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5AABE8BD-59A6-AAFC-19E8-7D4922527246}"/>
                  </a:ext>
                </a:extLst>
              </p:cNvPr>
              <p:cNvSpPr/>
              <p:nvPr/>
            </p:nvSpPr>
            <p:spPr>
              <a:xfrm flipH="1">
                <a:off x="3263041" y="4039399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7DF12538-AB24-C1BA-7833-2A43A6396874}"/>
                  </a:ext>
                </a:extLst>
              </p:cNvPr>
              <p:cNvSpPr/>
              <p:nvPr/>
            </p:nvSpPr>
            <p:spPr>
              <a:xfrm flipH="1">
                <a:off x="3729000" y="4133741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1447175E-CFE9-293C-FD09-4BB8A37CC833}"/>
                  </a:ext>
                </a:extLst>
              </p:cNvPr>
              <p:cNvSpPr/>
              <p:nvPr/>
            </p:nvSpPr>
            <p:spPr>
              <a:xfrm flipH="1">
                <a:off x="3957058" y="4216080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F4FB2D7-2F14-8618-3F4B-479680C916AC}"/>
                  </a:ext>
                </a:extLst>
              </p:cNvPr>
              <p:cNvSpPr/>
              <p:nvPr/>
            </p:nvSpPr>
            <p:spPr>
              <a:xfrm flipH="1">
                <a:off x="3920491" y="3980572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22E55F47-A251-BC4B-9C02-B49D83BBF943}"/>
                  </a:ext>
                </a:extLst>
              </p:cNvPr>
              <p:cNvSpPr/>
              <p:nvPr/>
            </p:nvSpPr>
            <p:spPr>
              <a:xfrm flipH="1">
                <a:off x="4119222" y="4059635"/>
                <a:ext cx="143088" cy="13391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14A04AA4-F357-E7AD-8A12-EB85D9BCCF53}"/>
                  </a:ext>
                </a:extLst>
              </p:cNvPr>
              <p:cNvSpPr/>
              <p:nvPr/>
            </p:nvSpPr>
            <p:spPr>
              <a:xfrm flipH="1">
                <a:off x="4222814" y="3886571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5881C4C8-92A6-C80A-B650-CF6703AD00B6}"/>
                  </a:ext>
                </a:extLst>
              </p:cNvPr>
              <p:cNvSpPr/>
              <p:nvPr/>
            </p:nvSpPr>
            <p:spPr>
              <a:xfrm flipH="1">
                <a:off x="4427319" y="4041151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B9BC372E-7780-B633-82F9-DAC0AE5D6DEC}"/>
                  </a:ext>
                </a:extLst>
              </p:cNvPr>
              <p:cNvSpPr/>
              <p:nvPr/>
            </p:nvSpPr>
            <p:spPr>
              <a:xfrm flipH="1">
                <a:off x="4437330" y="3687361"/>
                <a:ext cx="184693" cy="16885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BB367DEB-B4A3-7DF2-2E14-84DC97B332E2}"/>
                  </a:ext>
                </a:extLst>
              </p:cNvPr>
              <p:cNvSpPr/>
              <p:nvPr/>
            </p:nvSpPr>
            <p:spPr>
              <a:xfrm flipH="1">
                <a:off x="3026355" y="293478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7644674B-29D3-E3ED-E38A-1C7749801E40}"/>
                  </a:ext>
                </a:extLst>
              </p:cNvPr>
              <p:cNvSpPr/>
              <p:nvPr/>
            </p:nvSpPr>
            <p:spPr>
              <a:xfrm flipH="1">
                <a:off x="2827149" y="2982612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3B406BC4-B75F-74D0-A68C-FA59AD4AE967}"/>
                  </a:ext>
                </a:extLst>
              </p:cNvPr>
              <p:cNvSpPr/>
              <p:nvPr/>
            </p:nvSpPr>
            <p:spPr>
              <a:xfrm flipH="1">
                <a:off x="2677484" y="2887217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95ADD3CC-FEED-B04C-5C24-73C1F8245919}"/>
                  </a:ext>
                </a:extLst>
              </p:cNvPr>
              <p:cNvSpPr/>
              <p:nvPr/>
            </p:nvSpPr>
            <p:spPr>
              <a:xfrm flipH="1">
                <a:off x="2658417" y="2617310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3D7C5825-236C-7EB7-FB87-796F4D6271F1}"/>
                  </a:ext>
                </a:extLst>
              </p:cNvPr>
              <p:cNvSpPr/>
              <p:nvPr/>
            </p:nvSpPr>
            <p:spPr>
              <a:xfrm flipH="1">
                <a:off x="2867043" y="2598253"/>
                <a:ext cx="219057" cy="26998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9B2491C5-2802-C76A-59F7-ABD4924348F7}"/>
                  </a:ext>
                </a:extLst>
              </p:cNvPr>
              <p:cNvSpPr/>
              <p:nvPr/>
            </p:nvSpPr>
            <p:spPr>
              <a:xfrm rot="18200750" flipH="1">
                <a:off x="3337211" y="2642490"/>
                <a:ext cx="133721" cy="18226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C2DDD355-253A-E049-C648-190B8CB1BA1D}"/>
                  </a:ext>
                </a:extLst>
              </p:cNvPr>
              <p:cNvSpPr/>
              <p:nvPr/>
            </p:nvSpPr>
            <p:spPr>
              <a:xfrm flipH="1">
                <a:off x="3169081" y="2716085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D9256B95-51A9-E2B7-36FB-8C105F20E955}"/>
                </a:ext>
              </a:extLst>
            </p:cNvPr>
            <p:cNvSpPr/>
            <p:nvPr/>
          </p:nvSpPr>
          <p:spPr>
            <a:xfrm>
              <a:off x="3939636" y="5801211"/>
              <a:ext cx="2164280" cy="1589484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308100"/>
                <a:gd name="connsiteY0" fmla="*/ 215900 h 1130300"/>
                <a:gd name="connsiteX1" fmla="*/ 1308100 w 1308100"/>
                <a:gd name="connsiteY1" fmla="*/ 0 h 1130300"/>
                <a:gd name="connsiteX2" fmla="*/ 914400 w 1308100"/>
                <a:gd name="connsiteY2" fmla="*/ 1130300 h 1130300"/>
                <a:gd name="connsiteX3" fmla="*/ 0 w 1308100"/>
                <a:gd name="connsiteY3" fmla="*/ 1130300 h 1130300"/>
                <a:gd name="connsiteX4" fmla="*/ 0 w 1308100"/>
                <a:gd name="connsiteY4" fmla="*/ 215900 h 1130300"/>
                <a:gd name="connsiteX0" fmla="*/ 0 w 2603500"/>
                <a:gd name="connsiteY0" fmla="*/ 215900 h 1346200"/>
                <a:gd name="connsiteX1" fmla="*/ 1308100 w 2603500"/>
                <a:gd name="connsiteY1" fmla="*/ 0 h 1346200"/>
                <a:gd name="connsiteX2" fmla="*/ 2603500 w 2603500"/>
                <a:gd name="connsiteY2" fmla="*/ 1346200 h 1346200"/>
                <a:gd name="connsiteX3" fmla="*/ 0 w 2603500"/>
                <a:gd name="connsiteY3" fmla="*/ 1130300 h 1346200"/>
                <a:gd name="connsiteX4" fmla="*/ 0 w 2603500"/>
                <a:gd name="connsiteY4" fmla="*/ 215900 h 1346200"/>
                <a:gd name="connsiteX0" fmla="*/ 0 w 2603500"/>
                <a:gd name="connsiteY0" fmla="*/ 215900 h 1707096"/>
                <a:gd name="connsiteX1" fmla="*/ 1308100 w 2603500"/>
                <a:gd name="connsiteY1" fmla="*/ 0 h 1707096"/>
                <a:gd name="connsiteX2" fmla="*/ 2603500 w 2603500"/>
                <a:gd name="connsiteY2" fmla="*/ 1346200 h 1707096"/>
                <a:gd name="connsiteX3" fmla="*/ 0 w 2603500"/>
                <a:gd name="connsiteY3" fmla="*/ 1130300 h 1707096"/>
                <a:gd name="connsiteX4" fmla="*/ 0 w 2603500"/>
                <a:gd name="connsiteY4" fmla="*/ 215900 h 1707096"/>
                <a:gd name="connsiteX0" fmla="*/ 0 w 2605995"/>
                <a:gd name="connsiteY0" fmla="*/ 215900 h 2511050"/>
                <a:gd name="connsiteX1" fmla="*/ 1308100 w 2605995"/>
                <a:gd name="connsiteY1" fmla="*/ 0 h 2511050"/>
                <a:gd name="connsiteX2" fmla="*/ 2603500 w 2605995"/>
                <a:gd name="connsiteY2" fmla="*/ 1346200 h 2511050"/>
                <a:gd name="connsiteX3" fmla="*/ 869365 w 2605995"/>
                <a:gd name="connsiteY3" fmla="*/ 2510023 h 2511050"/>
                <a:gd name="connsiteX4" fmla="*/ 0 w 2605995"/>
                <a:gd name="connsiteY4" fmla="*/ 1130300 h 2511050"/>
                <a:gd name="connsiteX5" fmla="*/ 0 w 2605995"/>
                <a:gd name="connsiteY5" fmla="*/ 215900 h 2511050"/>
                <a:gd name="connsiteX0" fmla="*/ 0 w 2606040"/>
                <a:gd name="connsiteY0" fmla="*/ 215900 h 2514097"/>
                <a:gd name="connsiteX1" fmla="*/ 1308100 w 2606040"/>
                <a:gd name="connsiteY1" fmla="*/ 0 h 2514097"/>
                <a:gd name="connsiteX2" fmla="*/ 2603500 w 2606040"/>
                <a:gd name="connsiteY2" fmla="*/ 1346200 h 2514097"/>
                <a:gd name="connsiteX3" fmla="*/ 869365 w 2606040"/>
                <a:gd name="connsiteY3" fmla="*/ 2510023 h 2514097"/>
                <a:gd name="connsiteX4" fmla="*/ 0 w 2606040"/>
                <a:gd name="connsiteY4" fmla="*/ 1130300 h 2514097"/>
                <a:gd name="connsiteX5" fmla="*/ 0 w 2606040"/>
                <a:gd name="connsiteY5" fmla="*/ 215900 h 2514097"/>
                <a:gd name="connsiteX0" fmla="*/ 0 w 2605849"/>
                <a:gd name="connsiteY0" fmla="*/ 215900 h 2522710"/>
                <a:gd name="connsiteX1" fmla="*/ 1308100 w 2605849"/>
                <a:gd name="connsiteY1" fmla="*/ 0 h 2522710"/>
                <a:gd name="connsiteX2" fmla="*/ 2603500 w 2605849"/>
                <a:gd name="connsiteY2" fmla="*/ 1346200 h 2522710"/>
                <a:gd name="connsiteX3" fmla="*/ 869365 w 2605849"/>
                <a:gd name="connsiteY3" fmla="*/ 2510023 h 2522710"/>
                <a:gd name="connsiteX4" fmla="*/ 0 w 2605849"/>
                <a:gd name="connsiteY4" fmla="*/ 1130300 h 2522710"/>
                <a:gd name="connsiteX5" fmla="*/ 0 w 2605849"/>
                <a:gd name="connsiteY5" fmla="*/ 215900 h 2522710"/>
                <a:gd name="connsiteX0" fmla="*/ 0 w 2603500"/>
                <a:gd name="connsiteY0" fmla="*/ 215900 h 2522710"/>
                <a:gd name="connsiteX1" fmla="*/ 1308100 w 2603500"/>
                <a:gd name="connsiteY1" fmla="*/ 0 h 2522710"/>
                <a:gd name="connsiteX2" fmla="*/ 2603500 w 2603500"/>
                <a:gd name="connsiteY2" fmla="*/ 1346200 h 2522710"/>
                <a:gd name="connsiteX3" fmla="*/ 869365 w 2603500"/>
                <a:gd name="connsiteY3" fmla="*/ 2510023 h 2522710"/>
                <a:gd name="connsiteX4" fmla="*/ 0 w 2603500"/>
                <a:gd name="connsiteY4" fmla="*/ 1130300 h 2522710"/>
                <a:gd name="connsiteX5" fmla="*/ 0 w 2603500"/>
                <a:gd name="connsiteY5" fmla="*/ 215900 h 2522710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0 w 2603500"/>
                <a:gd name="connsiteY5" fmla="*/ 1130300 h 2634863"/>
                <a:gd name="connsiteX6" fmla="*/ 0 w 2603500"/>
                <a:gd name="connsiteY6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0 w 2603500"/>
                <a:gd name="connsiteY6" fmla="*/ 11303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581510"/>
                <a:gd name="connsiteX1" fmla="*/ 1308100 w 2603500"/>
                <a:gd name="connsiteY1" fmla="*/ 0 h 2581510"/>
                <a:gd name="connsiteX2" fmla="*/ 2603500 w 2603500"/>
                <a:gd name="connsiteY2" fmla="*/ 1346200 h 2581510"/>
                <a:gd name="connsiteX3" fmla="*/ 869365 w 2603500"/>
                <a:gd name="connsiteY3" fmla="*/ 2510023 h 2581510"/>
                <a:gd name="connsiteX4" fmla="*/ 526465 w 2603500"/>
                <a:gd name="connsiteY4" fmla="*/ 2471922 h 2581510"/>
                <a:gd name="connsiteX5" fmla="*/ 513765 w 2603500"/>
                <a:gd name="connsiteY5" fmla="*/ 1697222 h 2581510"/>
                <a:gd name="connsiteX6" fmla="*/ 456615 w 2603500"/>
                <a:gd name="connsiteY6" fmla="*/ 1087622 h 2581510"/>
                <a:gd name="connsiteX7" fmla="*/ 533400 w 2603500"/>
                <a:gd name="connsiteY7" fmla="*/ 533400 h 2581510"/>
                <a:gd name="connsiteX8" fmla="*/ 0 w 2603500"/>
                <a:gd name="connsiteY8" fmla="*/ 215900 h 2581510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0 h 2326134"/>
                <a:gd name="connsiteX1" fmla="*/ 1714500 w 2628900"/>
                <a:gd name="connsiteY1" fmla="*/ 215900 h 2326134"/>
                <a:gd name="connsiteX2" fmla="*/ 2628900 w 2628900"/>
                <a:gd name="connsiteY2" fmla="*/ 1098550 h 2326134"/>
                <a:gd name="connsiteX3" fmla="*/ 869365 w 2628900"/>
                <a:gd name="connsiteY3" fmla="*/ 2294123 h 2326134"/>
                <a:gd name="connsiteX4" fmla="*/ 526465 w 2628900"/>
                <a:gd name="connsiteY4" fmla="*/ 2256022 h 2326134"/>
                <a:gd name="connsiteX5" fmla="*/ 513765 w 2628900"/>
                <a:gd name="connsiteY5" fmla="*/ 1481322 h 2326134"/>
                <a:gd name="connsiteX6" fmla="*/ 456615 w 2628900"/>
                <a:gd name="connsiteY6" fmla="*/ 871722 h 2326134"/>
                <a:gd name="connsiteX7" fmla="*/ 533400 w 2628900"/>
                <a:gd name="connsiteY7" fmla="*/ 317500 h 2326134"/>
                <a:gd name="connsiteX8" fmla="*/ 0 w 2628900"/>
                <a:gd name="connsiteY8" fmla="*/ 0 h 2326134"/>
                <a:gd name="connsiteX0" fmla="*/ 0 w 2628900"/>
                <a:gd name="connsiteY0" fmla="*/ 0 h 2306462"/>
                <a:gd name="connsiteX1" fmla="*/ 1714500 w 2628900"/>
                <a:gd name="connsiteY1" fmla="*/ 215900 h 2306462"/>
                <a:gd name="connsiteX2" fmla="*/ 2628900 w 2628900"/>
                <a:gd name="connsiteY2" fmla="*/ 1098550 h 2306462"/>
                <a:gd name="connsiteX3" fmla="*/ 869365 w 2628900"/>
                <a:gd name="connsiteY3" fmla="*/ 2294123 h 2306462"/>
                <a:gd name="connsiteX4" fmla="*/ 513765 w 2628900"/>
                <a:gd name="connsiteY4" fmla="*/ 1481322 h 2306462"/>
                <a:gd name="connsiteX5" fmla="*/ 456615 w 2628900"/>
                <a:gd name="connsiteY5" fmla="*/ 871722 h 2306462"/>
                <a:gd name="connsiteX6" fmla="*/ 533400 w 2628900"/>
                <a:gd name="connsiteY6" fmla="*/ 317500 h 2306462"/>
                <a:gd name="connsiteX7" fmla="*/ 0 w 2628900"/>
                <a:gd name="connsiteY7" fmla="*/ 0 h 2306462"/>
                <a:gd name="connsiteX0" fmla="*/ 0 w 2628900"/>
                <a:gd name="connsiteY0" fmla="*/ 0 h 2306462"/>
                <a:gd name="connsiteX1" fmla="*/ 1714500 w 2628900"/>
                <a:gd name="connsiteY1" fmla="*/ 215900 h 2306462"/>
                <a:gd name="connsiteX2" fmla="*/ 2628900 w 2628900"/>
                <a:gd name="connsiteY2" fmla="*/ 1098550 h 2306462"/>
                <a:gd name="connsiteX3" fmla="*/ 869365 w 2628900"/>
                <a:gd name="connsiteY3" fmla="*/ 2294123 h 2306462"/>
                <a:gd name="connsiteX4" fmla="*/ 456615 w 2628900"/>
                <a:gd name="connsiteY4" fmla="*/ 871722 h 2306462"/>
                <a:gd name="connsiteX5" fmla="*/ 533400 w 2628900"/>
                <a:gd name="connsiteY5" fmla="*/ 317500 h 2306462"/>
                <a:gd name="connsiteX6" fmla="*/ 0 w 2628900"/>
                <a:gd name="connsiteY6" fmla="*/ 0 h 2306462"/>
                <a:gd name="connsiteX0" fmla="*/ 0 w 2628900"/>
                <a:gd name="connsiteY0" fmla="*/ 0 h 1244730"/>
                <a:gd name="connsiteX1" fmla="*/ 1714500 w 2628900"/>
                <a:gd name="connsiteY1" fmla="*/ 215900 h 1244730"/>
                <a:gd name="connsiteX2" fmla="*/ 2628900 w 2628900"/>
                <a:gd name="connsiteY2" fmla="*/ 1098550 h 1244730"/>
                <a:gd name="connsiteX3" fmla="*/ 297865 w 2628900"/>
                <a:gd name="connsiteY3" fmla="*/ 1055873 h 1244730"/>
                <a:gd name="connsiteX4" fmla="*/ 456615 w 2628900"/>
                <a:gd name="connsiteY4" fmla="*/ 871722 h 1244730"/>
                <a:gd name="connsiteX5" fmla="*/ 533400 w 2628900"/>
                <a:gd name="connsiteY5" fmla="*/ 317500 h 1244730"/>
                <a:gd name="connsiteX6" fmla="*/ 0 w 2628900"/>
                <a:gd name="connsiteY6" fmla="*/ 0 h 1244730"/>
                <a:gd name="connsiteX0" fmla="*/ 0 w 1715931"/>
                <a:gd name="connsiteY0" fmla="*/ 0 h 1073159"/>
                <a:gd name="connsiteX1" fmla="*/ 1714500 w 1715931"/>
                <a:gd name="connsiteY1" fmla="*/ 215900 h 1073159"/>
                <a:gd name="connsiteX2" fmla="*/ 297865 w 1715931"/>
                <a:gd name="connsiteY2" fmla="*/ 1055873 h 1073159"/>
                <a:gd name="connsiteX3" fmla="*/ 456615 w 1715931"/>
                <a:gd name="connsiteY3" fmla="*/ 871722 h 1073159"/>
                <a:gd name="connsiteX4" fmla="*/ 533400 w 1715931"/>
                <a:gd name="connsiteY4" fmla="*/ 317500 h 1073159"/>
                <a:gd name="connsiteX5" fmla="*/ 0 w 1715931"/>
                <a:gd name="connsiteY5" fmla="*/ 0 h 1073159"/>
                <a:gd name="connsiteX0" fmla="*/ 0 w 2067225"/>
                <a:gd name="connsiteY0" fmla="*/ 0 h 1237055"/>
                <a:gd name="connsiteX1" fmla="*/ 1714500 w 2067225"/>
                <a:gd name="connsiteY1" fmla="*/ 215900 h 1237055"/>
                <a:gd name="connsiteX2" fmla="*/ 297865 w 2067225"/>
                <a:gd name="connsiteY2" fmla="*/ 1055873 h 1237055"/>
                <a:gd name="connsiteX3" fmla="*/ 456615 w 2067225"/>
                <a:gd name="connsiteY3" fmla="*/ 871722 h 1237055"/>
                <a:gd name="connsiteX4" fmla="*/ 533400 w 2067225"/>
                <a:gd name="connsiteY4" fmla="*/ 317500 h 1237055"/>
                <a:gd name="connsiteX5" fmla="*/ 0 w 2067225"/>
                <a:gd name="connsiteY5" fmla="*/ 0 h 1237055"/>
                <a:gd name="connsiteX0" fmla="*/ 0 w 2080576"/>
                <a:gd name="connsiteY0" fmla="*/ 0 h 1601782"/>
                <a:gd name="connsiteX1" fmla="*/ 1714500 w 2080576"/>
                <a:gd name="connsiteY1" fmla="*/ 215900 h 1601782"/>
                <a:gd name="connsiteX2" fmla="*/ 297865 w 2080576"/>
                <a:gd name="connsiteY2" fmla="*/ 1055873 h 1601782"/>
                <a:gd name="connsiteX3" fmla="*/ 456615 w 2080576"/>
                <a:gd name="connsiteY3" fmla="*/ 871722 h 1601782"/>
                <a:gd name="connsiteX4" fmla="*/ 533400 w 2080576"/>
                <a:gd name="connsiteY4" fmla="*/ 317500 h 1601782"/>
                <a:gd name="connsiteX5" fmla="*/ 0 w 2080576"/>
                <a:gd name="connsiteY5" fmla="*/ 0 h 1601782"/>
                <a:gd name="connsiteX0" fmla="*/ 0 w 2050864"/>
                <a:gd name="connsiteY0" fmla="*/ 0 h 1570290"/>
                <a:gd name="connsiteX1" fmla="*/ 1714500 w 2050864"/>
                <a:gd name="connsiteY1" fmla="*/ 215900 h 1570290"/>
                <a:gd name="connsiteX2" fmla="*/ 297865 w 2050864"/>
                <a:gd name="connsiteY2" fmla="*/ 1055873 h 1570290"/>
                <a:gd name="connsiteX3" fmla="*/ 456615 w 2050864"/>
                <a:gd name="connsiteY3" fmla="*/ 871722 h 1570290"/>
                <a:gd name="connsiteX4" fmla="*/ 533400 w 2050864"/>
                <a:gd name="connsiteY4" fmla="*/ 317500 h 1570290"/>
                <a:gd name="connsiteX5" fmla="*/ 0 w 2050864"/>
                <a:gd name="connsiteY5" fmla="*/ 0 h 1570290"/>
                <a:gd name="connsiteX0" fmla="*/ 0 w 2050864"/>
                <a:gd name="connsiteY0" fmla="*/ 0 h 1570290"/>
                <a:gd name="connsiteX1" fmla="*/ 1714500 w 2050864"/>
                <a:gd name="connsiteY1" fmla="*/ 215900 h 1570290"/>
                <a:gd name="connsiteX2" fmla="*/ 297865 w 2050864"/>
                <a:gd name="connsiteY2" fmla="*/ 1055873 h 1570290"/>
                <a:gd name="connsiteX3" fmla="*/ 113715 w 2050864"/>
                <a:gd name="connsiteY3" fmla="*/ 776472 h 1570290"/>
                <a:gd name="connsiteX4" fmla="*/ 533400 w 2050864"/>
                <a:gd name="connsiteY4" fmla="*/ 317500 h 1570290"/>
                <a:gd name="connsiteX5" fmla="*/ 0 w 2050864"/>
                <a:gd name="connsiteY5" fmla="*/ 0 h 1570290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33400 w 2044484"/>
                <a:gd name="connsiteY4" fmla="*/ 317500 h 1576393"/>
                <a:gd name="connsiteX5" fmla="*/ 0 w 2044484"/>
                <a:gd name="connsiteY5" fmla="*/ 0 h 1576393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33400 w 2044484"/>
                <a:gd name="connsiteY4" fmla="*/ 317500 h 1576393"/>
                <a:gd name="connsiteX5" fmla="*/ 0 w 2044484"/>
                <a:gd name="connsiteY5" fmla="*/ 0 h 1576393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33400 w 2044484"/>
                <a:gd name="connsiteY4" fmla="*/ 317500 h 1576393"/>
                <a:gd name="connsiteX5" fmla="*/ 0 w 2044484"/>
                <a:gd name="connsiteY5" fmla="*/ 0 h 1576393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0800 w 2044484"/>
                <a:gd name="connsiteY4" fmla="*/ 365125 h 1576393"/>
                <a:gd name="connsiteX5" fmla="*/ 0 w 2044484"/>
                <a:gd name="connsiteY5" fmla="*/ 0 h 1576393"/>
                <a:gd name="connsiteX0" fmla="*/ 59782 w 2104266"/>
                <a:gd name="connsiteY0" fmla="*/ 0 h 1576393"/>
                <a:gd name="connsiteX1" fmla="*/ 1774282 w 2104266"/>
                <a:gd name="connsiteY1" fmla="*/ 215900 h 1576393"/>
                <a:gd name="connsiteX2" fmla="*/ 297322 w 2104266"/>
                <a:gd name="connsiteY2" fmla="*/ 1065398 h 1576393"/>
                <a:gd name="connsiteX3" fmla="*/ 173497 w 2104266"/>
                <a:gd name="connsiteY3" fmla="*/ 776472 h 1576393"/>
                <a:gd name="connsiteX4" fmla="*/ 110582 w 2104266"/>
                <a:gd name="connsiteY4" fmla="*/ 365125 h 1576393"/>
                <a:gd name="connsiteX5" fmla="*/ 59782 w 2104266"/>
                <a:gd name="connsiteY5" fmla="*/ 0 h 1576393"/>
                <a:gd name="connsiteX0" fmla="*/ 72057 w 2116541"/>
                <a:gd name="connsiteY0" fmla="*/ 0 h 1576393"/>
                <a:gd name="connsiteX1" fmla="*/ 1786557 w 2116541"/>
                <a:gd name="connsiteY1" fmla="*/ 215900 h 1576393"/>
                <a:gd name="connsiteX2" fmla="*/ 309597 w 2116541"/>
                <a:gd name="connsiteY2" fmla="*/ 1065398 h 1576393"/>
                <a:gd name="connsiteX3" fmla="*/ 185772 w 2116541"/>
                <a:gd name="connsiteY3" fmla="*/ 776472 h 1576393"/>
                <a:gd name="connsiteX4" fmla="*/ 122857 w 2116541"/>
                <a:gd name="connsiteY4" fmla="*/ 365125 h 1576393"/>
                <a:gd name="connsiteX5" fmla="*/ 72057 w 2116541"/>
                <a:gd name="connsiteY5" fmla="*/ 0 h 1576393"/>
                <a:gd name="connsiteX0" fmla="*/ 0 w 2142909"/>
                <a:gd name="connsiteY0" fmla="*/ 44450 h 1360493"/>
                <a:gd name="connsiteX1" fmla="*/ 1812925 w 2142909"/>
                <a:gd name="connsiteY1" fmla="*/ 0 h 1360493"/>
                <a:gd name="connsiteX2" fmla="*/ 335965 w 2142909"/>
                <a:gd name="connsiteY2" fmla="*/ 849498 h 1360493"/>
                <a:gd name="connsiteX3" fmla="*/ 212140 w 2142909"/>
                <a:gd name="connsiteY3" fmla="*/ 560572 h 1360493"/>
                <a:gd name="connsiteX4" fmla="*/ 149225 w 2142909"/>
                <a:gd name="connsiteY4" fmla="*/ 149225 h 1360493"/>
                <a:gd name="connsiteX5" fmla="*/ 0 w 2142909"/>
                <a:gd name="connsiteY5" fmla="*/ 44450 h 1360493"/>
                <a:gd name="connsiteX0" fmla="*/ 0 w 2142909"/>
                <a:gd name="connsiteY0" fmla="*/ 141121 h 1457164"/>
                <a:gd name="connsiteX1" fmla="*/ 451793 w 2142909"/>
                <a:gd name="connsiteY1" fmla="*/ 0 h 1457164"/>
                <a:gd name="connsiteX2" fmla="*/ 1812925 w 2142909"/>
                <a:gd name="connsiteY2" fmla="*/ 96671 h 1457164"/>
                <a:gd name="connsiteX3" fmla="*/ 335965 w 2142909"/>
                <a:gd name="connsiteY3" fmla="*/ 946169 h 1457164"/>
                <a:gd name="connsiteX4" fmla="*/ 212140 w 2142909"/>
                <a:gd name="connsiteY4" fmla="*/ 657243 h 1457164"/>
                <a:gd name="connsiteX5" fmla="*/ 149225 w 2142909"/>
                <a:gd name="connsiteY5" fmla="*/ 245896 h 1457164"/>
                <a:gd name="connsiteX6" fmla="*/ 0 w 2142909"/>
                <a:gd name="connsiteY6" fmla="*/ 141121 h 1457164"/>
                <a:gd name="connsiteX0" fmla="*/ 0 w 2142909"/>
                <a:gd name="connsiteY0" fmla="*/ 141121 h 1457164"/>
                <a:gd name="connsiteX1" fmla="*/ 451793 w 2142909"/>
                <a:gd name="connsiteY1" fmla="*/ 0 h 1457164"/>
                <a:gd name="connsiteX2" fmla="*/ 1812925 w 2142909"/>
                <a:gd name="connsiteY2" fmla="*/ 96671 h 1457164"/>
                <a:gd name="connsiteX3" fmla="*/ 335965 w 2142909"/>
                <a:gd name="connsiteY3" fmla="*/ 946169 h 1457164"/>
                <a:gd name="connsiteX4" fmla="*/ 212140 w 2142909"/>
                <a:gd name="connsiteY4" fmla="*/ 657243 h 1457164"/>
                <a:gd name="connsiteX5" fmla="*/ 149225 w 2142909"/>
                <a:gd name="connsiteY5" fmla="*/ 245896 h 1457164"/>
                <a:gd name="connsiteX6" fmla="*/ 0 w 2142909"/>
                <a:gd name="connsiteY6" fmla="*/ 141121 h 1457164"/>
                <a:gd name="connsiteX0" fmla="*/ 0 w 2142909"/>
                <a:gd name="connsiteY0" fmla="*/ 141121 h 1457164"/>
                <a:gd name="connsiteX1" fmla="*/ 451793 w 2142909"/>
                <a:gd name="connsiteY1" fmla="*/ 0 h 1457164"/>
                <a:gd name="connsiteX2" fmla="*/ 1812925 w 2142909"/>
                <a:gd name="connsiteY2" fmla="*/ 96671 h 1457164"/>
                <a:gd name="connsiteX3" fmla="*/ 335965 w 2142909"/>
                <a:gd name="connsiteY3" fmla="*/ 946169 h 1457164"/>
                <a:gd name="connsiteX4" fmla="*/ 212140 w 2142909"/>
                <a:gd name="connsiteY4" fmla="*/ 657243 h 1457164"/>
                <a:gd name="connsiteX5" fmla="*/ 149225 w 2142909"/>
                <a:gd name="connsiteY5" fmla="*/ 245896 h 1457164"/>
                <a:gd name="connsiteX6" fmla="*/ 0 w 2142909"/>
                <a:gd name="connsiteY6" fmla="*/ 141121 h 1457164"/>
                <a:gd name="connsiteX0" fmla="*/ 0 w 2142909"/>
                <a:gd name="connsiteY0" fmla="*/ 212900 h 1528943"/>
                <a:gd name="connsiteX1" fmla="*/ 451793 w 2142909"/>
                <a:gd name="connsiteY1" fmla="*/ 71779 h 1528943"/>
                <a:gd name="connsiteX2" fmla="*/ 389881 w 2142909"/>
                <a:gd name="connsiteY2" fmla="*/ 342 h 1528943"/>
                <a:gd name="connsiteX3" fmla="*/ 1812925 w 2142909"/>
                <a:gd name="connsiteY3" fmla="*/ 168450 h 1528943"/>
                <a:gd name="connsiteX4" fmla="*/ 335965 w 2142909"/>
                <a:gd name="connsiteY4" fmla="*/ 1017948 h 1528943"/>
                <a:gd name="connsiteX5" fmla="*/ 212140 w 2142909"/>
                <a:gd name="connsiteY5" fmla="*/ 729022 h 1528943"/>
                <a:gd name="connsiteX6" fmla="*/ 149225 w 2142909"/>
                <a:gd name="connsiteY6" fmla="*/ 317675 h 1528943"/>
                <a:gd name="connsiteX7" fmla="*/ 0 w 2142909"/>
                <a:gd name="connsiteY7" fmla="*/ 212900 h 1528943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812925 w 2142909"/>
                <a:gd name="connsiteY4" fmla="*/ 269024 h 1629517"/>
                <a:gd name="connsiteX5" fmla="*/ 335965 w 2142909"/>
                <a:gd name="connsiteY5" fmla="*/ 1118522 h 1629517"/>
                <a:gd name="connsiteX6" fmla="*/ 212140 w 2142909"/>
                <a:gd name="connsiteY6" fmla="*/ 829596 h 1629517"/>
                <a:gd name="connsiteX7" fmla="*/ 149225 w 2142909"/>
                <a:gd name="connsiteY7" fmla="*/ 418249 h 1629517"/>
                <a:gd name="connsiteX8" fmla="*/ 0 w 2142909"/>
                <a:gd name="connsiteY8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019769"/>
                <a:gd name="connsiteY0" fmla="*/ 313474 h 1576976"/>
                <a:gd name="connsiteX1" fmla="*/ 451793 w 2019769"/>
                <a:gd name="connsiteY1" fmla="*/ 172353 h 1576976"/>
                <a:gd name="connsiteX2" fmla="*/ 389881 w 2019769"/>
                <a:gd name="connsiteY2" fmla="*/ 100916 h 1576976"/>
                <a:gd name="connsiteX3" fmla="*/ 675631 w 2019769"/>
                <a:gd name="connsiteY3" fmla="*/ 904 h 1576976"/>
                <a:gd name="connsiteX4" fmla="*/ 1651943 w 2019769"/>
                <a:gd name="connsiteY4" fmla="*/ 605742 h 1576976"/>
                <a:gd name="connsiteX5" fmla="*/ 1674813 w 2019769"/>
                <a:gd name="connsiteY5" fmla="*/ 111862 h 1576976"/>
                <a:gd name="connsiteX6" fmla="*/ 335965 w 2019769"/>
                <a:gd name="connsiteY6" fmla="*/ 1118522 h 1576976"/>
                <a:gd name="connsiteX7" fmla="*/ 212140 w 2019769"/>
                <a:gd name="connsiteY7" fmla="*/ 829596 h 1576976"/>
                <a:gd name="connsiteX8" fmla="*/ 149225 w 2019769"/>
                <a:gd name="connsiteY8" fmla="*/ 418249 h 1576976"/>
                <a:gd name="connsiteX9" fmla="*/ 0 w 2019769"/>
                <a:gd name="connsiteY9" fmla="*/ 313474 h 1576976"/>
                <a:gd name="connsiteX0" fmla="*/ 0 w 2019769"/>
                <a:gd name="connsiteY0" fmla="*/ 313474 h 1576976"/>
                <a:gd name="connsiteX1" fmla="*/ 451793 w 2019769"/>
                <a:gd name="connsiteY1" fmla="*/ 172353 h 1576976"/>
                <a:gd name="connsiteX2" fmla="*/ 389881 w 2019769"/>
                <a:gd name="connsiteY2" fmla="*/ 100916 h 1576976"/>
                <a:gd name="connsiteX3" fmla="*/ 675631 w 2019769"/>
                <a:gd name="connsiteY3" fmla="*/ 904 h 1576976"/>
                <a:gd name="connsiteX4" fmla="*/ 1651943 w 2019769"/>
                <a:gd name="connsiteY4" fmla="*/ 605742 h 1576976"/>
                <a:gd name="connsiteX5" fmla="*/ 1674813 w 2019769"/>
                <a:gd name="connsiteY5" fmla="*/ 111862 h 1576976"/>
                <a:gd name="connsiteX6" fmla="*/ 335965 w 2019769"/>
                <a:gd name="connsiteY6" fmla="*/ 1118522 h 1576976"/>
                <a:gd name="connsiteX7" fmla="*/ 212140 w 2019769"/>
                <a:gd name="connsiteY7" fmla="*/ 829596 h 1576976"/>
                <a:gd name="connsiteX8" fmla="*/ 149225 w 2019769"/>
                <a:gd name="connsiteY8" fmla="*/ 418249 h 1576976"/>
                <a:gd name="connsiteX9" fmla="*/ 0 w 2019769"/>
                <a:gd name="connsiteY9" fmla="*/ 313474 h 1576976"/>
                <a:gd name="connsiteX0" fmla="*/ 0 w 2168921"/>
                <a:gd name="connsiteY0" fmla="*/ 313474 h 1579460"/>
                <a:gd name="connsiteX1" fmla="*/ 451793 w 2168921"/>
                <a:gd name="connsiteY1" fmla="*/ 172353 h 1579460"/>
                <a:gd name="connsiteX2" fmla="*/ 389881 w 2168921"/>
                <a:gd name="connsiteY2" fmla="*/ 100916 h 1579460"/>
                <a:gd name="connsiteX3" fmla="*/ 675631 w 2168921"/>
                <a:gd name="connsiteY3" fmla="*/ 904 h 1579460"/>
                <a:gd name="connsiteX4" fmla="*/ 1651943 w 2168921"/>
                <a:gd name="connsiteY4" fmla="*/ 605742 h 1579460"/>
                <a:gd name="connsiteX5" fmla="*/ 1674813 w 2168921"/>
                <a:gd name="connsiteY5" fmla="*/ 111862 h 1579460"/>
                <a:gd name="connsiteX6" fmla="*/ 335965 w 2168921"/>
                <a:gd name="connsiteY6" fmla="*/ 1118522 h 1579460"/>
                <a:gd name="connsiteX7" fmla="*/ 212140 w 2168921"/>
                <a:gd name="connsiteY7" fmla="*/ 829596 h 1579460"/>
                <a:gd name="connsiteX8" fmla="*/ 149225 w 2168921"/>
                <a:gd name="connsiteY8" fmla="*/ 418249 h 1579460"/>
                <a:gd name="connsiteX9" fmla="*/ 0 w 2168921"/>
                <a:gd name="connsiteY9" fmla="*/ 313474 h 1579460"/>
                <a:gd name="connsiteX0" fmla="*/ 0 w 2166975"/>
                <a:gd name="connsiteY0" fmla="*/ 313474 h 1536719"/>
                <a:gd name="connsiteX1" fmla="*/ 451793 w 2166975"/>
                <a:gd name="connsiteY1" fmla="*/ 172353 h 1536719"/>
                <a:gd name="connsiteX2" fmla="*/ 389881 w 2166975"/>
                <a:gd name="connsiteY2" fmla="*/ 100916 h 1536719"/>
                <a:gd name="connsiteX3" fmla="*/ 675631 w 2166975"/>
                <a:gd name="connsiteY3" fmla="*/ 904 h 1536719"/>
                <a:gd name="connsiteX4" fmla="*/ 1651943 w 2166975"/>
                <a:gd name="connsiteY4" fmla="*/ 605742 h 1536719"/>
                <a:gd name="connsiteX5" fmla="*/ 1674813 w 2166975"/>
                <a:gd name="connsiteY5" fmla="*/ 111862 h 1536719"/>
                <a:gd name="connsiteX6" fmla="*/ 335965 w 2166975"/>
                <a:gd name="connsiteY6" fmla="*/ 1118522 h 1536719"/>
                <a:gd name="connsiteX7" fmla="*/ 212140 w 2166975"/>
                <a:gd name="connsiteY7" fmla="*/ 829596 h 1536719"/>
                <a:gd name="connsiteX8" fmla="*/ 149225 w 2166975"/>
                <a:gd name="connsiteY8" fmla="*/ 418249 h 1536719"/>
                <a:gd name="connsiteX9" fmla="*/ 0 w 2166975"/>
                <a:gd name="connsiteY9" fmla="*/ 313474 h 1536719"/>
                <a:gd name="connsiteX0" fmla="*/ 0 w 2151429"/>
                <a:gd name="connsiteY0" fmla="*/ 313474 h 1563540"/>
                <a:gd name="connsiteX1" fmla="*/ 451793 w 2151429"/>
                <a:gd name="connsiteY1" fmla="*/ 172353 h 1563540"/>
                <a:gd name="connsiteX2" fmla="*/ 389881 w 2151429"/>
                <a:gd name="connsiteY2" fmla="*/ 100916 h 1563540"/>
                <a:gd name="connsiteX3" fmla="*/ 675631 w 2151429"/>
                <a:gd name="connsiteY3" fmla="*/ 904 h 1563540"/>
                <a:gd name="connsiteX4" fmla="*/ 1651943 w 2151429"/>
                <a:gd name="connsiteY4" fmla="*/ 605742 h 1563540"/>
                <a:gd name="connsiteX5" fmla="*/ 1674813 w 2151429"/>
                <a:gd name="connsiteY5" fmla="*/ 111862 h 1563540"/>
                <a:gd name="connsiteX6" fmla="*/ 335965 w 2151429"/>
                <a:gd name="connsiteY6" fmla="*/ 1118522 h 1563540"/>
                <a:gd name="connsiteX7" fmla="*/ 212140 w 2151429"/>
                <a:gd name="connsiteY7" fmla="*/ 829596 h 1563540"/>
                <a:gd name="connsiteX8" fmla="*/ 149225 w 2151429"/>
                <a:gd name="connsiteY8" fmla="*/ 418249 h 1563540"/>
                <a:gd name="connsiteX9" fmla="*/ 0 w 2151429"/>
                <a:gd name="connsiteY9" fmla="*/ 313474 h 1563540"/>
                <a:gd name="connsiteX0" fmla="*/ 0 w 2175894"/>
                <a:gd name="connsiteY0" fmla="*/ 313474 h 1651972"/>
                <a:gd name="connsiteX1" fmla="*/ 451793 w 2175894"/>
                <a:gd name="connsiteY1" fmla="*/ 172353 h 1651972"/>
                <a:gd name="connsiteX2" fmla="*/ 389881 w 2175894"/>
                <a:gd name="connsiteY2" fmla="*/ 100916 h 1651972"/>
                <a:gd name="connsiteX3" fmla="*/ 675631 w 2175894"/>
                <a:gd name="connsiteY3" fmla="*/ 904 h 1651972"/>
                <a:gd name="connsiteX4" fmla="*/ 1651943 w 2175894"/>
                <a:gd name="connsiteY4" fmla="*/ 605742 h 1651972"/>
                <a:gd name="connsiteX5" fmla="*/ 1674813 w 2175894"/>
                <a:gd name="connsiteY5" fmla="*/ 111862 h 1651972"/>
                <a:gd name="connsiteX6" fmla="*/ 335965 w 2175894"/>
                <a:gd name="connsiteY6" fmla="*/ 1118522 h 1651972"/>
                <a:gd name="connsiteX7" fmla="*/ 212140 w 2175894"/>
                <a:gd name="connsiteY7" fmla="*/ 829596 h 1651972"/>
                <a:gd name="connsiteX8" fmla="*/ 149225 w 2175894"/>
                <a:gd name="connsiteY8" fmla="*/ 418249 h 1651972"/>
                <a:gd name="connsiteX9" fmla="*/ 0 w 2175894"/>
                <a:gd name="connsiteY9" fmla="*/ 313474 h 1651972"/>
                <a:gd name="connsiteX0" fmla="*/ 0 w 2155543"/>
                <a:gd name="connsiteY0" fmla="*/ 313474 h 1669955"/>
                <a:gd name="connsiteX1" fmla="*/ 451793 w 2155543"/>
                <a:gd name="connsiteY1" fmla="*/ 172353 h 1669955"/>
                <a:gd name="connsiteX2" fmla="*/ 389881 w 2155543"/>
                <a:gd name="connsiteY2" fmla="*/ 100916 h 1669955"/>
                <a:gd name="connsiteX3" fmla="*/ 675631 w 2155543"/>
                <a:gd name="connsiteY3" fmla="*/ 904 h 1669955"/>
                <a:gd name="connsiteX4" fmla="*/ 1651943 w 2155543"/>
                <a:gd name="connsiteY4" fmla="*/ 605742 h 1669955"/>
                <a:gd name="connsiteX5" fmla="*/ 1651001 w 2155543"/>
                <a:gd name="connsiteY5" fmla="*/ 171393 h 1669955"/>
                <a:gd name="connsiteX6" fmla="*/ 335965 w 2155543"/>
                <a:gd name="connsiteY6" fmla="*/ 1118522 h 1669955"/>
                <a:gd name="connsiteX7" fmla="*/ 212140 w 2155543"/>
                <a:gd name="connsiteY7" fmla="*/ 829596 h 1669955"/>
                <a:gd name="connsiteX8" fmla="*/ 149225 w 2155543"/>
                <a:gd name="connsiteY8" fmla="*/ 418249 h 1669955"/>
                <a:gd name="connsiteX9" fmla="*/ 0 w 2155543"/>
                <a:gd name="connsiteY9" fmla="*/ 313474 h 1669955"/>
                <a:gd name="connsiteX0" fmla="*/ 0 w 2161643"/>
                <a:gd name="connsiteY0" fmla="*/ 313474 h 1675894"/>
                <a:gd name="connsiteX1" fmla="*/ 451793 w 2161643"/>
                <a:gd name="connsiteY1" fmla="*/ 172353 h 1675894"/>
                <a:gd name="connsiteX2" fmla="*/ 389881 w 2161643"/>
                <a:gd name="connsiteY2" fmla="*/ 100916 h 1675894"/>
                <a:gd name="connsiteX3" fmla="*/ 675631 w 2161643"/>
                <a:gd name="connsiteY3" fmla="*/ 904 h 1675894"/>
                <a:gd name="connsiteX4" fmla="*/ 1651943 w 2161643"/>
                <a:gd name="connsiteY4" fmla="*/ 605742 h 1675894"/>
                <a:gd name="connsiteX5" fmla="*/ 1658144 w 2161643"/>
                <a:gd name="connsiteY5" fmla="*/ 190443 h 1675894"/>
                <a:gd name="connsiteX6" fmla="*/ 335965 w 2161643"/>
                <a:gd name="connsiteY6" fmla="*/ 1118522 h 1675894"/>
                <a:gd name="connsiteX7" fmla="*/ 212140 w 2161643"/>
                <a:gd name="connsiteY7" fmla="*/ 829596 h 1675894"/>
                <a:gd name="connsiteX8" fmla="*/ 149225 w 2161643"/>
                <a:gd name="connsiteY8" fmla="*/ 418249 h 1675894"/>
                <a:gd name="connsiteX9" fmla="*/ 0 w 2161643"/>
                <a:gd name="connsiteY9" fmla="*/ 313474 h 1675894"/>
                <a:gd name="connsiteX0" fmla="*/ 0 w 2161643"/>
                <a:gd name="connsiteY0" fmla="*/ 313474 h 1675894"/>
                <a:gd name="connsiteX1" fmla="*/ 451793 w 2161643"/>
                <a:gd name="connsiteY1" fmla="*/ 172353 h 1675894"/>
                <a:gd name="connsiteX2" fmla="*/ 389881 w 2161643"/>
                <a:gd name="connsiteY2" fmla="*/ 100916 h 1675894"/>
                <a:gd name="connsiteX3" fmla="*/ 675631 w 2161643"/>
                <a:gd name="connsiteY3" fmla="*/ 904 h 1675894"/>
                <a:gd name="connsiteX4" fmla="*/ 1651943 w 2161643"/>
                <a:gd name="connsiteY4" fmla="*/ 605742 h 1675894"/>
                <a:gd name="connsiteX5" fmla="*/ 1658144 w 2161643"/>
                <a:gd name="connsiteY5" fmla="*/ 190443 h 1675894"/>
                <a:gd name="connsiteX6" fmla="*/ 335965 w 2161643"/>
                <a:gd name="connsiteY6" fmla="*/ 1118522 h 1675894"/>
                <a:gd name="connsiteX7" fmla="*/ 212140 w 2161643"/>
                <a:gd name="connsiteY7" fmla="*/ 829596 h 1675894"/>
                <a:gd name="connsiteX8" fmla="*/ 149225 w 2161643"/>
                <a:gd name="connsiteY8" fmla="*/ 418249 h 1675894"/>
                <a:gd name="connsiteX9" fmla="*/ 0 w 2161643"/>
                <a:gd name="connsiteY9" fmla="*/ 313474 h 1675894"/>
                <a:gd name="connsiteX0" fmla="*/ 0 w 2219372"/>
                <a:gd name="connsiteY0" fmla="*/ 313474 h 1593443"/>
                <a:gd name="connsiteX1" fmla="*/ 451793 w 2219372"/>
                <a:gd name="connsiteY1" fmla="*/ 172353 h 1593443"/>
                <a:gd name="connsiteX2" fmla="*/ 389881 w 2219372"/>
                <a:gd name="connsiteY2" fmla="*/ 100916 h 1593443"/>
                <a:gd name="connsiteX3" fmla="*/ 675631 w 2219372"/>
                <a:gd name="connsiteY3" fmla="*/ 904 h 1593443"/>
                <a:gd name="connsiteX4" fmla="*/ 1651943 w 2219372"/>
                <a:gd name="connsiteY4" fmla="*/ 605742 h 1593443"/>
                <a:gd name="connsiteX5" fmla="*/ 1658144 w 2219372"/>
                <a:gd name="connsiteY5" fmla="*/ 190443 h 1593443"/>
                <a:gd name="connsiteX6" fmla="*/ 335965 w 2219372"/>
                <a:gd name="connsiteY6" fmla="*/ 1118522 h 1593443"/>
                <a:gd name="connsiteX7" fmla="*/ 212140 w 2219372"/>
                <a:gd name="connsiteY7" fmla="*/ 829596 h 1593443"/>
                <a:gd name="connsiteX8" fmla="*/ 149225 w 2219372"/>
                <a:gd name="connsiteY8" fmla="*/ 418249 h 1593443"/>
                <a:gd name="connsiteX9" fmla="*/ 0 w 2219372"/>
                <a:gd name="connsiteY9" fmla="*/ 313474 h 1593443"/>
                <a:gd name="connsiteX0" fmla="*/ 0 w 2225694"/>
                <a:gd name="connsiteY0" fmla="*/ 313474 h 1657785"/>
                <a:gd name="connsiteX1" fmla="*/ 451793 w 2225694"/>
                <a:gd name="connsiteY1" fmla="*/ 172353 h 1657785"/>
                <a:gd name="connsiteX2" fmla="*/ 389881 w 2225694"/>
                <a:gd name="connsiteY2" fmla="*/ 100916 h 1657785"/>
                <a:gd name="connsiteX3" fmla="*/ 675631 w 2225694"/>
                <a:gd name="connsiteY3" fmla="*/ 904 h 1657785"/>
                <a:gd name="connsiteX4" fmla="*/ 1651943 w 2225694"/>
                <a:gd name="connsiteY4" fmla="*/ 605742 h 1657785"/>
                <a:gd name="connsiteX5" fmla="*/ 1658144 w 2225694"/>
                <a:gd name="connsiteY5" fmla="*/ 190443 h 1657785"/>
                <a:gd name="connsiteX6" fmla="*/ 335965 w 2225694"/>
                <a:gd name="connsiteY6" fmla="*/ 1118522 h 1657785"/>
                <a:gd name="connsiteX7" fmla="*/ 212140 w 2225694"/>
                <a:gd name="connsiteY7" fmla="*/ 829596 h 1657785"/>
                <a:gd name="connsiteX8" fmla="*/ 149225 w 2225694"/>
                <a:gd name="connsiteY8" fmla="*/ 418249 h 1657785"/>
                <a:gd name="connsiteX9" fmla="*/ 0 w 2225694"/>
                <a:gd name="connsiteY9" fmla="*/ 313474 h 1657785"/>
                <a:gd name="connsiteX0" fmla="*/ 0 w 2161761"/>
                <a:gd name="connsiteY0" fmla="*/ 313474 h 1652808"/>
                <a:gd name="connsiteX1" fmla="*/ 451793 w 2161761"/>
                <a:gd name="connsiteY1" fmla="*/ 172353 h 1652808"/>
                <a:gd name="connsiteX2" fmla="*/ 389881 w 2161761"/>
                <a:gd name="connsiteY2" fmla="*/ 100916 h 1652808"/>
                <a:gd name="connsiteX3" fmla="*/ 675631 w 2161761"/>
                <a:gd name="connsiteY3" fmla="*/ 904 h 1652808"/>
                <a:gd name="connsiteX4" fmla="*/ 1651943 w 2161761"/>
                <a:gd name="connsiteY4" fmla="*/ 605742 h 1652808"/>
                <a:gd name="connsiteX5" fmla="*/ 1658144 w 2161761"/>
                <a:gd name="connsiteY5" fmla="*/ 190443 h 1652808"/>
                <a:gd name="connsiteX6" fmla="*/ 335965 w 2161761"/>
                <a:gd name="connsiteY6" fmla="*/ 1118522 h 1652808"/>
                <a:gd name="connsiteX7" fmla="*/ 212140 w 2161761"/>
                <a:gd name="connsiteY7" fmla="*/ 829596 h 1652808"/>
                <a:gd name="connsiteX8" fmla="*/ 149225 w 2161761"/>
                <a:gd name="connsiteY8" fmla="*/ 418249 h 1652808"/>
                <a:gd name="connsiteX9" fmla="*/ 0 w 2161761"/>
                <a:gd name="connsiteY9" fmla="*/ 313474 h 1652808"/>
                <a:gd name="connsiteX0" fmla="*/ 0 w 2161761"/>
                <a:gd name="connsiteY0" fmla="*/ 313474 h 1652808"/>
                <a:gd name="connsiteX1" fmla="*/ 451793 w 2161761"/>
                <a:gd name="connsiteY1" fmla="*/ 172353 h 1652808"/>
                <a:gd name="connsiteX2" fmla="*/ 389881 w 2161761"/>
                <a:gd name="connsiteY2" fmla="*/ 100916 h 1652808"/>
                <a:gd name="connsiteX3" fmla="*/ 675631 w 2161761"/>
                <a:gd name="connsiteY3" fmla="*/ 904 h 1652808"/>
                <a:gd name="connsiteX4" fmla="*/ 1651943 w 2161761"/>
                <a:gd name="connsiteY4" fmla="*/ 605742 h 1652808"/>
                <a:gd name="connsiteX5" fmla="*/ 1658144 w 2161761"/>
                <a:gd name="connsiteY5" fmla="*/ 190443 h 1652808"/>
                <a:gd name="connsiteX6" fmla="*/ 335965 w 2161761"/>
                <a:gd name="connsiteY6" fmla="*/ 1118522 h 1652808"/>
                <a:gd name="connsiteX7" fmla="*/ 212140 w 2161761"/>
                <a:gd name="connsiteY7" fmla="*/ 829596 h 1652808"/>
                <a:gd name="connsiteX8" fmla="*/ 149225 w 2161761"/>
                <a:gd name="connsiteY8" fmla="*/ 418249 h 1652808"/>
                <a:gd name="connsiteX9" fmla="*/ 0 w 2161761"/>
                <a:gd name="connsiteY9" fmla="*/ 313474 h 1652808"/>
                <a:gd name="connsiteX0" fmla="*/ 0 w 2153652"/>
                <a:gd name="connsiteY0" fmla="*/ 313474 h 1656827"/>
                <a:gd name="connsiteX1" fmla="*/ 451793 w 2153652"/>
                <a:gd name="connsiteY1" fmla="*/ 172353 h 1656827"/>
                <a:gd name="connsiteX2" fmla="*/ 389881 w 2153652"/>
                <a:gd name="connsiteY2" fmla="*/ 100916 h 1656827"/>
                <a:gd name="connsiteX3" fmla="*/ 675631 w 2153652"/>
                <a:gd name="connsiteY3" fmla="*/ 904 h 1656827"/>
                <a:gd name="connsiteX4" fmla="*/ 1651943 w 2153652"/>
                <a:gd name="connsiteY4" fmla="*/ 605742 h 1656827"/>
                <a:gd name="connsiteX5" fmla="*/ 1648619 w 2153652"/>
                <a:gd name="connsiteY5" fmla="*/ 206318 h 1656827"/>
                <a:gd name="connsiteX6" fmla="*/ 335965 w 2153652"/>
                <a:gd name="connsiteY6" fmla="*/ 1118522 h 1656827"/>
                <a:gd name="connsiteX7" fmla="*/ 212140 w 2153652"/>
                <a:gd name="connsiteY7" fmla="*/ 829596 h 1656827"/>
                <a:gd name="connsiteX8" fmla="*/ 149225 w 2153652"/>
                <a:gd name="connsiteY8" fmla="*/ 418249 h 1656827"/>
                <a:gd name="connsiteX9" fmla="*/ 0 w 2153652"/>
                <a:gd name="connsiteY9" fmla="*/ 313474 h 1656827"/>
                <a:gd name="connsiteX0" fmla="*/ 0 w 2164280"/>
                <a:gd name="connsiteY0" fmla="*/ 313474 h 1589484"/>
                <a:gd name="connsiteX1" fmla="*/ 451793 w 2164280"/>
                <a:gd name="connsiteY1" fmla="*/ 172353 h 1589484"/>
                <a:gd name="connsiteX2" fmla="*/ 389881 w 2164280"/>
                <a:gd name="connsiteY2" fmla="*/ 100916 h 1589484"/>
                <a:gd name="connsiteX3" fmla="*/ 675631 w 2164280"/>
                <a:gd name="connsiteY3" fmla="*/ 904 h 1589484"/>
                <a:gd name="connsiteX4" fmla="*/ 1651943 w 2164280"/>
                <a:gd name="connsiteY4" fmla="*/ 605742 h 1589484"/>
                <a:gd name="connsiteX5" fmla="*/ 1648619 w 2164280"/>
                <a:gd name="connsiteY5" fmla="*/ 206318 h 1589484"/>
                <a:gd name="connsiteX6" fmla="*/ 335965 w 2164280"/>
                <a:gd name="connsiteY6" fmla="*/ 1118522 h 1589484"/>
                <a:gd name="connsiteX7" fmla="*/ 212140 w 2164280"/>
                <a:gd name="connsiteY7" fmla="*/ 829596 h 1589484"/>
                <a:gd name="connsiteX8" fmla="*/ 149225 w 2164280"/>
                <a:gd name="connsiteY8" fmla="*/ 418249 h 1589484"/>
                <a:gd name="connsiteX9" fmla="*/ 0 w 2164280"/>
                <a:gd name="connsiteY9" fmla="*/ 313474 h 158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64280" h="1589484">
                  <a:moveTo>
                    <a:pt x="0" y="313474"/>
                  </a:moveTo>
                  <a:cubicBezTo>
                    <a:pt x="95564" y="263259"/>
                    <a:pt x="273679" y="178118"/>
                    <a:pt x="451793" y="172353"/>
                  </a:cubicBezTo>
                  <a:cubicBezTo>
                    <a:pt x="535931" y="178703"/>
                    <a:pt x="305743" y="94566"/>
                    <a:pt x="389881" y="100916"/>
                  </a:cubicBezTo>
                  <a:cubicBezTo>
                    <a:pt x="501006" y="113616"/>
                    <a:pt x="564506" y="-11796"/>
                    <a:pt x="675631" y="904"/>
                  </a:cubicBezTo>
                  <a:cubicBezTo>
                    <a:pt x="1356667" y="154892"/>
                    <a:pt x="1256655" y="699405"/>
                    <a:pt x="1651943" y="605742"/>
                  </a:cubicBezTo>
                  <a:cubicBezTo>
                    <a:pt x="1707986" y="564941"/>
                    <a:pt x="1728308" y="486832"/>
                    <a:pt x="1648619" y="206318"/>
                  </a:cubicBezTo>
                  <a:cubicBezTo>
                    <a:pt x="3161938" y="1056350"/>
                    <a:pt x="919945" y="2268423"/>
                    <a:pt x="335965" y="1118522"/>
                  </a:cubicBezTo>
                  <a:cubicBezTo>
                    <a:pt x="167592" y="1153742"/>
                    <a:pt x="137959" y="1032033"/>
                    <a:pt x="212140" y="829596"/>
                  </a:cubicBezTo>
                  <a:cubicBezTo>
                    <a:pt x="151912" y="864226"/>
                    <a:pt x="-133448" y="1032378"/>
                    <a:pt x="149225" y="418249"/>
                  </a:cubicBezTo>
                  <a:cubicBezTo>
                    <a:pt x="99483" y="383324"/>
                    <a:pt x="49742" y="383324"/>
                    <a:pt x="0" y="313474"/>
                  </a:cubicBezTo>
                  <a:close/>
                </a:path>
              </a:pathLst>
            </a:custGeom>
            <a:solidFill>
              <a:srgbClr val="FDBA6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899EF8D-0A95-67CB-9A98-48000C51B4E9}"/>
                </a:ext>
              </a:extLst>
            </p:cNvPr>
            <p:cNvGrpSpPr/>
            <p:nvPr/>
          </p:nvGrpSpPr>
          <p:grpSpPr>
            <a:xfrm rot="11553545" flipH="1">
              <a:off x="4101963" y="5946432"/>
              <a:ext cx="1945016" cy="1347478"/>
              <a:chOff x="2284554" y="3743727"/>
              <a:chExt cx="1945016" cy="1347478"/>
            </a:xfrm>
            <a:solidFill>
              <a:srgbClr val="F9B651"/>
            </a:solidFill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2B9CE2CE-2323-9C67-DE2F-2570D4A9E36A}"/>
                  </a:ext>
                </a:extLst>
              </p:cNvPr>
              <p:cNvSpPr/>
              <p:nvPr/>
            </p:nvSpPr>
            <p:spPr>
              <a:xfrm flipH="1">
                <a:off x="3369275" y="4485751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92FE26B2-BF4E-01F3-58E1-C6D9EF9C0F58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107A69A6-C9FE-99B3-28C8-D5AEE6FA577A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55968328-E045-53E9-2E9F-BA4D6CEC4BF8}"/>
                  </a:ext>
                </a:extLst>
              </p:cNvPr>
              <p:cNvSpPr/>
              <p:nvPr/>
            </p:nvSpPr>
            <p:spPr>
              <a:xfrm rot="19660011" flipH="1">
                <a:off x="2582776" y="430143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348DBE6-C836-DB7E-A0C8-F87AC3DD5C84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00CF4C5B-1259-3704-C780-D1C6054582BB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76721915-F38B-AC44-F0B0-9F1D25CDF908}"/>
                  </a:ext>
                </a:extLst>
              </p:cNvPr>
              <p:cNvSpPr/>
              <p:nvPr/>
            </p:nvSpPr>
            <p:spPr>
              <a:xfrm flipH="1">
                <a:off x="2787530" y="4196463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133495B-7607-BBDF-5FD8-D4632EBC3F7D}"/>
                  </a:ext>
                </a:extLst>
              </p:cNvPr>
              <p:cNvSpPr/>
              <p:nvPr/>
            </p:nvSpPr>
            <p:spPr>
              <a:xfrm flipH="1">
                <a:off x="2868488" y="399914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182AAC69-18FA-09EC-8357-87FBA2695204}"/>
                  </a:ext>
                </a:extLst>
              </p:cNvPr>
              <p:cNvSpPr/>
              <p:nvPr/>
            </p:nvSpPr>
            <p:spPr>
              <a:xfrm flipH="1">
                <a:off x="2593878" y="4626204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D52F21A4-9BB3-6AC0-1DDC-392AD29CF07C}"/>
                  </a:ext>
                </a:extLst>
              </p:cNvPr>
              <p:cNvSpPr/>
              <p:nvPr/>
            </p:nvSpPr>
            <p:spPr>
              <a:xfrm rot="182690" flipH="1">
                <a:off x="2559414" y="4805671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B5FAF650-85D4-7F89-E4CC-F18D4A84587B}"/>
                  </a:ext>
                </a:extLst>
              </p:cNvPr>
              <p:cNvSpPr/>
              <p:nvPr/>
            </p:nvSpPr>
            <p:spPr>
              <a:xfrm flipH="1">
                <a:off x="2739501" y="3743727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EEC9C9C-ECF2-9F86-76DB-E0CD596A8052}"/>
                  </a:ext>
                </a:extLst>
              </p:cNvPr>
              <p:cNvSpPr/>
              <p:nvPr/>
            </p:nvSpPr>
            <p:spPr>
              <a:xfrm rot="15877307" flipH="1">
                <a:off x="3413503" y="4180846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B1FA29B8-49BA-E886-A4A2-F5A4AE08D158}"/>
                  </a:ext>
                </a:extLst>
              </p:cNvPr>
              <p:cNvSpPr/>
              <p:nvPr/>
            </p:nvSpPr>
            <p:spPr>
              <a:xfrm flipH="1">
                <a:off x="3051391" y="3811638"/>
                <a:ext cx="117564" cy="21962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E3E90991-EDD3-01CD-C78A-1892DE00AAB6}"/>
                  </a:ext>
                </a:extLst>
              </p:cNvPr>
              <p:cNvSpPr/>
              <p:nvPr/>
            </p:nvSpPr>
            <p:spPr>
              <a:xfrm flipH="1">
                <a:off x="3263041" y="4039399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A607C96-28F0-58A2-9A54-545CBA05EC43}"/>
                  </a:ext>
                </a:extLst>
              </p:cNvPr>
              <p:cNvSpPr/>
              <p:nvPr/>
            </p:nvSpPr>
            <p:spPr>
              <a:xfrm flipH="1">
                <a:off x="3306579" y="3756775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7CBED684-FB9F-DA61-FD4C-CE7636A84663}"/>
                  </a:ext>
                </a:extLst>
              </p:cNvPr>
              <p:cNvSpPr/>
              <p:nvPr/>
            </p:nvSpPr>
            <p:spPr>
              <a:xfrm flipH="1">
                <a:off x="3957058" y="4216080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81BF2220-42CA-34AD-AC18-58925EC50833}"/>
                  </a:ext>
                </a:extLst>
              </p:cNvPr>
              <p:cNvSpPr/>
              <p:nvPr/>
            </p:nvSpPr>
            <p:spPr>
              <a:xfrm flipH="1">
                <a:off x="3579460" y="3845683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0C1A774-E896-ED24-3CD2-F677D406F4EB}"/>
                  </a:ext>
                </a:extLst>
              </p:cNvPr>
              <p:cNvSpPr/>
              <p:nvPr/>
            </p:nvSpPr>
            <p:spPr>
              <a:xfrm flipH="1">
                <a:off x="3794388" y="4378471"/>
                <a:ext cx="143088" cy="13391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ACFF9FE1-1002-EBB6-13BC-71A1A6B8B233}"/>
                  </a:ext>
                </a:extLst>
              </p:cNvPr>
              <p:cNvSpPr/>
              <p:nvPr/>
            </p:nvSpPr>
            <p:spPr>
              <a:xfrm flipH="1">
                <a:off x="3981611" y="4533922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2A12E7C6-320A-8459-E5D6-079516BCAB65}"/>
                  </a:ext>
                </a:extLst>
              </p:cNvPr>
              <p:cNvSpPr/>
              <p:nvPr/>
            </p:nvSpPr>
            <p:spPr>
              <a:xfrm flipH="1">
                <a:off x="4142416" y="4447704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FE96BB25-B27F-4983-1841-C5C9AC64049F}"/>
                  </a:ext>
                </a:extLst>
              </p:cNvPr>
              <p:cNvSpPr/>
              <p:nvPr/>
            </p:nvSpPr>
            <p:spPr>
              <a:xfrm flipH="1">
                <a:off x="3658350" y="4028401"/>
                <a:ext cx="184693" cy="16885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F673BC76-36CB-E872-1770-248F35DE4F06}"/>
                  </a:ext>
                </a:extLst>
              </p:cNvPr>
              <p:cNvSpPr/>
              <p:nvPr/>
            </p:nvSpPr>
            <p:spPr>
              <a:xfrm flipH="1">
                <a:off x="2430400" y="4121564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37B0557B-D2B1-C82E-4AF8-D84EE1611B57}"/>
                  </a:ext>
                </a:extLst>
              </p:cNvPr>
              <p:cNvSpPr/>
              <p:nvPr/>
            </p:nvSpPr>
            <p:spPr>
              <a:xfrm flipH="1">
                <a:off x="2330420" y="4365158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23450D1D-33FD-F976-D877-87E72A4E8434}"/>
                  </a:ext>
                </a:extLst>
              </p:cNvPr>
              <p:cNvSpPr/>
              <p:nvPr/>
            </p:nvSpPr>
            <p:spPr>
              <a:xfrm flipH="1">
                <a:off x="2284554" y="4610273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A6A08561-AFA4-9372-8058-5E4AEE79BF7B}"/>
                  </a:ext>
                </a:extLst>
              </p:cNvPr>
              <p:cNvSpPr/>
              <p:nvPr/>
            </p:nvSpPr>
            <p:spPr>
              <a:xfrm rot="4927778" flipH="1">
                <a:off x="2920655" y="4731375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8F64FD5B-6E83-1066-DC5B-3D1E37B84F53}"/>
                  </a:ext>
                </a:extLst>
              </p:cNvPr>
              <p:cNvSpPr/>
              <p:nvPr/>
            </p:nvSpPr>
            <p:spPr>
              <a:xfrm flipH="1">
                <a:off x="3173261" y="4733708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B7DE5ED3-5917-BDC4-4FD1-2680E0D16CD3}"/>
                  </a:ext>
                </a:extLst>
              </p:cNvPr>
              <p:cNvSpPr/>
              <p:nvPr/>
            </p:nvSpPr>
            <p:spPr>
              <a:xfrm rot="3545375" flipH="1">
                <a:off x="3805121" y="4706840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9A248F46-0E64-8D7D-79E7-5618608F2EB6}"/>
                </a:ext>
              </a:extLst>
            </p:cNvPr>
            <p:cNvGrpSpPr/>
            <p:nvPr/>
          </p:nvGrpSpPr>
          <p:grpSpPr>
            <a:xfrm>
              <a:off x="2871860" y="6381751"/>
              <a:ext cx="516143" cy="700960"/>
              <a:chOff x="2736618" y="3947639"/>
              <a:chExt cx="516143" cy="700960"/>
            </a:xfrm>
            <a:solidFill>
              <a:srgbClr val="F9B651"/>
            </a:solidFill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C89ECDD3-A2FD-A088-B290-E99681A8799F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AB279628-1FB2-6D5D-FA13-BF33DA32DCFE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A9E1DCFC-7A0D-A710-E7C7-4294BE2CE62B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EFC1817E-4A0B-080E-9A4D-F563586D6913}"/>
                  </a:ext>
                </a:extLst>
              </p:cNvPr>
              <p:cNvSpPr/>
              <p:nvPr/>
            </p:nvSpPr>
            <p:spPr>
              <a:xfrm rot="2012633" flipH="1">
                <a:off x="2736618" y="4201986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BEAE3B22-47D2-1B6D-60A4-6EF50EE0C973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5FFAF4AE-2802-8D20-5138-58384053E55A}"/>
                  </a:ext>
                </a:extLst>
              </p:cNvPr>
              <p:cNvSpPr/>
              <p:nvPr/>
            </p:nvSpPr>
            <p:spPr>
              <a:xfrm flipH="1">
                <a:off x="2901215" y="3947639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66C5A09-5D59-3311-6B9A-516C036CCAE3}"/>
              </a:ext>
            </a:extLst>
          </p:cNvPr>
          <p:cNvGrpSpPr/>
          <p:nvPr/>
        </p:nvGrpSpPr>
        <p:grpSpPr>
          <a:xfrm>
            <a:off x="4768943" y="172154"/>
            <a:ext cx="5289457" cy="7008991"/>
            <a:chOff x="1193876" y="381704"/>
            <a:chExt cx="5289457" cy="7008991"/>
          </a:xfrm>
          <a:solidFill>
            <a:schemeClr val="bg1"/>
          </a:solidFill>
        </p:grpSpPr>
        <p:sp>
          <p:nvSpPr>
            <p:cNvPr id="208" name="Rectangle 4">
              <a:extLst>
                <a:ext uri="{FF2B5EF4-FFF2-40B4-BE49-F238E27FC236}">
                  <a16:creationId xmlns:a16="http://schemas.microsoft.com/office/drawing/2014/main" id="{5B17D10E-65A9-5F69-594C-58A6F3D2E97B}"/>
                </a:ext>
              </a:extLst>
            </p:cNvPr>
            <p:cNvSpPr/>
            <p:nvPr/>
          </p:nvSpPr>
          <p:spPr>
            <a:xfrm>
              <a:off x="2804589" y="4675670"/>
              <a:ext cx="2363795" cy="2483951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308100"/>
                <a:gd name="connsiteY0" fmla="*/ 215900 h 1130300"/>
                <a:gd name="connsiteX1" fmla="*/ 1308100 w 1308100"/>
                <a:gd name="connsiteY1" fmla="*/ 0 h 1130300"/>
                <a:gd name="connsiteX2" fmla="*/ 914400 w 1308100"/>
                <a:gd name="connsiteY2" fmla="*/ 1130300 h 1130300"/>
                <a:gd name="connsiteX3" fmla="*/ 0 w 1308100"/>
                <a:gd name="connsiteY3" fmla="*/ 1130300 h 1130300"/>
                <a:gd name="connsiteX4" fmla="*/ 0 w 1308100"/>
                <a:gd name="connsiteY4" fmla="*/ 215900 h 1130300"/>
                <a:gd name="connsiteX0" fmla="*/ 0 w 2603500"/>
                <a:gd name="connsiteY0" fmla="*/ 215900 h 1346200"/>
                <a:gd name="connsiteX1" fmla="*/ 1308100 w 2603500"/>
                <a:gd name="connsiteY1" fmla="*/ 0 h 1346200"/>
                <a:gd name="connsiteX2" fmla="*/ 2603500 w 2603500"/>
                <a:gd name="connsiteY2" fmla="*/ 1346200 h 1346200"/>
                <a:gd name="connsiteX3" fmla="*/ 0 w 2603500"/>
                <a:gd name="connsiteY3" fmla="*/ 1130300 h 1346200"/>
                <a:gd name="connsiteX4" fmla="*/ 0 w 2603500"/>
                <a:gd name="connsiteY4" fmla="*/ 215900 h 1346200"/>
                <a:gd name="connsiteX0" fmla="*/ 0 w 2603500"/>
                <a:gd name="connsiteY0" fmla="*/ 215900 h 1707096"/>
                <a:gd name="connsiteX1" fmla="*/ 1308100 w 2603500"/>
                <a:gd name="connsiteY1" fmla="*/ 0 h 1707096"/>
                <a:gd name="connsiteX2" fmla="*/ 2603500 w 2603500"/>
                <a:gd name="connsiteY2" fmla="*/ 1346200 h 1707096"/>
                <a:gd name="connsiteX3" fmla="*/ 0 w 2603500"/>
                <a:gd name="connsiteY3" fmla="*/ 1130300 h 1707096"/>
                <a:gd name="connsiteX4" fmla="*/ 0 w 2603500"/>
                <a:gd name="connsiteY4" fmla="*/ 215900 h 1707096"/>
                <a:gd name="connsiteX0" fmla="*/ 0 w 2605995"/>
                <a:gd name="connsiteY0" fmla="*/ 215900 h 2511050"/>
                <a:gd name="connsiteX1" fmla="*/ 1308100 w 2605995"/>
                <a:gd name="connsiteY1" fmla="*/ 0 h 2511050"/>
                <a:gd name="connsiteX2" fmla="*/ 2603500 w 2605995"/>
                <a:gd name="connsiteY2" fmla="*/ 1346200 h 2511050"/>
                <a:gd name="connsiteX3" fmla="*/ 869365 w 2605995"/>
                <a:gd name="connsiteY3" fmla="*/ 2510023 h 2511050"/>
                <a:gd name="connsiteX4" fmla="*/ 0 w 2605995"/>
                <a:gd name="connsiteY4" fmla="*/ 1130300 h 2511050"/>
                <a:gd name="connsiteX5" fmla="*/ 0 w 2605995"/>
                <a:gd name="connsiteY5" fmla="*/ 215900 h 2511050"/>
                <a:gd name="connsiteX0" fmla="*/ 0 w 2606040"/>
                <a:gd name="connsiteY0" fmla="*/ 215900 h 2514097"/>
                <a:gd name="connsiteX1" fmla="*/ 1308100 w 2606040"/>
                <a:gd name="connsiteY1" fmla="*/ 0 h 2514097"/>
                <a:gd name="connsiteX2" fmla="*/ 2603500 w 2606040"/>
                <a:gd name="connsiteY2" fmla="*/ 1346200 h 2514097"/>
                <a:gd name="connsiteX3" fmla="*/ 869365 w 2606040"/>
                <a:gd name="connsiteY3" fmla="*/ 2510023 h 2514097"/>
                <a:gd name="connsiteX4" fmla="*/ 0 w 2606040"/>
                <a:gd name="connsiteY4" fmla="*/ 1130300 h 2514097"/>
                <a:gd name="connsiteX5" fmla="*/ 0 w 2606040"/>
                <a:gd name="connsiteY5" fmla="*/ 215900 h 2514097"/>
                <a:gd name="connsiteX0" fmla="*/ 0 w 2605849"/>
                <a:gd name="connsiteY0" fmla="*/ 215900 h 2522710"/>
                <a:gd name="connsiteX1" fmla="*/ 1308100 w 2605849"/>
                <a:gd name="connsiteY1" fmla="*/ 0 h 2522710"/>
                <a:gd name="connsiteX2" fmla="*/ 2603500 w 2605849"/>
                <a:gd name="connsiteY2" fmla="*/ 1346200 h 2522710"/>
                <a:gd name="connsiteX3" fmla="*/ 869365 w 2605849"/>
                <a:gd name="connsiteY3" fmla="*/ 2510023 h 2522710"/>
                <a:gd name="connsiteX4" fmla="*/ 0 w 2605849"/>
                <a:gd name="connsiteY4" fmla="*/ 1130300 h 2522710"/>
                <a:gd name="connsiteX5" fmla="*/ 0 w 2605849"/>
                <a:gd name="connsiteY5" fmla="*/ 215900 h 2522710"/>
                <a:gd name="connsiteX0" fmla="*/ 0 w 2603500"/>
                <a:gd name="connsiteY0" fmla="*/ 215900 h 2522710"/>
                <a:gd name="connsiteX1" fmla="*/ 1308100 w 2603500"/>
                <a:gd name="connsiteY1" fmla="*/ 0 h 2522710"/>
                <a:gd name="connsiteX2" fmla="*/ 2603500 w 2603500"/>
                <a:gd name="connsiteY2" fmla="*/ 1346200 h 2522710"/>
                <a:gd name="connsiteX3" fmla="*/ 869365 w 2603500"/>
                <a:gd name="connsiteY3" fmla="*/ 2510023 h 2522710"/>
                <a:gd name="connsiteX4" fmla="*/ 0 w 2603500"/>
                <a:gd name="connsiteY4" fmla="*/ 1130300 h 2522710"/>
                <a:gd name="connsiteX5" fmla="*/ 0 w 2603500"/>
                <a:gd name="connsiteY5" fmla="*/ 215900 h 2522710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0 w 2603500"/>
                <a:gd name="connsiteY5" fmla="*/ 1130300 h 2634863"/>
                <a:gd name="connsiteX6" fmla="*/ 0 w 2603500"/>
                <a:gd name="connsiteY6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0 w 2603500"/>
                <a:gd name="connsiteY6" fmla="*/ 11303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581510"/>
                <a:gd name="connsiteX1" fmla="*/ 1308100 w 2603500"/>
                <a:gd name="connsiteY1" fmla="*/ 0 h 2581510"/>
                <a:gd name="connsiteX2" fmla="*/ 2603500 w 2603500"/>
                <a:gd name="connsiteY2" fmla="*/ 1346200 h 2581510"/>
                <a:gd name="connsiteX3" fmla="*/ 869365 w 2603500"/>
                <a:gd name="connsiteY3" fmla="*/ 2510023 h 2581510"/>
                <a:gd name="connsiteX4" fmla="*/ 526465 w 2603500"/>
                <a:gd name="connsiteY4" fmla="*/ 2471922 h 2581510"/>
                <a:gd name="connsiteX5" fmla="*/ 513765 w 2603500"/>
                <a:gd name="connsiteY5" fmla="*/ 1697222 h 2581510"/>
                <a:gd name="connsiteX6" fmla="*/ 456615 w 2603500"/>
                <a:gd name="connsiteY6" fmla="*/ 1087622 h 2581510"/>
                <a:gd name="connsiteX7" fmla="*/ 533400 w 2603500"/>
                <a:gd name="connsiteY7" fmla="*/ 533400 h 2581510"/>
                <a:gd name="connsiteX8" fmla="*/ 0 w 2603500"/>
                <a:gd name="connsiteY8" fmla="*/ 215900 h 2581510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02691"/>
                <a:gd name="connsiteX1" fmla="*/ 1308100 w 2628900"/>
                <a:gd name="connsiteY1" fmla="*/ 0 h 2502691"/>
                <a:gd name="connsiteX2" fmla="*/ 2628900 w 2628900"/>
                <a:gd name="connsiteY2" fmla="*/ 1314450 h 2502691"/>
                <a:gd name="connsiteX3" fmla="*/ 998905 w 2628900"/>
                <a:gd name="connsiteY3" fmla="*/ 2433823 h 2502691"/>
                <a:gd name="connsiteX4" fmla="*/ 526465 w 2628900"/>
                <a:gd name="connsiteY4" fmla="*/ 2471922 h 2502691"/>
                <a:gd name="connsiteX5" fmla="*/ 513765 w 2628900"/>
                <a:gd name="connsiteY5" fmla="*/ 1697222 h 2502691"/>
                <a:gd name="connsiteX6" fmla="*/ 456615 w 2628900"/>
                <a:gd name="connsiteY6" fmla="*/ 1087622 h 2502691"/>
                <a:gd name="connsiteX7" fmla="*/ 533400 w 2628900"/>
                <a:gd name="connsiteY7" fmla="*/ 533400 h 2502691"/>
                <a:gd name="connsiteX8" fmla="*/ 0 w 2628900"/>
                <a:gd name="connsiteY8" fmla="*/ 215900 h 2502691"/>
                <a:gd name="connsiteX0" fmla="*/ 0 w 2628900"/>
                <a:gd name="connsiteY0" fmla="*/ 215900 h 2483951"/>
                <a:gd name="connsiteX1" fmla="*/ 1308100 w 2628900"/>
                <a:gd name="connsiteY1" fmla="*/ 0 h 2483951"/>
                <a:gd name="connsiteX2" fmla="*/ 2628900 w 2628900"/>
                <a:gd name="connsiteY2" fmla="*/ 1314450 h 2483951"/>
                <a:gd name="connsiteX3" fmla="*/ 998905 w 2628900"/>
                <a:gd name="connsiteY3" fmla="*/ 2433823 h 2483951"/>
                <a:gd name="connsiteX4" fmla="*/ 526465 w 2628900"/>
                <a:gd name="connsiteY4" fmla="*/ 2441442 h 2483951"/>
                <a:gd name="connsiteX5" fmla="*/ 513765 w 2628900"/>
                <a:gd name="connsiteY5" fmla="*/ 1697222 h 2483951"/>
                <a:gd name="connsiteX6" fmla="*/ 456615 w 2628900"/>
                <a:gd name="connsiteY6" fmla="*/ 1087622 h 2483951"/>
                <a:gd name="connsiteX7" fmla="*/ 533400 w 2628900"/>
                <a:gd name="connsiteY7" fmla="*/ 533400 h 2483951"/>
                <a:gd name="connsiteX8" fmla="*/ 0 w 2628900"/>
                <a:gd name="connsiteY8" fmla="*/ 215900 h 2483951"/>
                <a:gd name="connsiteX0" fmla="*/ 0 w 2628900"/>
                <a:gd name="connsiteY0" fmla="*/ 215900 h 2483951"/>
                <a:gd name="connsiteX1" fmla="*/ 1308100 w 2628900"/>
                <a:gd name="connsiteY1" fmla="*/ 0 h 2483951"/>
                <a:gd name="connsiteX2" fmla="*/ 2628900 w 2628900"/>
                <a:gd name="connsiteY2" fmla="*/ 1314450 h 2483951"/>
                <a:gd name="connsiteX3" fmla="*/ 998905 w 2628900"/>
                <a:gd name="connsiteY3" fmla="*/ 2433823 h 2483951"/>
                <a:gd name="connsiteX4" fmla="*/ 526465 w 2628900"/>
                <a:gd name="connsiteY4" fmla="*/ 2441442 h 2483951"/>
                <a:gd name="connsiteX5" fmla="*/ 468045 w 2628900"/>
                <a:gd name="connsiteY5" fmla="*/ 1834382 h 2483951"/>
                <a:gd name="connsiteX6" fmla="*/ 456615 w 2628900"/>
                <a:gd name="connsiteY6" fmla="*/ 1087622 h 2483951"/>
                <a:gd name="connsiteX7" fmla="*/ 533400 w 2628900"/>
                <a:gd name="connsiteY7" fmla="*/ 533400 h 2483951"/>
                <a:gd name="connsiteX8" fmla="*/ 0 w 2628900"/>
                <a:gd name="connsiteY8" fmla="*/ 215900 h 2483951"/>
                <a:gd name="connsiteX0" fmla="*/ 0 w 2628900"/>
                <a:gd name="connsiteY0" fmla="*/ 215900 h 2483951"/>
                <a:gd name="connsiteX1" fmla="*/ 1308100 w 2628900"/>
                <a:gd name="connsiteY1" fmla="*/ 0 h 2483951"/>
                <a:gd name="connsiteX2" fmla="*/ 2628900 w 2628900"/>
                <a:gd name="connsiteY2" fmla="*/ 1314450 h 2483951"/>
                <a:gd name="connsiteX3" fmla="*/ 998905 w 2628900"/>
                <a:gd name="connsiteY3" fmla="*/ 2433823 h 2483951"/>
                <a:gd name="connsiteX4" fmla="*/ 526465 w 2628900"/>
                <a:gd name="connsiteY4" fmla="*/ 2441442 h 2483951"/>
                <a:gd name="connsiteX5" fmla="*/ 468045 w 2628900"/>
                <a:gd name="connsiteY5" fmla="*/ 1834382 h 2483951"/>
                <a:gd name="connsiteX6" fmla="*/ 456615 w 2628900"/>
                <a:gd name="connsiteY6" fmla="*/ 1087622 h 2483951"/>
                <a:gd name="connsiteX7" fmla="*/ 533400 w 2628900"/>
                <a:gd name="connsiteY7" fmla="*/ 533400 h 2483951"/>
                <a:gd name="connsiteX8" fmla="*/ 0 w 2628900"/>
                <a:gd name="connsiteY8" fmla="*/ 215900 h 2483951"/>
                <a:gd name="connsiteX0" fmla="*/ 62555 w 2363795"/>
                <a:gd name="connsiteY0" fmla="*/ 71120 h 2483951"/>
                <a:gd name="connsiteX1" fmla="*/ 1042995 w 2363795"/>
                <a:gd name="connsiteY1" fmla="*/ 0 h 2483951"/>
                <a:gd name="connsiteX2" fmla="*/ 2363795 w 2363795"/>
                <a:gd name="connsiteY2" fmla="*/ 1314450 h 2483951"/>
                <a:gd name="connsiteX3" fmla="*/ 733800 w 2363795"/>
                <a:gd name="connsiteY3" fmla="*/ 2433823 h 2483951"/>
                <a:gd name="connsiteX4" fmla="*/ 261360 w 2363795"/>
                <a:gd name="connsiteY4" fmla="*/ 2441442 h 2483951"/>
                <a:gd name="connsiteX5" fmla="*/ 202940 w 2363795"/>
                <a:gd name="connsiteY5" fmla="*/ 1834382 h 2483951"/>
                <a:gd name="connsiteX6" fmla="*/ 191510 w 2363795"/>
                <a:gd name="connsiteY6" fmla="*/ 1087622 h 2483951"/>
                <a:gd name="connsiteX7" fmla="*/ 268295 w 2363795"/>
                <a:gd name="connsiteY7" fmla="*/ 533400 h 2483951"/>
                <a:gd name="connsiteX8" fmla="*/ 62555 w 2363795"/>
                <a:gd name="connsiteY8" fmla="*/ 71120 h 2483951"/>
                <a:gd name="connsiteX0" fmla="*/ 62555 w 2363795"/>
                <a:gd name="connsiteY0" fmla="*/ 71120 h 2483951"/>
                <a:gd name="connsiteX1" fmla="*/ 1042995 w 2363795"/>
                <a:gd name="connsiteY1" fmla="*/ 0 h 2483951"/>
                <a:gd name="connsiteX2" fmla="*/ 2363795 w 2363795"/>
                <a:gd name="connsiteY2" fmla="*/ 1314450 h 2483951"/>
                <a:gd name="connsiteX3" fmla="*/ 733800 w 2363795"/>
                <a:gd name="connsiteY3" fmla="*/ 2433823 h 2483951"/>
                <a:gd name="connsiteX4" fmla="*/ 261360 w 2363795"/>
                <a:gd name="connsiteY4" fmla="*/ 2441442 h 2483951"/>
                <a:gd name="connsiteX5" fmla="*/ 202940 w 2363795"/>
                <a:gd name="connsiteY5" fmla="*/ 1834382 h 2483951"/>
                <a:gd name="connsiteX6" fmla="*/ 191510 w 2363795"/>
                <a:gd name="connsiteY6" fmla="*/ 1087622 h 2483951"/>
                <a:gd name="connsiteX7" fmla="*/ 352115 w 2363795"/>
                <a:gd name="connsiteY7" fmla="*/ 251460 h 2483951"/>
                <a:gd name="connsiteX8" fmla="*/ 62555 w 2363795"/>
                <a:gd name="connsiteY8" fmla="*/ 71120 h 248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3795" h="2483951">
                  <a:moveTo>
                    <a:pt x="62555" y="71120"/>
                  </a:moveTo>
                  <a:lnTo>
                    <a:pt x="1042995" y="0"/>
                  </a:lnTo>
                  <a:cubicBezTo>
                    <a:pt x="1233495" y="785283"/>
                    <a:pt x="1931995" y="954617"/>
                    <a:pt x="2363795" y="1314450"/>
                  </a:cubicBezTo>
                  <a:cubicBezTo>
                    <a:pt x="2292789" y="1595204"/>
                    <a:pt x="1078817" y="2571406"/>
                    <a:pt x="733800" y="2433823"/>
                  </a:cubicBezTo>
                  <a:cubicBezTo>
                    <a:pt x="499811" y="2498677"/>
                    <a:pt x="349104" y="2499946"/>
                    <a:pt x="261360" y="2441442"/>
                  </a:cubicBezTo>
                  <a:cubicBezTo>
                    <a:pt x="125893" y="2430859"/>
                    <a:pt x="-218586" y="2404695"/>
                    <a:pt x="202940" y="1834382"/>
                  </a:cubicBezTo>
                  <a:cubicBezTo>
                    <a:pt x="213523" y="1596257"/>
                    <a:pt x="188238" y="1281592"/>
                    <a:pt x="191510" y="1087622"/>
                  </a:cubicBezTo>
                  <a:cubicBezTo>
                    <a:pt x="194782" y="893652"/>
                    <a:pt x="450442" y="389339"/>
                    <a:pt x="352115" y="251460"/>
                  </a:cubicBezTo>
                  <a:lnTo>
                    <a:pt x="62555" y="7112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Rectangle 74">
              <a:extLst>
                <a:ext uri="{FF2B5EF4-FFF2-40B4-BE49-F238E27FC236}">
                  <a16:creationId xmlns:a16="http://schemas.microsoft.com/office/drawing/2014/main" id="{0ECB6B14-4EC4-52A7-7CE7-8CC9E65D9345}"/>
                </a:ext>
              </a:extLst>
            </p:cNvPr>
            <p:cNvSpPr/>
            <p:nvPr/>
          </p:nvSpPr>
          <p:spPr>
            <a:xfrm>
              <a:off x="2793131" y="4909368"/>
              <a:ext cx="1032490" cy="174210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238125 w 914400"/>
                <a:gd name="connsiteY0" fmla="*/ 0 h 1276350"/>
                <a:gd name="connsiteX1" fmla="*/ 914400 w 914400"/>
                <a:gd name="connsiteY1" fmla="*/ 361950 h 1276350"/>
                <a:gd name="connsiteX2" fmla="*/ 914400 w 914400"/>
                <a:gd name="connsiteY2" fmla="*/ 1276350 h 1276350"/>
                <a:gd name="connsiteX3" fmla="*/ 0 w 914400"/>
                <a:gd name="connsiteY3" fmla="*/ 1276350 h 1276350"/>
                <a:gd name="connsiteX4" fmla="*/ 238125 w 914400"/>
                <a:gd name="connsiteY4" fmla="*/ 0 h 1276350"/>
                <a:gd name="connsiteX0" fmla="*/ 291842 w 968117"/>
                <a:gd name="connsiteY0" fmla="*/ 0 h 1276350"/>
                <a:gd name="connsiteX1" fmla="*/ 968117 w 968117"/>
                <a:gd name="connsiteY1" fmla="*/ 361950 h 1276350"/>
                <a:gd name="connsiteX2" fmla="*/ 968117 w 968117"/>
                <a:gd name="connsiteY2" fmla="*/ 1276350 h 1276350"/>
                <a:gd name="connsiteX3" fmla="*/ 53717 w 968117"/>
                <a:gd name="connsiteY3" fmla="*/ 1276350 h 1276350"/>
                <a:gd name="connsiteX4" fmla="*/ 12567 w 968117"/>
                <a:gd name="connsiteY4" fmla="*/ 391455 h 1276350"/>
                <a:gd name="connsiteX5" fmla="*/ 291842 w 968117"/>
                <a:gd name="connsiteY5" fmla="*/ 0 h 1276350"/>
                <a:gd name="connsiteX0" fmla="*/ 308893 w 985168"/>
                <a:gd name="connsiteY0" fmla="*/ 0 h 1276350"/>
                <a:gd name="connsiteX1" fmla="*/ 985168 w 985168"/>
                <a:gd name="connsiteY1" fmla="*/ 361950 h 1276350"/>
                <a:gd name="connsiteX2" fmla="*/ 985168 w 985168"/>
                <a:gd name="connsiteY2" fmla="*/ 1276350 h 1276350"/>
                <a:gd name="connsiteX3" fmla="*/ 70768 w 985168"/>
                <a:gd name="connsiteY3" fmla="*/ 1276350 h 1276350"/>
                <a:gd name="connsiteX4" fmla="*/ 69839 w 985168"/>
                <a:gd name="connsiteY4" fmla="*/ 483172 h 1276350"/>
                <a:gd name="connsiteX5" fmla="*/ 29618 w 985168"/>
                <a:gd name="connsiteY5" fmla="*/ 391455 h 1276350"/>
                <a:gd name="connsiteX6" fmla="*/ 308893 w 985168"/>
                <a:gd name="connsiteY6" fmla="*/ 0 h 1276350"/>
                <a:gd name="connsiteX0" fmla="*/ 358026 w 1034301"/>
                <a:gd name="connsiteY0" fmla="*/ 0 h 1276350"/>
                <a:gd name="connsiteX1" fmla="*/ 1034301 w 1034301"/>
                <a:gd name="connsiteY1" fmla="*/ 361950 h 1276350"/>
                <a:gd name="connsiteX2" fmla="*/ 1034301 w 1034301"/>
                <a:gd name="connsiteY2" fmla="*/ 1276350 h 1276350"/>
                <a:gd name="connsiteX3" fmla="*/ 119901 w 1034301"/>
                <a:gd name="connsiteY3" fmla="*/ 1276350 h 1276350"/>
                <a:gd name="connsiteX4" fmla="*/ 4672 w 1034301"/>
                <a:gd name="connsiteY4" fmla="*/ 730822 h 1276350"/>
                <a:gd name="connsiteX5" fmla="*/ 118972 w 1034301"/>
                <a:gd name="connsiteY5" fmla="*/ 483172 h 1276350"/>
                <a:gd name="connsiteX6" fmla="*/ 78751 w 1034301"/>
                <a:gd name="connsiteY6" fmla="*/ 391455 h 1276350"/>
                <a:gd name="connsiteX7" fmla="*/ 358026 w 1034301"/>
                <a:gd name="connsiteY7" fmla="*/ 0 h 1276350"/>
                <a:gd name="connsiteX0" fmla="*/ 356601 w 1032876"/>
                <a:gd name="connsiteY0" fmla="*/ 0 h 1276350"/>
                <a:gd name="connsiteX1" fmla="*/ 1032876 w 1032876"/>
                <a:gd name="connsiteY1" fmla="*/ 361950 h 1276350"/>
                <a:gd name="connsiteX2" fmla="*/ 1032876 w 1032876"/>
                <a:gd name="connsiteY2" fmla="*/ 1276350 h 1276350"/>
                <a:gd name="connsiteX3" fmla="*/ 118476 w 1032876"/>
                <a:gd name="connsiteY3" fmla="*/ 1276350 h 1276350"/>
                <a:gd name="connsiteX4" fmla="*/ 79448 w 1032876"/>
                <a:gd name="connsiteY4" fmla="*/ 811785 h 1276350"/>
                <a:gd name="connsiteX5" fmla="*/ 3247 w 1032876"/>
                <a:gd name="connsiteY5" fmla="*/ 730822 h 1276350"/>
                <a:gd name="connsiteX6" fmla="*/ 117547 w 1032876"/>
                <a:gd name="connsiteY6" fmla="*/ 483172 h 1276350"/>
                <a:gd name="connsiteX7" fmla="*/ 77326 w 1032876"/>
                <a:gd name="connsiteY7" fmla="*/ 391455 h 1276350"/>
                <a:gd name="connsiteX8" fmla="*/ 356601 w 1032876"/>
                <a:gd name="connsiteY8" fmla="*/ 0 h 1276350"/>
                <a:gd name="connsiteX0" fmla="*/ 356215 w 1032490"/>
                <a:gd name="connsiteY0" fmla="*/ 0 h 1276350"/>
                <a:gd name="connsiteX1" fmla="*/ 1032490 w 1032490"/>
                <a:gd name="connsiteY1" fmla="*/ 361950 h 1276350"/>
                <a:gd name="connsiteX2" fmla="*/ 1032490 w 1032490"/>
                <a:gd name="connsiteY2" fmla="*/ 1276350 h 1276350"/>
                <a:gd name="connsiteX3" fmla="*/ 118090 w 1032490"/>
                <a:gd name="connsiteY3" fmla="*/ 1276350 h 1276350"/>
                <a:gd name="connsiteX4" fmla="*/ 83823 w 1032490"/>
                <a:gd name="connsiteY4" fmla="*/ 1078485 h 1276350"/>
                <a:gd name="connsiteX5" fmla="*/ 79062 w 1032490"/>
                <a:gd name="connsiteY5" fmla="*/ 811785 h 1276350"/>
                <a:gd name="connsiteX6" fmla="*/ 2861 w 1032490"/>
                <a:gd name="connsiteY6" fmla="*/ 730822 h 1276350"/>
                <a:gd name="connsiteX7" fmla="*/ 117161 w 1032490"/>
                <a:gd name="connsiteY7" fmla="*/ 483172 h 1276350"/>
                <a:gd name="connsiteX8" fmla="*/ 76940 w 1032490"/>
                <a:gd name="connsiteY8" fmla="*/ 391455 h 1276350"/>
                <a:gd name="connsiteX9" fmla="*/ 356215 w 1032490"/>
                <a:gd name="connsiteY9" fmla="*/ 0 h 1276350"/>
                <a:gd name="connsiteX0" fmla="*/ 356215 w 1032490"/>
                <a:gd name="connsiteY0" fmla="*/ 0 h 1276350"/>
                <a:gd name="connsiteX1" fmla="*/ 1032490 w 1032490"/>
                <a:gd name="connsiteY1" fmla="*/ 361950 h 1276350"/>
                <a:gd name="connsiteX2" fmla="*/ 1032490 w 1032490"/>
                <a:gd name="connsiteY2" fmla="*/ 1276350 h 1276350"/>
                <a:gd name="connsiteX3" fmla="*/ 194290 w 1032490"/>
                <a:gd name="connsiteY3" fmla="*/ 1076325 h 1276350"/>
                <a:gd name="connsiteX4" fmla="*/ 83823 w 1032490"/>
                <a:gd name="connsiteY4" fmla="*/ 1078485 h 1276350"/>
                <a:gd name="connsiteX5" fmla="*/ 79062 w 1032490"/>
                <a:gd name="connsiteY5" fmla="*/ 811785 h 1276350"/>
                <a:gd name="connsiteX6" fmla="*/ 2861 w 1032490"/>
                <a:gd name="connsiteY6" fmla="*/ 730822 h 1276350"/>
                <a:gd name="connsiteX7" fmla="*/ 117161 w 1032490"/>
                <a:gd name="connsiteY7" fmla="*/ 483172 h 1276350"/>
                <a:gd name="connsiteX8" fmla="*/ 76940 w 1032490"/>
                <a:gd name="connsiteY8" fmla="*/ 391455 h 1276350"/>
                <a:gd name="connsiteX9" fmla="*/ 356215 w 1032490"/>
                <a:gd name="connsiteY9" fmla="*/ 0 h 1276350"/>
                <a:gd name="connsiteX0" fmla="*/ 356215 w 1032490"/>
                <a:gd name="connsiteY0" fmla="*/ 0 h 1334194"/>
                <a:gd name="connsiteX1" fmla="*/ 1032490 w 1032490"/>
                <a:gd name="connsiteY1" fmla="*/ 361950 h 1334194"/>
                <a:gd name="connsiteX2" fmla="*/ 1032490 w 1032490"/>
                <a:gd name="connsiteY2" fmla="*/ 1276350 h 1334194"/>
                <a:gd name="connsiteX3" fmla="*/ 226698 w 1032490"/>
                <a:gd name="connsiteY3" fmla="*/ 1321372 h 1334194"/>
                <a:gd name="connsiteX4" fmla="*/ 194290 w 1032490"/>
                <a:gd name="connsiteY4" fmla="*/ 1076325 h 1334194"/>
                <a:gd name="connsiteX5" fmla="*/ 83823 w 1032490"/>
                <a:gd name="connsiteY5" fmla="*/ 1078485 h 1334194"/>
                <a:gd name="connsiteX6" fmla="*/ 79062 w 1032490"/>
                <a:gd name="connsiteY6" fmla="*/ 811785 h 1334194"/>
                <a:gd name="connsiteX7" fmla="*/ 2861 w 1032490"/>
                <a:gd name="connsiteY7" fmla="*/ 730822 h 1334194"/>
                <a:gd name="connsiteX8" fmla="*/ 117161 w 1032490"/>
                <a:gd name="connsiteY8" fmla="*/ 483172 h 1334194"/>
                <a:gd name="connsiteX9" fmla="*/ 76940 w 1032490"/>
                <a:gd name="connsiteY9" fmla="*/ 391455 h 1334194"/>
                <a:gd name="connsiteX10" fmla="*/ 356215 w 1032490"/>
                <a:gd name="connsiteY10" fmla="*/ 0 h 1334194"/>
                <a:gd name="connsiteX0" fmla="*/ 356215 w 1032490"/>
                <a:gd name="connsiteY0" fmla="*/ 0 h 1356584"/>
                <a:gd name="connsiteX1" fmla="*/ 1032490 w 1032490"/>
                <a:gd name="connsiteY1" fmla="*/ 361950 h 1356584"/>
                <a:gd name="connsiteX2" fmla="*/ 1032490 w 1032490"/>
                <a:gd name="connsiteY2" fmla="*/ 1276350 h 1356584"/>
                <a:gd name="connsiteX3" fmla="*/ 331473 w 1032490"/>
                <a:gd name="connsiteY3" fmla="*/ 1311847 h 1356584"/>
                <a:gd name="connsiteX4" fmla="*/ 226698 w 1032490"/>
                <a:gd name="connsiteY4" fmla="*/ 1321372 h 1356584"/>
                <a:gd name="connsiteX5" fmla="*/ 194290 w 1032490"/>
                <a:gd name="connsiteY5" fmla="*/ 1076325 h 1356584"/>
                <a:gd name="connsiteX6" fmla="*/ 83823 w 1032490"/>
                <a:gd name="connsiteY6" fmla="*/ 1078485 h 1356584"/>
                <a:gd name="connsiteX7" fmla="*/ 79062 w 1032490"/>
                <a:gd name="connsiteY7" fmla="*/ 811785 h 1356584"/>
                <a:gd name="connsiteX8" fmla="*/ 2861 w 1032490"/>
                <a:gd name="connsiteY8" fmla="*/ 730822 h 1356584"/>
                <a:gd name="connsiteX9" fmla="*/ 117161 w 1032490"/>
                <a:gd name="connsiteY9" fmla="*/ 483172 h 1356584"/>
                <a:gd name="connsiteX10" fmla="*/ 76940 w 1032490"/>
                <a:gd name="connsiteY10" fmla="*/ 391455 h 1356584"/>
                <a:gd name="connsiteX11" fmla="*/ 356215 w 1032490"/>
                <a:gd name="connsiteY11" fmla="*/ 0 h 1356584"/>
                <a:gd name="connsiteX0" fmla="*/ 356215 w 1032490"/>
                <a:gd name="connsiteY0" fmla="*/ 0 h 1607208"/>
                <a:gd name="connsiteX1" fmla="*/ 1032490 w 1032490"/>
                <a:gd name="connsiteY1" fmla="*/ 361950 h 1607208"/>
                <a:gd name="connsiteX2" fmla="*/ 1032490 w 1032490"/>
                <a:gd name="connsiteY2" fmla="*/ 1276350 h 1607208"/>
                <a:gd name="connsiteX3" fmla="*/ 431486 w 1032490"/>
                <a:gd name="connsiteY3" fmla="*/ 1607122 h 1607208"/>
                <a:gd name="connsiteX4" fmla="*/ 331473 w 1032490"/>
                <a:gd name="connsiteY4" fmla="*/ 1311847 h 1607208"/>
                <a:gd name="connsiteX5" fmla="*/ 226698 w 1032490"/>
                <a:gd name="connsiteY5" fmla="*/ 1321372 h 1607208"/>
                <a:gd name="connsiteX6" fmla="*/ 194290 w 1032490"/>
                <a:gd name="connsiteY6" fmla="*/ 1076325 h 1607208"/>
                <a:gd name="connsiteX7" fmla="*/ 83823 w 1032490"/>
                <a:gd name="connsiteY7" fmla="*/ 1078485 h 1607208"/>
                <a:gd name="connsiteX8" fmla="*/ 79062 w 1032490"/>
                <a:gd name="connsiteY8" fmla="*/ 811785 h 1607208"/>
                <a:gd name="connsiteX9" fmla="*/ 2861 w 1032490"/>
                <a:gd name="connsiteY9" fmla="*/ 730822 h 1607208"/>
                <a:gd name="connsiteX10" fmla="*/ 117161 w 1032490"/>
                <a:gd name="connsiteY10" fmla="*/ 483172 h 1607208"/>
                <a:gd name="connsiteX11" fmla="*/ 76940 w 1032490"/>
                <a:gd name="connsiteY11" fmla="*/ 391455 h 1607208"/>
                <a:gd name="connsiteX12" fmla="*/ 356215 w 1032490"/>
                <a:gd name="connsiteY12" fmla="*/ 0 h 1607208"/>
                <a:gd name="connsiteX0" fmla="*/ 356215 w 1032490"/>
                <a:gd name="connsiteY0" fmla="*/ 0 h 1628727"/>
                <a:gd name="connsiteX1" fmla="*/ 1032490 w 1032490"/>
                <a:gd name="connsiteY1" fmla="*/ 361950 h 1628727"/>
                <a:gd name="connsiteX2" fmla="*/ 1032490 w 1032490"/>
                <a:gd name="connsiteY2" fmla="*/ 1276350 h 1628727"/>
                <a:gd name="connsiteX3" fmla="*/ 526736 w 1032490"/>
                <a:gd name="connsiteY3" fmla="*/ 1564260 h 1628727"/>
                <a:gd name="connsiteX4" fmla="*/ 431486 w 1032490"/>
                <a:gd name="connsiteY4" fmla="*/ 1607122 h 1628727"/>
                <a:gd name="connsiteX5" fmla="*/ 331473 w 1032490"/>
                <a:gd name="connsiteY5" fmla="*/ 1311847 h 1628727"/>
                <a:gd name="connsiteX6" fmla="*/ 226698 w 1032490"/>
                <a:gd name="connsiteY6" fmla="*/ 1321372 h 1628727"/>
                <a:gd name="connsiteX7" fmla="*/ 194290 w 1032490"/>
                <a:gd name="connsiteY7" fmla="*/ 1076325 h 1628727"/>
                <a:gd name="connsiteX8" fmla="*/ 83823 w 1032490"/>
                <a:gd name="connsiteY8" fmla="*/ 1078485 h 1628727"/>
                <a:gd name="connsiteX9" fmla="*/ 79062 w 1032490"/>
                <a:gd name="connsiteY9" fmla="*/ 811785 h 1628727"/>
                <a:gd name="connsiteX10" fmla="*/ 2861 w 1032490"/>
                <a:gd name="connsiteY10" fmla="*/ 730822 h 1628727"/>
                <a:gd name="connsiteX11" fmla="*/ 117161 w 1032490"/>
                <a:gd name="connsiteY11" fmla="*/ 483172 h 1628727"/>
                <a:gd name="connsiteX12" fmla="*/ 76940 w 1032490"/>
                <a:gd name="connsiteY12" fmla="*/ 391455 h 1628727"/>
                <a:gd name="connsiteX13" fmla="*/ 356215 w 1032490"/>
                <a:gd name="connsiteY13" fmla="*/ 0 h 1628727"/>
                <a:gd name="connsiteX0" fmla="*/ 356215 w 1032490"/>
                <a:gd name="connsiteY0" fmla="*/ 0 h 1756068"/>
                <a:gd name="connsiteX1" fmla="*/ 1032490 w 1032490"/>
                <a:gd name="connsiteY1" fmla="*/ 361950 h 1756068"/>
                <a:gd name="connsiteX2" fmla="*/ 1032490 w 1032490"/>
                <a:gd name="connsiteY2" fmla="*/ 1276350 h 1756068"/>
                <a:gd name="connsiteX3" fmla="*/ 645798 w 1032490"/>
                <a:gd name="connsiteY3" fmla="*/ 1749997 h 1756068"/>
                <a:gd name="connsiteX4" fmla="*/ 526736 w 1032490"/>
                <a:gd name="connsiteY4" fmla="*/ 1564260 h 1756068"/>
                <a:gd name="connsiteX5" fmla="*/ 431486 w 1032490"/>
                <a:gd name="connsiteY5" fmla="*/ 1607122 h 1756068"/>
                <a:gd name="connsiteX6" fmla="*/ 331473 w 1032490"/>
                <a:gd name="connsiteY6" fmla="*/ 1311847 h 1756068"/>
                <a:gd name="connsiteX7" fmla="*/ 226698 w 1032490"/>
                <a:gd name="connsiteY7" fmla="*/ 1321372 h 1756068"/>
                <a:gd name="connsiteX8" fmla="*/ 194290 w 1032490"/>
                <a:gd name="connsiteY8" fmla="*/ 1076325 h 1756068"/>
                <a:gd name="connsiteX9" fmla="*/ 83823 w 1032490"/>
                <a:gd name="connsiteY9" fmla="*/ 1078485 h 1756068"/>
                <a:gd name="connsiteX10" fmla="*/ 79062 w 1032490"/>
                <a:gd name="connsiteY10" fmla="*/ 811785 h 1756068"/>
                <a:gd name="connsiteX11" fmla="*/ 2861 w 1032490"/>
                <a:gd name="connsiteY11" fmla="*/ 730822 h 1756068"/>
                <a:gd name="connsiteX12" fmla="*/ 117161 w 1032490"/>
                <a:gd name="connsiteY12" fmla="*/ 483172 h 1756068"/>
                <a:gd name="connsiteX13" fmla="*/ 76940 w 1032490"/>
                <a:gd name="connsiteY13" fmla="*/ 391455 h 1756068"/>
                <a:gd name="connsiteX14" fmla="*/ 356215 w 1032490"/>
                <a:gd name="connsiteY14" fmla="*/ 0 h 1756068"/>
                <a:gd name="connsiteX0" fmla="*/ 356215 w 1032490"/>
                <a:gd name="connsiteY0" fmla="*/ 0 h 1742103"/>
                <a:gd name="connsiteX1" fmla="*/ 1032490 w 1032490"/>
                <a:gd name="connsiteY1" fmla="*/ 361950 h 1742103"/>
                <a:gd name="connsiteX2" fmla="*/ 1032490 w 1032490"/>
                <a:gd name="connsiteY2" fmla="*/ 1276350 h 1742103"/>
                <a:gd name="connsiteX3" fmla="*/ 655323 w 1032490"/>
                <a:gd name="connsiteY3" fmla="*/ 1735710 h 1742103"/>
                <a:gd name="connsiteX4" fmla="*/ 526736 w 1032490"/>
                <a:gd name="connsiteY4" fmla="*/ 1564260 h 1742103"/>
                <a:gd name="connsiteX5" fmla="*/ 431486 w 1032490"/>
                <a:gd name="connsiteY5" fmla="*/ 1607122 h 1742103"/>
                <a:gd name="connsiteX6" fmla="*/ 331473 w 1032490"/>
                <a:gd name="connsiteY6" fmla="*/ 1311847 h 1742103"/>
                <a:gd name="connsiteX7" fmla="*/ 226698 w 1032490"/>
                <a:gd name="connsiteY7" fmla="*/ 1321372 h 1742103"/>
                <a:gd name="connsiteX8" fmla="*/ 194290 w 1032490"/>
                <a:gd name="connsiteY8" fmla="*/ 1076325 h 1742103"/>
                <a:gd name="connsiteX9" fmla="*/ 83823 w 1032490"/>
                <a:gd name="connsiteY9" fmla="*/ 1078485 h 1742103"/>
                <a:gd name="connsiteX10" fmla="*/ 79062 w 1032490"/>
                <a:gd name="connsiteY10" fmla="*/ 811785 h 1742103"/>
                <a:gd name="connsiteX11" fmla="*/ 2861 w 1032490"/>
                <a:gd name="connsiteY11" fmla="*/ 730822 h 1742103"/>
                <a:gd name="connsiteX12" fmla="*/ 117161 w 1032490"/>
                <a:gd name="connsiteY12" fmla="*/ 483172 h 1742103"/>
                <a:gd name="connsiteX13" fmla="*/ 76940 w 1032490"/>
                <a:gd name="connsiteY13" fmla="*/ 391455 h 1742103"/>
                <a:gd name="connsiteX14" fmla="*/ 356215 w 1032490"/>
                <a:gd name="connsiteY14" fmla="*/ 0 h 174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2490" h="1742103">
                  <a:moveTo>
                    <a:pt x="356215" y="0"/>
                  </a:moveTo>
                  <a:lnTo>
                    <a:pt x="1032490" y="361950"/>
                  </a:lnTo>
                  <a:lnTo>
                    <a:pt x="1032490" y="1276350"/>
                  </a:lnTo>
                  <a:cubicBezTo>
                    <a:pt x="980741" y="1464829"/>
                    <a:pt x="739615" y="1687725"/>
                    <a:pt x="655323" y="1735710"/>
                  </a:cubicBezTo>
                  <a:cubicBezTo>
                    <a:pt x="571031" y="1783695"/>
                    <a:pt x="575155" y="1545210"/>
                    <a:pt x="526736" y="1564260"/>
                  </a:cubicBezTo>
                  <a:cubicBezTo>
                    <a:pt x="478317" y="1583310"/>
                    <a:pt x="460855" y="1653159"/>
                    <a:pt x="431486" y="1607122"/>
                  </a:cubicBezTo>
                  <a:cubicBezTo>
                    <a:pt x="402117" y="1561085"/>
                    <a:pt x="381479" y="1315022"/>
                    <a:pt x="331473" y="1311847"/>
                  </a:cubicBezTo>
                  <a:cubicBezTo>
                    <a:pt x="281467" y="1308672"/>
                    <a:pt x="251943" y="1363801"/>
                    <a:pt x="226698" y="1321372"/>
                  </a:cubicBezTo>
                  <a:lnTo>
                    <a:pt x="194290" y="1076325"/>
                  </a:lnTo>
                  <a:cubicBezTo>
                    <a:pt x="29035" y="1039379"/>
                    <a:pt x="90328" y="1155912"/>
                    <a:pt x="83823" y="1078485"/>
                  </a:cubicBezTo>
                  <a:cubicBezTo>
                    <a:pt x="77318" y="1001058"/>
                    <a:pt x="85412" y="865760"/>
                    <a:pt x="79062" y="811785"/>
                  </a:cubicBezTo>
                  <a:cubicBezTo>
                    <a:pt x="72712" y="757810"/>
                    <a:pt x="-16983" y="801466"/>
                    <a:pt x="2861" y="730822"/>
                  </a:cubicBezTo>
                  <a:cubicBezTo>
                    <a:pt x="22705" y="660178"/>
                    <a:pt x="120690" y="530208"/>
                    <a:pt x="117161" y="483172"/>
                  </a:cubicBezTo>
                  <a:cubicBezTo>
                    <a:pt x="113632" y="436136"/>
                    <a:pt x="27573" y="475159"/>
                    <a:pt x="76940" y="391455"/>
                  </a:cubicBezTo>
                  <a:lnTo>
                    <a:pt x="356215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ectangle 4">
              <a:extLst>
                <a:ext uri="{FF2B5EF4-FFF2-40B4-BE49-F238E27FC236}">
                  <a16:creationId xmlns:a16="http://schemas.microsoft.com/office/drawing/2014/main" id="{0F09D578-6DD6-99F4-A057-5377563D4D22}"/>
                </a:ext>
              </a:extLst>
            </p:cNvPr>
            <p:cNvSpPr/>
            <p:nvPr/>
          </p:nvSpPr>
          <p:spPr>
            <a:xfrm>
              <a:off x="3118839" y="4790693"/>
              <a:ext cx="2635517" cy="2542034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308100"/>
                <a:gd name="connsiteY0" fmla="*/ 215900 h 1130300"/>
                <a:gd name="connsiteX1" fmla="*/ 1308100 w 1308100"/>
                <a:gd name="connsiteY1" fmla="*/ 0 h 1130300"/>
                <a:gd name="connsiteX2" fmla="*/ 914400 w 1308100"/>
                <a:gd name="connsiteY2" fmla="*/ 1130300 h 1130300"/>
                <a:gd name="connsiteX3" fmla="*/ 0 w 1308100"/>
                <a:gd name="connsiteY3" fmla="*/ 1130300 h 1130300"/>
                <a:gd name="connsiteX4" fmla="*/ 0 w 1308100"/>
                <a:gd name="connsiteY4" fmla="*/ 215900 h 1130300"/>
                <a:gd name="connsiteX0" fmla="*/ 0 w 2603500"/>
                <a:gd name="connsiteY0" fmla="*/ 215900 h 1346200"/>
                <a:gd name="connsiteX1" fmla="*/ 1308100 w 2603500"/>
                <a:gd name="connsiteY1" fmla="*/ 0 h 1346200"/>
                <a:gd name="connsiteX2" fmla="*/ 2603500 w 2603500"/>
                <a:gd name="connsiteY2" fmla="*/ 1346200 h 1346200"/>
                <a:gd name="connsiteX3" fmla="*/ 0 w 2603500"/>
                <a:gd name="connsiteY3" fmla="*/ 1130300 h 1346200"/>
                <a:gd name="connsiteX4" fmla="*/ 0 w 2603500"/>
                <a:gd name="connsiteY4" fmla="*/ 215900 h 1346200"/>
                <a:gd name="connsiteX0" fmla="*/ 0 w 2603500"/>
                <a:gd name="connsiteY0" fmla="*/ 215900 h 1707096"/>
                <a:gd name="connsiteX1" fmla="*/ 1308100 w 2603500"/>
                <a:gd name="connsiteY1" fmla="*/ 0 h 1707096"/>
                <a:gd name="connsiteX2" fmla="*/ 2603500 w 2603500"/>
                <a:gd name="connsiteY2" fmla="*/ 1346200 h 1707096"/>
                <a:gd name="connsiteX3" fmla="*/ 0 w 2603500"/>
                <a:gd name="connsiteY3" fmla="*/ 1130300 h 1707096"/>
                <a:gd name="connsiteX4" fmla="*/ 0 w 2603500"/>
                <a:gd name="connsiteY4" fmla="*/ 215900 h 1707096"/>
                <a:gd name="connsiteX0" fmla="*/ 0 w 2605995"/>
                <a:gd name="connsiteY0" fmla="*/ 215900 h 2511050"/>
                <a:gd name="connsiteX1" fmla="*/ 1308100 w 2605995"/>
                <a:gd name="connsiteY1" fmla="*/ 0 h 2511050"/>
                <a:gd name="connsiteX2" fmla="*/ 2603500 w 2605995"/>
                <a:gd name="connsiteY2" fmla="*/ 1346200 h 2511050"/>
                <a:gd name="connsiteX3" fmla="*/ 869365 w 2605995"/>
                <a:gd name="connsiteY3" fmla="*/ 2510023 h 2511050"/>
                <a:gd name="connsiteX4" fmla="*/ 0 w 2605995"/>
                <a:gd name="connsiteY4" fmla="*/ 1130300 h 2511050"/>
                <a:gd name="connsiteX5" fmla="*/ 0 w 2605995"/>
                <a:gd name="connsiteY5" fmla="*/ 215900 h 2511050"/>
                <a:gd name="connsiteX0" fmla="*/ 0 w 2606040"/>
                <a:gd name="connsiteY0" fmla="*/ 215900 h 2514097"/>
                <a:gd name="connsiteX1" fmla="*/ 1308100 w 2606040"/>
                <a:gd name="connsiteY1" fmla="*/ 0 h 2514097"/>
                <a:gd name="connsiteX2" fmla="*/ 2603500 w 2606040"/>
                <a:gd name="connsiteY2" fmla="*/ 1346200 h 2514097"/>
                <a:gd name="connsiteX3" fmla="*/ 869365 w 2606040"/>
                <a:gd name="connsiteY3" fmla="*/ 2510023 h 2514097"/>
                <a:gd name="connsiteX4" fmla="*/ 0 w 2606040"/>
                <a:gd name="connsiteY4" fmla="*/ 1130300 h 2514097"/>
                <a:gd name="connsiteX5" fmla="*/ 0 w 2606040"/>
                <a:gd name="connsiteY5" fmla="*/ 215900 h 2514097"/>
                <a:gd name="connsiteX0" fmla="*/ 0 w 2605849"/>
                <a:gd name="connsiteY0" fmla="*/ 215900 h 2522710"/>
                <a:gd name="connsiteX1" fmla="*/ 1308100 w 2605849"/>
                <a:gd name="connsiteY1" fmla="*/ 0 h 2522710"/>
                <a:gd name="connsiteX2" fmla="*/ 2603500 w 2605849"/>
                <a:gd name="connsiteY2" fmla="*/ 1346200 h 2522710"/>
                <a:gd name="connsiteX3" fmla="*/ 869365 w 2605849"/>
                <a:gd name="connsiteY3" fmla="*/ 2510023 h 2522710"/>
                <a:gd name="connsiteX4" fmla="*/ 0 w 2605849"/>
                <a:gd name="connsiteY4" fmla="*/ 1130300 h 2522710"/>
                <a:gd name="connsiteX5" fmla="*/ 0 w 2605849"/>
                <a:gd name="connsiteY5" fmla="*/ 215900 h 2522710"/>
                <a:gd name="connsiteX0" fmla="*/ 0 w 2603500"/>
                <a:gd name="connsiteY0" fmla="*/ 215900 h 2522710"/>
                <a:gd name="connsiteX1" fmla="*/ 1308100 w 2603500"/>
                <a:gd name="connsiteY1" fmla="*/ 0 h 2522710"/>
                <a:gd name="connsiteX2" fmla="*/ 2603500 w 2603500"/>
                <a:gd name="connsiteY2" fmla="*/ 1346200 h 2522710"/>
                <a:gd name="connsiteX3" fmla="*/ 869365 w 2603500"/>
                <a:gd name="connsiteY3" fmla="*/ 2510023 h 2522710"/>
                <a:gd name="connsiteX4" fmla="*/ 0 w 2603500"/>
                <a:gd name="connsiteY4" fmla="*/ 1130300 h 2522710"/>
                <a:gd name="connsiteX5" fmla="*/ 0 w 2603500"/>
                <a:gd name="connsiteY5" fmla="*/ 215900 h 2522710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0 w 2603500"/>
                <a:gd name="connsiteY5" fmla="*/ 1130300 h 2634863"/>
                <a:gd name="connsiteX6" fmla="*/ 0 w 2603500"/>
                <a:gd name="connsiteY6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0 w 2603500"/>
                <a:gd name="connsiteY6" fmla="*/ 11303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581510"/>
                <a:gd name="connsiteX1" fmla="*/ 1308100 w 2603500"/>
                <a:gd name="connsiteY1" fmla="*/ 0 h 2581510"/>
                <a:gd name="connsiteX2" fmla="*/ 2603500 w 2603500"/>
                <a:gd name="connsiteY2" fmla="*/ 1346200 h 2581510"/>
                <a:gd name="connsiteX3" fmla="*/ 869365 w 2603500"/>
                <a:gd name="connsiteY3" fmla="*/ 2510023 h 2581510"/>
                <a:gd name="connsiteX4" fmla="*/ 526465 w 2603500"/>
                <a:gd name="connsiteY4" fmla="*/ 2471922 h 2581510"/>
                <a:gd name="connsiteX5" fmla="*/ 513765 w 2603500"/>
                <a:gd name="connsiteY5" fmla="*/ 1697222 h 2581510"/>
                <a:gd name="connsiteX6" fmla="*/ 456615 w 2603500"/>
                <a:gd name="connsiteY6" fmla="*/ 1087622 h 2581510"/>
                <a:gd name="connsiteX7" fmla="*/ 533400 w 2603500"/>
                <a:gd name="connsiteY7" fmla="*/ 533400 h 2581510"/>
                <a:gd name="connsiteX8" fmla="*/ 0 w 2603500"/>
                <a:gd name="connsiteY8" fmla="*/ 215900 h 2581510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35517"/>
                <a:gd name="connsiteY0" fmla="*/ 215900 h 2542034"/>
                <a:gd name="connsiteX1" fmla="*/ 1308100 w 2635517"/>
                <a:gd name="connsiteY1" fmla="*/ 0 h 2542034"/>
                <a:gd name="connsiteX2" fmla="*/ 2628900 w 2635517"/>
                <a:gd name="connsiteY2" fmla="*/ 1314450 h 2542034"/>
                <a:gd name="connsiteX3" fmla="*/ 869365 w 2635517"/>
                <a:gd name="connsiteY3" fmla="*/ 2510023 h 2542034"/>
                <a:gd name="connsiteX4" fmla="*/ 526465 w 2635517"/>
                <a:gd name="connsiteY4" fmla="*/ 2471922 h 2542034"/>
                <a:gd name="connsiteX5" fmla="*/ 513765 w 2635517"/>
                <a:gd name="connsiteY5" fmla="*/ 1697222 h 2542034"/>
                <a:gd name="connsiteX6" fmla="*/ 456615 w 2635517"/>
                <a:gd name="connsiteY6" fmla="*/ 1087622 h 2542034"/>
                <a:gd name="connsiteX7" fmla="*/ 533400 w 2635517"/>
                <a:gd name="connsiteY7" fmla="*/ 533400 h 2542034"/>
                <a:gd name="connsiteX8" fmla="*/ 0 w 2635517"/>
                <a:gd name="connsiteY8" fmla="*/ 215900 h 2542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5517" h="2542034">
                  <a:moveTo>
                    <a:pt x="0" y="215900"/>
                  </a:moveTo>
                  <a:lnTo>
                    <a:pt x="1308100" y="0"/>
                  </a:lnTo>
                  <a:cubicBezTo>
                    <a:pt x="1498600" y="785283"/>
                    <a:pt x="2197100" y="954617"/>
                    <a:pt x="2628900" y="1314450"/>
                  </a:cubicBezTo>
                  <a:cubicBezTo>
                    <a:pt x="2748394" y="1855554"/>
                    <a:pt x="1214382" y="2647606"/>
                    <a:pt x="869365" y="2510023"/>
                  </a:cubicBezTo>
                  <a:cubicBezTo>
                    <a:pt x="635376" y="2574877"/>
                    <a:pt x="614209" y="2530426"/>
                    <a:pt x="526465" y="2471922"/>
                  </a:cubicBezTo>
                  <a:cubicBezTo>
                    <a:pt x="390998" y="2461339"/>
                    <a:pt x="61759" y="2358975"/>
                    <a:pt x="513765" y="1697222"/>
                  </a:cubicBezTo>
                  <a:cubicBezTo>
                    <a:pt x="524348" y="1459097"/>
                    <a:pt x="453343" y="1281592"/>
                    <a:pt x="456615" y="1087622"/>
                  </a:cubicBezTo>
                  <a:cubicBezTo>
                    <a:pt x="459887" y="893652"/>
                    <a:pt x="631727" y="671279"/>
                    <a:pt x="533400" y="533400"/>
                  </a:cubicBezTo>
                  <a:lnTo>
                    <a:pt x="0" y="21590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3ADC8528-7811-2731-9EF9-37E29BC0F4F7}"/>
                </a:ext>
              </a:extLst>
            </p:cNvPr>
            <p:cNvGrpSpPr/>
            <p:nvPr/>
          </p:nvGrpSpPr>
          <p:grpSpPr>
            <a:xfrm>
              <a:off x="4711189" y="596268"/>
              <a:ext cx="1772144" cy="2285742"/>
              <a:chOff x="5968085" y="623453"/>
              <a:chExt cx="1772144" cy="2285742"/>
            </a:xfrm>
            <a:grpFill/>
          </p:grpSpPr>
          <p:sp>
            <p:nvSpPr>
              <p:cNvPr id="347" name="Rectangle 35">
                <a:extLst>
                  <a:ext uri="{FF2B5EF4-FFF2-40B4-BE49-F238E27FC236}">
                    <a16:creationId xmlns:a16="http://schemas.microsoft.com/office/drawing/2014/main" id="{5C571B5E-E33F-5A36-06F1-A68B6745C7AC}"/>
                  </a:ext>
                </a:extLst>
              </p:cNvPr>
              <p:cNvSpPr/>
              <p:nvPr/>
            </p:nvSpPr>
            <p:spPr>
              <a:xfrm>
                <a:off x="5968085" y="1029599"/>
                <a:ext cx="1506778" cy="1879596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914400"/>
                  <a:gd name="connsiteY0" fmla="*/ 0 h 1407886"/>
                  <a:gd name="connsiteX1" fmla="*/ 914400 w 914400"/>
                  <a:gd name="connsiteY1" fmla="*/ 0 h 1407886"/>
                  <a:gd name="connsiteX2" fmla="*/ 914400 w 914400"/>
                  <a:gd name="connsiteY2" fmla="*/ 914400 h 1407886"/>
                  <a:gd name="connsiteX3" fmla="*/ 174172 w 914400"/>
                  <a:gd name="connsiteY3" fmla="*/ 1407886 h 1407886"/>
                  <a:gd name="connsiteX4" fmla="*/ 0 w 914400"/>
                  <a:gd name="connsiteY4" fmla="*/ 0 h 1407886"/>
                  <a:gd name="connsiteX0" fmla="*/ 0 w 914400"/>
                  <a:gd name="connsiteY0" fmla="*/ 508000 h 1915886"/>
                  <a:gd name="connsiteX1" fmla="*/ 725715 w 914400"/>
                  <a:gd name="connsiteY1" fmla="*/ 0 h 1915886"/>
                  <a:gd name="connsiteX2" fmla="*/ 914400 w 914400"/>
                  <a:gd name="connsiteY2" fmla="*/ 1422400 h 1915886"/>
                  <a:gd name="connsiteX3" fmla="*/ 174172 w 914400"/>
                  <a:gd name="connsiteY3" fmla="*/ 1915886 h 1915886"/>
                  <a:gd name="connsiteX4" fmla="*/ 0 w 914400"/>
                  <a:gd name="connsiteY4" fmla="*/ 508000 h 1915886"/>
                  <a:gd name="connsiteX0" fmla="*/ 0 w 725715"/>
                  <a:gd name="connsiteY0" fmla="*/ 508000 h 1915886"/>
                  <a:gd name="connsiteX1" fmla="*/ 725715 w 725715"/>
                  <a:gd name="connsiteY1" fmla="*/ 0 h 1915886"/>
                  <a:gd name="connsiteX2" fmla="*/ 174172 w 725715"/>
                  <a:gd name="connsiteY2" fmla="*/ 1915886 h 1915886"/>
                  <a:gd name="connsiteX3" fmla="*/ 0 w 725715"/>
                  <a:gd name="connsiteY3" fmla="*/ 508000 h 1915886"/>
                  <a:gd name="connsiteX0" fmla="*/ 0 w 916446"/>
                  <a:gd name="connsiteY0" fmla="*/ 508000 h 1915886"/>
                  <a:gd name="connsiteX1" fmla="*/ 725715 w 916446"/>
                  <a:gd name="connsiteY1" fmla="*/ 0 h 1915886"/>
                  <a:gd name="connsiteX2" fmla="*/ 174172 w 916446"/>
                  <a:gd name="connsiteY2" fmla="*/ 1915886 h 1915886"/>
                  <a:gd name="connsiteX3" fmla="*/ 0 w 916446"/>
                  <a:gd name="connsiteY3" fmla="*/ 508000 h 1915886"/>
                  <a:gd name="connsiteX0" fmla="*/ 0 w 1059677"/>
                  <a:gd name="connsiteY0" fmla="*/ 508000 h 1915886"/>
                  <a:gd name="connsiteX1" fmla="*/ 725715 w 1059677"/>
                  <a:gd name="connsiteY1" fmla="*/ 0 h 1915886"/>
                  <a:gd name="connsiteX2" fmla="*/ 174172 w 1059677"/>
                  <a:gd name="connsiteY2" fmla="*/ 1915886 h 1915886"/>
                  <a:gd name="connsiteX3" fmla="*/ 0 w 10596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623545 h 2031431"/>
                  <a:gd name="connsiteX1" fmla="*/ 1132115 w 1466077"/>
                  <a:gd name="connsiteY1" fmla="*/ 115545 h 2031431"/>
                  <a:gd name="connsiteX2" fmla="*/ 580572 w 1466077"/>
                  <a:gd name="connsiteY2" fmla="*/ 2031431 h 2031431"/>
                  <a:gd name="connsiteX3" fmla="*/ 0 w 1466077"/>
                  <a:gd name="connsiteY3" fmla="*/ 623545 h 2031431"/>
                  <a:gd name="connsiteX0" fmla="*/ 0 w 1466077"/>
                  <a:gd name="connsiteY0" fmla="*/ 539840 h 1947726"/>
                  <a:gd name="connsiteX1" fmla="*/ 1132115 w 1466077"/>
                  <a:gd name="connsiteY1" fmla="*/ 31840 h 1947726"/>
                  <a:gd name="connsiteX2" fmla="*/ 580572 w 1466077"/>
                  <a:gd name="connsiteY2" fmla="*/ 1947726 h 1947726"/>
                  <a:gd name="connsiteX3" fmla="*/ 0 w 1466077"/>
                  <a:gd name="connsiteY3" fmla="*/ 539840 h 1947726"/>
                  <a:gd name="connsiteX0" fmla="*/ 0 w 1654315"/>
                  <a:gd name="connsiteY0" fmla="*/ 451913 h 1859799"/>
                  <a:gd name="connsiteX1" fmla="*/ 1462315 w 1654315"/>
                  <a:gd name="connsiteY1" fmla="*/ 64021 h 1859799"/>
                  <a:gd name="connsiteX2" fmla="*/ 580572 w 1654315"/>
                  <a:gd name="connsiteY2" fmla="*/ 1859799 h 1859799"/>
                  <a:gd name="connsiteX3" fmla="*/ 0 w 1654315"/>
                  <a:gd name="connsiteY3" fmla="*/ 451913 h 1859799"/>
                  <a:gd name="connsiteX0" fmla="*/ 0 w 1654315"/>
                  <a:gd name="connsiteY0" fmla="*/ 526471 h 1934357"/>
                  <a:gd name="connsiteX1" fmla="*/ 1462315 w 1654315"/>
                  <a:gd name="connsiteY1" fmla="*/ 138579 h 1934357"/>
                  <a:gd name="connsiteX2" fmla="*/ 580572 w 1654315"/>
                  <a:gd name="connsiteY2" fmla="*/ 1934357 h 1934357"/>
                  <a:gd name="connsiteX3" fmla="*/ 0 w 1654315"/>
                  <a:gd name="connsiteY3" fmla="*/ 526471 h 1934357"/>
                  <a:gd name="connsiteX0" fmla="*/ 0 w 1564210"/>
                  <a:gd name="connsiteY0" fmla="*/ 526471 h 1934357"/>
                  <a:gd name="connsiteX1" fmla="*/ 1462315 w 1564210"/>
                  <a:gd name="connsiteY1" fmla="*/ 138579 h 1934357"/>
                  <a:gd name="connsiteX2" fmla="*/ 580572 w 1564210"/>
                  <a:gd name="connsiteY2" fmla="*/ 1934357 h 1934357"/>
                  <a:gd name="connsiteX3" fmla="*/ 0 w 1564210"/>
                  <a:gd name="connsiteY3" fmla="*/ 526471 h 1934357"/>
                  <a:gd name="connsiteX0" fmla="*/ 0 w 1552560"/>
                  <a:gd name="connsiteY0" fmla="*/ 526471 h 1871143"/>
                  <a:gd name="connsiteX1" fmla="*/ 1462315 w 1552560"/>
                  <a:gd name="connsiteY1" fmla="*/ 138579 h 1871143"/>
                  <a:gd name="connsiteX2" fmla="*/ 548822 w 1552560"/>
                  <a:gd name="connsiteY2" fmla="*/ 1871143 h 1871143"/>
                  <a:gd name="connsiteX3" fmla="*/ 0 w 1552560"/>
                  <a:gd name="connsiteY3" fmla="*/ 526471 h 1871143"/>
                  <a:gd name="connsiteX0" fmla="*/ 0 w 1506778"/>
                  <a:gd name="connsiteY0" fmla="*/ 526471 h 1871143"/>
                  <a:gd name="connsiteX1" fmla="*/ 1462315 w 1506778"/>
                  <a:gd name="connsiteY1" fmla="*/ 138579 h 1871143"/>
                  <a:gd name="connsiteX2" fmla="*/ 548822 w 1506778"/>
                  <a:gd name="connsiteY2" fmla="*/ 1871143 h 1871143"/>
                  <a:gd name="connsiteX3" fmla="*/ 0 w 1506778"/>
                  <a:gd name="connsiteY3" fmla="*/ 526471 h 1871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6778" h="1871143">
                    <a:moveTo>
                      <a:pt x="0" y="526471"/>
                    </a:moveTo>
                    <a:cubicBezTo>
                      <a:pt x="333829" y="-78290"/>
                      <a:pt x="1263650" y="-93181"/>
                      <a:pt x="1462315" y="138579"/>
                    </a:cubicBezTo>
                    <a:cubicBezTo>
                      <a:pt x="1489832" y="319322"/>
                      <a:pt x="1759555" y="1145678"/>
                      <a:pt x="548822" y="1871143"/>
                    </a:cubicBezTo>
                    <a:lnTo>
                      <a:pt x="0" y="526471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39D86410-3AE2-6B57-FE97-C9AAFFDDD272}"/>
                  </a:ext>
                </a:extLst>
              </p:cNvPr>
              <p:cNvGrpSpPr/>
              <p:nvPr/>
            </p:nvGrpSpPr>
            <p:grpSpPr>
              <a:xfrm>
                <a:off x="6274152" y="623453"/>
                <a:ext cx="1466077" cy="2022249"/>
                <a:chOff x="6274152" y="623453"/>
                <a:chExt cx="1466077" cy="2022249"/>
              </a:xfrm>
              <a:grpFill/>
            </p:grpSpPr>
            <p:sp>
              <p:nvSpPr>
                <p:cNvPr id="349" name="Rectangle 35">
                  <a:extLst>
                    <a:ext uri="{FF2B5EF4-FFF2-40B4-BE49-F238E27FC236}">
                      <a16:creationId xmlns:a16="http://schemas.microsoft.com/office/drawing/2014/main" id="{A2F53AFC-AAE5-199F-833D-D65277901A42}"/>
                    </a:ext>
                  </a:extLst>
                </p:cNvPr>
                <p:cNvSpPr/>
                <p:nvPr/>
              </p:nvSpPr>
              <p:spPr>
                <a:xfrm>
                  <a:off x="6274152" y="623453"/>
                  <a:ext cx="1466077" cy="2022249"/>
                </a:xfrm>
                <a:custGeom>
                  <a:avLst/>
                  <a:gdLst>
                    <a:gd name="connsiteX0" fmla="*/ 0 w 914400"/>
                    <a:gd name="connsiteY0" fmla="*/ 0 h 914400"/>
                    <a:gd name="connsiteX1" fmla="*/ 914400 w 914400"/>
                    <a:gd name="connsiteY1" fmla="*/ 0 h 914400"/>
                    <a:gd name="connsiteX2" fmla="*/ 914400 w 914400"/>
                    <a:gd name="connsiteY2" fmla="*/ 914400 h 914400"/>
                    <a:gd name="connsiteX3" fmla="*/ 0 w 914400"/>
                    <a:gd name="connsiteY3" fmla="*/ 914400 h 914400"/>
                    <a:gd name="connsiteX4" fmla="*/ 0 w 914400"/>
                    <a:gd name="connsiteY4" fmla="*/ 0 h 914400"/>
                    <a:gd name="connsiteX0" fmla="*/ 0 w 914400"/>
                    <a:gd name="connsiteY0" fmla="*/ 0 h 1407886"/>
                    <a:gd name="connsiteX1" fmla="*/ 914400 w 914400"/>
                    <a:gd name="connsiteY1" fmla="*/ 0 h 1407886"/>
                    <a:gd name="connsiteX2" fmla="*/ 914400 w 914400"/>
                    <a:gd name="connsiteY2" fmla="*/ 914400 h 1407886"/>
                    <a:gd name="connsiteX3" fmla="*/ 174172 w 914400"/>
                    <a:gd name="connsiteY3" fmla="*/ 1407886 h 1407886"/>
                    <a:gd name="connsiteX4" fmla="*/ 0 w 914400"/>
                    <a:gd name="connsiteY4" fmla="*/ 0 h 1407886"/>
                    <a:gd name="connsiteX0" fmla="*/ 0 w 914400"/>
                    <a:gd name="connsiteY0" fmla="*/ 508000 h 1915886"/>
                    <a:gd name="connsiteX1" fmla="*/ 725715 w 914400"/>
                    <a:gd name="connsiteY1" fmla="*/ 0 h 1915886"/>
                    <a:gd name="connsiteX2" fmla="*/ 914400 w 914400"/>
                    <a:gd name="connsiteY2" fmla="*/ 1422400 h 1915886"/>
                    <a:gd name="connsiteX3" fmla="*/ 174172 w 914400"/>
                    <a:gd name="connsiteY3" fmla="*/ 1915886 h 1915886"/>
                    <a:gd name="connsiteX4" fmla="*/ 0 w 914400"/>
                    <a:gd name="connsiteY4" fmla="*/ 508000 h 1915886"/>
                    <a:gd name="connsiteX0" fmla="*/ 0 w 725715"/>
                    <a:gd name="connsiteY0" fmla="*/ 508000 h 1915886"/>
                    <a:gd name="connsiteX1" fmla="*/ 725715 w 725715"/>
                    <a:gd name="connsiteY1" fmla="*/ 0 h 1915886"/>
                    <a:gd name="connsiteX2" fmla="*/ 174172 w 725715"/>
                    <a:gd name="connsiteY2" fmla="*/ 1915886 h 1915886"/>
                    <a:gd name="connsiteX3" fmla="*/ 0 w 725715"/>
                    <a:gd name="connsiteY3" fmla="*/ 508000 h 1915886"/>
                    <a:gd name="connsiteX0" fmla="*/ 0 w 916446"/>
                    <a:gd name="connsiteY0" fmla="*/ 508000 h 1915886"/>
                    <a:gd name="connsiteX1" fmla="*/ 725715 w 916446"/>
                    <a:gd name="connsiteY1" fmla="*/ 0 h 1915886"/>
                    <a:gd name="connsiteX2" fmla="*/ 174172 w 916446"/>
                    <a:gd name="connsiteY2" fmla="*/ 1915886 h 1915886"/>
                    <a:gd name="connsiteX3" fmla="*/ 0 w 916446"/>
                    <a:gd name="connsiteY3" fmla="*/ 508000 h 1915886"/>
                    <a:gd name="connsiteX0" fmla="*/ 0 w 1059677"/>
                    <a:gd name="connsiteY0" fmla="*/ 508000 h 1915886"/>
                    <a:gd name="connsiteX1" fmla="*/ 725715 w 1059677"/>
                    <a:gd name="connsiteY1" fmla="*/ 0 h 1915886"/>
                    <a:gd name="connsiteX2" fmla="*/ 174172 w 1059677"/>
                    <a:gd name="connsiteY2" fmla="*/ 1915886 h 1915886"/>
                    <a:gd name="connsiteX3" fmla="*/ 0 w 10596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623545 h 2031431"/>
                    <a:gd name="connsiteX1" fmla="*/ 1132115 w 1466077"/>
                    <a:gd name="connsiteY1" fmla="*/ 115545 h 2031431"/>
                    <a:gd name="connsiteX2" fmla="*/ 580572 w 1466077"/>
                    <a:gd name="connsiteY2" fmla="*/ 2031431 h 2031431"/>
                    <a:gd name="connsiteX3" fmla="*/ 0 w 1466077"/>
                    <a:gd name="connsiteY3" fmla="*/ 623545 h 2031431"/>
                    <a:gd name="connsiteX0" fmla="*/ 0 w 1466077"/>
                    <a:gd name="connsiteY0" fmla="*/ 539840 h 1947726"/>
                    <a:gd name="connsiteX1" fmla="*/ 1132115 w 1466077"/>
                    <a:gd name="connsiteY1" fmla="*/ 31840 h 1947726"/>
                    <a:gd name="connsiteX2" fmla="*/ 580572 w 1466077"/>
                    <a:gd name="connsiteY2" fmla="*/ 1947726 h 1947726"/>
                    <a:gd name="connsiteX3" fmla="*/ 0 w 1466077"/>
                    <a:gd name="connsiteY3" fmla="*/ 539840 h 1947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6077" h="1947726">
                      <a:moveTo>
                        <a:pt x="0" y="539840"/>
                      </a:moveTo>
                      <a:cubicBezTo>
                        <a:pt x="333829" y="-64921"/>
                        <a:pt x="1016000" y="-29241"/>
                        <a:pt x="1132115" y="31840"/>
                      </a:cubicBezTo>
                      <a:cubicBezTo>
                        <a:pt x="1369182" y="60869"/>
                        <a:pt x="1969105" y="1076868"/>
                        <a:pt x="580572" y="1947726"/>
                      </a:cubicBezTo>
                      <a:lnTo>
                        <a:pt x="0" y="539840"/>
                      </a:lnTo>
                      <a:close/>
                    </a:path>
                  </a:pathLst>
                </a:custGeom>
                <a:grp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1B3D611F-B287-5A71-9C25-BD00B118AAF2}"/>
                    </a:ext>
                  </a:extLst>
                </p:cNvPr>
                <p:cNvSpPr/>
                <p:nvPr/>
              </p:nvSpPr>
              <p:spPr>
                <a:xfrm>
                  <a:off x="6299381" y="1016852"/>
                  <a:ext cx="1185462" cy="1616104"/>
                </a:xfrm>
                <a:custGeom>
                  <a:avLst/>
                  <a:gdLst>
                    <a:gd name="connsiteX0" fmla="*/ 679031 w 1185462"/>
                    <a:gd name="connsiteY0" fmla="*/ 5 h 1616104"/>
                    <a:gd name="connsiteX1" fmla="*/ 1140999 w 1185462"/>
                    <a:gd name="connsiteY1" fmla="*/ 139206 h 1616104"/>
                    <a:gd name="connsiteX2" fmla="*/ 763757 w 1185462"/>
                    <a:gd name="connsiteY2" fmla="*/ 1463934 h 1616104"/>
                    <a:gd name="connsiteX3" fmla="*/ 703320 w 1185462"/>
                    <a:gd name="connsiteY3" fmla="*/ 1520637 h 1616104"/>
                    <a:gd name="connsiteX4" fmla="*/ 689744 w 1185462"/>
                    <a:gd name="connsiteY4" fmla="*/ 1530932 h 1616104"/>
                    <a:gd name="connsiteX5" fmla="*/ 565323 w 1185462"/>
                    <a:gd name="connsiteY5" fmla="*/ 1616104 h 1616104"/>
                    <a:gd name="connsiteX6" fmla="*/ 0 w 1185462"/>
                    <a:gd name="connsiteY6" fmla="*/ 192743 h 1616104"/>
                    <a:gd name="connsiteX7" fmla="*/ 20068 w 1185462"/>
                    <a:gd name="connsiteY7" fmla="*/ 178944 h 1616104"/>
                    <a:gd name="connsiteX8" fmla="*/ 679031 w 1185462"/>
                    <a:gd name="connsiteY8" fmla="*/ 5 h 1616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462" h="1616104">
                      <a:moveTo>
                        <a:pt x="679031" y="5"/>
                      </a:moveTo>
                      <a:cubicBezTo>
                        <a:pt x="889181" y="-557"/>
                        <a:pt x="1066500" y="51903"/>
                        <a:pt x="1140999" y="139206"/>
                      </a:cubicBezTo>
                      <a:cubicBezTo>
                        <a:pt x="1163357" y="286724"/>
                        <a:pt x="1345608" y="862372"/>
                        <a:pt x="763757" y="1463934"/>
                      </a:cubicBezTo>
                      <a:lnTo>
                        <a:pt x="703320" y="1520637"/>
                      </a:lnTo>
                      <a:lnTo>
                        <a:pt x="689744" y="1530932"/>
                      </a:lnTo>
                      <a:cubicBezTo>
                        <a:pt x="650164" y="1559446"/>
                        <a:pt x="608715" y="1587849"/>
                        <a:pt x="565323" y="1616104"/>
                      </a:cubicBezTo>
                      <a:lnTo>
                        <a:pt x="0" y="192743"/>
                      </a:lnTo>
                      <a:lnTo>
                        <a:pt x="20068" y="178944"/>
                      </a:lnTo>
                      <a:cubicBezTo>
                        <a:pt x="225897" y="54153"/>
                        <a:pt x="468880" y="568"/>
                        <a:pt x="679031" y="5"/>
                      </a:cubicBezTo>
                      <a:close/>
                    </a:path>
                  </a:pathLst>
                </a:custGeom>
                <a:grp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15C27ADF-7FBB-BF66-184E-5498D5D390CF}"/>
                    </a:ext>
                  </a:extLst>
                </p:cNvPr>
                <p:cNvSpPr/>
                <p:nvPr/>
              </p:nvSpPr>
              <p:spPr>
                <a:xfrm>
                  <a:off x="6274152" y="637704"/>
                  <a:ext cx="1133350" cy="1863506"/>
                </a:xfrm>
                <a:custGeom>
                  <a:avLst/>
                  <a:gdLst>
                    <a:gd name="connsiteX0" fmla="*/ 953181 w 1133350"/>
                    <a:gd name="connsiteY0" fmla="*/ 417 h 1863506"/>
                    <a:gd name="connsiteX1" fmla="*/ 1132115 w 1133350"/>
                    <a:gd name="connsiteY1" fmla="*/ 33058 h 1863506"/>
                    <a:gd name="connsiteX2" fmla="*/ 1133350 w 1133350"/>
                    <a:gd name="connsiteY2" fmla="*/ 33504 h 1863506"/>
                    <a:gd name="connsiteX3" fmla="*/ 1053934 w 1133350"/>
                    <a:gd name="connsiteY3" fmla="*/ 102468 h 1863506"/>
                    <a:gd name="connsiteX4" fmla="*/ 755298 w 1133350"/>
                    <a:gd name="connsiteY4" fmla="*/ 576697 h 1863506"/>
                    <a:gd name="connsiteX5" fmla="*/ 837849 w 1133350"/>
                    <a:gd name="connsiteY5" fmla="*/ 760847 h 1863506"/>
                    <a:gd name="connsiteX6" fmla="*/ 869599 w 1133350"/>
                    <a:gd name="connsiteY6" fmla="*/ 964047 h 1863506"/>
                    <a:gd name="connsiteX7" fmla="*/ 875949 w 1133350"/>
                    <a:gd name="connsiteY7" fmla="*/ 1167247 h 1863506"/>
                    <a:gd name="connsiteX8" fmla="*/ 584822 w 1133350"/>
                    <a:gd name="connsiteY8" fmla="*/ 1773925 h 1863506"/>
                    <a:gd name="connsiteX9" fmla="*/ 517523 w 1133350"/>
                    <a:gd name="connsiteY9" fmla="*/ 1863506 h 1863506"/>
                    <a:gd name="connsiteX10" fmla="*/ 0 w 1133350"/>
                    <a:gd name="connsiteY10" fmla="*/ 560495 h 1863506"/>
                    <a:gd name="connsiteX11" fmla="*/ 953181 w 1133350"/>
                    <a:gd name="connsiteY11" fmla="*/ 417 h 1863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33350" h="1863506">
                      <a:moveTo>
                        <a:pt x="953181" y="417"/>
                      </a:moveTo>
                      <a:cubicBezTo>
                        <a:pt x="1038679" y="2997"/>
                        <a:pt x="1103086" y="17204"/>
                        <a:pt x="1132115" y="33058"/>
                      </a:cubicBezTo>
                      <a:lnTo>
                        <a:pt x="1133350" y="33504"/>
                      </a:lnTo>
                      <a:lnTo>
                        <a:pt x="1053934" y="102468"/>
                      </a:lnTo>
                      <a:cubicBezTo>
                        <a:pt x="928345" y="215000"/>
                        <a:pt x="774578" y="376745"/>
                        <a:pt x="755298" y="576697"/>
                      </a:cubicBezTo>
                      <a:cubicBezTo>
                        <a:pt x="869139" y="659102"/>
                        <a:pt x="856899" y="680414"/>
                        <a:pt x="837849" y="760847"/>
                      </a:cubicBezTo>
                      <a:cubicBezTo>
                        <a:pt x="818799" y="841280"/>
                        <a:pt x="887591" y="881497"/>
                        <a:pt x="869599" y="964047"/>
                      </a:cubicBezTo>
                      <a:cubicBezTo>
                        <a:pt x="851607" y="1046597"/>
                        <a:pt x="928407" y="1039044"/>
                        <a:pt x="875949" y="1167247"/>
                      </a:cubicBezTo>
                      <a:cubicBezTo>
                        <a:pt x="979825" y="1308751"/>
                        <a:pt x="744372" y="1571699"/>
                        <a:pt x="584822" y="1773925"/>
                      </a:cubicBezTo>
                      <a:lnTo>
                        <a:pt x="517523" y="1863506"/>
                      </a:lnTo>
                      <a:lnTo>
                        <a:pt x="0" y="560495"/>
                      </a:lnTo>
                      <a:cubicBezTo>
                        <a:pt x="250372" y="89570"/>
                        <a:pt x="696686" y="-7323"/>
                        <a:pt x="953181" y="417"/>
                      </a:cubicBezTo>
                      <a:close/>
                    </a:path>
                  </a:pathLst>
                </a:custGeom>
                <a:grp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4CF0DC24-9EC9-803D-5FFA-CEFD70B979B3}"/>
                </a:ext>
              </a:extLst>
            </p:cNvPr>
            <p:cNvGrpSpPr/>
            <p:nvPr/>
          </p:nvGrpSpPr>
          <p:grpSpPr>
            <a:xfrm flipH="1">
              <a:off x="1193876" y="381704"/>
              <a:ext cx="1772144" cy="2285742"/>
              <a:chOff x="5968085" y="623453"/>
              <a:chExt cx="1772144" cy="2285742"/>
            </a:xfrm>
            <a:grpFill/>
          </p:grpSpPr>
          <p:sp>
            <p:nvSpPr>
              <p:cNvPr id="342" name="Rectangle 35">
                <a:extLst>
                  <a:ext uri="{FF2B5EF4-FFF2-40B4-BE49-F238E27FC236}">
                    <a16:creationId xmlns:a16="http://schemas.microsoft.com/office/drawing/2014/main" id="{126939FF-49D2-7419-D776-D5BB42EE0116}"/>
                  </a:ext>
                </a:extLst>
              </p:cNvPr>
              <p:cNvSpPr/>
              <p:nvPr/>
            </p:nvSpPr>
            <p:spPr>
              <a:xfrm>
                <a:off x="5968085" y="1029599"/>
                <a:ext cx="1506778" cy="1879596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914400"/>
                  <a:gd name="connsiteY0" fmla="*/ 0 h 1407886"/>
                  <a:gd name="connsiteX1" fmla="*/ 914400 w 914400"/>
                  <a:gd name="connsiteY1" fmla="*/ 0 h 1407886"/>
                  <a:gd name="connsiteX2" fmla="*/ 914400 w 914400"/>
                  <a:gd name="connsiteY2" fmla="*/ 914400 h 1407886"/>
                  <a:gd name="connsiteX3" fmla="*/ 174172 w 914400"/>
                  <a:gd name="connsiteY3" fmla="*/ 1407886 h 1407886"/>
                  <a:gd name="connsiteX4" fmla="*/ 0 w 914400"/>
                  <a:gd name="connsiteY4" fmla="*/ 0 h 1407886"/>
                  <a:gd name="connsiteX0" fmla="*/ 0 w 914400"/>
                  <a:gd name="connsiteY0" fmla="*/ 508000 h 1915886"/>
                  <a:gd name="connsiteX1" fmla="*/ 725715 w 914400"/>
                  <a:gd name="connsiteY1" fmla="*/ 0 h 1915886"/>
                  <a:gd name="connsiteX2" fmla="*/ 914400 w 914400"/>
                  <a:gd name="connsiteY2" fmla="*/ 1422400 h 1915886"/>
                  <a:gd name="connsiteX3" fmla="*/ 174172 w 914400"/>
                  <a:gd name="connsiteY3" fmla="*/ 1915886 h 1915886"/>
                  <a:gd name="connsiteX4" fmla="*/ 0 w 914400"/>
                  <a:gd name="connsiteY4" fmla="*/ 508000 h 1915886"/>
                  <a:gd name="connsiteX0" fmla="*/ 0 w 725715"/>
                  <a:gd name="connsiteY0" fmla="*/ 508000 h 1915886"/>
                  <a:gd name="connsiteX1" fmla="*/ 725715 w 725715"/>
                  <a:gd name="connsiteY1" fmla="*/ 0 h 1915886"/>
                  <a:gd name="connsiteX2" fmla="*/ 174172 w 725715"/>
                  <a:gd name="connsiteY2" fmla="*/ 1915886 h 1915886"/>
                  <a:gd name="connsiteX3" fmla="*/ 0 w 725715"/>
                  <a:gd name="connsiteY3" fmla="*/ 508000 h 1915886"/>
                  <a:gd name="connsiteX0" fmla="*/ 0 w 916446"/>
                  <a:gd name="connsiteY0" fmla="*/ 508000 h 1915886"/>
                  <a:gd name="connsiteX1" fmla="*/ 725715 w 916446"/>
                  <a:gd name="connsiteY1" fmla="*/ 0 h 1915886"/>
                  <a:gd name="connsiteX2" fmla="*/ 174172 w 916446"/>
                  <a:gd name="connsiteY2" fmla="*/ 1915886 h 1915886"/>
                  <a:gd name="connsiteX3" fmla="*/ 0 w 916446"/>
                  <a:gd name="connsiteY3" fmla="*/ 508000 h 1915886"/>
                  <a:gd name="connsiteX0" fmla="*/ 0 w 1059677"/>
                  <a:gd name="connsiteY0" fmla="*/ 508000 h 1915886"/>
                  <a:gd name="connsiteX1" fmla="*/ 725715 w 1059677"/>
                  <a:gd name="connsiteY1" fmla="*/ 0 h 1915886"/>
                  <a:gd name="connsiteX2" fmla="*/ 174172 w 1059677"/>
                  <a:gd name="connsiteY2" fmla="*/ 1915886 h 1915886"/>
                  <a:gd name="connsiteX3" fmla="*/ 0 w 10596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508000 h 1915886"/>
                  <a:gd name="connsiteX1" fmla="*/ 1132115 w 1466077"/>
                  <a:gd name="connsiteY1" fmla="*/ 0 h 1915886"/>
                  <a:gd name="connsiteX2" fmla="*/ 580572 w 1466077"/>
                  <a:gd name="connsiteY2" fmla="*/ 1915886 h 1915886"/>
                  <a:gd name="connsiteX3" fmla="*/ 0 w 1466077"/>
                  <a:gd name="connsiteY3" fmla="*/ 508000 h 1915886"/>
                  <a:gd name="connsiteX0" fmla="*/ 0 w 1466077"/>
                  <a:gd name="connsiteY0" fmla="*/ 623545 h 2031431"/>
                  <a:gd name="connsiteX1" fmla="*/ 1132115 w 1466077"/>
                  <a:gd name="connsiteY1" fmla="*/ 115545 h 2031431"/>
                  <a:gd name="connsiteX2" fmla="*/ 580572 w 1466077"/>
                  <a:gd name="connsiteY2" fmla="*/ 2031431 h 2031431"/>
                  <a:gd name="connsiteX3" fmla="*/ 0 w 1466077"/>
                  <a:gd name="connsiteY3" fmla="*/ 623545 h 2031431"/>
                  <a:gd name="connsiteX0" fmla="*/ 0 w 1466077"/>
                  <a:gd name="connsiteY0" fmla="*/ 539840 h 1947726"/>
                  <a:gd name="connsiteX1" fmla="*/ 1132115 w 1466077"/>
                  <a:gd name="connsiteY1" fmla="*/ 31840 h 1947726"/>
                  <a:gd name="connsiteX2" fmla="*/ 580572 w 1466077"/>
                  <a:gd name="connsiteY2" fmla="*/ 1947726 h 1947726"/>
                  <a:gd name="connsiteX3" fmla="*/ 0 w 1466077"/>
                  <a:gd name="connsiteY3" fmla="*/ 539840 h 1947726"/>
                  <a:gd name="connsiteX0" fmla="*/ 0 w 1654315"/>
                  <a:gd name="connsiteY0" fmla="*/ 451913 h 1859799"/>
                  <a:gd name="connsiteX1" fmla="*/ 1462315 w 1654315"/>
                  <a:gd name="connsiteY1" fmla="*/ 64021 h 1859799"/>
                  <a:gd name="connsiteX2" fmla="*/ 580572 w 1654315"/>
                  <a:gd name="connsiteY2" fmla="*/ 1859799 h 1859799"/>
                  <a:gd name="connsiteX3" fmla="*/ 0 w 1654315"/>
                  <a:gd name="connsiteY3" fmla="*/ 451913 h 1859799"/>
                  <a:gd name="connsiteX0" fmla="*/ 0 w 1654315"/>
                  <a:gd name="connsiteY0" fmla="*/ 526471 h 1934357"/>
                  <a:gd name="connsiteX1" fmla="*/ 1462315 w 1654315"/>
                  <a:gd name="connsiteY1" fmla="*/ 138579 h 1934357"/>
                  <a:gd name="connsiteX2" fmla="*/ 580572 w 1654315"/>
                  <a:gd name="connsiteY2" fmla="*/ 1934357 h 1934357"/>
                  <a:gd name="connsiteX3" fmla="*/ 0 w 1654315"/>
                  <a:gd name="connsiteY3" fmla="*/ 526471 h 1934357"/>
                  <a:gd name="connsiteX0" fmla="*/ 0 w 1564210"/>
                  <a:gd name="connsiteY0" fmla="*/ 526471 h 1934357"/>
                  <a:gd name="connsiteX1" fmla="*/ 1462315 w 1564210"/>
                  <a:gd name="connsiteY1" fmla="*/ 138579 h 1934357"/>
                  <a:gd name="connsiteX2" fmla="*/ 580572 w 1564210"/>
                  <a:gd name="connsiteY2" fmla="*/ 1934357 h 1934357"/>
                  <a:gd name="connsiteX3" fmla="*/ 0 w 1564210"/>
                  <a:gd name="connsiteY3" fmla="*/ 526471 h 1934357"/>
                  <a:gd name="connsiteX0" fmla="*/ 0 w 1552560"/>
                  <a:gd name="connsiteY0" fmla="*/ 526471 h 1871143"/>
                  <a:gd name="connsiteX1" fmla="*/ 1462315 w 1552560"/>
                  <a:gd name="connsiteY1" fmla="*/ 138579 h 1871143"/>
                  <a:gd name="connsiteX2" fmla="*/ 548822 w 1552560"/>
                  <a:gd name="connsiteY2" fmla="*/ 1871143 h 1871143"/>
                  <a:gd name="connsiteX3" fmla="*/ 0 w 1552560"/>
                  <a:gd name="connsiteY3" fmla="*/ 526471 h 1871143"/>
                  <a:gd name="connsiteX0" fmla="*/ 0 w 1506778"/>
                  <a:gd name="connsiteY0" fmla="*/ 526471 h 1871143"/>
                  <a:gd name="connsiteX1" fmla="*/ 1462315 w 1506778"/>
                  <a:gd name="connsiteY1" fmla="*/ 138579 h 1871143"/>
                  <a:gd name="connsiteX2" fmla="*/ 548822 w 1506778"/>
                  <a:gd name="connsiteY2" fmla="*/ 1871143 h 1871143"/>
                  <a:gd name="connsiteX3" fmla="*/ 0 w 1506778"/>
                  <a:gd name="connsiteY3" fmla="*/ 526471 h 1871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6778" h="1871143">
                    <a:moveTo>
                      <a:pt x="0" y="526471"/>
                    </a:moveTo>
                    <a:cubicBezTo>
                      <a:pt x="333829" y="-78290"/>
                      <a:pt x="1263650" y="-93181"/>
                      <a:pt x="1462315" y="138579"/>
                    </a:cubicBezTo>
                    <a:cubicBezTo>
                      <a:pt x="1489832" y="319322"/>
                      <a:pt x="1759555" y="1145678"/>
                      <a:pt x="548822" y="1871143"/>
                    </a:cubicBezTo>
                    <a:lnTo>
                      <a:pt x="0" y="526471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5E2FC117-00D2-4E07-8175-50E4DBBC3B78}"/>
                  </a:ext>
                </a:extLst>
              </p:cNvPr>
              <p:cNvGrpSpPr/>
              <p:nvPr/>
            </p:nvGrpSpPr>
            <p:grpSpPr>
              <a:xfrm>
                <a:off x="6274152" y="623453"/>
                <a:ext cx="1466077" cy="2022249"/>
                <a:chOff x="6274152" y="623453"/>
                <a:chExt cx="1466077" cy="2022249"/>
              </a:xfrm>
              <a:grpFill/>
            </p:grpSpPr>
            <p:sp>
              <p:nvSpPr>
                <p:cNvPr id="344" name="Rectangle 35">
                  <a:extLst>
                    <a:ext uri="{FF2B5EF4-FFF2-40B4-BE49-F238E27FC236}">
                      <a16:creationId xmlns:a16="http://schemas.microsoft.com/office/drawing/2014/main" id="{981A0D38-FFB8-94DC-CE98-7730A5D46D48}"/>
                    </a:ext>
                  </a:extLst>
                </p:cNvPr>
                <p:cNvSpPr/>
                <p:nvPr/>
              </p:nvSpPr>
              <p:spPr>
                <a:xfrm>
                  <a:off x="6274152" y="623453"/>
                  <a:ext cx="1466077" cy="2022249"/>
                </a:xfrm>
                <a:custGeom>
                  <a:avLst/>
                  <a:gdLst>
                    <a:gd name="connsiteX0" fmla="*/ 0 w 914400"/>
                    <a:gd name="connsiteY0" fmla="*/ 0 h 914400"/>
                    <a:gd name="connsiteX1" fmla="*/ 914400 w 914400"/>
                    <a:gd name="connsiteY1" fmla="*/ 0 h 914400"/>
                    <a:gd name="connsiteX2" fmla="*/ 914400 w 914400"/>
                    <a:gd name="connsiteY2" fmla="*/ 914400 h 914400"/>
                    <a:gd name="connsiteX3" fmla="*/ 0 w 914400"/>
                    <a:gd name="connsiteY3" fmla="*/ 914400 h 914400"/>
                    <a:gd name="connsiteX4" fmla="*/ 0 w 914400"/>
                    <a:gd name="connsiteY4" fmla="*/ 0 h 914400"/>
                    <a:gd name="connsiteX0" fmla="*/ 0 w 914400"/>
                    <a:gd name="connsiteY0" fmla="*/ 0 h 1407886"/>
                    <a:gd name="connsiteX1" fmla="*/ 914400 w 914400"/>
                    <a:gd name="connsiteY1" fmla="*/ 0 h 1407886"/>
                    <a:gd name="connsiteX2" fmla="*/ 914400 w 914400"/>
                    <a:gd name="connsiteY2" fmla="*/ 914400 h 1407886"/>
                    <a:gd name="connsiteX3" fmla="*/ 174172 w 914400"/>
                    <a:gd name="connsiteY3" fmla="*/ 1407886 h 1407886"/>
                    <a:gd name="connsiteX4" fmla="*/ 0 w 914400"/>
                    <a:gd name="connsiteY4" fmla="*/ 0 h 1407886"/>
                    <a:gd name="connsiteX0" fmla="*/ 0 w 914400"/>
                    <a:gd name="connsiteY0" fmla="*/ 508000 h 1915886"/>
                    <a:gd name="connsiteX1" fmla="*/ 725715 w 914400"/>
                    <a:gd name="connsiteY1" fmla="*/ 0 h 1915886"/>
                    <a:gd name="connsiteX2" fmla="*/ 914400 w 914400"/>
                    <a:gd name="connsiteY2" fmla="*/ 1422400 h 1915886"/>
                    <a:gd name="connsiteX3" fmla="*/ 174172 w 914400"/>
                    <a:gd name="connsiteY3" fmla="*/ 1915886 h 1915886"/>
                    <a:gd name="connsiteX4" fmla="*/ 0 w 914400"/>
                    <a:gd name="connsiteY4" fmla="*/ 508000 h 1915886"/>
                    <a:gd name="connsiteX0" fmla="*/ 0 w 725715"/>
                    <a:gd name="connsiteY0" fmla="*/ 508000 h 1915886"/>
                    <a:gd name="connsiteX1" fmla="*/ 725715 w 725715"/>
                    <a:gd name="connsiteY1" fmla="*/ 0 h 1915886"/>
                    <a:gd name="connsiteX2" fmla="*/ 174172 w 725715"/>
                    <a:gd name="connsiteY2" fmla="*/ 1915886 h 1915886"/>
                    <a:gd name="connsiteX3" fmla="*/ 0 w 725715"/>
                    <a:gd name="connsiteY3" fmla="*/ 508000 h 1915886"/>
                    <a:gd name="connsiteX0" fmla="*/ 0 w 916446"/>
                    <a:gd name="connsiteY0" fmla="*/ 508000 h 1915886"/>
                    <a:gd name="connsiteX1" fmla="*/ 725715 w 916446"/>
                    <a:gd name="connsiteY1" fmla="*/ 0 h 1915886"/>
                    <a:gd name="connsiteX2" fmla="*/ 174172 w 916446"/>
                    <a:gd name="connsiteY2" fmla="*/ 1915886 h 1915886"/>
                    <a:gd name="connsiteX3" fmla="*/ 0 w 916446"/>
                    <a:gd name="connsiteY3" fmla="*/ 508000 h 1915886"/>
                    <a:gd name="connsiteX0" fmla="*/ 0 w 1059677"/>
                    <a:gd name="connsiteY0" fmla="*/ 508000 h 1915886"/>
                    <a:gd name="connsiteX1" fmla="*/ 725715 w 1059677"/>
                    <a:gd name="connsiteY1" fmla="*/ 0 h 1915886"/>
                    <a:gd name="connsiteX2" fmla="*/ 174172 w 1059677"/>
                    <a:gd name="connsiteY2" fmla="*/ 1915886 h 1915886"/>
                    <a:gd name="connsiteX3" fmla="*/ 0 w 10596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623545 h 2031431"/>
                    <a:gd name="connsiteX1" fmla="*/ 1132115 w 1466077"/>
                    <a:gd name="connsiteY1" fmla="*/ 115545 h 2031431"/>
                    <a:gd name="connsiteX2" fmla="*/ 580572 w 1466077"/>
                    <a:gd name="connsiteY2" fmla="*/ 2031431 h 2031431"/>
                    <a:gd name="connsiteX3" fmla="*/ 0 w 1466077"/>
                    <a:gd name="connsiteY3" fmla="*/ 623545 h 2031431"/>
                    <a:gd name="connsiteX0" fmla="*/ 0 w 1466077"/>
                    <a:gd name="connsiteY0" fmla="*/ 539840 h 1947726"/>
                    <a:gd name="connsiteX1" fmla="*/ 1132115 w 1466077"/>
                    <a:gd name="connsiteY1" fmla="*/ 31840 h 1947726"/>
                    <a:gd name="connsiteX2" fmla="*/ 580572 w 1466077"/>
                    <a:gd name="connsiteY2" fmla="*/ 1947726 h 1947726"/>
                    <a:gd name="connsiteX3" fmla="*/ 0 w 1466077"/>
                    <a:gd name="connsiteY3" fmla="*/ 539840 h 1947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6077" h="1947726">
                      <a:moveTo>
                        <a:pt x="0" y="539840"/>
                      </a:moveTo>
                      <a:cubicBezTo>
                        <a:pt x="333829" y="-64921"/>
                        <a:pt x="1016000" y="-29241"/>
                        <a:pt x="1132115" y="31840"/>
                      </a:cubicBezTo>
                      <a:cubicBezTo>
                        <a:pt x="1369182" y="60869"/>
                        <a:pt x="1969105" y="1076868"/>
                        <a:pt x="580572" y="1947726"/>
                      </a:cubicBezTo>
                      <a:lnTo>
                        <a:pt x="0" y="539840"/>
                      </a:lnTo>
                      <a:close/>
                    </a:path>
                  </a:pathLst>
                </a:custGeom>
                <a:grp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4DE1936C-214D-74E7-B52C-8BDE2FAA7A11}"/>
                    </a:ext>
                  </a:extLst>
                </p:cNvPr>
                <p:cNvSpPr/>
                <p:nvPr/>
              </p:nvSpPr>
              <p:spPr>
                <a:xfrm>
                  <a:off x="6299381" y="1016852"/>
                  <a:ext cx="1185462" cy="1616104"/>
                </a:xfrm>
                <a:custGeom>
                  <a:avLst/>
                  <a:gdLst>
                    <a:gd name="connsiteX0" fmla="*/ 679031 w 1185462"/>
                    <a:gd name="connsiteY0" fmla="*/ 5 h 1616104"/>
                    <a:gd name="connsiteX1" fmla="*/ 1140999 w 1185462"/>
                    <a:gd name="connsiteY1" fmla="*/ 139206 h 1616104"/>
                    <a:gd name="connsiteX2" fmla="*/ 763757 w 1185462"/>
                    <a:gd name="connsiteY2" fmla="*/ 1463934 h 1616104"/>
                    <a:gd name="connsiteX3" fmla="*/ 703320 w 1185462"/>
                    <a:gd name="connsiteY3" fmla="*/ 1520637 h 1616104"/>
                    <a:gd name="connsiteX4" fmla="*/ 689744 w 1185462"/>
                    <a:gd name="connsiteY4" fmla="*/ 1530932 h 1616104"/>
                    <a:gd name="connsiteX5" fmla="*/ 565323 w 1185462"/>
                    <a:gd name="connsiteY5" fmla="*/ 1616104 h 1616104"/>
                    <a:gd name="connsiteX6" fmla="*/ 0 w 1185462"/>
                    <a:gd name="connsiteY6" fmla="*/ 192743 h 1616104"/>
                    <a:gd name="connsiteX7" fmla="*/ 20068 w 1185462"/>
                    <a:gd name="connsiteY7" fmla="*/ 178944 h 1616104"/>
                    <a:gd name="connsiteX8" fmla="*/ 679031 w 1185462"/>
                    <a:gd name="connsiteY8" fmla="*/ 5 h 1616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462" h="1616104">
                      <a:moveTo>
                        <a:pt x="679031" y="5"/>
                      </a:moveTo>
                      <a:cubicBezTo>
                        <a:pt x="889181" y="-557"/>
                        <a:pt x="1066500" y="51903"/>
                        <a:pt x="1140999" y="139206"/>
                      </a:cubicBezTo>
                      <a:cubicBezTo>
                        <a:pt x="1163357" y="286724"/>
                        <a:pt x="1345608" y="862372"/>
                        <a:pt x="763757" y="1463934"/>
                      </a:cubicBezTo>
                      <a:lnTo>
                        <a:pt x="703320" y="1520637"/>
                      </a:lnTo>
                      <a:lnTo>
                        <a:pt x="689744" y="1530932"/>
                      </a:lnTo>
                      <a:cubicBezTo>
                        <a:pt x="650164" y="1559446"/>
                        <a:pt x="608715" y="1587849"/>
                        <a:pt x="565323" y="1616104"/>
                      </a:cubicBezTo>
                      <a:lnTo>
                        <a:pt x="0" y="192743"/>
                      </a:lnTo>
                      <a:lnTo>
                        <a:pt x="20068" y="178944"/>
                      </a:lnTo>
                      <a:cubicBezTo>
                        <a:pt x="225897" y="54153"/>
                        <a:pt x="468880" y="568"/>
                        <a:pt x="679031" y="5"/>
                      </a:cubicBezTo>
                      <a:close/>
                    </a:path>
                  </a:pathLst>
                </a:custGeom>
                <a:grp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578B9516-2AE6-646C-0997-5C8ACAEEB2CD}"/>
                    </a:ext>
                  </a:extLst>
                </p:cNvPr>
                <p:cNvSpPr/>
                <p:nvPr/>
              </p:nvSpPr>
              <p:spPr>
                <a:xfrm>
                  <a:off x="6274152" y="637704"/>
                  <a:ext cx="1133350" cy="1863506"/>
                </a:xfrm>
                <a:custGeom>
                  <a:avLst/>
                  <a:gdLst>
                    <a:gd name="connsiteX0" fmla="*/ 953181 w 1133350"/>
                    <a:gd name="connsiteY0" fmla="*/ 417 h 1863506"/>
                    <a:gd name="connsiteX1" fmla="*/ 1132115 w 1133350"/>
                    <a:gd name="connsiteY1" fmla="*/ 33058 h 1863506"/>
                    <a:gd name="connsiteX2" fmla="*/ 1133350 w 1133350"/>
                    <a:gd name="connsiteY2" fmla="*/ 33504 h 1863506"/>
                    <a:gd name="connsiteX3" fmla="*/ 1053934 w 1133350"/>
                    <a:gd name="connsiteY3" fmla="*/ 102468 h 1863506"/>
                    <a:gd name="connsiteX4" fmla="*/ 755298 w 1133350"/>
                    <a:gd name="connsiteY4" fmla="*/ 576697 h 1863506"/>
                    <a:gd name="connsiteX5" fmla="*/ 837849 w 1133350"/>
                    <a:gd name="connsiteY5" fmla="*/ 760847 h 1863506"/>
                    <a:gd name="connsiteX6" fmla="*/ 869599 w 1133350"/>
                    <a:gd name="connsiteY6" fmla="*/ 964047 h 1863506"/>
                    <a:gd name="connsiteX7" fmla="*/ 875949 w 1133350"/>
                    <a:gd name="connsiteY7" fmla="*/ 1167247 h 1863506"/>
                    <a:gd name="connsiteX8" fmla="*/ 584822 w 1133350"/>
                    <a:gd name="connsiteY8" fmla="*/ 1773925 h 1863506"/>
                    <a:gd name="connsiteX9" fmla="*/ 517523 w 1133350"/>
                    <a:gd name="connsiteY9" fmla="*/ 1863506 h 1863506"/>
                    <a:gd name="connsiteX10" fmla="*/ 0 w 1133350"/>
                    <a:gd name="connsiteY10" fmla="*/ 560495 h 1863506"/>
                    <a:gd name="connsiteX11" fmla="*/ 953181 w 1133350"/>
                    <a:gd name="connsiteY11" fmla="*/ 417 h 1863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33350" h="1863506">
                      <a:moveTo>
                        <a:pt x="953181" y="417"/>
                      </a:moveTo>
                      <a:cubicBezTo>
                        <a:pt x="1038679" y="2997"/>
                        <a:pt x="1103086" y="17204"/>
                        <a:pt x="1132115" y="33058"/>
                      </a:cubicBezTo>
                      <a:lnTo>
                        <a:pt x="1133350" y="33504"/>
                      </a:lnTo>
                      <a:lnTo>
                        <a:pt x="1053934" y="102468"/>
                      </a:lnTo>
                      <a:cubicBezTo>
                        <a:pt x="928345" y="215000"/>
                        <a:pt x="774578" y="376745"/>
                        <a:pt x="755298" y="576697"/>
                      </a:cubicBezTo>
                      <a:cubicBezTo>
                        <a:pt x="869139" y="659102"/>
                        <a:pt x="856899" y="680414"/>
                        <a:pt x="837849" y="760847"/>
                      </a:cubicBezTo>
                      <a:cubicBezTo>
                        <a:pt x="818799" y="841280"/>
                        <a:pt x="887591" y="881497"/>
                        <a:pt x="869599" y="964047"/>
                      </a:cubicBezTo>
                      <a:cubicBezTo>
                        <a:pt x="851607" y="1046597"/>
                        <a:pt x="928407" y="1039044"/>
                        <a:pt x="875949" y="1167247"/>
                      </a:cubicBezTo>
                      <a:cubicBezTo>
                        <a:pt x="979825" y="1308751"/>
                        <a:pt x="744372" y="1571699"/>
                        <a:pt x="584822" y="1773925"/>
                      </a:cubicBezTo>
                      <a:lnTo>
                        <a:pt x="517523" y="1863506"/>
                      </a:lnTo>
                      <a:lnTo>
                        <a:pt x="0" y="560495"/>
                      </a:lnTo>
                      <a:cubicBezTo>
                        <a:pt x="250372" y="89570"/>
                        <a:pt x="696686" y="-7323"/>
                        <a:pt x="953181" y="417"/>
                      </a:cubicBezTo>
                      <a:close/>
                    </a:path>
                  </a:pathLst>
                </a:custGeom>
                <a:grp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213" name="Rectangle 2">
              <a:extLst>
                <a:ext uri="{FF2B5EF4-FFF2-40B4-BE49-F238E27FC236}">
                  <a16:creationId xmlns:a16="http://schemas.microsoft.com/office/drawing/2014/main" id="{79611D2D-DFA3-BDB6-5F87-F7CC6588DCB8}"/>
                </a:ext>
              </a:extLst>
            </p:cNvPr>
            <p:cNvSpPr/>
            <p:nvPr/>
          </p:nvSpPr>
          <p:spPr>
            <a:xfrm>
              <a:off x="1225989" y="499757"/>
              <a:ext cx="5092629" cy="4662530"/>
            </a:xfrm>
            <a:custGeom>
              <a:avLst/>
              <a:gdLst>
                <a:gd name="connsiteX0" fmla="*/ 0 w 2699658"/>
                <a:gd name="connsiteY0" fmla="*/ 0 h 4064000"/>
                <a:gd name="connsiteX1" fmla="*/ 2699658 w 2699658"/>
                <a:gd name="connsiteY1" fmla="*/ 0 h 4064000"/>
                <a:gd name="connsiteX2" fmla="*/ 2699658 w 2699658"/>
                <a:gd name="connsiteY2" fmla="*/ 4064000 h 4064000"/>
                <a:gd name="connsiteX3" fmla="*/ 0 w 2699658"/>
                <a:gd name="connsiteY3" fmla="*/ 4064000 h 4064000"/>
                <a:gd name="connsiteX4" fmla="*/ 0 w 2699658"/>
                <a:gd name="connsiteY4" fmla="*/ 0 h 4064000"/>
                <a:gd name="connsiteX0" fmla="*/ 1451429 w 2699658"/>
                <a:gd name="connsiteY0" fmla="*/ 0 h 4542971"/>
                <a:gd name="connsiteX1" fmla="*/ 2699658 w 2699658"/>
                <a:gd name="connsiteY1" fmla="*/ 478971 h 4542971"/>
                <a:gd name="connsiteX2" fmla="*/ 2699658 w 2699658"/>
                <a:gd name="connsiteY2" fmla="*/ 4542971 h 4542971"/>
                <a:gd name="connsiteX3" fmla="*/ 0 w 2699658"/>
                <a:gd name="connsiteY3" fmla="*/ 4542971 h 4542971"/>
                <a:gd name="connsiteX4" fmla="*/ 1451429 w 2699658"/>
                <a:gd name="connsiteY4" fmla="*/ 0 h 4542971"/>
                <a:gd name="connsiteX0" fmla="*/ 0 w 3410858"/>
                <a:gd name="connsiteY0" fmla="*/ 2307772 h 4064000"/>
                <a:gd name="connsiteX1" fmla="*/ 3410858 w 3410858"/>
                <a:gd name="connsiteY1" fmla="*/ 0 h 4064000"/>
                <a:gd name="connsiteX2" fmla="*/ 3410858 w 3410858"/>
                <a:gd name="connsiteY2" fmla="*/ 4064000 h 4064000"/>
                <a:gd name="connsiteX3" fmla="*/ 711200 w 3410858"/>
                <a:gd name="connsiteY3" fmla="*/ 4064000 h 4064000"/>
                <a:gd name="connsiteX4" fmla="*/ 0 w 3410858"/>
                <a:gd name="connsiteY4" fmla="*/ 2307772 h 4064000"/>
                <a:gd name="connsiteX0" fmla="*/ 0 w 4484915"/>
                <a:gd name="connsiteY0" fmla="*/ 87086 h 1843314"/>
                <a:gd name="connsiteX1" fmla="*/ 4484915 w 4484915"/>
                <a:gd name="connsiteY1" fmla="*/ 0 h 1843314"/>
                <a:gd name="connsiteX2" fmla="*/ 3410858 w 4484915"/>
                <a:gd name="connsiteY2" fmla="*/ 1843314 h 1843314"/>
                <a:gd name="connsiteX3" fmla="*/ 711200 w 4484915"/>
                <a:gd name="connsiteY3" fmla="*/ 1843314 h 1843314"/>
                <a:gd name="connsiteX4" fmla="*/ 0 w 4484915"/>
                <a:gd name="connsiteY4" fmla="*/ 87086 h 1843314"/>
                <a:gd name="connsiteX0" fmla="*/ 0 w 4484915"/>
                <a:gd name="connsiteY0" fmla="*/ 2096645 h 3852873"/>
                <a:gd name="connsiteX1" fmla="*/ 4484915 w 4484915"/>
                <a:gd name="connsiteY1" fmla="*/ 2009559 h 3852873"/>
                <a:gd name="connsiteX2" fmla="*/ 3410858 w 4484915"/>
                <a:gd name="connsiteY2" fmla="*/ 3852873 h 3852873"/>
                <a:gd name="connsiteX3" fmla="*/ 711200 w 4484915"/>
                <a:gd name="connsiteY3" fmla="*/ 3852873 h 3852873"/>
                <a:gd name="connsiteX4" fmla="*/ 0 w 4484915"/>
                <a:gd name="connsiteY4" fmla="*/ 2096645 h 3852873"/>
                <a:gd name="connsiteX0" fmla="*/ 933 w 4485848"/>
                <a:gd name="connsiteY0" fmla="*/ 2978158 h 4734386"/>
                <a:gd name="connsiteX1" fmla="*/ 4485848 w 4485848"/>
                <a:gd name="connsiteY1" fmla="*/ 2891072 h 4734386"/>
                <a:gd name="connsiteX2" fmla="*/ 3411791 w 4485848"/>
                <a:gd name="connsiteY2" fmla="*/ 4734386 h 4734386"/>
                <a:gd name="connsiteX3" fmla="*/ 712133 w 4485848"/>
                <a:gd name="connsiteY3" fmla="*/ 4734386 h 4734386"/>
                <a:gd name="connsiteX4" fmla="*/ 933 w 4485848"/>
                <a:gd name="connsiteY4" fmla="*/ 2978158 h 4734386"/>
                <a:gd name="connsiteX0" fmla="*/ 886 w 4485801"/>
                <a:gd name="connsiteY0" fmla="*/ 2871323 h 4627551"/>
                <a:gd name="connsiteX1" fmla="*/ 4485801 w 4485801"/>
                <a:gd name="connsiteY1" fmla="*/ 2784237 h 4627551"/>
                <a:gd name="connsiteX2" fmla="*/ 3411744 w 4485801"/>
                <a:gd name="connsiteY2" fmla="*/ 4627551 h 4627551"/>
                <a:gd name="connsiteX3" fmla="*/ 712086 w 4485801"/>
                <a:gd name="connsiteY3" fmla="*/ 4627551 h 4627551"/>
                <a:gd name="connsiteX4" fmla="*/ 886 w 4485801"/>
                <a:gd name="connsiteY4" fmla="*/ 2871323 h 4627551"/>
                <a:gd name="connsiteX0" fmla="*/ 0 w 4484915"/>
                <a:gd name="connsiteY0" fmla="*/ 2782396 h 4538624"/>
                <a:gd name="connsiteX1" fmla="*/ 2074805 w 4484915"/>
                <a:gd name="connsiteY1" fmla="*/ 81 h 4538624"/>
                <a:gd name="connsiteX2" fmla="*/ 4484915 w 4484915"/>
                <a:gd name="connsiteY2" fmla="*/ 2695310 h 4538624"/>
                <a:gd name="connsiteX3" fmla="*/ 3410858 w 4484915"/>
                <a:gd name="connsiteY3" fmla="*/ 4538624 h 4538624"/>
                <a:gd name="connsiteX4" fmla="*/ 711200 w 4484915"/>
                <a:gd name="connsiteY4" fmla="*/ 4538624 h 4538624"/>
                <a:gd name="connsiteX5" fmla="*/ 0 w 4484915"/>
                <a:gd name="connsiteY5" fmla="*/ 2782396 h 4538624"/>
                <a:gd name="connsiteX0" fmla="*/ 0 w 4484915"/>
                <a:gd name="connsiteY0" fmla="*/ 2782315 h 4538543"/>
                <a:gd name="connsiteX1" fmla="*/ 2074805 w 4484915"/>
                <a:gd name="connsiteY1" fmla="*/ 0 h 4538543"/>
                <a:gd name="connsiteX2" fmla="*/ 4484915 w 4484915"/>
                <a:gd name="connsiteY2" fmla="*/ 2695229 h 4538543"/>
                <a:gd name="connsiteX3" fmla="*/ 3410858 w 4484915"/>
                <a:gd name="connsiteY3" fmla="*/ 4538543 h 4538543"/>
                <a:gd name="connsiteX4" fmla="*/ 711200 w 4484915"/>
                <a:gd name="connsiteY4" fmla="*/ 4538543 h 4538543"/>
                <a:gd name="connsiteX5" fmla="*/ 0 w 4484915"/>
                <a:gd name="connsiteY5" fmla="*/ 2782315 h 4538543"/>
                <a:gd name="connsiteX0" fmla="*/ 0 w 4484915"/>
                <a:gd name="connsiteY0" fmla="*/ 2782315 h 4538543"/>
                <a:gd name="connsiteX1" fmla="*/ 2074805 w 4484915"/>
                <a:gd name="connsiteY1" fmla="*/ 0 h 4538543"/>
                <a:gd name="connsiteX2" fmla="*/ 4484915 w 4484915"/>
                <a:gd name="connsiteY2" fmla="*/ 2695229 h 4538543"/>
                <a:gd name="connsiteX3" fmla="*/ 3410858 w 4484915"/>
                <a:gd name="connsiteY3" fmla="*/ 4538543 h 4538543"/>
                <a:gd name="connsiteX4" fmla="*/ 711200 w 4484915"/>
                <a:gd name="connsiteY4" fmla="*/ 4538543 h 4538543"/>
                <a:gd name="connsiteX5" fmla="*/ 0 w 4484915"/>
                <a:gd name="connsiteY5" fmla="*/ 2782315 h 4538543"/>
                <a:gd name="connsiteX0" fmla="*/ 0 w 4484915"/>
                <a:gd name="connsiteY0" fmla="*/ 2782315 h 4662530"/>
                <a:gd name="connsiteX1" fmla="*/ 2074805 w 4484915"/>
                <a:gd name="connsiteY1" fmla="*/ 0 h 4662530"/>
                <a:gd name="connsiteX2" fmla="*/ 4484915 w 4484915"/>
                <a:gd name="connsiteY2" fmla="*/ 2695229 h 4662530"/>
                <a:gd name="connsiteX3" fmla="*/ 3410858 w 4484915"/>
                <a:gd name="connsiteY3" fmla="*/ 4538543 h 4662530"/>
                <a:gd name="connsiteX4" fmla="*/ 2183539 w 4484915"/>
                <a:gd name="connsiteY4" fmla="*/ 4662530 h 4662530"/>
                <a:gd name="connsiteX5" fmla="*/ 0 w 4484915"/>
                <a:gd name="connsiteY5" fmla="*/ 2782315 h 4662530"/>
                <a:gd name="connsiteX0" fmla="*/ 0 w 4484915"/>
                <a:gd name="connsiteY0" fmla="*/ 2782315 h 4662530"/>
                <a:gd name="connsiteX1" fmla="*/ 2074805 w 4484915"/>
                <a:gd name="connsiteY1" fmla="*/ 0 h 4662530"/>
                <a:gd name="connsiteX2" fmla="*/ 4484915 w 4484915"/>
                <a:gd name="connsiteY2" fmla="*/ 2695229 h 4662530"/>
                <a:gd name="connsiteX3" fmla="*/ 2183539 w 4484915"/>
                <a:gd name="connsiteY3" fmla="*/ 4662530 h 4662530"/>
                <a:gd name="connsiteX4" fmla="*/ 0 w 4484915"/>
                <a:gd name="connsiteY4" fmla="*/ 2782315 h 4662530"/>
                <a:gd name="connsiteX0" fmla="*/ 0 w 4543779"/>
                <a:gd name="connsiteY0" fmla="*/ 2782315 h 4662530"/>
                <a:gd name="connsiteX1" fmla="*/ 2074805 w 4543779"/>
                <a:gd name="connsiteY1" fmla="*/ 0 h 4662530"/>
                <a:gd name="connsiteX2" fmla="*/ 4484915 w 4543779"/>
                <a:gd name="connsiteY2" fmla="*/ 2695229 h 4662530"/>
                <a:gd name="connsiteX3" fmla="*/ 2183539 w 4543779"/>
                <a:gd name="connsiteY3" fmla="*/ 4662530 h 4662530"/>
                <a:gd name="connsiteX4" fmla="*/ 0 w 4543779"/>
                <a:gd name="connsiteY4" fmla="*/ 2782315 h 4662530"/>
                <a:gd name="connsiteX0" fmla="*/ 0 w 4719972"/>
                <a:gd name="connsiteY0" fmla="*/ 2782315 h 4662530"/>
                <a:gd name="connsiteX1" fmla="*/ 2074805 w 4719972"/>
                <a:gd name="connsiteY1" fmla="*/ 0 h 4662530"/>
                <a:gd name="connsiteX2" fmla="*/ 4484915 w 4719972"/>
                <a:gd name="connsiteY2" fmla="*/ 2695229 h 4662530"/>
                <a:gd name="connsiteX3" fmla="*/ 2183539 w 4719972"/>
                <a:gd name="connsiteY3" fmla="*/ 4662530 h 4662530"/>
                <a:gd name="connsiteX4" fmla="*/ 0 w 4719972"/>
                <a:gd name="connsiteY4" fmla="*/ 2782315 h 4662530"/>
                <a:gd name="connsiteX0" fmla="*/ 6682 w 4726654"/>
                <a:gd name="connsiteY0" fmla="*/ 2782315 h 4662530"/>
                <a:gd name="connsiteX1" fmla="*/ 2081487 w 4726654"/>
                <a:gd name="connsiteY1" fmla="*/ 0 h 4662530"/>
                <a:gd name="connsiteX2" fmla="*/ 4491597 w 4726654"/>
                <a:gd name="connsiteY2" fmla="*/ 2695229 h 4662530"/>
                <a:gd name="connsiteX3" fmla="*/ 2190221 w 4726654"/>
                <a:gd name="connsiteY3" fmla="*/ 4662530 h 4662530"/>
                <a:gd name="connsiteX4" fmla="*/ 6682 w 4726654"/>
                <a:gd name="connsiteY4" fmla="*/ 2782315 h 4662530"/>
                <a:gd name="connsiteX0" fmla="*/ 261948 w 4981920"/>
                <a:gd name="connsiteY0" fmla="*/ 2782315 h 4662530"/>
                <a:gd name="connsiteX1" fmla="*/ 2336753 w 4981920"/>
                <a:gd name="connsiteY1" fmla="*/ 0 h 4662530"/>
                <a:gd name="connsiteX2" fmla="*/ 4746863 w 4981920"/>
                <a:gd name="connsiteY2" fmla="*/ 2695229 h 4662530"/>
                <a:gd name="connsiteX3" fmla="*/ 2445487 w 4981920"/>
                <a:gd name="connsiteY3" fmla="*/ 4662530 h 4662530"/>
                <a:gd name="connsiteX4" fmla="*/ 261948 w 4981920"/>
                <a:gd name="connsiteY4" fmla="*/ 2782315 h 4662530"/>
                <a:gd name="connsiteX0" fmla="*/ 261948 w 5092629"/>
                <a:gd name="connsiteY0" fmla="*/ 2782315 h 4662530"/>
                <a:gd name="connsiteX1" fmla="*/ 2336753 w 5092629"/>
                <a:gd name="connsiteY1" fmla="*/ 0 h 4662530"/>
                <a:gd name="connsiteX2" fmla="*/ 4746863 w 5092629"/>
                <a:gd name="connsiteY2" fmla="*/ 2695229 h 4662530"/>
                <a:gd name="connsiteX3" fmla="*/ 2445487 w 5092629"/>
                <a:gd name="connsiteY3" fmla="*/ 4662530 h 4662530"/>
                <a:gd name="connsiteX4" fmla="*/ 261948 w 5092629"/>
                <a:gd name="connsiteY4" fmla="*/ 2782315 h 4662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2629" h="4662530">
                  <a:moveTo>
                    <a:pt x="261948" y="2782315"/>
                  </a:moveTo>
                  <a:cubicBezTo>
                    <a:pt x="520212" y="2012976"/>
                    <a:pt x="209918" y="200494"/>
                    <a:pt x="2336753" y="0"/>
                  </a:cubicBezTo>
                  <a:cubicBezTo>
                    <a:pt x="4959533" y="186964"/>
                    <a:pt x="4555184" y="1925890"/>
                    <a:pt x="4746863" y="2695229"/>
                  </a:cubicBezTo>
                  <a:cubicBezTo>
                    <a:pt x="4723657" y="2793057"/>
                    <a:pt x="6436260" y="4177244"/>
                    <a:pt x="2445487" y="4662530"/>
                  </a:cubicBezTo>
                  <a:cubicBezTo>
                    <a:pt x="-1211538" y="4283765"/>
                    <a:pt x="338866" y="3052592"/>
                    <a:pt x="261948" y="278231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016F45F7-FB6D-3552-E850-49662C3934A1}"/>
                </a:ext>
              </a:extLst>
            </p:cNvPr>
            <p:cNvSpPr/>
            <p:nvPr/>
          </p:nvSpPr>
          <p:spPr>
            <a:xfrm>
              <a:off x="2948392" y="4473378"/>
              <a:ext cx="708094" cy="319775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094" h="319775">
                  <a:moveTo>
                    <a:pt x="685800" y="0"/>
                  </a:moveTo>
                  <a:cubicBezTo>
                    <a:pt x="828675" y="198438"/>
                    <a:pt x="247650" y="587375"/>
                    <a:pt x="0" y="38100"/>
                  </a:cubicBezTo>
                  <a:lnTo>
                    <a:pt x="0" y="38100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CCF65BA6-1058-EBCD-FD8A-CE39D36A7F16}"/>
                </a:ext>
              </a:extLst>
            </p:cNvPr>
            <p:cNvGrpSpPr/>
            <p:nvPr/>
          </p:nvGrpSpPr>
          <p:grpSpPr>
            <a:xfrm>
              <a:off x="2222247" y="4158999"/>
              <a:ext cx="790575" cy="726088"/>
              <a:chOff x="3479143" y="4186184"/>
              <a:chExt cx="790575" cy="726088"/>
            </a:xfrm>
            <a:grpFill/>
          </p:grpSpPr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233C2279-D4DE-53BE-6D99-694515D38740}"/>
                  </a:ext>
                </a:extLst>
              </p:cNvPr>
              <p:cNvSpPr/>
              <p:nvPr/>
            </p:nvSpPr>
            <p:spPr>
              <a:xfrm>
                <a:off x="3479143" y="4412209"/>
                <a:ext cx="790575" cy="50006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90575 w 790575"/>
                  <a:gd name="connsiteY0" fmla="*/ 0 h 500063"/>
                  <a:gd name="connsiteX1" fmla="*/ 0 w 790575"/>
                  <a:gd name="connsiteY1" fmla="*/ 500063 h 50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0575" h="500063">
                    <a:moveTo>
                      <a:pt x="790575" y="0"/>
                    </a:moveTo>
                    <a:cubicBezTo>
                      <a:pt x="539750" y="142875"/>
                      <a:pt x="350838" y="138113"/>
                      <a:pt x="0" y="500063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75D1C4CF-3E01-DEC3-9A89-F1DAAE6B61DF}"/>
                  </a:ext>
                </a:extLst>
              </p:cNvPr>
              <p:cNvSpPr/>
              <p:nvPr/>
            </p:nvSpPr>
            <p:spPr>
              <a:xfrm rot="958855">
                <a:off x="3479183" y="4294280"/>
                <a:ext cx="730830" cy="521505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0830" h="521505">
                    <a:moveTo>
                      <a:pt x="730830" y="0"/>
                    </a:moveTo>
                    <a:cubicBezTo>
                      <a:pt x="480005" y="142875"/>
                      <a:pt x="271672" y="142595"/>
                      <a:pt x="0" y="521505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43FC1E17-AA07-B6EF-1F0F-252FE6C3F25E}"/>
                  </a:ext>
                </a:extLst>
              </p:cNvPr>
              <p:cNvSpPr/>
              <p:nvPr/>
            </p:nvSpPr>
            <p:spPr>
              <a:xfrm rot="1915762">
                <a:off x="3585475" y="4186184"/>
                <a:ext cx="607113" cy="49491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7113" h="494913">
                    <a:moveTo>
                      <a:pt x="607113" y="0"/>
                    </a:moveTo>
                    <a:cubicBezTo>
                      <a:pt x="356288" y="142875"/>
                      <a:pt x="67643" y="175807"/>
                      <a:pt x="0" y="494913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F25F2187-4756-84A8-A268-782CA08AA9EB}"/>
                </a:ext>
              </a:extLst>
            </p:cNvPr>
            <p:cNvGrpSpPr/>
            <p:nvPr/>
          </p:nvGrpSpPr>
          <p:grpSpPr>
            <a:xfrm>
              <a:off x="3164237" y="4476626"/>
              <a:ext cx="195570" cy="206945"/>
              <a:chOff x="4421133" y="4503811"/>
              <a:chExt cx="195570" cy="206945"/>
            </a:xfrm>
            <a:grpFill/>
          </p:grpSpPr>
          <p:sp>
            <p:nvSpPr>
              <p:cNvPr id="336" name="Oval 335">
                <a:extLst>
                  <a:ext uri="{FF2B5EF4-FFF2-40B4-BE49-F238E27FC236}">
                    <a16:creationId xmlns:a16="http://schemas.microsoft.com/office/drawing/2014/main" id="{DF341918-821D-EAD8-EF6D-6FA714C61AD9}"/>
                  </a:ext>
                </a:extLst>
              </p:cNvPr>
              <p:cNvSpPr/>
              <p:nvPr/>
            </p:nvSpPr>
            <p:spPr>
              <a:xfrm flipH="1">
                <a:off x="4566397" y="4598294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7" name="Oval 336">
                <a:extLst>
                  <a:ext uri="{FF2B5EF4-FFF2-40B4-BE49-F238E27FC236}">
                    <a16:creationId xmlns:a16="http://schemas.microsoft.com/office/drawing/2014/main" id="{2D0CE1CC-D16D-8AFD-6885-AB713B0BD6B6}"/>
                  </a:ext>
                </a:extLst>
              </p:cNvPr>
              <p:cNvSpPr/>
              <p:nvPr/>
            </p:nvSpPr>
            <p:spPr>
              <a:xfrm flipH="1">
                <a:off x="4421133" y="4503811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8" name="Oval 337">
                <a:extLst>
                  <a:ext uri="{FF2B5EF4-FFF2-40B4-BE49-F238E27FC236}">
                    <a16:creationId xmlns:a16="http://schemas.microsoft.com/office/drawing/2014/main" id="{D2049347-29B1-9F04-112E-7D5B443ADE76}"/>
                  </a:ext>
                </a:extLst>
              </p:cNvPr>
              <p:cNvSpPr/>
              <p:nvPr/>
            </p:nvSpPr>
            <p:spPr>
              <a:xfrm flipH="1">
                <a:off x="4446286" y="4660450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868CC486-631D-234A-FDA9-94691D90663C}"/>
                </a:ext>
              </a:extLst>
            </p:cNvPr>
            <p:cNvSpPr/>
            <p:nvPr/>
          </p:nvSpPr>
          <p:spPr>
            <a:xfrm rot="8366155">
              <a:off x="3084255" y="3787567"/>
              <a:ext cx="286498" cy="230223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  <a:gd name="connsiteX0" fmla="*/ 838200 w 856489"/>
                <a:gd name="connsiteY0" fmla="*/ 85725 h 327117"/>
                <a:gd name="connsiteX1" fmla="*/ 0 w 856489"/>
                <a:gd name="connsiteY1" fmla="*/ 0 h 327117"/>
                <a:gd name="connsiteX2" fmla="*/ 0 w 856489"/>
                <a:gd name="connsiteY2" fmla="*/ 0 h 327117"/>
                <a:gd name="connsiteX0" fmla="*/ 838200 w 856489"/>
                <a:gd name="connsiteY0" fmla="*/ 85725 h 514350"/>
                <a:gd name="connsiteX1" fmla="*/ 0 w 856489"/>
                <a:gd name="connsiteY1" fmla="*/ 0 h 514350"/>
                <a:gd name="connsiteX2" fmla="*/ 85725 w 856489"/>
                <a:gd name="connsiteY2" fmla="*/ 514350 h 514350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465605 w 465605"/>
                <a:gd name="connsiteY0" fmla="*/ 0 h 446780"/>
                <a:gd name="connsiteX1" fmla="*/ 0 w 465605"/>
                <a:gd name="connsiteY1" fmla="*/ 446780 h 446780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6498" h="230223">
                  <a:moveTo>
                    <a:pt x="286498" y="0"/>
                  </a:moveTo>
                  <a:cubicBezTo>
                    <a:pt x="223116" y="33758"/>
                    <a:pt x="51722" y="54216"/>
                    <a:pt x="0" y="230223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66BBB1FC-C835-EBC3-616E-56CCBE0ECC72}"/>
                </a:ext>
              </a:extLst>
            </p:cNvPr>
            <p:cNvGrpSpPr/>
            <p:nvPr/>
          </p:nvGrpSpPr>
          <p:grpSpPr>
            <a:xfrm>
              <a:off x="1340685" y="3923199"/>
              <a:ext cx="655180" cy="698215"/>
              <a:chOff x="2597581" y="3950384"/>
              <a:chExt cx="655180" cy="698215"/>
            </a:xfrm>
            <a:grpFill/>
          </p:grpSpPr>
          <p:sp>
            <p:nvSpPr>
              <p:cNvPr id="330" name="Oval 329">
                <a:extLst>
                  <a:ext uri="{FF2B5EF4-FFF2-40B4-BE49-F238E27FC236}">
                    <a16:creationId xmlns:a16="http://schemas.microsoft.com/office/drawing/2014/main" id="{FD8B1034-74F3-7A20-FB29-E70C22165781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1" name="Oval 330">
                <a:extLst>
                  <a:ext uri="{FF2B5EF4-FFF2-40B4-BE49-F238E27FC236}">
                    <a16:creationId xmlns:a16="http://schemas.microsoft.com/office/drawing/2014/main" id="{F6E30B27-FE96-8B0F-DD46-8BAB97CCD72E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2" name="Oval 331">
                <a:extLst>
                  <a:ext uri="{FF2B5EF4-FFF2-40B4-BE49-F238E27FC236}">
                    <a16:creationId xmlns:a16="http://schemas.microsoft.com/office/drawing/2014/main" id="{40EF112E-4ECF-3661-5F1D-A79F384DCAF7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3" name="Oval 332">
                <a:extLst>
                  <a:ext uri="{FF2B5EF4-FFF2-40B4-BE49-F238E27FC236}">
                    <a16:creationId xmlns:a16="http://schemas.microsoft.com/office/drawing/2014/main" id="{BA8D5C40-C6EB-334D-664B-A1286A9AE18A}"/>
                  </a:ext>
                </a:extLst>
              </p:cNvPr>
              <p:cNvSpPr/>
              <p:nvPr/>
            </p:nvSpPr>
            <p:spPr>
              <a:xfrm rot="19660011" flipH="1">
                <a:off x="2691970" y="414688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67B3CC46-4CA3-3FC4-CAD2-2A13FB4E729D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5" name="Oval 334">
                <a:extLst>
                  <a:ext uri="{FF2B5EF4-FFF2-40B4-BE49-F238E27FC236}">
                    <a16:creationId xmlns:a16="http://schemas.microsoft.com/office/drawing/2014/main" id="{6FE5E897-66E9-13CE-D26B-26D00C62BA96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B1A976A4-4C9F-64E9-1DC2-08097E068A24}"/>
                </a:ext>
              </a:extLst>
            </p:cNvPr>
            <p:cNvGrpSpPr/>
            <p:nvPr/>
          </p:nvGrpSpPr>
          <p:grpSpPr>
            <a:xfrm>
              <a:off x="1851219" y="1653159"/>
              <a:ext cx="1309538" cy="1934867"/>
              <a:chOff x="2996110" y="2396963"/>
              <a:chExt cx="1309538" cy="1934867"/>
            </a:xfrm>
            <a:grpFill/>
          </p:grpSpPr>
          <p:sp>
            <p:nvSpPr>
              <p:cNvPr id="325" name="Rectangle 19">
                <a:extLst>
                  <a:ext uri="{FF2B5EF4-FFF2-40B4-BE49-F238E27FC236}">
                    <a16:creationId xmlns:a16="http://schemas.microsoft.com/office/drawing/2014/main" id="{BB1D6020-1A82-73D5-546F-2015CFDD6BEA}"/>
                  </a:ext>
                </a:extLst>
              </p:cNvPr>
              <p:cNvSpPr/>
              <p:nvPr/>
            </p:nvSpPr>
            <p:spPr>
              <a:xfrm>
                <a:off x="3124596" y="2396963"/>
                <a:ext cx="1128034" cy="1848484"/>
              </a:xfrm>
              <a:custGeom>
                <a:avLst/>
                <a:gdLst>
                  <a:gd name="connsiteX0" fmla="*/ 0 w 846166"/>
                  <a:gd name="connsiteY0" fmla="*/ 0 h 535854"/>
                  <a:gd name="connsiteX1" fmla="*/ 846166 w 846166"/>
                  <a:gd name="connsiteY1" fmla="*/ 0 h 535854"/>
                  <a:gd name="connsiteX2" fmla="*/ 846166 w 846166"/>
                  <a:gd name="connsiteY2" fmla="*/ 535854 h 535854"/>
                  <a:gd name="connsiteX3" fmla="*/ 0 w 846166"/>
                  <a:gd name="connsiteY3" fmla="*/ 535854 h 535854"/>
                  <a:gd name="connsiteX4" fmla="*/ 0 w 846166"/>
                  <a:gd name="connsiteY4" fmla="*/ 0 h 535854"/>
                  <a:gd name="connsiteX0" fmla="*/ 152400 w 998566"/>
                  <a:gd name="connsiteY0" fmla="*/ 0 h 535854"/>
                  <a:gd name="connsiteX1" fmla="*/ 998566 w 998566"/>
                  <a:gd name="connsiteY1" fmla="*/ 0 h 535854"/>
                  <a:gd name="connsiteX2" fmla="*/ 998566 w 998566"/>
                  <a:gd name="connsiteY2" fmla="*/ 535854 h 535854"/>
                  <a:gd name="connsiteX3" fmla="*/ 0 w 998566"/>
                  <a:gd name="connsiteY3" fmla="*/ 264392 h 535854"/>
                  <a:gd name="connsiteX4" fmla="*/ 152400 w 998566"/>
                  <a:gd name="connsiteY4" fmla="*/ 0 h 535854"/>
                  <a:gd name="connsiteX0" fmla="*/ 14287 w 998566"/>
                  <a:gd name="connsiteY0" fmla="*/ 0 h 1107354"/>
                  <a:gd name="connsiteX1" fmla="*/ 998566 w 998566"/>
                  <a:gd name="connsiteY1" fmla="*/ 571500 h 1107354"/>
                  <a:gd name="connsiteX2" fmla="*/ 998566 w 998566"/>
                  <a:gd name="connsiteY2" fmla="*/ 1107354 h 1107354"/>
                  <a:gd name="connsiteX3" fmla="*/ 0 w 998566"/>
                  <a:gd name="connsiteY3" fmla="*/ 835892 h 1107354"/>
                  <a:gd name="connsiteX4" fmla="*/ 14287 w 998566"/>
                  <a:gd name="connsiteY4" fmla="*/ 0 h 1107354"/>
                  <a:gd name="connsiteX0" fmla="*/ 14287 w 998566"/>
                  <a:gd name="connsiteY0" fmla="*/ 0 h 964479"/>
                  <a:gd name="connsiteX1" fmla="*/ 998566 w 998566"/>
                  <a:gd name="connsiteY1" fmla="*/ 571500 h 964479"/>
                  <a:gd name="connsiteX2" fmla="*/ 798541 w 998566"/>
                  <a:gd name="connsiteY2" fmla="*/ 964479 h 964479"/>
                  <a:gd name="connsiteX3" fmla="*/ 0 w 998566"/>
                  <a:gd name="connsiteY3" fmla="*/ 835892 h 964479"/>
                  <a:gd name="connsiteX4" fmla="*/ 14287 w 998566"/>
                  <a:gd name="connsiteY4" fmla="*/ 0 h 964479"/>
                  <a:gd name="connsiteX0" fmla="*/ 14287 w 998566"/>
                  <a:gd name="connsiteY0" fmla="*/ 0 h 997817"/>
                  <a:gd name="connsiteX1" fmla="*/ 998566 w 998566"/>
                  <a:gd name="connsiteY1" fmla="*/ 571500 h 997817"/>
                  <a:gd name="connsiteX2" fmla="*/ 769966 w 998566"/>
                  <a:gd name="connsiteY2" fmla="*/ 997817 h 997817"/>
                  <a:gd name="connsiteX3" fmla="*/ 0 w 998566"/>
                  <a:gd name="connsiteY3" fmla="*/ 835892 h 997817"/>
                  <a:gd name="connsiteX4" fmla="*/ 14287 w 998566"/>
                  <a:gd name="connsiteY4" fmla="*/ 0 h 997817"/>
                  <a:gd name="connsiteX0" fmla="*/ 461962 w 998566"/>
                  <a:gd name="connsiteY0" fmla="*/ 0 h 1845542"/>
                  <a:gd name="connsiteX1" fmla="*/ 998566 w 998566"/>
                  <a:gd name="connsiteY1" fmla="*/ 1419225 h 1845542"/>
                  <a:gd name="connsiteX2" fmla="*/ 769966 w 998566"/>
                  <a:gd name="connsiteY2" fmla="*/ 1845542 h 1845542"/>
                  <a:gd name="connsiteX3" fmla="*/ 0 w 998566"/>
                  <a:gd name="connsiteY3" fmla="*/ 1683617 h 1845542"/>
                  <a:gd name="connsiteX4" fmla="*/ 461962 w 998566"/>
                  <a:gd name="connsiteY4" fmla="*/ 0 h 1845542"/>
                  <a:gd name="connsiteX0" fmla="*/ 461962 w 769966"/>
                  <a:gd name="connsiteY0" fmla="*/ 0 h 1845542"/>
                  <a:gd name="connsiteX1" fmla="*/ 769966 w 769966"/>
                  <a:gd name="connsiteY1" fmla="*/ 1845542 h 1845542"/>
                  <a:gd name="connsiteX2" fmla="*/ 0 w 769966"/>
                  <a:gd name="connsiteY2" fmla="*/ 1683617 h 1845542"/>
                  <a:gd name="connsiteX3" fmla="*/ 461962 w 769966"/>
                  <a:gd name="connsiteY3" fmla="*/ 0 h 1845542"/>
                  <a:gd name="connsiteX0" fmla="*/ 461962 w 769966"/>
                  <a:gd name="connsiteY0" fmla="*/ 3535 h 1849077"/>
                  <a:gd name="connsiteX1" fmla="*/ 769966 w 769966"/>
                  <a:gd name="connsiteY1" fmla="*/ 1849077 h 1849077"/>
                  <a:gd name="connsiteX2" fmla="*/ 0 w 769966"/>
                  <a:gd name="connsiteY2" fmla="*/ 1687152 h 1849077"/>
                  <a:gd name="connsiteX3" fmla="*/ 461962 w 769966"/>
                  <a:gd name="connsiteY3" fmla="*/ 3535 h 1849077"/>
                  <a:gd name="connsiteX0" fmla="*/ 461962 w 869917"/>
                  <a:gd name="connsiteY0" fmla="*/ 3535 h 1849077"/>
                  <a:gd name="connsiteX1" fmla="*/ 769966 w 869917"/>
                  <a:gd name="connsiteY1" fmla="*/ 1849077 h 1849077"/>
                  <a:gd name="connsiteX2" fmla="*/ 0 w 869917"/>
                  <a:gd name="connsiteY2" fmla="*/ 1687152 h 1849077"/>
                  <a:gd name="connsiteX3" fmla="*/ 461962 w 869917"/>
                  <a:gd name="connsiteY3" fmla="*/ 3535 h 1849077"/>
                  <a:gd name="connsiteX0" fmla="*/ 461962 w 988162"/>
                  <a:gd name="connsiteY0" fmla="*/ 3535 h 1849077"/>
                  <a:gd name="connsiteX1" fmla="*/ 769966 w 988162"/>
                  <a:gd name="connsiteY1" fmla="*/ 1849077 h 1849077"/>
                  <a:gd name="connsiteX2" fmla="*/ 0 w 988162"/>
                  <a:gd name="connsiteY2" fmla="*/ 1687152 h 1849077"/>
                  <a:gd name="connsiteX3" fmla="*/ 461962 w 988162"/>
                  <a:gd name="connsiteY3" fmla="*/ 3535 h 1849077"/>
                  <a:gd name="connsiteX0" fmla="*/ 601834 w 1128034"/>
                  <a:gd name="connsiteY0" fmla="*/ 2942 h 1848484"/>
                  <a:gd name="connsiteX1" fmla="*/ 909838 w 1128034"/>
                  <a:gd name="connsiteY1" fmla="*/ 1848484 h 1848484"/>
                  <a:gd name="connsiteX2" fmla="*/ 139872 w 1128034"/>
                  <a:gd name="connsiteY2" fmla="*/ 1686559 h 1848484"/>
                  <a:gd name="connsiteX3" fmla="*/ 601834 w 1128034"/>
                  <a:gd name="connsiteY3" fmla="*/ 2942 h 1848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8034" h="1848484">
                    <a:moveTo>
                      <a:pt x="601834" y="2942"/>
                    </a:moveTo>
                    <a:cubicBezTo>
                      <a:pt x="1361727" y="56148"/>
                      <a:pt x="1140545" y="1576203"/>
                      <a:pt x="909838" y="1848484"/>
                    </a:cubicBezTo>
                    <a:lnTo>
                      <a:pt x="139872" y="1686559"/>
                    </a:lnTo>
                    <a:cubicBezTo>
                      <a:pt x="-87141" y="1382528"/>
                      <a:pt x="-104603" y="-74027"/>
                      <a:pt x="601834" y="2942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6" name="Rectangle 20">
                <a:extLst>
                  <a:ext uri="{FF2B5EF4-FFF2-40B4-BE49-F238E27FC236}">
                    <a16:creationId xmlns:a16="http://schemas.microsoft.com/office/drawing/2014/main" id="{969B0891-7EC6-E6D9-E641-B0AF1655548A}"/>
                  </a:ext>
                </a:extLst>
              </p:cNvPr>
              <p:cNvSpPr/>
              <p:nvPr/>
            </p:nvSpPr>
            <p:spPr>
              <a:xfrm>
                <a:off x="2996110" y="3966086"/>
                <a:ext cx="1309538" cy="365744"/>
              </a:xfrm>
              <a:custGeom>
                <a:avLst/>
                <a:gdLst>
                  <a:gd name="connsiteX0" fmla="*/ 0 w 1351997"/>
                  <a:gd name="connsiteY0" fmla="*/ 0 h 709872"/>
                  <a:gd name="connsiteX1" fmla="*/ 1351997 w 1351997"/>
                  <a:gd name="connsiteY1" fmla="*/ 0 h 709872"/>
                  <a:gd name="connsiteX2" fmla="*/ 1351997 w 1351997"/>
                  <a:gd name="connsiteY2" fmla="*/ 709872 h 709872"/>
                  <a:gd name="connsiteX3" fmla="*/ 0 w 1351997"/>
                  <a:gd name="connsiteY3" fmla="*/ 709872 h 709872"/>
                  <a:gd name="connsiteX4" fmla="*/ 0 w 1351997"/>
                  <a:gd name="connsiteY4" fmla="*/ 0 h 709872"/>
                  <a:gd name="connsiteX0" fmla="*/ 0 w 1425022"/>
                  <a:gd name="connsiteY0" fmla="*/ 0 h 773372"/>
                  <a:gd name="connsiteX1" fmla="*/ 1425022 w 1425022"/>
                  <a:gd name="connsiteY1" fmla="*/ 63500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123397 w 1425022"/>
                  <a:gd name="connsiteY1" fmla="*/ 1555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224997 w 1425022"/>
                  <a:gd name="connsiteY1" fmla="*/ 1428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72046 h 845418"/>
                  <a:gd name="connsiteX1" fmla="*/ 1224997 w 1425022"/>
                  <a:gd name="connsiteY1" fmla="*/ 214921 h 845418"/>
                  <a:gd name="connsiteX2" fmla="*/ 1425022 w 1425022"/>
                  <a:gd name="connsiteY2" fmla="*/ 845418 h 845418"/>
                  <a:gd name="connsiteX3" fmla="*/ 73025 w 1425022"/>
                  <a:gd name="connsiteY3" fmla="*/ 845418 h 845418"/>
                  <a:gd name="connsiteX4" fmla="*/ 0 w 1425022"/>
                  <a:gd name="connsiteY4" fmla="*/ 72046 h 845418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73025 w 1425022"/>
                  <a:gd name="connsiteY3" fmla="*/ 865163 h 865163"/>
                  <a:gd name="connsiteX4" fmla="*/ 0 w 1425022"/>
                  <a:gd name="connsiteY4" fmla="*/ 91791 h 865163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0 w 1425022"/>
                  <a:gd name="connsiteY3" fmla="*/ 91791 h 865163"/>
                  <a:gd name="connsiteX0" fmla="*/ 0 w 1224997"/>
                  <a:gd name="connsiteY0" fmla="*/ 91791 h 490513"/>
                  <a:gd name="connsiteX1" fmla="*/ 1224997 w 1224997"/>
                  <a:gd name="connsiteY1" fmla="*/ 234666 h 490513"/>
                  <a:gd name="connsiteX2" fmla="*/ 650322 w 1224997"/>
                  <a:gd name="connsiteY2" fmla="*/ 490513 h 490513"/>
                  <a:gd name="connsiteX3" fmla="*/ 0 w 1224997"/>
                  <a:gd name="connsiteY3" fmla="*/ 91791 h 490513"/>
                  <a:gd name="connsiteX0" fmla="*/ 0 w 1237697"/>
                  <a:gd name="connsiteY0" fmla="*/ 80879 h 479601"/>
                  <a:gd name="connsiteX1" fmla="*/ 1237697 w 1237697"/>
                  <a:gd name="connsiteY1" fmla="*/ 242804 h 479601"/>
                  <a:gd name="connsiteX2" fmla="*/ 650322 w 1237697"/>
                  <a:gd name="connsiteY2" fmla="*/ 479601 h 479601"/>
                  <a:gd name="connsiteX3" fmla="*/ 0 w 1237697"/>
                  <a:gd name="connsiteY3" fmla="*/ 80879 h 479601"/>
                  <a:gd name="connsiteX0" fmla="*/ 650322 w 1237697"/>
                  <a:gd name="connsiteY0" fmla="*/ 479601 h 571041"/>
                  <a:gd name="connsiteX1" fmla="*/ 0 w 1237697"/>
                  <a:gd name="connsiteY1" fmla="*/ 80879 h 571041"/>
                  <a:gd name="connsiteX2" fmla="*/ 1237697 w 1237697"/>
                  <a:gd name="connsiteY2" fmla="*/ 242804 h 571041"/>
                  <a:gd name="connsiteX3" fmla="*/ 741762 w 1237697"/>
                  <a:gd name="connsiteY3" fmla="*/ 571041 h 571041"/>
                  <a:gd name="connsiteX0" fmla="*/ 0 w 1237697"/>
                  <a:gd name="connsiteY0" fmla="*/ 80879 h 571041"/>
                  <a:gd name="connsiteX1" fmla="*/ 1237697 w 1237697"/>
                  <a:gd name="connsiteY1" fmla="*/ 242804 h 571041"/>
                  <a:gd name="connsiteX2" fmla="*/ 741762 w 1237697"/>
                  <a:gd name="connsiteY2" fmla="*/ 571041 h 571041"/>
                  <a:gd name="connsiteX0" fmla="*/ 0 w 1237697"/>
                  <a:gd name="connsiteY0" fmla="*/ 80879 h 242804"/>
                  <a:gd name="connsiteX1" fmla="*/ 1237697 w 1237697"/>
                  <a:gd name="connsiteY1" fmla="*/ 242804 h 24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7697" h="242804">
                    <a:moveTo>
                      <a:pt x="0" y="80879"/>
                    </a:moveTo>
                    <a:cubicBezTo>
                      <a:pt x="109882" y="65004"/>
                      <a:pt x="594415" y="-169946"/>
                      <a:pt x="1237697" y="242804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D5D7FDFC-461A-87E0-34F7-3F3619809661}"/>
                  </a:ext>
                </a:extLst>
              </p:cNvPr>
              <p:cNvSpPr/>
              <p:nvPr/>
            </p:nvSpPr>
            <p:spPr>
              <a:xfrm>
                <a:off x="3132651" y="2396963"/>
                <a:ext cx="1122501" cy="1150165"/>
              </a:xfrm>
              <a:custGeom>
                <a:avLst/>
                <a:gdLst>
                  <a:gd name="connsiteX0" fmla="*/ 533166 w 1122501"/>
                  <a:gd name="connsiteY0" fmla="*/ 137 h 1150165"/>
                  <a:gd name="connsiteX1" fmla="*/ 597289 w 1122501"/>
                  <a:gd name="connsiteY1" fmla="*/ 2942 h 1150165"/>
                  <a:gd name="connsiteX2" fmla="*/ 1122166 w 1122501"/>
                  <a:gd name="connsiteY2" fmla="*/ 823861 h 1150165"/>
                  <a:gd name="connsiteX3" fmla="*/ 1122501 w 1122501"/>
                  <a:gd name="connsiteY3" fmla="*/ 919054 h 1150165"/>
                  <a:gd name="connsiteX4" fmla="*/ 1020350 w 1122501"/>
                  <a:gd name="connsiteY4" fmla="*/ 1005602 h 1150165"/>
                  <a:gd name="connsiteX5" fmla="*/ 559471 w 1122501"/>
                  <a:gd name="connsiteY5" fmla="*/ 1150165 h 1150165"/>
                  <a:gd name="connsiteX6" fmla="*/ 98592 w 1122501"/>
                  <a:gd name="connsiteY6" fmla="*/ 1005602 h 1150165"/>
                  <a:gd name="connsiteX7" fmla="*/ 0 w 1122501"/>
                  <a:gd name="connsiteY7" fmla="*/ 922069 h 1150165"/>
                  <a:gd name="connsiteX8" fmla="*/ 1434 w 1122501"/>
                  <a:gd name="connsiteY8" fmla="*/ 841293 h 1150165"/>
                  <a:gd name="connsiteX9" fmla="*/ 533166 w 1122501"/>
                  <a:gd name="connsiteY9" fmla="*/ 137 h 115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2501" h="1150165">
                    <a:moveTo>
                      <a:pt x="533166" y="137"/>
                    </a:moveTo>
                    <a:cubicBezTo>
                      <a:pt x="553844" y="-371"/>
                      <a:pt x="575213" y="537"/>
                      <a:pt x="597289" y="2942"/>
                    </a:cubicBezTo>
                    <a:cubicBezTo>
                      <a:pt x="971299" y="29129"/>
                      <a:pt x="1107645" y="410659"/>
                      <a:pt x="1122166" y="823861"/>
                    </a:cubicBezTo>
                    <a:lnTo>
                      <a:pt x="1122501" y="919054"/>
                    </a:lnTo>
                    <a:lnTo>
                      <a:pt x="1020350" y="1005602"/>
                    </a:lnTo>
                    <a:cubicBezTo>
                      <a:pt x="888789" y="1096872"/>
                      <a:pt x="730191" y="1150165"/>
                      <a:pt x="559471" y="1150165"/>
                    </a:cubicBezTo>
                    <a:cubicBezTo>
                      <a:pt x="388751" y="1150165"/>
                      <a:pt x="230153" y="1096872"/>
                      <a:pt x="98592" y="1005602"/>
                    </a:cubicBezTo>
                    <a:lnTo>
                      <a:pt x="0" y="922069"/>
                    </a:lnTo>
                    <a:lnTo>
                      <a:pt x="1434" y="841293"/>
                    </a:lnTo>
                    <a:cubicBezTo>
                      <a:pt x="32124" y="420396"/>
                      <a:pt x="184225" y="8708"/>
                      <a:pt x="533166" y="13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6561C6D0-38FB-6491-4FF3-D00BD18434A8}"/>
                  </a:ext>
                </a:extLst>
              </p:cNvPr>
              <p:cNvSpPr/>
              <p:nvPr/>
            </p:nvSpPr>
            <p:spPr>
              <a:xfrm rot="19343286">
                <a:off x="3608041" y="2707104"/>
                <a:ext cx="338856" cy="40418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9" name="Oval 34">
                <a:extLst>
                  <a:ext uri="{FF2B5EF4-FFF2-40B4-BE49-F238E27FC236}">
                    <a16:creationId xmlns:a16="http://schemas.microsoft.com/office/drawing/2014/main" id="{C4DB06BA-1480-6A08-CC4F-6A251878383E}"/>
                  </a:ext>
                </a:extLst>
              </p:cNvPr>
              <p:cNvSpPr/>
              <p:nvPr/>
            </p:nvSpPr>
            <p:spPr>
              <a:xfrm rot="19343286">
                <a:off x="3402370" y="3020837"/>
                <a:ext cx="196908" cy="221627"/>
              </a:xfrm>
              <a:custGeom>
                <a:avLst/>
                <a:gdLst>
                  <a:gd name="connsiteX0" fmla="*/ 0 w 196908"/>
                  <a:gd name="connsiteY0" fmla="*/ 110813 h 221626"/>
                  <a:gd name="connsiteX1" fmla="*/ 98454 w 196908"/>
                  <a:gd name="connsiteY1" fmla="*/ 0 h 221626"/>
                  <a:gd name="connsiteX2" fmla="*/ 196908 w 196908"/>
                  <a:gd name="connsiteY2" fmla="*/ 110813 h 221626"/>
                  <a:gd name="connsiteX3" fmla="*/ 98454 w 196908"/>
                  <a:gd name="connsiteY3" fmla="*/ 221626 h 221626"/>
                  <a:gd name="connsiteX4" fmla="*/ 0 w 196908"/>
                  <a:gd name="connsiteY4" fmla="*/ 110813 h 221626"/>
                  <a:gd name="connsiteX0" fmla="*/ 0 w 196908"/>
                  <a:gd name="connsiteY0" fmla="*/ 110814 h 221627"/>
                  <a:gd name="connsiteX1" fmla="*/ 98454 w 196908"/>
                  <a:gd name="connsiteY1" fmla="*/ 1 h 221627"/>
                  <a:gd name="connsiteX2" fmla="*/ 196908 w 196908"/>
                  <a:gd name="connsiteY2" fmla="*/ 110814 h 221627"/>
                  <a:gd name="connsiteX3" fmla="*/ 98454 w 196908"/>
                  <a:gd name="connsiteY3" fmla="*/ 221627 h 221627"/>
                  <a:gd name="connsiteX4" fmla="*/ 0 w 196908"/>
                  <a:gd name="connsiteY4" fmla="*/ 110814 h 22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6908" h="221627">
                    <a:moveTo>
                      <a:pt x="0" y="110814"/>
                    </a:moveTo>
                    <a:cubicBezTo>
                      <a:pt x="0" y="49614"/>
                      <a:pt x="67890" y="310"/>
                      <a:pt x="98454" y="1"/>
                    </a:cubicBezTo>
                    <a:cubicBezTo>
                      <a:pt x="129018" y="-308"/>
                      <a:pt x="196908" y="49614"/>
                      <a:pt x="196908" y="110814"/>
                    </a:cubicBezTo>
                    <a:cubicBezTo>
                      <a:pt x="196908" y="172014"/>
                      <a:pt x="152829" y="221627"/>
                      <a:pt x="98454" y="221627"/>
                    </a:cubicBezTo>
                    <a:cubicBezTo>
                      <a:pt x="44079" y="221627"/>
                      <a:pt x="0" y="172014"/>
                      <a:pt x="0" y="110814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D68C3F8D-C4D9-CE12-952C-2BCCF6BB6992}"/>
                </a:ext>
              </a:extLst>
            </p:cNvPr>
            <p:cNvGrpSpPr/>
            <p:nvPr/>
          </p:nvGrpSpPr>
          <p:grpSpPr>
            <a:xfrm>
              <a:off x="3206829" y="627818"/>
              <a:ext cx="853776" cy="911313"/>
              <a:chOff x="4463725" y="655003"/>
              <a:chExt cx="853776" cy="911313"/>
            </a:xfrm>
            <a:grpFill/>
          </p:grpSpPr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AEFA1FE2-D006-4C5F-DA66-08C27C07DA77}"/>
                  </a:ext>
                </a:extLst>
              </p:cNvPr>
              <p:cNvSpPr/>
              <p:nvPr/>
            </p:nvSpPr>
            <p:spPr>
              <a:xfrm rot="15276649" flipH="1">
                <a:off x="4621324" y="859276"/>
                <a:ext cx="218968" cy="22860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BE2F3D9F-BF97-93CC-C2DE-455CD075ED66}"/>
                  </a:ext>
                </a:extLst>
              </p:cNvPr>
              <p:cNvSpPr/>
              <p:nvPr/>
            </p:nvSpPr>
            <p:spPr>
              <a:xfrm rot="15276649" flipH="1">
                <a:off x="4913215" y="811770"/>
                <a:ext cx="117355" cy="13037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4B11EEC5-AFA7-CEBD-E56B-D54403BA2A83}"/>
                  </a:ext>
                </a:extLst>
              </p:cNvPr>
              <p:cNvSpPr/>
              <p:nvPr/>
            </p:nvSpPr>
            <p:spPr>
              <a:xfrm rot="15276649" flipH="1">
                <a:off x="5075645" y="638533"/>
                <a:ext cx="117355" cy="17066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37A2A140-AF30-A30D-31BA-52C11DD9EF02}"/>
                  </a:ext>
                </a:extLst>
              </p:cNvPr>
              <p:cNvSpPr/>
              <p:nvPr/>
            </p:nvSpPr>
            <p:spPr>
              <a:xfrm rot="15276649" flipH="1">
                <a:off x="5173489" y="809025"/>
                <a:ext cx="117355" cy="17066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D3697D64-D737-1A9E-1FDA-B1C977B9F2D0}"/>
                  </a:ext>
                </a:extLst>
              </p:cNvPr>
              <p:cNvSpPr/>
              <p:nvPr/>
            </p:nvSpPr>
            <p:spPr>
              <a:xfrm rot="15276649" flipH="1">
                <a:off x="5173487" y="1006225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6" name="Oval 55">
                <a:extLst>
                  <a:ext uri="{FF2B5EF4-FFF2-40B4-BE49-F238E27FC236}">
                    <a16:creationId xmlns:a16="http://schemas.microsoft.com/office/drawing/2014/main" id="{99F704E9-F2DE-0520-D5D9-2BA2A9C022CC}"/>
                  </a:ext>
                </a:extLst>
              </p:cNvPr>
              <p:cNvSpPr/>
              <p:nvPr/>
            </p:nvSpPr>
            <p:spPr>
              <a:xfrm rot="15276649" flipH="1">
                <a:off x="5118450" y="1192670"/>
                <a:ext cx="66013" cy="100678"/>
              </a:xfrm>
              <a:custGeom>
                <a:avLst/>
                <a:gdLst>
                  <a:gd name="connsiteX0" fmla="*/ 0 w 117355"/>
                  <a:gd name="connsiteY0" fmla="*/ 48978 h 97956"/>
                  <a:gd name="connsiteX1" fmla="*/ 58678 w 117355"/>
                  <a:gd name="connsiteY1" fmla="*/ 0 h 97956"/>
                  <a:gd name="connsiteX2" fmla="*/ 117356 w 117355"/>
                  <a:gd name="connsiteY2" fmla="*/ 48978 h 97956"/>
                  <a:gd name="connsiteX3" fmla="*/ 58678 w 117355"/>
                  <a:gd name="connsiteY3" fmla="*/ 97956 h 97956"/>
                  <a:gd name="connsiteX4" fmla="*/ 0 w 117355"/>
                  <a:gd name="connsiteY4" fmla="*/ 48978 h 97956"/>
                  <a:gd name="connsiteX0" fmla="*/ 0 w 66013"/>
                  <a:gd name="connsiteY0" fmla="*/ 50339 h 100678"/>
                  <a:gd name="connsiteX1" fmla="*/ 58678 w 66013"/>
                  <a:gd name="connsiteY1" fmla="*/ 1361 h 100678"/>
                  <a:gd name="connsiteX2" fmla="*/ 58678 w 66013"/>
                  <a:gd name="connsiteY2" fmla="*/ 99317 h 100678"/>
                  <a:gd name="connsiteX3" fmla="*/ 0 w 66013"/>
                  <a:gd name="connsiteY3" fmla="*/ 50339 h 100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13" h="100678">
                    <a:moveTo>
                      <a:pt x="0" y="50339"/>
                    </a:moveTo>
                    <a:cubicBezTo>
                      <a:pt x="0" y="23289"/>
                      <a:pt x="48898" y="-6802"/>
                      <a:pt x="58678" y="1361"/>
                    </a:cubicBezTo>
                    <a:cubicBezTo>
                      <a:pt x="68458" y="9524"/>
                      <a:pt x="68458" y="91154"/>
                      <a:pt x="58678" y="99317"/>
                    </a:cubicBezTo>
                    <a:cubicBezTo>
                      <a:pt x="48898" y="107480"/>
                      <a:pt x="0" y="77389"/>
                      <a:pt x="0" y="50339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1CB8104C-EA50-EEFB-A68A-6FBE65CF607B}"/>
                  </a:ext>
                </a:extLst>
              </p:cNvPr>
              <p:cNvSpPr/>
              <p:nvPr/>
            </p:nvSpPr>
            <p:spPr>
              <a:xfrm rot="15276649" flipH="1">
                <a:off x="4880404" y="1040174"/>
                <a:ext cx="149115" cy="20022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8" name="Oval 55">
                <a:extLst>
                  <a:ext uri="{FF2B5EF4-FFF2-40B4-BE49-F238E27FC236}">
                    <a16:creationId xmlns:a16="http://schemas.microsoft.com/office/drawing/2014/main" id="{6C25CD0D-9D29-1EBF-3B18-25EB450D7EFB}"/>
                  </a:ext>
                </a:extLst>
              </p:cNvPr>
              <p:cNvSpPr/>
              <p:nvPr/>
            </p:nvSpPr>
            <p:spPr>
              <a:xfrm rot="1314271" flipH="1">
                <a:off x="4602424" y="1160580"/>
                <a:ext cx="97852" cy="143809"/>
              </a:xfrm>
              <a:custGeom>
                <a:avLst/>
                <a:gdLst>
                  <a:gd name="connsiteX0" fmla="*/ 0 w 117355"/>
                  <a:gd name="connsiteY0" fmla="*/ 48978 h 97956"/>
                  <a:gd name="connsiteX1" fmla="*/ 58678 w 117355"/>
                  <a:gd name="connsiteY1" fmla="*/ 0 h 97956"/>
                  <a:gd name="connsiteX2" fmla="*/ 117356 w 117355"/>
                  <a:gd name="connsiteY2" fmla="*/ 48978 h 97956"/>
                  <a:gd name="connsiteX3" fmla="*/ 58678 w 117355"/>
                  <a:gd name="connsiteY3" fmla="*/ 97956 h 97956"/>
                  <a:gd name="connsiteX4" fmla="*/ 0 w 117355"/>
                  <a:gd name="connsiteY4" fmla="*/ 48978 h 97956"/>
                  <a:gd name="connsiteX0" fmla="*/ 0 w 66013"/>
                  <a:gd name="connsiteY0" fmla="*/ 50339 h 100678"/>
                  <a:gd name="connsiteX1" fmla="*/ 58678 w 66013"/>
                  <a:gd name="connsiteY1" fmla="*/ 1361 h 100678"/>
                  <a:gd name="connsiteX2" fmla="*/ 58678 w 66013"/>
                  <a:gd name="connsiteY2" fmla="*/ 99317 h 100678"/>
                  <a:gd name="connsiteX3" fmla="*/ 0 w 66013"/>
                  <a:gd name="connsiteY3" fmla="*/ 50339 h 100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13" h="100678">
                    <a:moveTo>
                      <a:pt x="0" y="50339"/>
                    </a:moveTo>
                    <a:cubicBezTo>
                      <a:pt x="0" y="23289"/>
                      <a:pt x="48898" y="-6802"/>
                      <a:pt x="58678" y="1361"/>
                    </a:cubicBezTo>
                    <a:cubicBezTo>
                      <a:pt x="68458" y="9524"/>
                      <a:pt x="68458" y="91154"/>
                      <a:pt x="58678" y="99317"/>
                    </a:cubicBezTo>
                    <a:cubicBezTo>
                      <a:pt x="48898" y="107480"/>
                      <a:pt x="0" y="77389"/>
                      <a:pt x="0" y="50339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520733C9-AB0C-36FE-C3F8-38116C3DFC4B}"/>
                  </a:ext>
                </a:extLst>
              </p:cNvPr>
              <p:cNvSpPr/>
              <p:nvPr/>
            </p:nvSpPr>
            <p:spPr>
              <a:xfrm rot="10996185" flipH="1">
                <a:off x="4763727" y="1239212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C249E743-945C-053E-39B4-8D2647BFF9D4}"/>
                  </a:ext>
                </a:extLst>
              </p:cNvPr>
              <p:cNvSpPr/>
              <p:nvPr/>
            </p:nvSpPr>
            <p:spPr>
              <a:xfrm rot="10996185" flipH="1">
                <a:off x="4463725" y="775309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0E626DF8-9F28-DB27-090B-397AC1DC3A94}"/>
                  </a:ext>
                </a:extLst>
              </p:cNvPr>
              <p:cNvSpPr/>
              <p:nvPr/>
            </p:nvSpPr>
            <p:spPr>
              <a:xfrm rot="9597719" flipH="1">
                <a:off x="4702350" y="655003"/>
                <a:ext cx="11735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2" name="Oval 321">
                <a:extLst>
                  <a:ext uri="{FF2B5EF4-FFF2-40B4-BE49-F238E27FC236}">
                    <a16:creationId xmlns:a16="http://schemas.microsoft.com/office/drawing/2014/main" id="{9A46FDE7-90AF-D690-4A25-259C5CDB27DF}"/>
                  </a:ext>
                </a:extLst>
              </p:cNvPr>
              <p:cNvSpPr/>
              <p:nvPr/>
            </p:nvSpPr>
            <p:spPr>
              <a:xfrm rot="10996185" flipH="1">
                <a:off x="4611131" y="1398219"/>
                <a:ext cx="11292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6A83E30F-66E3-5FE4-6309-EB11CAB04672}"/>
                  </a:ext>
                </a:extLst>
              </p:cNvPr>
              <p:cNvSpPr/>
              <p:nvPr/>
            </p:nvSpPr>
            <p:spPr>
              <a:xfrm rot="10996185" flipH="1">
                <a:off x="4765940" y="1468360"/>
                <a:ext cx="11292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0FFDE1D3-C6E0-E12D-817B-4A795D55E5EF}"/>
                  </a:ext>
                </a:extLst>
              </p:cNvPr>
              <p:cNvSpPr/>
              <p:nvPr/>
            </p:nvSpPr>
            <p:spPr>
              <a:xfrm rot="10996185" flipH="1">
                <a:off x="4978536" y="1361891"/>
                <a:ext cx="112925" cy="9795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09C6FCF7-3EA2-0985-6C2E-C415BABBFD20}"/>
                </a:ext>
              </a:extLst>
            </p:cNvPr>
            <p:cNvGrpSpPr/>
            <p:nvPr/>
          </p:nvGrpSpPr>
          <p:grpSpPr>
            <a:xfrm flipH="1">
              <a:off x="5511810" y="3791064"/>
              <a:ext cx="655180" cy="698215"/>
              <a:chOff x="2597581" y="3950384"/>
              <a:chExt cx="655180" cy="698215"/>
            </a:xfrm>
            <a:grpFill/>
          </p:grpSpPr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46CCCBB1-F890-0990-A9AD-475748669562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197ECA16-F764-0C38-B528-8D8F804F45B7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29428466-2627-19AF-884C-5CA11125DD8E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E985F396-6D8F-827F-3172-DC047B4E773C}"/>
                  </a:ext>
                </a:extLst>
              </p:cNvPr>
              <p:cNvSpPr/>
              <p:nvPr/>
            </p:nvSpPr>
            <p:spPr>
              <a:xfrm rot="19660011" flipH="1">
                <a:off x="2691970" y="414688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1A5C5DC7-D1F3-4563-6ACF-F81395E8335B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1D611276-C8E9-9123-3567-F1E78FDAB54C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86582C8E-4165-A2EB-1363-F5A1CC5FB4C5}"/>
                </a:ext>
              </a:extLst>
            </p:cNvPr>
            <p:cNvGrpSpPr/>
            <p:nvPr/>
          </p:nvGrpSpPr>
          <p:grpSpPr>
            <a:xfrm flipH="1">
              <a:off x="4028690" y="1697754"/>
              <a:ext cx="1309538" cy="1934867"/>
              <a:chOff x="2996110" y="2396963"/>
              <a:chExt cx="1309538" cy="1934867"/>
            </a:xfrm>
            <a:grpFill/>
          </p:grpSpPr>
          <p:sp>
            <p:nvSpPr>
              <p:cNvPr id="300" name="Rectangle 19">
                <a:extLst>
                  <a:ext uri="{FF2B5EF4-FFF2-40B4-BE49-F238E27FC236}">
                    <a16:creationId xmlns:a16="http://schemas.microsoft.com/office/drawing/2014/main" id="{740D4501-7DFC-0668-BF9E-B7B69E84307A}"/>
                  </a:ext>
                </a:extLst>
              </p:cNvPr>
              <p:cNvSpPr/>
              <p:nvPr/>
            </p:nvSpPr>
            <p:spPr>
              <a:xfrm>
                <a:off x="3124596" y="2396963"/>
                <a:ext cx="1128034" cy="1848484"/>
              </a:xfrm>
              <a:custGeom>
                <a:avLst/>
                <a:gdLst>
                  <a:gd name="connsiteX0" fmla="*/ 0 w 846166"/>
                  <a:gd name="connsiteY0" fmla="*/ 0 h 535854"/>
                  <a:gd name="connsiteX1" fmla="*/ 846166 w 846166"/>
                  <a:gd name="connsiteY1" fmla="*/ 0 h 535854"/>
                  <a:gd name="connsiteX2" fmla="*/ 846166 w 846166"/>
                  <a:gd name="connsiteY2" fmla="*/ 535854 h 535854"/>
                  <a:gd name="connsiteX3" fmla="*/ 0 w 846166"/>
                  <a:gd name="connsiteY3" fmla="*/ 535854 h 535854"/>
                  <a:gd name="connsiteX4" fmla="*/ 0 w 846166"/>
                  <a:gd name="connsiteY4" fmla="*/ 0 h 535854"/>
                  <a:gd name="connsiteX0" fmla="*/ 152400 w 998566"/>
                  <a:gd name="connsiteY0" fmla="*/ 0 h 535854"/>
                  <a:gd name="connsiteX1" fmla="*/ 998566 w 998566"/>
                  <a:gd name="connsiteY1" fmla="*/ 0 h 535854"/>
                  <a:gd name="connsiteX2" fmla="*/ 998566 w 998566"/>
                  <a:gd name="connsiteY2" fmla="*/ 535854 h 535854"/>
                  <a:gd name="connsiteX3" fmla="*/ 0 w 998566"/>
                  <a:gd name="connsiteY3" fmla="*/ 264392 h 535854"/>
                  <a:gd name="connsiteX4" fmla="*/ 152400 w 998566"/>
                  <a:gd name="connsiteY4" fmla="*/ 0 h 535854"/>
                  <a:gd name="connsiteX0" fmla="*/ 14287 w 998566"/>
                  <a:gd name="connsiteY0" fmla="*/ 0 h 1107354"/>
                  <a:gd name="connsiteX1" fmla="*/ 998566 w 998566"/>
                  <a:gd name="connsiteY1" fmla="*/ 571500 h 1107354"/>
                  <a:gd name="connsiteX2" fmla="*/ 998566 w 998566"/>
                  <a:gd name="connsiteY2" fmla="*/ 1107354 h 1107354"/>
                  <a:gd name="connsiteX3" fmla="*/ 0 w 998566"/>
                  <a:gd name="connsiteY3" fmla="*/ 835892 h 1107354"/>
                  <a:gd name="connsiteX4" fmla="*/ 14287 w 998566"/>
                  <a:gd name="connsiteY4" fmla="*/ 0 h 1107354"/>
                  <a:gd name="connsiteX0" fmla="*/ 14287 w 998566"/>
                  <a:gd name="connsiteY0" fmla="*/ 0 h 964479"/>
                  <a:gd name="connsiteX1" fmla="*/ 998566 w 998566"/>
                  <a:gd name="connsiteY1" fmla="*/ 571500 h 964479"/>
                  <a:gd name="connsiteX2" fmla="*/ 798541 w 998566"/>
                  <a:gd name="connsiteY2" fmla="*/ 964479 h 964479"/>
                  <a:gd name="connsiteX3" fmla="*/ 0 w 998566"/>
                  <a:gd name="connsiteY3" fmla="*/ 835892 h 964479"/>
                  <a:gd name="connsiteX4" fmla="*/ 14287 w 998566"/>
                  <a:gd name="connsiteY4" fmla="*/ 0 h 964479"/>
                  <a:gd name="connsiteX0" fmla="*/ 14287 w 998566"/>
                  <a:gd name="connsiteY0" fmla="*/ 0 h 997817"/>
                  <a:gd name="connsiteX1" fmla="*/ 998566 w 998566"/>
                  <a:gd name="connsiteY1" fmla="*/ 571500 h 997817"/>
                  <a:gd name="connsiteX2" fmla="*/ 769966 w 998566"/>
                  <a:gd name="connsiteY2" fmla="*/ 997817 h 997817"/>
                  <a:gd name="connsiteX3" fmla="*/ 0 w 998566"/>
                  <a:gd name="connsiteY3" fmla="*/ 835892 h 997817"/>
                  <a:gd name="connsiteX4" fmla="*/ 14287 w 998566"/>
                  <a:gd name="connsiteY4" fmla="*/ 0 h 997817"/>
                  <a:gd name="connsiteX0" fmla="*/ 461962 w 998566"/>
                  <a:gd name="connsiteY0" fmla="*/ 0 h 1845542"/>
                  <a:gd name="connsiteX1" fmla="*/ 998566 w 998566"/>
                  <a:gd name="connsiteY1" fmla="*/ 1419225 h 1845542"/>
                  <a:gd name="connsiteX2" fmla="*/ 769966 w 998566"/>
                  <a:gd name="connsiteY2" fmla="*/ 1845542 h 1845542"/>
                  <a:gd name="connsiteX3" fmla="*/ 0 w 998566"/>
                  <a:gd name="connsiteY3" fmla="*/ 1683617 h 1845542"/>
                  <a:gd name="connsiteX4" fmla="*/ 461962 w 998566"/>
                  <a:gd name="connsiteY4" fmla="*/ 0 h 1845542"/>
                  <a:gd name="connsiteX0" fmla="*/ 461962 w 769966"/>
                  <a:gd name="connsiteY0" fmla="*/ 0 h 1845542"/>
                  <a:gd name="connsiteX1" fmla="*/ 769966 w 769966"/>
                  <a:gd name="connsiteY1" fmla="*/ 1845542 h 1845542"/>
                  <a:gd name="connsiteX2" fmla="*/ 0 w 769966"/>
                  <a:gd name="connsiteY2" fmla="*/ 1683617 h 1845542"/>
                  <a:gd name="connsiteX3" fmla="*/ 461962 w 769966"/>
                  <a:gd name="connsiteY3" fmla="*/ 0 h 1845542"/>
                  <a:gd name="connsiteX0" fmla="*/ 461962 w 769966"/>
                  <a:gd name="connsiteY0" fmla="*/ 3535 h 1849077"/>
                  <a:gd name="connsiteX1" fmla="*/ 769966 w 769966"/>
                  <a:gd name="connsiteY1" fmla="*/ 1849077 h 1849077"/>
                  <a:gd name="connsiteX2" fmla="*/ 0 w 769966"/>
                  <a:gd name="connsiteY2" fmla="*/ 1687152 h 1849077"/>
                  <a:gd name="connsiteX3" fmla="*/ 461962 w 769966"/>
                  <a:gd name="connsiteY3" fmla="*/ 3535 h 1849077"/>
                  <a:gd name="connsiteX0" fmla="*/ 461962 w 869917"/>
                  <a:gd name="connsiteY0" fmla="*/ 3535 h 1849077"/>
                  <a:gd name="connsiteX1" fmla="*/ 769966 w 869917"/>
                  <a:gd name="connsiteY1" fmla="*/ 1849077 h 1849077"/>
                  <a:gd name="connsiteX2" fmla="*/ 0 w 869917"/>
                  <a:gd name="connsiteY2" fmla="*/ 1687152 h 1849077"/>
                  <a:gd name="connsiteX3" fmla="*/ 461962 w 869917"/>
                  <a:gd name="connsiteY3" fmla="*/ 3535 h 1849077"/>
                  <a:gd name="connsiteX0" fmla="*/ 461962 w 988162"/>
                  <a:gd name="connsiteY0" fmla="*/ 3535 h 1849077"/>
                  <a:gd name="connsiteX1" fmla="*/ 769966 w 988162"/>
                  <a:gd name="connsiteY1" fmla="*/ 1849077 h 1849077"/>
                  <a:gd name="connsiteX2" fmla="*/ 0 w 988162"/>
                  <a:gd name="connsiteY2" fmla="*/ 1687152 h 1849077"/>
                  <a:gd name="connsiteX3" fmla="*/ 461962 w 988162"/>
                  <a:gd name="connsiteY3" fmla="*/ 3535 h 1849077"/>
                  <a:gd name="connsiteX0" fmla="*/ 601834 w 1128034"/>
                  <a:gd name="connsiteY0" fmla="*/ 2942 h 1848484"/>
                  <a:gd name="connsiteX1" fmla="*/ 909838 w 1128034"/>
                  <a:gd name="connsiteY1" fmla="*/ 1848484 h 1848484"/>
                  <a:gd name="connsiteX2" fmla="*/ 139872 w 1128034"/>
                  <a:gd name="connsiteY2" fmla="*/ 1686559 h 1848484"/>
                  <a:gd name="connsiteX3" fmla="*/ 601834 w 1128034"/>
                  <a:gd name="connsiteY3" fmla="*/ 2942 h 1848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8034" h="1848484">
                    <a:moveTo>
                      <a:pt x="601834" y="2942"/>
                    </a:moveTo>
                    <a:cubicBezTo>
                      <a:pt x="1361727" y="56148"/>
                      <a:pt x="1140545" y="1576203"/>
                      <a:pt x="909838" y="1848484"/>
                    </a:cubicBezTo>
                    <a:lnTo>
                      <a:pt x="139872" y="1686559"/>
                    </a:lnTo>
                    <a:cubicBezTo>
                      <a:pt x="-87141" y="1382528"/>
                      <a:pt x="-104603" y="-74027"/>
                      <a:pt x="601834" y="2942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1" name="Rectangle 20">
                <a:extLst>
                  <a:ext uri="{FF2B5EF4-FFF2-40B4-BE49-F238E27FC236}">
                    <a16:creationId xmlns:a16="http://schemas.microsoft.com/office/drawing/2014/main" id="{D0B8D6DB-A3A2-BB63-AB81-A1519F427D44}"/>
                  </a:ext>
                </a:extLst>
              </p:cNvPr>
              <p:cNvSpPr/>
              <p:nvPr/>
            </p:nvSpPr>
            <p:spPr>
              <a:xfrm>
                <a:off x="2996110" y="3966086"/>
                <a:ext cx="1309538" cy="365744"/>
              </a:xfrm>
              <a:custGeom>
                <a:avLst/>
                <a:gdLst>
                  <a:gd name="connsiteX0" fmla="*/ 0 w 1351997"/>
                  <a:gd name="connsiteY0" fmla="*/ 0 h 709872"/>
                  <a:gd name="connsiteX1" fmla="*/ 1351997 w 1351997"/>
                  <a:gd name="connsiteY1" fmla="*/ 0 h 709872"/>
                  <a:gd name="connsiteX2" fmla="*/ 1351997 w 1351997"/>
                  <a:gd name="connsiteY2" fmla="*/ 709872 h 709872"/>
                  <a:gd name="connsiteX3" fmla="*/ 0 w 1351997"/>
                  <a:gd name="connsiteY3" fmla="*/ 709872 h 709872"/>
                  <a:gd name="connsiteX4" fmla="*/ 0 w 1351997"/>
                  <a:gd name="connsiteY4" fmla="*/ 0 h 709872"/>
                  <a:gd name="connsiteX0" fmla="*/ 0 w 1425022"/>
                  <a:gd name="connsiteY0" fmla="*/ 0 h 773372"/>
                  <a:gd name="connsiteX1" fmla="*/ 1425022 w 1425022"/>
                  <a:gd name="connsiteY1" fmla="*/ 63500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123397 w 1425022"/>
                  <a:gd name="connsiteY1" fmla="*/ 1555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0 h 773372"/>
                  <a:gd name="connsiteX1" fmla="*/ 1224997 w 1425022"/>
                  <a:gd name="connsiteY1" fmla="*/ 142875 h 773372"/>
                  <a:gd name="connsiteX2" fmla="*/ 1425022 w 1425022"/>
                  <a:gd name="connsiteY2" fmla="*/ 773372 h 773372"/>
                  <a:gd name="connsiteX3" fmla="*/ 73025 w 1425022"/>
                  <a:gd name="connsiteY3" fmla="*/ 773372 h 773372"/>
                  <a:gd name="connsiteX4" fmla="*/ 0 w 1425022"/>
                  <a:gd name="connsiteY4" fmla="*/ 0 h 773372"/>
                  <a:gd name="connsiteX0" fmla="*/ 0 w 1425022"/>
                  <a:gd name="connsiteY0" fmla="*/ 72046 h 845418"/>
                  <a:gd name="connsiteX1" fmla="*/ 1224997 w 1425022"/>
                  <a:gd name="connsiteY1" fmla="*/ 214921 h 845418"/>
                  <a:gd name="connsiteX2" fmla="*/ 1425022 w 1425022"/>
                  <a:gd name="connsiteY2" fmla="*/ 845418 h 845418"/>
                  <a:gd name="connsiteX3" fmla="*/ 73025 w 1425022"/>
                  <a:gd name="connsiteY3" fmla="*/ 845418 h 845418"/>
                  <a:gd name="connsiteX4" fmla="*/ 0 w 1425022"/>
                  <a:gd name="connsiteY4" fmla="*/ 72046 h 845418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73025 w 1425022"/>
                  <a:gd name="connsiteY3" fmla="*/ 865163 h 865163"/>
                  <a:gd name="connsiteX4" fmla="*/ 0 w 1425022"/>
                  <a:gd name="connsiteY4" fmla="*/ 91791 h 865163"/>
                  <a:gd name="connsiteX0" fmla="*/ 0 w 1425022"/>
                  <a:gd name="connsiteY0" fmla="*/ 91791 h 865163"/>
                  <a:gd name="connsiteX1" fmla="*/ 1224997 w 1425022"/>
                  <a:gd name="connsiteY1" fmla="*/ 234666 h 865163"/>
                  <a:gd name="connsiteX2" fmla="*/ 1425022 w 1425022"/>
                  <a:gd name="connsiteY2" fmla="*/ 865163 h 865163"/>
                  <a:gd name="connsiteX3" fmla="*/ 0 w 1425022"/>
                  <a:gd name="connsiteY3" fmla="*/ 91791 h 865163"/>
                  <a:gd name="connsiteX0" fmla="*/ 0 w 1224997"/>
                  <a:gd name="connsiteY0" fmla="*/ 91791 h 490513"/>
                  <a:gd name="connsiteX1" fmla="*/ 1224997 w 1224997"/>
                  <a:gd name="connsiteY1" fmla="*/ 234666 h 490513"/>
                  <a:gd name="connsiteX2" fmla="*/ 650322 w 1224997"/>
                  <a:gd name="connsiteY2" fmla="*/ 490513 h 490513"/>
                  <a:gd name="connsiteX3" fmla="*/ 0 w 1224997"/>
                  <a:gd name="connsiteY3" fmla="*/ 91791 h 490513"/>
                  <a:gd name="connsiteX0" fmla="*/ 0 w 1237697"/>
                  <a:gd name="connsiteY0" fmla="*/ 80879 h 479601"/>
                  <a:gd name="connsiteX1" fmla="*/ 1237697 w 1237697"/>
                  <a:gd name="connsiteY1" fmla="*/ 242804 h 479601"/>
                  <a:gd name="connsiteX2" fmla="*/ 650322 w 1237697"/>
                  <a:gd name="connsiteY2" fmla="*/ 479601 h 479601"/>
                  <a:gd name="connsiteX3" fmla="*/ 0 w 1237697"/>
                  <a:gd name="connsiteY3" fmla="*/ 80879 h 479601"/>
                  <a:gd name="connsiteX0" fmla="*/ 650322 w 1237697"/>
                  <a:gd name="connsiteY0" fmla="*/ 479601 h 571041"/>
                  <a:gd name="connsiteX1" fmla="*/ 0 w 1237697"/>
                  <a:gd name="connsiteY1" fmla="*/ 80879 h 571041"/>
                  <a:gd name="connsiteX2" fmla="*/ 1237697 w 1237697"/>
                  <a:gd name="connsiteY2" fmla="*/ 242804 h 571041"/>
                  <a:gd name="connsiteX3" fmla="*/ 741762 w 1237697"/>
                  <a:gd name="connsiteY3" fmla="*/ 571041 h 571041"/>
                  <a:gd name="connsiteX0" fmla="*/ 0 w 1237697"/>
                  <a:gd name="connsiteY0" fmla="*/ 80879 h 571041"/>
                  <a:gd name="connsiteX1" fmla="*/ 1237697 w 1237697"/>
                  <a:gd name="connsiteY1" fmla="*/ 242804 h 571041"/>
                  <a:gd name="connsiteX2" fmla="*/ 741762 w 1237697"/>
                  <a:gd name="connsiteY2" fmla="*/ 571041 h 571041"/>
                  <a:gd name="connsiteX0" fmla="*/ 0 w 1237697"/>
                  <a:gd name="connsiteY0" fmla="*/ 80879 h 242804"/>
                  <a:gd name="connsiteX1" fmla="*/ 1237697 w 1237697"/>
                  <a:gd name="connsiteY1" fmla="*/ 242804 h 24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7697" h="242804">
                    <a:moveTo>
                      <a:pt x="0" y="80879"/>
                    </a:moveTo>
                    <a:cubicBezTo>
                      <a:pt x="109882" y="65004"/>
                      <a:pt x="594415" y="-169946"/>
                      <a:pt x="1237697" y="242804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A96BB17B-E2A9-BF69-2C35-355B9AC7BDE6}"/>
                  </a:ext>
                </a:extLst>
              </p:cNvPr>
              <p:cNvSpPr/>
              <p:nvPr/>
            </p:nvSpPr>
            <p:spPr>
              <a:xfrm>
                <a:off x="3132651" y="2396963"/>
                <a:ext cx="1122501" cy="1150165"/>
              </a:xfrm>
              <a:custGeom>
                <a:avLst/>
                <a:gdLst>
                  <a:gd name="connsiteX0" fmla="*/ 533166 w 1122501"/>
                  <a:gd name="connsiteY0" fmla="*/ 137 h 1150165"/>
                  <a:gd name="connsiteX1" fmla="*/ 597289 w 1122501"/>
                  <a:gd name="connsiteY1" fmla="*/ 2942 h 1150165"/>
                  <a:gd name="connsiteX2" fmla="*/ 1122166 w 1122501"/>
                  <a:gd name="connsiteY2" fmla="*/ 823861 h 1150165"/>
                  <a:gd name="connsiteX3" fmla="*/ 1122501 w 1122501"/>
                  <a:gd name="connsiteY3" fmla="*/ 919054 h 1150165"/>
                  <a:gd name="connsiteX4" fmla="*/ 1020350 w 1122501"/>
                  <a:gd name="connsiteY4" fmla="*/ 1005602 h 1150165"/>
                  <a:gd name="connsiteX5" fmla="*/ 559471 w 1122501"/>
                  <a:gd name="connsiteY5" fmla="*/ 1150165 h 1150165"/>
                  <a:gd name="connsiteX6" fmla="*/ 98592 w 1122501"/>
                  <a:gd name="connsiteY6" fmla="*/ 1005602 h 1150165"/>
                  <a:gd name="connsiteX7" fmla="*/ 0 w 1122501"/>
                  <a:gd name="connsiteY7" fmla="*/ 922069 h 1150165"/>
                  <a:gd name="connsiteX8" fmla="*/ 1434 w 1122501"/>
                  <a:gd name="connsiteY8" fmla="*/ 841293 h 1150165"/>
                  <a:gd name="connsiteX9" fmla="*/ 533166 w 1122501"/>
                  <a:gd name="connsiteY9" fmla="*/ 137 h 115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2501" h="1150165">
                    <a:moveTo>
                      <a:pt x="533166" y="137"/>
                    </a:moveTo>
                    <a:cubicBezTo>
                      <a:pt x="553844" y="-371"/>
                      <a:pt x="575213" y="537"/>
                      <a:pt x="597289" y="2942"/>
                    </a:cubicBezTo>
                    <a:cubicBezTo>
                      <a:pt x="971299" y="29129"/>
                      <a:pt x="1107645" y="410659"/>
                      <a:pt x="1122166" y="823861"/>
                    </a:cubicBezTo>
                    <a:lnTo>
                      <a:pt x="1122501" y="919054"/>
                    </a:lnTo>
                    <a:lnTo>
                      <a:pt x="1020350" y="1005602"/>
                    </a:lnTo>
                    <a:cubicBezTo>
                      <a:pt x="888789" y="1096872"/>
                      <a:pt x="730191" y="1150165"/>
                      <a:pt x="559471" y="1150165"/>
                    </a:cubicBezTo>
                    <a:cubicBezTo>
                      <a:pt x="388751" y="1150165"/>
                      <a:pt x="230153" y="1096872"/>
                      <a:pt x="98592" y="1005602"/>
                    </a:cubicBezTo>
                    <a:lnTo>
                      <a:pt x="0" y="922069"/>
                    </a:lnTo>
                    <a:lnTo>
                      <a:pt x="1434" y="841293"/>
                    </a:lnTo>
                    <a:cubicBezTo>
                      <a:pt x="32124" y="420396"/>
                      <a:pt x="184225" y="8708"/>
                      <a:pt x="533166" y="13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751C02C3-73A3-630D-FA86-D82062F8F325}"/>
                  </a:ext>
                </a:extLst>
              </p:cNvPr>
              <p:cNvSpPr/>
              <p:nvPr/>
            </p:nvSpPr>
            <p:spPr>
              <a:xfrm rot="19343286">
                <a:off x="3608041" y="2707104"/>
                <a:ext cx="338856" cy="40418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4" name="Oval 34">
                <a:extLst>
                  <a:ext uri="{FF2B5EF4-FFF2-40B4-BE49-F238E27FC236}">
                    <a16:creationId xmlns:a16="http://schemas.microsoft.com/office/drawing/2014/main" id="{C57CF948-2309-D1CA-5D5F-BFCC936ECB3F}"/>
                  </a:ext>
                </a:extLst>
              </p:cNvPr>
              <p:cNvSpPr/>
              <p:nvPr/>
            </p:nvSpPr>
            <p:spPr>
              <a:xfrm rot="19343286">
                <a:off x="3402370" y="3020837"/>
                <a:ext cx="196908" cy="221627"/>
              </a:xfrm>
              <a:custGeom>
                <a:avLst/>
                <a:gdLst>
                  <a:gd name="connsiteX0" fmla="*/ 0 w 196908"/>
                  <a:gd name="connsiteY0" fmla="*/ 110813 h 221626"/>
                  <a:gd name="connsiteX1" fmla="*/ 98454 w 196908"/>
                  <a:gd name="connsiteY1" fmla="*/ 0 h 221626"/>
                  <a:gd name="connsiteX2" fmla="*/ 196908 w 196908"/>
                  <a:gd name="connsiteY2" fmla="*/ 110813 h 221626"/>
                  <a:gd name="connsiteX3" fmla="*/ 98454 w 196908"/>
                  <a:gd name="connsiteY3" fmla="*/ 221626 h 221626"/>
                  <a:gd name="connsiteX4" fmla="*/ 0 w 196908"/>
                  <a:gd name="connsiteY4" fmla="*/ 110813 h 221626"/>
                  <a:gd name="connsiteX0" fmla="*/ 0 w 196908"/>
                  <a:gd name="connsiteY0" fmla="*/ 110814 h 221627"/>
                  <a:gd name="connsiteX1" fmla="*/ 98454 w 196908"/>
                  <a:gd name="connsiteY1" fmla="*/ 1 h 221627"/>
                  <a:gd name="connsiteX2" fmla="*/ 196908 w 196908"/>
                  <a:gd name="connsiteY2" fmla="*/ 110814 h 221627"/>
                  <a:gd name="connsiteX3" fmla="*/ 98454 w 196908"/>
                  <a:gd name="connsiteY3" fmla="*/ 221627 h 221627"/>
                  <a:gd name="connsiteX4" fmla="*/ 0 w 196908"/>
                  <a:gd name="connsiteY4" fmla="*/ 110814 h 22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6908" h="221627">
                    <a:moveTo>
                      <a:pt x="0" y="110814"/>
                    </a:moveTo>
                    <a:cubicBezTo>
                      <a:pt x="0" y="49614"/>
                      <a:pt x="67890" y="310"/>
                      <a:pt x="98454" y="1"/>
                    </a:cubicBezTo>
                    <a:cubicBezTo>
                      <a:pt x="129018" y="-308"/>
                      <a:pt x="196908" y="49614"/>
                      <a:pt x="196908" y="110814"/>
                    </a:cubicBezTo>
                    <a:cubicBezTo>
                      <a:pt x="196908" y="172014"/>
                      <a:pt x="152829" y="221627"/>
                      <a:pt x="98454" y="221627"/>
                    </a:cubicBezTo>
                    <a:cubicBezTo>
                      <a:pt x="44079" y="221627"/>
                      <a:pt x="0" y="172014"/>
                      <a:pt x="0" y="110814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52D6AF-DC0E-3F0E-BC69-EB94F633DF12}"/>
                </a:ext>
              </a:extLst>
            </p:cNvPr>
            <p:cNvSpPr/>
            <p:nvPr/>
          </p:nvSpPr>
          <p:spPr>
            <a:xfrm flipH="1">
              <a:off x="3652792" y="4452160"/>
              <a:ext cx="708094" cy="319775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094" h="319775">
                  <a:moveTo>
                    <a:pt x="685800" y="0"/>
                  </a:moveTo>
                  <a:cubicBezTo>
                    <a:pt x="828675" y="198438"/>
                    <a:pt x="247650" y="587375"/>
                    <a:pt x="0" y="38100"/>
                  </a:cubicBezTo>
                  <a:lnTo>
                    <a:pt x="0" y="38100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Rectangle 3">
              <a:extLst>
                <a:ext uri="{FF2B5EF4-FFF2-40B4-BE49-F238E27FC236}">
                  <a16:creationId xmlns:a16="http://schemas.microsoft.com/office/drawing/2014/main" id="{7AE568BE-C682-F8DF-F559-09AAE5F9B875}"/>
                </a:ext>
              </a:extLst>
            </p:cNvPr>
            <p:cNvSpPr/>
            <p:nvPr/>
          </p:nvSpPr>
          <p:spPr>
            <a:xfrm>
              <a:off x="3184502" y="4162268"/>
              <a:ext cx="929807" cy="37079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35380"/>
                <a:gd name="connsiteY0" fmla="*/ 0 h 975360"/>
                <a:gd name="connsiteX1" fmla="*/ 1135380 w 1135380"/>
                <a:gd name="connsiteY1" fmla="*/ 60960 h 975360"/>
                <a:gd name="connsiteX2" fmla="*/ 1135380 w 1135380"/>
                <a:gd name="connsiteY2" fmla="*/ 975360 h 975360"/>
                <a:gd name="connsiteX3" fmla="*/ 220980 w 1135380"/>
                <a:gd name="connsiteY3" fmla="*/ 975360 h 975360"/>
                <a:gd name="connsiteX4" fmla="*/ 0 w 1135380"/>
                <a:gd name="connsiteY4" fmla="*/ 0 h 97536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220980 w 1135380"/>
                <a:gd name="connsiteY3" fmla="*/ 1036320 h 1036320"/>
                <a:gd name="connsiteX4" fmla="*/ 0 w 1135380"/>
                <a:gd name="connsiteY4" fmla="*/ 60960 h 103632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472440 w 1135380"/>
                <a:gd name="connsiteY3" fmla="*/ 358140 h 1036320"/>
                <a:gd name="connsiteX4" fmla="*/ 0 w 1135380"/>
                <a:gd name="connsiteY4" fmla="*/ 60960 h 103632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9807"/>
                <a:gd name="connsiteY0" fmla="*/ 60960 h 358140"/>
                <a:gd name="connsiteX1" fmla="*/ 924631 w 929807"/>
                <a:gd name="connsiteY1" fmla="*/ 0 h 358140"/>
                <a:gd name="connsiteX2" fmla="*/ 475051 w 929807"/>
                <a:gd name="connsiteY2" fmla="*/ 358140 h 358140"/>
                <a:gd name="connsiteX3" fmla="*/ 2611 w 929807"/>
                <a:gd name="connsiteY3" fmla="*/ 60960 h 358140"/>
                <a:gd name="connsiteX0" fmla="*/ 2611 w 929807"/>
                <a:gd name="connsiteY0" fmla="*/ 73613 h 370793"/>
                <a:gd name="connsiteX1" fmla="*/ 924631 w 929807"/>
                <a:gd name="connsiteY1" fmla="*/ 12653 h 370793"/>
                <a:gd name="connsiteX2" fmla="*/ 475051 w 929807"/>
                <a:gd name="connsiteY2" fmla="*/ 370793 h 370793"/>
                <a:gd name="connsiteX3" fmla="*/ 2611 w 929807"/>
                <a:gd name="connsiteY3" fmla="*/ 73613 h 370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807" h="370793">
                  <a:moveTo>
                    <a:pt x="2611" y="73613"/>
                  </a:moveTo>
                  <a:cubicBezTo>
                    <a:pt x="88971" y="15193"/>
                    <a:pt x="845891" y="-20367"/>
                    <a:pt x="924631" y="12653"/>
                  </a:cubicBezTo>
                  <a:cubicBezTo>
                    <a:pt x="965271" y="78693"/>
                    <a:pt x="762071" y="297133"/>
                    <a:pt x="475051" y="370793"/>
                  </a:cubicBezTo>
                  <a:cubicBezTo>
                    <a:pt x="256611" y="355553"/>
                    <a:pt x="-30409" y="126953"/>
                    <a:pt x="2611" y="7361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A2211FDA-6105-8711-F82E-FA87FC118BF4}"/>
                </a:ext>
              </a:extLst>
            </p:cNvPr>
            <p:cNvGrpSpPr/>
            <p:nvPr/>
          </p:nvGrpSpPr>
          <p:grpSpPr>
            <a:xfrm flipH="1">
              <a:off x="3911295" y="4441139"/>
              <a:ext cx="195570" cy="206945"/>
              <a:chOff x="4421133" y="4503811"/>
              <a:chExt cx="195570" cy="206945"/>
            </a:xfrm>
            <a:grpFill/>
          </p:grpSpPr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504FCFDE-5BFD-A46F-71C5-9686E546B92F}"/>
                  </a:ext>
                </a:extLst>
              </p:cNvPr>
              <p:cNvSpPr/>
              <p:nvPr/>
            </p:nvSpPr>
            <p:spPr>
              <a:xfrm flipH="1">
                <a:off x="4566397" y="4598294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D09E7A50-7C4D-ED54-361C-7ACAA4D3B876}"/>
                  </a:ext>
                </a:extLst>
              </p:cNvPr>
              <p:cNvSpPr/>
              <p:nvPr/>
            </p:nvSpPr>
            <p:spPr>
              <a:xfrm flipH="1">
                <a:off x="4421133" y="4503811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E58EE008-6D5D-3746-EF46-FD717834B6CA}"/>
                  </a:ext>
                </a:extLst>
              </p:cNvPr>
              <p:cNvSpPr/>
              <p:nvPr/>
            </p:nvSpPr>
            <p:spPr>
              <a:xfrm flipH="1">
                <a:off x="4446286" y="4660450"/>
                <a:ext cx="50306" cy="50306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11718813-0651-5B05-B77D-10F9178CC775}"/>
                </a:ext>
              </a:extLst>
            </p:cNvPr>
            <p:cNvGrpSpPr/>
            <p:nvPr/>
          </p:nvGrpSpPr>
          <p:grpSpPr>
            <a:xfrm flipH="1">
              <a:off x="4313833" y="4078095"/>
              <a:ext cx="790575" cy="726088"/>
              <a:chOff x="3479143" y="4186184"/>
              <a:chExt cx="790575" cy="726088"/>
            </a:xfrm>
            <a:grpFill/>
          </p:grpSpPr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0EF2D29C-1449-DB01-994B-A971ABBABF3F}"/>
                  </a:ext>
                </a:extLst>
              </p:cNvPr>
              <p:cNvSpPr/>
              <p:nvPr/>
            </p:nvSpPr>
            <p:spPr>
              <a:xfrm>
                <a:off x="3479143" y="4412209"/>
                <a:ext cx="790575" cy="50006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90575 w 790575"/>
                  <a:gd name="connsiteY0" fmla="*/ 0 h 500063"/>
                  <a:gd name="connsiteX1" fmla="*/ 0 w 790575"/>
                  <a:gd name="connsiteY1" fmla="*/ 500063 h 50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0575" h="500063">
                    <a:moveTo>
                      <a:pt x="790575" y="0"/>
                    </a:moveTo>
                    <a:cubicBezTo>
                      <a:pt x="539750" y="142875"/>
                      <a:pt x="350838" y="138113"/>
                      <a:pt x="0" y="500063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1DF400A-6E8D-1904-507E-03C222C3A929}"/>
                  </a:ext>
                </a:extLst>
              </p:cNvPr>
              <p:cNvSpPr/>
              <p:nvPr/>
            </p:nvSpPr>
            <p:spPr>
              <a:xfrm rot="958855">
                <a:off x="3479183" y="4294280"/>
                <a:ext cx="730830" cy="521505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0830" h="521505">
                    <a:moveTo>
                      <a:pt x="730830" y="0"/>
                    </a:moveTo>
                    <a:cubicBezTo>
                      <a:pt x="480005" y="142875"/>
                      <a:pt x="271672" y="142595"/>
                      <a:pt x="0" y="521505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C89AB727-0441-DEF3-C2D7-E474B888F0C2}"/>
                  </a:ext>
                </a:extLst>
              </p:cNvPr>
              <p:cNvSpPr/>
              <p:nvPr/>
            </p:nvSpPr>
            <p:spPr>
              <a:xfrm rot="1915762">
                <a:off x="3585475" y="4186184"/>
                <a:ext cx="607113" cy="49491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7113" h="494913">
                    <a:moveTo>
                      <a:pt x="607113" y="0"/>
                    </a:moveTo>
                    <a:cubicBezTo>
                      <a:pt x="356288" y="142875"/>
                      <a:pt x="67643" y="175807"/>
                      <a:pt x="0" y="494913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7" name="Rectangle 3">
              <a:extLst>
                <a:ext uri="{FF2B5EF4-FFF2-40B4-BE49-F238E27FC236}">
                  <a16:creationId xmlns:a16="http://schemas.microsoft.com/office/drawing/2014/main" id="{C9CACEEF-1C52-7DDF-C57D-4D9E279C774F}"/>
                </a:ext>
              </a:extLst>
            </p:cNvPr>
            <p:cNvSpPr/>
            <p:nvPr/>
          </p:nvSpPr>
          <p:spPr>
            <a:xfrm>
              <a:off x="3374103" y="4233559"/>
              <a:ext cx="510384" cy="85376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35380"/>
                <a:gd name="connsiteY0" fmla="*/ 0 h 975360"/>
                <a:gd name="connsiteX1" fmla="*/ 1135380 w 1135380"/>
                <a:gd name="connsiteY1" fmla="*/ 60960 h 975360"/>
                <a:gd name="connsiteX2" fmla="*/ 1135380 w 1135380"/>
                <a:gd name="connsiteY2" fmla="*/ 975360 h 975360"/>
                <a:gd name="connsiteX3" fmla="*/ 220980 w 1135380"/>
                <a:gd name="connsiteY3" fmla="*/ 975360 h 975360"/>
                <a:gd name="connsiteX4" fmla="*/ 0 w 1135380"/>
                <a:gd name="connsiteY4" fmla="*/ 0 h 97536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220980 w 1135380"/>
                <a:gd name="connsiteY3" fmla="*/ 1036320 h 1036320"/>
                <a:gd name="connsiteX4" fmla="*/ 0 w 1135380"/>
                <a:gd name="connsiteY4" fmla="*/ 60960 h 1036320"/>
                <a:gd name="connsiteX0" fmla="*/ 0 w 1135380"/>
                <a:gd name="connsiteY0" fmla="*/ 60960 h 1036320"/>
                <a:gd name="connsiteX1" fmla="*/ 922020 w 1135380"/>
                <a:gd name="connsiteY1" fmla="*/ 0 h 1036320"/>
                <a:gd name="connsiteX2" fmla="*/ 1135380 w 1135380"/>
                <a:gd name="connsiteY2" fmla="*/ 1036320 h 1036320"/>
                <a:gd name="connsiteX3" fmla="*/ 472440 w 1135380"/>
                <a:gd name="connsiteY3" fmla="*/ 358140 h 1036320"/>
                <a:gd name="connsiteX4" fmla="*/ 0 w 1135380"/>
                <a:gd name="connsiteY4" fmla="*/ 60960 h 103632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0 w 922020"/>
                <a:gd name="connsiteY0" fmla="*/ 60960 h 358140"/>
                <a:gd name="connsiteX1" fmla="*/ 922020 w 922020"/>
                <a:gd name="connsiteY1" fmla="*/ 0 h 358140"/>
                <a:gd name="connsiteX2" fmla="*/ 472440 w 922020"/>
                <a:gd name="connsiteY2" fmla="*/ 358140 h 358140"/>
                <a:gd name="connsiteX3" fmla="*/ 0 w 922020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4631"/>
                <a:gd name="connsiteY0" fmla="*/ 60960 h 358140"/>
                <a:gd name="connsiteX1" fmla="*/ 924631 w 924631"/>
                <a:gd name="connsiteY1" fmla="*/ 0 h 358140"/>
                <a:gd name="connsiteX2" fmla="*/ 475051 w 924631"/>
                <a:gd name="connsiteY2" fmla="*/ 358140 h 358140"/>
                <a:gd name="connsiteX3" fmla="*/ 2611 w 924631"/>
                <a:gd name="connsiteY3" fmla="*/ 60960 h 358140"/>
                <a:gd name="connsiteX0" fmla="*/ 2611 w 929807"/>
                <a:gd name="connsiteY0" fmla="*/ 60960 h 358140"/>
                <a:gd name="connsiteX1" fmla="*/ 924631 w 929807"/>
                <a:gd name="connsiteY1" fmla="*/ 0 h 358140"/>
                <a:gd name="connsiteX2" fmla="*/ 475051 w 929807"/>
                <a:gd name="connsiteY2" fmla="*/ 358140 h 358140"/>
                <a:gd name="connsiteX3" fmla="*/ 2611 w 929807"/>
                <a:gd name="connsiteY3" fmla="*/ 60960 h 358140"/>
                <a:gd name="connsiteX0" fmla="*/ 2611 w 929807"/>
                <a:gd name="connsiteY0" fmla="*/ 73613 h 370793"/>
                <a:gd name="connsiteX1" fmla="*/ 924631 w 929807"/>
                <a:gd name="connsiteY1" fmla="*/ 12653 h 370793"/>
                <a:gd name="connsiteX2" fmla="*/ 475051 w 929807"/>
                <a:gd name="connsiteY2" fmla="*/ 370793 h 370793"/>
                <a:gd name="connsiteX3" fmla="*/ 2611 w 929807"/>
                <a:gd name="connsiteY3" fmla="*/ 73613 h 370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807" h="370793">
                  <a:moveTo>
                    <a:pt x="2611" y="73613"/>
                  </a:moveTo>
                  <a:cubicBezTo>
                    <a:pt x="88971" y="15193"/>
                    <a:pt x="845891" y="-20367"/>
                    <a:pt x="924631" y="12653"/>
                  </a:cubicBezTo>
                  <a:cubicBezTo>
                    <a:pt x="965271" y="78693"/>
                    <a:pt x="762071" y="297133"/>
                    <a:pt x="475051" y="370793"/>
                  </a:cubicBezTo>
                  <a:cubicBezTo>
                    <a:pt x="256611" y="355553"/>
                    <a:pt x="-30409" y="126953"/>
                    <a:pt x="2611" y="7361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924BBE3-2961-5438-7605-5FAE428F8B8B}"/>
                </a:ext>
              </a:extLst>
            </p:cNvPr>
            <p:cNvSpPr/>
            <p:nvPr/>
          </p:nvSpPr>
          <p:spPr>
            <a:xfrm rot="13233845" flipH="1">
              <a:off x="3926168" y="3774595"/>
              <a:ext cx="224226" cy="211054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  <a:gd name="connsiteX0" fmla="*/ 838200 w 856489"/>
                <a:gd name="connsiteY0" fmla="*/ 85725 h 327117"/>
                <a:gd name="connsiteX1" fmla="*/ 0 w 856489"/>
                <a:gd name="connsiteY1" fmla="*/ 0 h 327117"/>
                <a:gd name="connsiteX2" fmla="*/ 0 w 856489"/>
                <a:gd name="connsiteY2" fmla="*/ 0 h 327117"/>
                <a:gd name="connsiteX0" fmla="*/ 838200 w 856489"/>
                <a:gd name="connsiteY0" fmla="*/ 85725 h 514350"/>
                <a:gd name="connsiteX1" fmla="*/ 0 w 856489"/>
                <a:gd name="connsiteY1" fmla="*/ 0 h 514350"/>
                <a:gd name="connsiteX2" fmla="*/ 85725 w 856489"/>
                <a:gd name="connsiteY2" fmla="*/ 514350 h 514350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52475 w 752475"/>
                <a:gd name="connsiteY0" fmla="*/ 0 h 428625"/>
                <a:gd name="connsiteX1" fmla="*/ 0 w 752475"/>
                <a:gd name="connsiteY1" fmla="*/ 428625 h 42862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730830 w 730830"/>
                <a:gd name="connsiteY0" fmla="*/ 0 h 521505"/>
                <a:gd name="connsiteX1" fmla="*/ 0 w 730830"/>
                <a:gd name="connsiteY1" fmla="*/ 521505 h 521505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607113 w 607113"/>
                <a:gd name="connsiteY0" fmla="*/ 0 h 494913"/>
                <a:gd name="connsiteX1" fmla="*/ 0 w 607113"/>
                <a:gd name="connsiteY1" fmla="*/ 494913 h 494913"/>
                <a:gd name="connsiteX0" fmla="*/ 465605 w 465605"/>
                <a:gd name="connsiteY0" fmla="*/ 0 h 446780"/>
                <a:gd name="connsiteX1" fmla="*/ 0 w 465605"/>
                <a:gd name="connsiteY1" fmla="*/ 446780 h 446780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  <a:gd name="connsiteX0" fmla="*/ 286498 w 286498"/>
                <a:gd name="connsiteY0" fmla="*/ 0 h 230223"/>
                <a:gd name="connsiteX1" fmla="*/ 0 w 286498"/>
                <a:gd name="connsiteY1" fmla="*/ 230223 h 23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6498" h="230223">
                  <a:moveTo>
                    <a:pt x="286498" y="0"/>
                  </a:moveTo>
                  <a:cubicBezTo>
                    <a:pt x="223116" y="33758"/>
                    <a:pt x="51722" y="54216"/>
                    <a:pt x="0" y="230223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E143A662-CF01-EB02-C9C3-29FA6FB9E4E1}"/>
                </a:ext>
              </a:extLst>
            </p:cNvPr>
            <p:cNvGrpSpPr/>
            <p:nvPr/>
          </p:nvGrpSpPr>
          <p:grpSpPr>
            <a:xfrm rot="11553545" flipH="1">
              <a:off x="3594284" y="5300858"/>
              <a:ext cx="2039247" cy="2050346"/>
              <a:chOff x="2582776" y="2598253"/>
              <a:chExt cx="2039247" cy="2050346"/>
            </a:xfrm>
            <a:grpFill/>
          </p:grpSpPr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1893A944-34B4-9311-2455-7786C98C6936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93F3388C-EC19-D5B0-D46B-DBEE518C793A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FDF72630-197A-98ED-1190-E8A4BE251FEC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9C930A49-1A6B-4147-4EDC-30BFCAD06E61}"/>
                  </a:ext>
                </a:extLst>
              </p:cNvPr>
              <p:cNvSpPr/>
              <p:nvPr/>
            </p:nvSpPr>
            <p:spPr>
              <a:xfrm rot="19660011" flipH="1">
                <a:off x="2582776" y="430143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85F29FF3-45F3-4C94-2C9E-B2FA1CF41A5E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ECFEBDB0-C303-82E9-CE89-DA4C66DD1815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EEE41BD3-961C-CC3C-6D99-B4760331D623}"/>
                  </a:ext>
                </a:extLst>
              </p:cNvPr>
              <p:cNvSpPr/>
              <p:nvPr/>
            </p:nvSpPr>
            <p:spPr>
              <a:xfrm flipH="1">
                <a:off x="2787530" y="4196463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379B1882-A820-3EB3-33AE-B6B52A74FB7C}"/>
                  </a:ext>
                </a:extLst>
              </p:cNvPr>
              <p:cNvSpPr/>
              <p:nvPr/>
            </p:nvSpPr>
            <p:spPr>
              <a:xfrm flipH="1">
                <a:off x="2868488" y="399914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6C3F7C5B-ECA5-4FE0-E258-E734823F9EF2}"/>
                  </a:ext>
                </a:extLst>
              </p:cNvPr>
              <p:cNvSpPr/>
              <p:nvPr/>
            </p:nvSpPr>
            <p:spPr>
              <a:xfrm flipH="1">
                <a:off x="2640560" y="360342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9498D6AD-69EF-2E08-A78B-05DD6621BF3A}"/>
                  </a:ext>
                </a:extLst>
              </p:cNvPr>
              <p:cNvSpPr/>
              <p:nvPr/>
            </p:nvSpPr>
            <p:spPr>
              <a:xfrm rot="182690" flipH="1">
                <a:off x="2742718" y="3275629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D623CA7B-ED45-7315-72B9-E6D2064C5B74}"/>
                  </a:ext>
                </a:extLst>
              </p:cNvPr>
              <p:cNvSpPr/>
              <p:nvPr/>
            </p:nvSpPr>
            <p:spPr>
              <a:xfrm flipH="1">
                <a:off x="2739501" y="3743727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164D6F74-9974-48A4-E1CD-46AD5735EA55}"/>
                  </a:ext>
                </a:extLst>
              </p:cNvPr>
              <p:cNvSpPr/>
              <p:nvPr/>
            </p:nvSpPr>
            <p:spPr>
              <a:xfrm rot="15877307" flipH="1">
                <a:off x="3413503" y="4180846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C6800E6C-A7DE-8854-4138-58D27EBB3BDB}"/>
                  </a:ext>
                </a:extLst>
              </p:cNvPr>
              <p:cNvSpPr/>
              <p:nvPr/>
            </p:nvSpPr>
            <p:spPr>
              <a:xfrm flipH="1">
                <a:off x="3051391" y="3811638"/>
                <a:ext cx="117564" cy="21962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B473C898-D92E-CE68-53E2-3A23E42F215C}"/>
                  </a:ext>
                </a:extLst>
              </p:cNvPr>
              <p:cNvSpPr/>
              <p:nvPr/>
            </p:nvSpPr>
            <p:spPr>
              <a:xfrm flipH="1">
                <a:off x="3263041" y="4039399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552D85CE-8E3E-B025-8A5B-982E318AE738}"/>
                  </a:ext>
                </a:extLst>
              </p:cNvPr>
              <p:cNvSpPr/>
              <p:nvPr/>
            </p:nvSpPr>
            <p:spPr>
              <a:xfrm flipH="1">
                <a:off x="3729000" y="4133741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291E2B63-23F7-7EBF-E7E3-9623AD1BC85B}"/>
                  </a:ext>
                </a:extLst>
              </p:cNvPr>
              <p:cNvSpPr/>
              <p:nvPr/>
            </p:nvSpPr>
            <p:spPr>
              <a:xfrm flipH="1">
                <a:off x="3957058" y="4216080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C877D8BC-4CA1-D4FE-A53E-1515E8A66896}"/>
                  </a:ext>
                </a:extLst>
              </p:cNvPr>
              <p:cNvSpPr/>
              <p:nvPr/>
            </p:nvSpPr>
            <p:spPr>
              <a:xfrm flipH="1">
                <a:off x="3920491" y="3980572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54A4E664-9B9B-6534-11A0-2E50DAA69EA7}"/>
                  </a:ext>
                </a:extLst>
              </p:cNvPr>
              <p:cNvSpPr/>
              <p:nvPr/>
            </p:nvSpPr>
            <p:spPr>
              <a:xfrm flipH="1">
                <a:off x="4119222" y="4059635"/>
                <a:ext cx="143088" cy="13391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2C52D42A-C2FC-986C-7108-243F660BB627}"/>
                  </a:ext>
                </a:extLst>
              </p:cNvPr>
              <p:cNvSpPr/>
              <p:nvPr/>
            </p:nvSpPr>
            <p:spPr>
              <a:xfrm flipH="1">
                <a:off x="4222814" y="3886571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7009F8FC-77F7-A33D-BEA2-FD656C8CE737}"/>
                  </a:ext>
                </a:extLst>
              </p:cNvPr>
              <p:cNvSpPr/>
              <p:nvPr/>
            </p:nvSpPr>
            <p:spPr>
              <a:xfrm flipH="1">
                <a:off x="4427319" y="4041151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11B7D63B-45DC-8C20-1391-500644C38785}"/>
                  </a:ext>
                </a:extLst>
              </p:cNvPr>
              <p:cNvSpPr/>
              <p:nvPr/>
            </p:nvSpPr>
            <p:spPr>
              <a:xfrm flipH="1">
                <a:off x="4437330" y="3687361"/>
                <a:ext cx="184693" cy="16885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F333886E-0D11-172D-F044-DD0EADA8EFBF}"/>
                  </a:ext>
                </a:extLst>
              </p:cNvPr>
              <p:cNvSpPr/>
              <p:nvPr/>
            </p:nvSpPr>
            <p:spPr>
              <a:xfrm flipH="1">
                <a:off x="3026355" y="293478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2EBB8619-5BFA-B4C6-5D24-E15B77DD3314}"/>
                  </a:ext>
                </a:extLst>
              </p:cNvPr>
              <p:cNvSpPr/>
              <p:nvPr/>
            </p:nvSpPr>
            <p:spPr>
              <a:xfrm flipH="1">
                <a:off x="2827149" y="2982612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D2F1B962-5AF9-02B6-81D4-3CC44194D255}"/>
                  </a:ext>
                </a:extLst>
              </p:cNvPr>
              <p:cNvSpPr/>
              <p:nvPr/>
            </p:nvSpPr>
            <p:spPr>
              <a:xfrm flipH="1">
                <a:off x="2677484" y="2887217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CC28460-CE12-CCEA-84F7-C6B50E96E8C8}"/>
                  </a:ext>
                </a:extLst>
              </p:cNvPr>
              <p:cNvSpPr/>
              <p:nvPr/>
            </p:nvSpPr>
            <p:spPr>
              <a:xfrm flipH="1">
                <a:off x="2658417" y="2617310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C78E5DF8-A618-8D7A-E49A-A8F60F83A02C}"/>
                  </a:ext>
                </a:extLst>
              </p:cNvPr>
              <p:cNvSpPr/>
              <p:nvPr/>
            </p:nvSpPr>
            <p:spPr>
              <a:xfrm flipH="1">
                <a:off x="2867043" y="2598253"/>
                <a:ext cx="219057" cy="26998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7FD873C9-8F52-9174-F441-B42241FDB176}"/>
                  </a:ext>
                </a:extLst>
              </p:cNvPr>
              <p:cNvSpPr/>
              <p:nvPr/>
            </p:nvSpPr>
            <p:spPr>
              <a:xfrm rot="18200750" flipH="1">
                <a:off x="3337211" y="2642490"/>
                <a:ext cx="133721" cy="18226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6B5BE4E0-5EDB-06B4-0183-478224CD90BE}"/>
                  </a:ext>
                </a:extLst>
              </p:cNvPr>
              <p:cNvSpPr/>
              <p:nvPr/>
            </p:nvSpPr>
            <p:spPr>
              <a:xfrm flipH="1">
                <a:off x="3169081" y="2716085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0" name="Rectangle 4">
              <a:extLst>
                <a:ext uri="{FF2B5EF4-FFF2-40B4-BE49-F238E27FC236}">
                  <a16:creationId xmlns:a16="http://schemas.microsoft.com/office/drawing/2014/main" id="{48022D4D-51B7-E142-0F89-836E5476B880}"/>
                </a:ext>
              </a:extLst>
            </p:cNvPr>
            <p:cNvSpPr/>
            <p:nvPr/>
          </p:nvSpPr>
          <p:spPr>
            <a:xfrm>
              <a:off x="3939636" y="5801211"/>
              <a:ext cx="2164280" cy="1589484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308100"/>
                <a:gd name="connsiteY0" fmla="*/ 215900 h 1130300"/>
                <a:gd name="connsiteX1" fmla="*/ 1308100 w 1308100"/>
                <a:gd name="connsiteY1" fmla="*/ 0 h 1130300"/>
                <a:gd name="connsiteX2" fmla="*/ 914400 w 1308100"/>
                <a:gd name="connsiteY2" fmla="*/ 1130300 h 1130300"/>
                <a:gd name="connsiteX3" fmla="*/ 0 w 1308100"/>
                <a:gd name="connsiteY3" fmla="*/ 1130300 h 1130300"/>
                <a:gd name="connsiteX4" fmla="*/ 0 w 1308100"/>
                <a:gd name="connsiteY4" fmla="*/ 215900 h 1130300"/>
                <a:gd name="connsiteX0" fmla="*/ 0 w 2603500"/>
                <a:gd name="connsiteY0" fmla="*/ 215900 h 1346200"/>
                <a:gd name="connsiteX1" fmla="*/ 1308100 w 2603500"/>
                <a:gd name="connsiteY1" fmla="*/ 0 h 1346200"/>
                <a:gd name="connsiteX2" fmla="*/ 2603500 w 2603500"/>
                <a:gd name="connsiteY2" fmla="*/ 1346200 h 1346200"/>
                <a:gd name="connsiteX3" fmla="*/ 0 w 2603500"/>
                <a:gd name="connsiteY3" fmla="*/ 1130300 h 1346200"/>
                <a:gd name="connsiteX4" fmla="*/ 0 w 2603500"/>
                <a:gd name="connsiteY4" fmla="*/ 215900 h 1346200"/>
                <a:gd name="connsiteX0" fmla="*/ 0 w 2603500"/>
                <a:gd name="connsiteY0" fmla="*/ 215900 h 1707096"/>
                <a:gd name="connsiteX1" fmla="*/ 1308100 w 2603500"/>
                <a:gd name="connsiteY1" fmla="*/ 0 h 1707096"/>
                <a:gd name="connsiteX2" fmla="*/ 2603500 w 2603500"/>
                <a:gd name="connsiteY2" fmla="*/ 1346200 h 1707096"/>
                <a:gd name="connsiteX3" fmla="*/ 0 w 2603500"/>
                <a:gd name="connsiteY3" fmla="*/ 1130300 h 1707096"/>
                <a:gd name="connsiteX4" fmla="*/ 0 w 2603500"/>
                <a:gd name="connsiteY4" fmla="*/ 215900 h 1707096"/>
                <a:gd name="connsiteX0" fmla="*/ 0 w 2605995"/>
                <a:gd name="connsiteY0" fmla="*/ 215900 h 2511050"/>
                <a:gd name="connsiteX1" fmla="*/ 1308100 w 2605995"/>
                <a:gd name="connsiteY1" fmla="*/ 0 h 2511050"/>
                <a:gd name="connsiteX2" fmla="*/ 2603500 w 2605995"/>
                <a:gd name="connsiteY2" fmla="*/ 1346200 h 2511050"/>
                <a:gd name="connsiteX3" fmla="*/ 869365 w 2605995"/>
                <a:gd name="connsiteY3" fmla="*/ 2510023 h 2511050"/>
                <a:gd name="connsiteX4" fmla="*/ 0 w 2605995"/>
                <a:gd name="connsiteY4" fmla="*/ 1130300 h 2511050"/>
                <a:gd name="connsiteX5" fmla="*/ 0 w 2605995"/>
                <a:gd name="connsiteY5" fmla="*/ 215900 h 2511050"/>
                <a:gd name="connsiteX0" fmla="*/ 0 w 2606040"/>
                <a:gd name="connsiteY0" fmla="*/ 215900 h 2514097"/>
                <a:gd name="connsiteX1" fmla="*/ 1308100 w 2606040"/>
                <a:gd name="connsiteY1" fmla="*/ 0 h 2514097"/>
                <a:gd name="connsiteX2" fmla="*/ 2603500 w 2606040"/>
                <a:gd name="connsiteY2" fmla="*/ 1346200 h 2514097"/>
                <a:gd name="connsiteX3" fmla="*/ 869365 w 2606040"/>
                <a:gd name="connsiteY3" fmla="*/ 2510023 h 2514097"/>
                <a:gd name="connsiteX4" fmla="*/ 0 w 2606040"/>
                <a:gd name="connsiteY4" fmla="*/ 1130300 h 2514097"/>
                <a:gd name="connsiteX5" fmla="*/ 0 w 2606040"/>
                <a:gd name="connsiteY5" fmla="*/ 215900 h 2514097"/>
                <a:gd name="connsiteX0" fmla="*/ 0 w 2605849"/>
                <a:gd name="connsiteY0" fmla="*/ 215900 h 2522710"/>
                <a:gd name="connsiteX1" fmla="*/ 1308100 w 2605849"/>
                <a:gd name="connsiteY1" fmla="*/ 0 h 2522710"/>
                <a:gd name="connsiteX2" fmla="*/ 2603500 w 2605849"/>
                <a:gd name="connsiteY2" fmla="*/ 1346200 h 2522710"/>
                <a:gd name="connsiteX3" fmla="*/ 869365 w 2605849"/>
                <a:gd name="connsiteY3" fmla="*/ 2510023 h 2522710"/>
                <a:gd name="connsiteX4" fmla="*/ 0 w 2605849"/>
                <a:gd name="connsiteY4" fmla="*/ 1130300 h 2522710"/>
                <a:gd name="connsiteX5" fmla="*/ 0 w 2605849"/>
                <a:gd name="connsiteY5" fmla="*/ 215900 h 2522710"/>
                <a:gd name="connsiteX0" fmla="*/ 0 w 2603500"/>
                <a:gd name="connsiteY0" fmla="*/ 215900 h 2522710"/>
                <a:gd name="connsiteX1" fmla="*/ 1308100 w 2603500"/>
                <a:gd name="connsiteY1" fmla="*/ 0 h 2522710"/>
                <a:gd name="connsiteX2" fmla="*/ 2603500 w 2603500"/>
                <a:gd name="connsiteY2" fmla="*/ 1346200 h 2522710"/>
                <a:gd name="connsiteX3" fmla="*/ 869365 w 2603500"/>
                <a:gd name="connsiteY3" fmla="*/ 2510023 h 2522710"/>
                <a:gd name="connsiteX4" fmla="*/ 0 w 2603500"/>
                <a:gd name="connsiteY4" fmla="*/ 1130300 h 2522710"/>
                <a:gd name="connsiteX5" fmla="*/ 0 w 2603500"/>
                <a:gd name="connsiteY5" fmla="*/ 215900 h 2522710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0 w 2603500"/>
                <a:gd name="connsiteY5" fmla="*/ 1130300 h 2634863"/>
                <a:gd name="connsiteX6" fmla="*/ 0 w 2603500"/>
                <a:gd name="connsiteY6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0 w 2603500"/>
                <a:gd name="connsiteY6" fmla="*/ 11303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533400 w 2603500"/>
                <a:gd name="connsiteY6" fmla="*/ 533400 h 2634863"/>
                <a:gd name="connsiteX7" fmla="*/ 0 w 2603500"/>
                <a:gd name="connsiteY7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634863"/>
                <a:gd name="connsiteX1" fmla="*/ 1308100 w 2603500"/>
                <a:gd name="connsiteY1" fmla="*/ 0 h 2634863"/>
                <a:gd name="connsiteX2" fmla="*/ 2603500 w 2603500"/>
                <a:gd name="connsiteY2" fmla="*/ 1346200 h 2634863"/>
                <a:gd name="connsiteX3" fmla="*/ 869365 w 2603500"/>
                <a:gd name="connsiteY3" fmla="*/ 2510023 h 2634863"/>
                <a:gd name="connsiteX4" fmla="*/ 526465 w 2603500"/>
                <a:gd name="connsiteY4" fmla="*/ 2471922 h 2634863"/>
                <a:gd name="connsiteX5" fmla="*/ 513765 w 2603500"/>
                <a:gd name="connsiteY5" fmla="*/ 1697222 h 2634863"/>
                <a:gd name="connsiteX6" fmla="*/ 456615 w 2603500"/>
                <a:gd name="connsiteY6" fmla="*/ 1087622 h 2634863"/>
                <a:gd name="connsiteX7" fmla="*/ 533400 w 2603500"/>
                <a:gd name="connsiteY7" fmla="*/ 533400 h 2634863"/>
                <a:gd name="connsiteX8" fmla="*/ 0 w 2603500"/>
                <a:gd name="connsiteY8" fmla="*/ 215900 h 2634863"/>
                <a:gd name="connsiteX0" fmla="*/ 0 w 2603500"/>
                <a:gd name="connsiteY0" fmla="*/ 215900 h 2581510"/>
                <a:gd name="connsiteX1" fmla="*/ 1308100 w 2603500"/>
                <a:gd name="connsiteY1" fmla="*/ 0 h 2581510"/>
                <a:gd name="connsiteX2" fmla="*/ 2603500 w 2603500"/>
                <a:gd name="connsiteY2" fmla="*/ 1346200 h 2581510"/>
                <a:gd name="connsiteX3" fmla="*/ 869365 w 2603500"/>
                <a:gd name="connsiteY3" fmla="*/ 2510023 h 2581510"/>
                <a:gd name="connsiteX4" fmla="*/ 526465 w 2603500"/>
                <a:gd name="connsiteY4" fmla="*/ 2471922 h 2581510"/>
                <a:gd name="connsiteX5" fmla="*/ 513765 w 2603500"/>
                <a:gd name="connsiteY5" fmla="*/ 1697222 h 2581510"/>
                <a:gd name="connsiteX6" fmla="*/ 456615 w 2603500"/>
                <a:gd name="connsiteY6" fmla="*/ 1087622 h 2581510"/>
                <a:gd name="connsiteX7" fmla="*/ 533400 w 2603500"/>
                <a:gd name="connsiteY7" fmla="*/ 533400 h 2581510"/>
                <a:gd name="connsiteX8" fmla="*/ 0 w 2603500"/>
                <a:gd name="connsiteY8" fmla="*/ 215900 h 2581510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03500"/>
                <a:gd name="connsiteY0" fmla="*/ 215900 h 2542034"/>
                <a:gd name="connsiteX1" fmla="*/ 1308100 w 2603500"/>
                <a:gd name="connsiteY1" fmla="*/ 0 h 2542034"/>
                <a:gd name="connsiteX2" fmla="*/ 2603500 w 2603500"/>
                <a:gd name="connsiteY2" fmla="*/ 1346200 h 2542034"/>
                <a:gd name="connsiteX3" fmla="*/ 869365 w 2603500"/>
                <a:gd name="connsiteY3" fmla="*/ 2510023 h 2542034"/>
                <a:gd name="connsiteX4" fmla="*/ 526465 w 2603500"/>
                <a:gd name="connsiteY4" fmla="*/ 2471922 h 2542034"/>
                <a:gd name="connsiteX5" fmla="*/ 513765 w 2603500"/>
                <a:gd name="connsiteY5" fmla="*/ 1697222 h 2542034"/>
                <a:gd name="connsiteX6" fmla="*/ 456615 w 2603500"/>
                <a:gd name="connsiteY6" fmla="*/ 1087622 h 2542034"/>
                <a:gd name="connsiteX7" fmla="*/ 533400 w 2603500"/>
                <a:gd name="connsiteY7" fmla="*/ 533400 h 2542034"/>
                <a:gd name="connsiteX8" fmla="*/ 0 w 26035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215900 h 2542034"/>
                <a:gd name="connsiteX1" fmla="*/ 1308100 w 2628900"/>
                <a:gd name="connsiteY1" fmla="*/ 0 h 2542034"/>
                <a:gd name="connsiteX2" fmla="*/ 2628900 w 2628900"/>
                <a:gd name="connsiteY2" fmla="*/ 1314450 h 2542034"/>
                <a:gd name="connsiteX3" fmla="*/ 869365 w 2628900"/>
                <a:gd name="connsiteY3" fmla="*/ 2510023 h 2542034"/>
                <a:gd name="connsiteX4" fmla="*/ 526465 w 2628900"/>
                <a:gd name="connsiteY4" fmla="*/ 2471922 h 2542034"/>
                <a:gd name="connsiteX5" fmla="*/ 513765 w 2628900"/>
                <a:gd name="connsiteY5" fmla="*/ 1697222 h 2542034"/>
                <a:gd name="connsiteX6" fmla="*/ 456615 w 2628900"/>
                <a:gd name="connsiteY6" fmla="*/ 1087622 h 2542034"/>
                <a:gd name="connsiteX7" fmla="*/ 533400 w 2628900"/>
                <a:gd name="connsiteY7" fmla="*/ 533400 h 2542034"/>
                <a:gd name="connsiteX8" fmla="*/ 0 w 2628900"/>
                <a:gd name="connsiteY8" fmla="*/ 215900 h 2542034"/>
                <a:gd name="connsiteX0" fmla="*/ 0 w 2628900"/>
                <a:gd name="connsiteY0" fmla="*/ 0 h 2326134"/>
                <a:gd name="connsiteX1" fmla="*/ 1714500 w 2628900"/>
                <a:gd name="connsiteY1" fmla="*/ 215900 h 2326134"/>
                <a:gd name="connsiteX2" fmla="*/ 2628900 w 2628900"/>
                <a:gd name="connsiteY2" fmla="*/ 1098550 h 2326134"/>
                <a:gd name="connsiteX3" fmla="*/ 869365 w 2628900"/>
                <a:gd name="connsiteY3" fmla="*/ 2294123 h 2326134"/>
                <a:gd name="connsiteX4" fmla="*/ 526465 w 2628900"/>
                <a:gd name="connsiteY4" fmla="*/ 2256022 h 2326134"/>
                <a:gd name="connsiteX5" fmla="*/ 513765 w 2628900"/>
                <a:gd name="connsiteY5" fmla="*/ 1481322 h 2326134"/>
                <a:gd name="connsiteX6" fmla="*/ 456615 w 2628900"/>
                <a:gd name="connsiteY6" fmla="*/ 871722 h 2326134"/>
                <a:gd name="connsiteX7" fmla="*/ 533400 w 2628900"/>
                <a:gd name="connsiteY7" fmla="*/ 317500 h 2326134"/>
                <a:gd name="connsiteX8" fmla="*/ 0 w 2628900"/>
                <a:gd name="connsiteY8" fmla="*/ 0 h 2326134"/>
                <a:gd name="connsiteX0" fmla="*/ 0 w 2628900"/>
                <a:gd name="connsiteY0" fmla="*/ 0 h 2306462"/>
                <a:gd name="connsiteX1" fmla="*/ 1714500 w 2628900"/>
                <a:gd name="connsiteY1" fmla="*/ 215900 h 2306462"/>
                <a:gd name="connsiteX2" fmla="*/ 2628900 w 2628900"/>
                <a:gd name="connsiteY2" fmla="*/ 1098550 h 2306462"/>
                <a:gd name="connsiteX3" fmla="*/ 869365 w 2628900"/>
                <a:gd name="connsiteY3" fmla="*/ 2294123 h 2306462"/>
                <a:gd name="connsiteX4" fmla="*/ 513765 w 2628900"/>
                <a:gd name="connsiteY4" fmla="*/ 1481322 h 2306462"/>
                <a:gd name="connsiteX5" fmla="*/ 456615 w 2628900"/>
                <a:gd name="connsiteY5" fmla="*/ 871722 h 2306462"/>
                <a:gd name="connsiteX6" fmla="*/ 533400 w 2628900"/>
                <a:gd name="connsiteY6" fmla="*/ 317500 h 2306462"/>
                <a:gd name="connsiteX7" fmla="*/ 0 w 2628900"/>
                <a:gd name="connsiteY7" fmla="*/ 0 h 2306462"/>
                <a:gd name="connsiteX0" fmla="*/ 0 w 2628900"/>
                <a:gd name="connsiteY0" fmla="*/ 0 h 2306462"/>
                <a:gd name="connsiteX1" fmla="*/ 1714500 w 2628900"/>
                <a:gd name="connsiteY1" fmla="*/ 215900 h 2306462"/>
                <a:gd name="connsiteX2" fmla="*/ 2628900 w 2628900"/>
                <a:gd name="connsiteY2" fmla="*/ 1098550 h 2306462"/>
                <a:gd name="connsiteX3" fmla="*/ 869365 w 2628900"/>
                <a:gd name="connsiteY3" fmla="*/ 2294123 h 2306462"/>
                <a:gd name="connsiteX4" fmla="*/ 456615 w 2628900"/>
                <a:gd name="connsiteY4" fmla="*/ 871722 h 2306462"/>
                <a:gd name="connsiteX5" fmla="*/ 533400 w 2628900"/>
                <a:gd name="connsiteY5" fmla="*/ 317500 h 2306462"/>
                <a:gd name="connsiteX6" fmla="*/ 0 w 2628900"/>
                <a:gd name="connsiteY6" fmla="*/ 0 h 2306462"/>
                <a:gd name="connsiteX0" fmla="*/ 0 w 2628900"/>
                <a:gd name="connsiteY0" fmla="*/ 0 h 1244730"/>
                <a:gd name="connsiteX1" fmla="*/ 1714500 w 2628900"/>
                <a:gd name="connsiteY1" fmla="*/ 215900 h 1244730"/>
                <a:gd name="connsiteX2" fmla="*/ 2628900 w 2628900"/>
                <a:gd name="connsiteY2" fmla="*/ 1098550 h 1244730"/>
                <a:gd name="connsiteX3" fmla="*/ 297865 w 2628900"/>
                <a:gd name="connsiteY3" fmla="*/ 1055873 h 1244730"/>
                <a:gd name="connsiteX4" fmla="*/ 456615 w 2628900"/>
                <a:gd name="connsiteY4" fmla="*/ 871722 h 1244730"/>
                <a:gd name="connsiteX5" fmla="*/ 533400 w 2628900"/>
                <a:gd name="connsiteY5" fmla="*/ 317500 h 1244730"/>
                <a:gd name="connsiteX6" fmla="*/ 0 w 2628900"/>
                <a:gd name="connsiteY6" fmla="*/ 0 h 1244730"/>
                <a:gd name="connsiteX0" fmla="*/ 0 w 1715931"/>
                <a:gd name="connsiteY0" fmla="*/ 0 h 1073159"/>
                <a:gd name="connsiteX1" fmla="*/ 1714500 w 1715931"/>
                <a:gd name="connsiteY1" fmla="*/ 215900 h 1073159"/>
                <a:gd name="connsiteX2" fmla="*/ 297865 w 1715931"/>
                <a:gd name="connsiteY2" fmla="*/ 1055873 h 1073159"/>
                <a:gd name="connsiteX3" fmla="*/ 456615 w 1715931"/>
                <a:gd name="connsiteY3" fmla="*/ 871722 h 1073159"/>
                <a:gd name="connsiteX4" fmla="*/ 533400 w 1715931"/>
                <a:gd name="connsiteY4" fmla="*/ 317500 h 1073159"/>
                <a:gd name="connsiteX5" fmla="*/ 0 w 1715931"/>
                <a:gd name="connsiteY5" fmla="*/ 0 h 1073159"/>
                <a:gd name="connsiteX0" fmla="*/ 0 w 2067225"/>
                <a:gd name="connsiteY0" fmla="*/ 0 h 1237055"/>
                <a:gd name="connsiteX1" fmla="*/ 1714500 w 2067225"/>
                <a:gd name="connsiteY1" fmla="*/ 215900 h 1237055"/>
                <a:gd name="connsiteX2" fmla="*/ 297865 w 2067225"/>
                <a:gd name="connsiteY2" fmla="*/ 1055873 h 1237055"/>
                <a:gd name="connsiteX3" fmla="*/ 456615 w 2067225"/>
                <a:gd name="connsiteY3" fmla="*/ 871722 h 1237055"/>
                <a:gd name="connsiteX4" fmla="*/ 533400 w 2067225"/>
                <a:gd name="connsiteY4" fmla="*/ 317500 h 1237055"/>
                <a:gd name="connsiteX5" fmla="*/ 0 w 2067225"/>
                <a:gd name="connsiteY5" fmla="*/ 0 h 1237055"/>
                <a:gd name="connsiteX0" fmla="*/ 0 w 2080576"/>
                <a:gd name="connsiteY0" fmla="*/ 0 h 1601782"/>
                <a:gd name="connsiteX1" fmla="*/ 1714500 w 2080576"/>
                <a:gd name="connsiteY1" fmla="*/ 215900 h 1601782"/>
                <a:gd name="connsiteX2" fmla="*/ 297865 w 2080576"/>
                <a:gd name="connsiteY2" fmla="*/ 1055873 h 1601782"/>
                <a:gd name="connsiteX3" fmla="*/ 456615 w 2080576"/>
                <a:gd name="connsiteY3" fmla="*/ 871722 h 1601782"/>
                <a:gd name="connsiteX4" fmla="*/ 533400 w 2080576"/>
                <a:gd name="connsiteY4" fmla="*/ 317500 h 1601782"/>
                <a:gd name="connsiteX5" fmla="*/ 0 w 2080576"/>
                <a:gd name="connsiteY5" fmla="*/ 0 h 1601782"/>
                <a:gd name="connsiteX0" fmla="*/ 0 w 2050864"/>
                <a:gd name="connsiteY0" fmla="*/ 0 h 1570290"/>
                <a:gd name="connsiteX1" fmla="*/ 1714500 w 2050864"/>
                <a:gd name="connsiteY1" fmla="*/ 215900 h 1570290"/>
                <a:gd name="connsiteX2" fmla="*/ 297865 w 2050864"/>
                <a:gd name="connsiteY2" fmla="*/ 1055873 h 1570290"/>
                <a:gd name="connsiteX3" fmla="*/ 456615 w 2050864"/>
                <a:gd name="connsiteY3" fmla="*/ 871722 h 1570290"/>
                <a:gd name="connsiteX4" fmla="*/ 533400 w 2050864"/>
                <a:gd name="connsiteY4" fmla="*/ 317500 h 1570290"/>
                <a:gd name="connsiteX5" fmla="*/ 0 w 2050864"/>
                <a:gd name="connsiteY5" fmla="*/ 0 h 1570290"/>
                <a:gd name="connsiteX0" fmla="*/ 0 w 2050864"/>
                <a:gd name="connsiteY0" fmla="*/ 0 h 1570290"/>
                <a:gd name="connsiteX1" fmla="*/ 1714500 w 2050864"/>
                <a:gd name="connsiteY1" fmla="*/ 215900 h 1570290"/>
                <a:gd name="connsiteX2" fmla="*/ 297865 w 2050864"/>
                <a:gd name="connsiteY2" fmla="*/ 1055873 h 1570290"/>
                <a:gd name="connsiteX3" fmla="*/ 113715 w 2050864"/>
                <a:gd name="connsiteY3" fmla="*/ 776472 h 1570290"/>
                <a:gd name="connsiteX4" fmla="*/ 533400 w 2050864"/>
                <a:gd name="connsiteY4" fmla="*/ 317500 h 1570290"/>
                <a:gd name="connsiteX5" fmla="*/ 0 w 2050864"/>
                <a:gd name="connsiteY5" fmla="*/ 0 h 1570290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33400 w 2044484"/>
                <a:gd name="connsiteY4" fmla="*/ 317500 h 1576393"/>
                <a:gd name="connsiteX5" fmla="*/ 0 w 2044484"/>
                <a:gd name="connsiteY5" fmla="*/ 0 h 1576393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33400 w 2044484"/>
                <a:gd name="connsiteY4" fmla="*/ 317500 h 1576393"/>
                <a:gd name="connsiteX5" fmla="*/ 0 w 2044484"/>
                <a:gd name="connsiteY5" fmla="*/ 0 h 1576393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33400 w 2044484"/>
                <a:gd name="connsiteY4" fmla="*/ 317500 h 1576393"/>
                <a:gd name="connsiteX5" fmla="*/ 0 w 2044484"/>
                <a:gd name="connsiteY5" fmla="*/ 0 h 1576393"/>
                <a:gd name="connsiteX0" fmla="*/ 0 w 2044484"/>
                <a:gd name="connsiteY0" fmla="*/ 0 h 1576393"/>
                <a:gd name="connsiteX1" fmla="*/ 1714500 w 2044484"/>
                <a:gd name="connsiteY1" fmla="*/ 215900 h 1576393"/>
                <a:gd name="connsiteX2" fmla="*/ 237540 w 2044484"/>
                <a:gd name="connsiteY2" fmla="*/ 1065398 h 1576393"/>
                <a:gd name="connsiteX3" fmla="*/ 113715 w 2044484"/>
                <a:gd name="connsiteY3" fmla="*/ 776472 h 1576393"/>
                <a:gd name="connsiteX4" fmla="*/ 50800 w 2044484"/>
                <a:gd name="connsiteY4" fmla="*/ 365125 h 1576393"/>
                <a:gd name="connsiteX5" fmla="*/ 0 w 2044484"/>
                <a:gd name="connsiteY5" fmla="*/ 0 h 1576393"/>
                <a:gd name="connsiteX0" fmla="*/ 59782 w 2104266"/>
                <a:gd name="connsiteY0" fmla="*/ 0 h 1576393"/>
                <a:gd name="connsiteX1" fmla="*/ 1774282 w 2104266"/>
                <a:gd name="connsiteY1" fmla="*/ 215900 h 1576393"/>
                <a:gd name="connsiteX2" fmla="*/ 297322 w 2104266"/>
                <a:gd name="connsiteY2" fmla="*/ 1065398 h 1576393"/>
                <a:gd name="connsiteX3" fmla="*/ 173497 w 2104266"/>
                <a:gd name="connsiteY3" fmla="*/ 776472 h 1576393"/>
                <a:gd name="connsiteX4" fmla="*/ 110582 w 2104266"/>
                <a:gd name="connsiteY4" fmla="*/ 365125 h 1576393"/>
                <a:gd name="connsiteX5" fmla="*/ 59782 w 2104266"/>
                <a:gd name="connsiteY5" fmla="*/ 0 h 1576393"/>
                <a:gd name="connsiteX0" fmla="*/ 72057 w 2116541"/>
                <a:gd name="connsiteY0" fmla="*/ 0 h 1576393"/>
                <a:gd name="connsiteX1" fmla="*/ 1786557 w 2116541"/>
                <a:gd name="connsiteY1" fmla="*/ 215900 h 1576393"/>
                <a:gd name="connsiteX2" fmla="*/ 309597 w 2116541"/>
                <a:gd name="connsiteY2" fmla="*/ 1065398 h 1576393"/>
                <a:gd name="connsiteX3" fmla="*/ 185772 w 2116541"/>
                <a:gd name="connsiteY3" fmla="*/ 776472 h 1576393"/>
                <a:gd name="connsiteX4" fmla="*/ 122857 w 2116541"/>
                <a:gd name="connsiteY4" fmla="*/ 365125 h 1576393"/>
                <a:gd name="connsiteX5" fmla="*/ 72057 w 2116541"/>
                <a:gd name="connsiteY5" fmla="*/ 0 h 1576393"/>
                <a:gd name="connsiteX0" fmla="*/ 0 w 2142909"/>
                <a:gd name="connsiteY0" fmla="*/ 44450 h 1360493"/>
                <a:gd name="connsiteX1" fmla="*/ 1812925 w 2142909"/>
                <a:gd name="connsiteY1" fmla="*/ 0 h 1360493"/>
                <a:gd name="connsiteX2" fmla="*/ 335965 w 2142909"/>
                <a:gd name="connsiteY2" fmla="*/ 849498 h 1360493"/>
                <a:gd name="connsiteX3" fmla="*/ 212140 w 2142909"/>
                <a:gd name="connsiteY3" fmla="*/ 560572 h 1360493"/>
                <a:gd name="connsiteX4" fmla="*/ 149225 w 2142909"/>
                <a:gd name="connsiteY4" fmla="*/ 149225 h 1360493"/>
                <a:gd name="connsiteX5" fmla="*/ 0 w 2142909"/>
                <a:gd name="connsiteY5" fmla="*/ 44450 h 1360493"/>
                <a:gd name="connsiteX0" fmla="*/ 0 w 2142909"/>
                <a:gd name="connsiteY0" fmla="*/ 141121 h 1457164"/>
                <a:gd name="connsiteX1" fmla="*/ 451793 w 2142909"/>
                <a:gd name="connsiteY1" fmla="*/ 0 h 1457164"/>
                <a:gd name="connsiteX2" fmla="*/ 1812925 w 2142909"/>
                <a:gd name="connsiteY2" fmla="*/ 96671 h 1457164"/>
                <a:gd name="connsiteX3" fmla="*/ 335965 w 2142909"/>
                <a:gd name="connsiteY3" fmla="*/ 946169 h 1457164"/>
                <a:gd name="connsiteX4" fmla="*/ 212140 w 2142909"/>
                <a:gd name="connsiteY4" fmla="*/ 657243 h 1457164"/>
                <a:gd name="connsiteX5" fmla="*/ 149225 w 2142909"/>
                <a:gd name="connsiteY5" fmla="*/ 245896 h 1457164"/>
                <a:gd name="connsiteX6" fmla="*/ 0 w 2142909"/>
                <a:gd name="connsiteY6" fmla="*/ 141121 h 1457164"/>
                <a:gd name="connsiteX0" fmla="*/ 0 w 2142909"/>
                <a:gd name="connsiteY0" fmla="*/ 141121 h 1457164"/>
                <a:gd name="connsiteX1" fmla="*/ 451793 w 2142909"/>
                <a:gd name="connsiteY1" fmla="*/ 0 h 1457164"/>
                <a:gd name="connsiteX2" fmla="*/ 1812925 w 2142909"/>
                <a:gd name="connsiteY2" fmla="*/ 96671 h 1457164"/>
                <a:gd name="connsiteX3" fmla="*/ 335965 w 2142909"/>
                <a:gd name="connsiteY3" fmla="*/ 946169 h 1457164"/>
                <a:gd name="connsiteX4" fmla="*/ 212140 w 2142909"/>
                <a:gd name="connsiteY4" fmla="*/ 657243 h 1457164"/>
                <a:gd name="connsiteX5" fmla="*/ 149225 w 2142909"/>
                <a:gd name="connsiteY5" fmla="*/ 245896 h 1457164"/>
                <a:gd name="connsiteX6" fmla="*/ 0 w 2142909"/>
                <a:gd name="connsiteY6" fmla="*/ 141121 h 1457164"/>
                <a:gd name="connsiteX0" fmla="*/ 0 w 2142909"/>
                <a:gd name="connsiteY0" fmla="*/ 141121 h 1457164"/>
                <a:gd name="connsiteX1" fmla="*/ 451793 w 2142909"/>
                <a:gd name="connsiteY1" fmla="*/ 0 h 1457164"/>
                <a:gd name="connsiteX2" fmla="*/ 1812925 w 2142909"/>
                <a:gd name="connsiteY2" fmla="*/ 96671 h 1457164"/>
                <a:gd name="connsiteX3" fmla="*/ 335965 w 2142909"/>
                <a:gd name="connsiteY3" fmla="*/ 946169 h 1457164"/>
                <a:gd name="connsiteX4" fmla="*/ 212140 w 2142909"/>
                <a:gd name="connsiteY4" fmla="*/ 657243 h 1457164"/>
                <a:gd name="connsiteX5" fmla="*/ 149225 w 2142909"/>
                <a:gd name="connsiteY5" fmla="*/ 245896 h 1457164"/>
                <a:gd name="connsiteX6" fmla="*/ 0 w 2142909"/>
                <a:gd name="connsiteY6" fmla="*/ 141121 h 1457164"/>
                <a:gd name="connsiteX0" fmla="*/ 0 w 2142909"/>
                <a:gd name="connsiteY0" fmla="*/ 212900 h 1528943"/>
                <a:gd name="connsiteX1" fmla="*/ 451793 w 2142909"/>
                <a:gd name="connsiteY1" fmla="*/ 71779 h 1528943"/>
                <a:gd name="connsiteX2" fmla="*/ 389881 w 2142909"/>
                <a:gd name="connsiteY2" fmla="*/ 342 h 1528943"/>
                <a:gd name="connsiteX3" fmla="*/ 1812925 w 2142909"/>
                <a:gd name="connsiteY3" fmla="*/ 168450 h 1528943"/>
                <a:gd name="connsiteX4" fmla="*/ 335965 w 2142909"/>
                <a:gd name="connsiteY4" fmla="*/ 1017948 h 1528943"/>
                <a:gd name="connsiteX5" fmla="*/ 212140 w 2142909"/>
                <a:gd name="connsiteY5" fmla="*/ 729022 h 1528943"/>
                <a:gd name="connsiteX6" fmla="*/ 149225 w 2142909"/>
                <a:gd name="connsiteY6" fmla="*/ 317675 h 1528943"/>
                <a:gd name="connsiteX7" fmla="*/ 0 w 2142909"/>
                <a:gd name="connsiteY7" fmla="*/ 212900 h 1528943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812925 w 2142909"/>
                <a:gd name="connsiteY4" fmla="*/ 269024 h 1629517"/>
                <a:gd name="connsiteX5" fmla="*/ 335965 w 2142909"/>
                <a:gd name="connsiteY5" fmla="*/ 1118522 h 1629517"/>
                <a:gd name="connsiteX6" fmla="*/ 212140 w 2142909"/>
                <a:gd name="connsiteY6" fmla="*/ 829596 h 1629517"/>
                <a:gd name="connsiteX7" fmla="*/ 149225 w 2142909"/>
                <a:gd name="connsiteY7" fmla="*/ 418249 h 1629517"/>
                <a:gd name="connsiteX8" fmla="*/ 0 w 2142909"/>
                <a:gd name="connsiteY8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142909"/>
                <a:gd name="connsiteY0" fmla="*/ 313474 h 1629517"/>
                <a:gd name="connsiteX1" fmla="*/ 451793 w 2142909"/>
                <a:gd name="connsiteY1" fmla="*/ 172353 h 1629517"/>
                <a:gd name="connsiteX2" fmla="*/ 389881 w 2142909"/>
                <a:gd name="connsiteY2" fmla="*/ 100916 h 1629517"/>
                <a:gd name="connsiteX3" fmla="*/ 675631 w 2142909"/>
                <a:gd name="connsiteY3" fmla="*/ 904 h 1629517"/>
                <a:gd name="connsiteX4" fmla="*/ 1651943 w 2142909"/>
                <a:gd name="connsiteY4" fmla="*/ 605742 h 1629517"/>
                <a:gd name="connsiteX5" fmla="*/ 1812925 w 2142909"/>
                <a:gd name="connsiteY5" fmla="*/ 269024 h 1629517"/>
                <a:gd name="connsiteX6" fmla="*/ 335965 w 2142909"/>
                <a:gd name="connsiteY6" fmla="*/ 1118522 h 1629517"/>
                <a:gd name="connsiteX7" fmla="*/ 212140 w 2142909"/>
                <a:gd name="connsiteY7" fmla="*/ 829596 h 1629517"/>
                <a:gd name="connsiteX8" fmla="*/ 149225 w 2142909"/>
                <a:gd name="connsiteY8" fmla="*/ 418249 h 1629517"/>
                <a:gd name="connsiteX9" fmla="*/ 0 w 2142909"/>
                <a:gd name="connsiteY9" fmla="*/ 313474 h 1629517"/>
                <a:gd name="connsiteX0" fmla="*/ 0 w 2019769"/>
                <a:gd name="connsiteY0" fmla="*/ 313474 h 1576976"/>
                <a:gd name="connsiteX1" fmla="*/ 451793 w 2019769"/>
                <a:gd name="connsiteY1" fmla="*/ 172353 h 1576976"/>
                <a:gd name="connsiteX2" fmla="*/ 389881 w 2019769"/>
                <a:gd name="connsiteY2" fmla="*/ 100916 h 1576976"/>
                <a:gd name="connsiteX3" fmla="*/ 675631 w 2019769"/>
                <a:gd name="connsiteY3" fmla="*/ 904 h 1576976"/>
                <a:gd name="connsiteX4" fmla="*/ 1651943 w 2019769"/>
                <a:gd name="connsiteY4" fmla="*/ 605742 h 1576976"/>
                <a:gd name="connsiteX5" fmla="*/ 1674813 w 2019769"/>
                <a:gd name="connsiteY5" fmla="*/ 111862 h 1576976"/>
                <a:gd name="connsiteX6" fmla="*/ 335965 w 2019769"/>
                <a:gd name="connsiteY6" fmla="*/ 1118522 h 1576976"/>
                <a:gd name="connsiteX7" fmla="*/ 212140 w 2019769"/>
                <a:gd name="connsiteY7" fmla="*/ 829596 h 1576976"/>
                <a:gd name="connsiteX8" fmla="*/ 149225 w 2019769"/>
                <a:gd name="connsiteY8" fmla="*/ 418249 h 1576976"/>
                <a:gd name="connsiteX9" fmla="*/ 0 w 2019769"/>
                <a:gd name="connsiteY9" fmla="*/ 313474 h 1576976"/>
                <a:gd name="connsiteX0" fmla="*/ 0 w 2019769"/>
                <a:gd name="connsiteY0" fmla="*/ 313474 h 1576976"/>
                <a:gd name="connsiteX1" fmla="*/ 451793 w 2019769"/>
                <a:gd name="connsiteY1" fmla="*/ 172353 h 1576976"/>
                <a:gd name="connsiteX2" fmla="*/ 389881 w 2019769"/>
                <a:gd name="connsiteY2" fmla="*/ 100916 h 1576976"/>
                <a:gd name="connsiteX3" fmla="*/ 675631 w 2019769"/>
                <a:gd name="connsiteY3" fmla="*/ 904 h 1576976"/>
                <a:gd name="connsiteX4" fmla="*/ 1651943 w 2019769"/>
                <a:gd name="connsiteY4" fmla="*/ 605742 h 1576976"/>
                <a:gd name="connsiteX5" fmla="*/ 1674813 w 2019769"/>
                <a:gd name="connsiteY5" fmla="*/ 111862 h 1576976"/>
                <a:gd name="connsiteX6" fmla="*/ 335965 w 2019769"/>
                <a:gd name="connsiteY6" fmla="*/ 1118522 h 1576976"/>
                <a:gd name="connsiteX7" fmla="*/ 212140 w 2019769"/>
                <a:gd name="connsiteY7" fmla="*/ 829596 h 1576976"/>
                <a:gd name="connsiteX8" fmla="*/ 149225 w 2019769"/>
                <a:gd name="connsiteY8" fmla="*/ 418249 h 1576976"/>
                <a:gd name="connsiteX9" fmla="*/ 0 w 2019769"/>
                <a:gd name="connsiteY9" fmla="*/ 313474 h 1576976"/>
                <a:gd name="connsiteX0" fmla="*/ 0 w 2168921"/>
                <a:gd name="connsiteY0" fmla="*/ 313474 h 1579460"/>
                <a:gd name="connsiteX1" fmla="*/ 451793 w 2168921"/>
                <a:gd name="connsiteY1" fmla="*/ 172353 h 1579460"/>
                <a:gd name="connsiteX2" fmla="*/ 389881 w 2168921"/>
                <a:gd name="connsiteY2" fmla="*/ 100916 h 1579460"/>
                <a:gd name="connsiteX3" fmla="*/ 675631 w 2168921"/>
                <a:gd name="connsiteY3" fmla="*/ 904 h 1579460"/>
                <a:gd name="connsiteX4" fmla="*/ 1651943 w 2168921"/>
                <a:gd name="connsiteY4" fmla="*/ 605742 h 1579460"/>
                <a:gd name="connsiteX5" fmla="*/ 1674813 w 2168921"/>
                <a:gd name="connsiteY5" fmla="*/ 111862 h 1579460"/>
                <a:gd name="connsiteX6" fmla="*/ 335965 w 2168921"/>
                <a:gd name="connsiteY6" fmla="*/ 1118522 h 1579460"/>
                <a:gd name="connsiteX7" fmla="*/ 212140 w 2168921"/>
                <a:gd name="connsiteY7" fmla="*/ 829596 h 1579460"/>
                <a:gd name="connsiteX8" fmla="*/ 149225 w 2168921"/>
                <a:gd name="connsiteY8" fmla="*/ 418249 h 1579460"/>
                <a:gd name="connsiteX9" fmla="*/ 0 w 2168921"/>
                <a:gd name="connsiteY9" fmla="*/ 313474 h 1579460"/>
                <a:gd name="connsiteX0" fmla="*/ 0 w 2166975"/>
                <a:gd name="connsiteY0" fmla="*/ 313474 h 1536719"/>
                <a:gd name="connsiteX1" fmla="*/ 451793 w 2166975"/>
                <a:gd name="connsiteY1" fmla="*/ 172353 h 1536719"/>
                <a:gd name="connsiteX2" fmla="*/ 389881 w 2166975"/>
                <a:gd name="connsiteY2" fmla="*/ 100916 h 1536719"/>
                <a:gd name="connsiteX3" fmla="*/ 675631 w 2166975"/>
                <a:gd name="connsiteY3" fmla="*/ 904 h 1536719"/>
                <a:gd name="connsiteX4" fmla="*/ 1651943 w 2166975"/>
                <a:gd name="connsiteY4" fmla="*/ 605742 h 1536719"/>
                <a:gd name="connsiteX5" fmla="*/ 1674813 w 2166975"/>
                <a:gd name="connsiteY5" fmla="*/ 111862 h 1536719"/>
                <a:gd name="connsiteX6" fmla="*/ 335965 w 2166975"/>
                <a:gd name="connsiteY6" fmla="*/ 1118522 h 1536719"/>
                <a:gd name="connsiteX7" fmla="*/ 212140 w 2166975"/>
                <a:gd name="connsiteY7" fmla="*/ 829596 h 1536719"/>
                <a:gd name="connsiteX8" fmla="*/ 149225 w 2166975"/>
                <a:gd name="connsiteY8" fmla="*/ 418249 h 1536719"/>
                <a:gd name="connsiteX9" fmla="*/ 0 w 2166975"/>
                <a:gd name="connsiteY9" fmla="*/ 313474 h 1536719"/>
                <a:gd name="connsiteX0" fmla="*/ 0 w 2151429"/>
                <a:gd name="connsiteY0" fmla="*/ 313474 h 1563540"/>
                <a:gd name="connsiteX1" fmla="*/ 451793 w 2151429"/>
                <a:gd name="connsiteY1" fmla="*/ 172353 h 1563540"/>
                <a:gd name="connsiteX2" fmla="*/ 389881 w 2151429"/>
                <a:gd name="connsiteY2" fmla="*/ 100916 h 1563540"/>
                <a:gd name="connsiteX3" fmla="*/ 675631 w 2151429"/>
                <a:gd name="connsiteY3" fmla="*/ 904 h 1563540"/>
                <a:gd name="connsiteX4" fmla="*/ 1651943 w 2151429"/>
                <a:gd name="connsiteY4" fmla="*/ 605742 h 1563540"/>
                <a:gd name="connsiteX5" fmla="*/ 1674813 w 2151429"/>
                <a:gd name="connsiteY5" fmla="*/ 111862 h 1563540"/>
                <a:gd name="connsiteX6" fmla="*/ 335965 w 2151429"/>
                <a:gd name="connsiteY6" fmla="*/ 1118522 h 1563540"/>
                <a:gd name="connsiteX7" fmla="*/ 212140 w 2151429"/>
                <a:gd name="connsiteY7" fmla="*/ 829596 h 1563540"/>
                <a:gd name="connsiteX8" fmla="*/ 149225 w 2151429"/>
                <a:gd name="connsiteY8" fmla="*/ 418249 h 1563540"/>
                <a:gd name="connsiteX9" fmla="*/ 0 w 2151429"/>
                <a:gd name="connsiteY9" fmla="*/ 313474 h 1563540"/>
                <a:gd name="connsiteX0" fmla="*/ 0 w 2175894"/>
                <a:gd name="connsiteY0" fmla="*/ 313474 h 1651972"/>
                <a:gd name="connsiteX1" fmla="*/ 451793 w 2175894"/>
                <a:gd name="connsiteY1" fmla="*/ 172353 h 1651972"/>
                <a:gd name="connsiteX2" fmla="*/ 389881 w 2175894"/>
                <a:gd name="connsiteY2" fmla="*/ 100916 h 1651972"/>
                <a:gd name="connsiteX3" fmla="*/ 675631 w 2175894"/>
                <a:gd name="connsiteY3" fmla="*/ 904 h 1651972"/>
                <a:gd name="connsiteX4" fmla="*/ 1651943 w 2175894"/>
                <a:gd name="connsiteY4" fmla="*/ 605742 h 1651972"/>
                <a:gd name="connsiteX5" fmla="*/ 1674813 w 2175894"/>
                <a:gd name="connsiteY5" fmla="*/ 111862 h 1651972"/>
                <a:gd name="connsiteX6" fmla="*/ 335965 w 2175894"/>
                <a:gd name="connsiteY6" fmla="*/ 1118522 h 1651972"/>
                <a:gd name="connsiteX7" fmla="*/ 212140 w 2175894"/>
                <a:gd name="connsiteY7" fmla="*/ 829596 h 1651972"/>
                <a:gd name="connsiteX8" fmla="*/ 149225 w 2175894"/>
                <a:gd name="connsiteY8" fmla="*/ 418249 h 1651972"/>
                <a:gd name="connsiteX9" fmla="*/ 0 w 2175894"/>
                <a:gd name="connsiteY9" fmla="*/ 313474 h 1651972"/>
                <a:gd name="connsiteX0" fmla="*/ 0 w 2155543"/>
                <a:gd name="connsiteY0" fmla="*/ 313474 h 1669955"/>
                <a:gd name="connsiteX1" fmla="*/ 451793 w 2155543"/>
                <a:gd name="connsiteY1" fmla="*/ 172353 h 1669955"/>
                <a:gd name="connsiteX2" fmla="*/ 389881 w 2155543"/>
                <a:gd name="connsiteY2" fmla="*/ 100916 h 1669955"/>
                <a:gd name="connsiteX3" fmla="*/ 675631 w 2155543"/>
                <a:gd name="connsiteY3" fmla="*/ 904 h 1669955"/>
                <a:gd name="connsiteX4" fmla="*/ 1651943 w 2155543"/>
                <a:gd name="connsiteY4" fmla="*/ 605742 h 1669955"/>
                <a:gd name="connsiteX5" fmla="*/ 1651001 w 2155543"/>
                <a:gd name="connsiteY5" fmla="*/ 171393 h 1669955"/>
                <a:gd name="connsiteX6" fmla="*/ 335965 w 2155543"/>
                <a:gd name="connsiteY6" fmla="*/ 1118522 h 1669955"/>
                <a:gd name="connsiteX7" fmla="*/ 212140 w 2155543"/>
                <a:gd name="connsiteY7" fmla="*/ 829596 h 1669955"/>
                <a:gd name="connsiteX8" fmla="*/ 149225 w 2155543"/>
                <a:gd name="connsiteY8" fmla="*/ 418249 h 1669955"/>
                <a:gd name="connsiteX9" fmla="*/ 0 w 2155543"/>
                <a:gd name="connsiteY9" fmla="*/ 313474 h 1669955"/>
                <a:gd name="connsiteX0" fmla="*/ 0 w 2161643"/>
                <a:gd name="connsiteY0" fmla="*/ 313474 h 1675894"/>
                <a:gd name="connsiteX1" fmla="*/ 451793 w 2161643"/>
                <a:gd name="connsiteY1" fmla="*/ 172353 h 1675894"/>
                <a:gd name="connsiteX2" fmla="*/ 389881 w 2161643"/>
                <a:gd name="connsiteY2" fmla="*/ 100916 h 1675894"/>
                <a:gd name="connsiteX3" fmla="*/ 675631 w 2161643"/>
                <a:gd name="connsiteY3" fmla="*/ 904 h 1675894"/>
                <a:gd name="connsiteX4" fmla="*/ 1651943 w 2161643"/>
                <a:gd name="connsiteY4" fmla="*/ 605742 h 1675894"/>
                <a:gd name="connsiteX5" fmla="*/ 1658144 w 2161643"/>
                <a:gd name="connsiteY5" fmla="*/ 190443 h 1675894"/>
                <a:gd name="connsiteX6" fmla="*/ 335965 w 2161643"/>
                <a:gd name="connsiteY6" fmla="*/ 1118522 h 1675894"/>
                <a:gd name="connsiteX7" fmla="*/ 212140 w 2161643"/>
                <a:gd name="connsiteY7" fmla="*/ 829596 h 1675894"/>
                <a:gd name="connsiteX8" fmla="*/ 149225 w 2161643"/>
                <a:gd name="connsiteY8" fmla="*/ 418249 h 1675894"/>
                <a:gd name="connsiteX9" fmla="*/ 0 w 2161643"/>
                <a:gd name="connsiteY9" fmla="*/ 313474 h 1675894"/>
                <a:gd name="connsiteX0" fmla="*/ 0 w 2161643"/>
                <a:gd name="connsiteY0" fmla="*/ 313474 h 1675894"/>
                <a:gd name="connsiteX1" fmla="*/ 451793 w 2161643"/>
                <a:gd name="connsiteY1" fmla="*/ 172353 h 1675894"/>
                <a:gd name="connsiteX2" fmla="*/ 389881 w 2161643"/>
                <a:gd name="connsiteY2" fmla="*/ 100916 h 1675894"/>
                <a:gd name="connsiteX3" fmla="*/ 675631 w 2161643"/>
                <a:gd name="connsiteY3" fmla="*/ 904 h 1675894"/>
                <a:gd name="connsiteX4" fmla="*/ 1651943 w 2161643"/>
                <a:gd name="connsiteY4" fmla="*/ 605742 h 1675894"/>
                <a:gd name="connsiteX5" fmla="*/ 1658144 w 2161643"/>
                <a:gd name="connsiteY5" fmla="*/ 190443 h 1675894"/>
                <a:gd name="connsiteX6" fmla="*/ 335965 w 2161643"/>
                <a:gd name="connsiteY6" fmla="*/ 1118522 h 1675894"/>
                <a:gd name="connsiteX7" fmla="*/ 212140 w 2161643"/>
                <a:gd name="connsiteY7" fmla="*/ 829596 h 1675894"/>
                <a:gd name="connsiteX8" fmla="*/ 149225 w 2161643"/>
                <a:gd name="connsiteY8" fmla="*/ 418249 h 1675894"/>
                <a:gd name="connsiteX9" fmla="*/ 0 w 2161643"/>
                <a:gd name="connsiteY9" fmla="*/ 313474 h 1675894"/>
                <a:gd name="connsiteX0" fmla="*/ 0 w 2219372"/>
                <a:gd name="connsiteY0" fmla="*/ 313474 h 1593443"/>
                <a:gd name="connsiteX1" fmla="*/ 451793 w 2219372"/>
                <a:gd name="connsiteY1" fmla="*/ 172353 h 1593443"/>
                <a:gd name="connsiteX2" fmla="*/ 389881 w 2219372"/>
                <a:gd name="connsiteY2" fmla="*/ 100916 h 1593443"/>
                <a:gd name="connsiteX3" fmla="*/ 675631 w 2219372"/>
                <a:gd name="connsiteY3" fmla="*/ 904 h 1593443"/>
                <a:gd name="connsiteX4" fmla="*/ 1651943 w 2219372"/>
                <a:gd name="connsiteY4" fmla="*/ 605742 h 1593443"/>
                <a:gd name="connsiteX5" fmla="*/ 1658144 w 2219372"/>
                <a:gd name="connsiteY5" fmla="*/ 190443 h 1593443"/>
                <a:gd name="connsiteX6" fmla="*/ 335965 w 2219372"/>
                <a:gd name="connsiteY6" fmla="*/ 1118522 h 1593443"/>
                <a:gd name="connsiteX7" fmla="*/ 212140 w 2219372"/>
                <a:gd name="connsiteY7" fmla="*/ 829596 h 1593443"/>
                <a:gd name="connsiteX8" fmla="*/ 149225 w 2219372"/>
                <a:gd name="connsiteY8" fmla="*/ 418249 h 1593443"/>
                <a:gd name="connsiteX9" fmla="*/ 0 w 2219372"/>
                <a:gd name="connsiteY9" fmla="*/ 313474 h 1593443"/>
                <a:gd name="connsiteX0" fmla="*/ 0 w 2225694"/>
                <a:gd name="connsiteY0" fmla="*/ 313474 h 1657785"/>
                <a:gd name="connsiteX1" fmla="*/ 451793 w 2225694"/>
                <a:gd name="connsiteY1" fmla="*/ 172353 h 1657785"/>
                <a:gd name="connsiteX2" fmla="*/ 389881 w 2225694"/>
                <a:gd name="connsiteY2" fmla="*/ 100916 h 1657785"/>
                <a:gd name="connsiteX3" fmla="*/ 675631 w 2225694"/>
                <a:gd name="connsiteY3" fmla="*/ 904 h 1657785"/>
                <a:gd name="connsiteX4" fmla="*/ 1651943 w 2225694"/>
                <a:gd name="connsiteY4" fmla="*/ 605742 h 1657785"/>
                <a:gd name="connsiteX5" fmla="*/ 1658144 w 2225694"/>
                <a:gd name="connsiteY5" fmla="*/ 190443 h 1657785"/>
                <a:gd name="connsiteX6" fmla="*/ 335965 w 2225694"/>
                <a:gd name="connsiteY6" fmla="*/ 1118522 h 1657785"/>
                <a:gd name="connsiteX7" fmla="*/ 212140 w 2225694"/>
                <a:gd name="connsiteY7" fmla="*/ 829596 h 1657785"/>
                <a:gd name="connsiteX8" fmla="*/ 149225 w 2225694"/>
                <a:gd name="connsiteY8" fmla="*/ 418249 h 1657785"/>
                <a:gd name="connsiteX9" fmla="*/ 0 w 2225694"/>
                <a:gd name="connsiteY9" fmla="*/ 313474 h 1657785"/>
                <a:gd name="connsiteX0" fmla="*/ 0 w 2161761"/>
                <a:gd name="connsiteY0" fmla="*/ 313474 h 1652808"/>
                <a:gd name="connsiteX1" fmla="*/ 451793 w 2161761"/>
                <a:gd name="connsiteY1" fmla="*/ 172353 h 1652808"/>
                <a:gd name="connsiteX2" fmla="*/ 389881 w 2161761"/>
                <a:gd name="connsiteY2" fmla="*/ 100916 h 1652808"/>
                <a:gd name="connsiteX3" fmla="*/ 675631 w 2161761"/>
                <a:gd name="connsiteY3" fmla="*/ 904 h 1652808"/>
                <a:gd name="connsiteX4" fmla="*/ 1651943 w 2161761"/>
                <a:gd name="connsiteY4" fmla="*/ 605742 h 1652808"/>
                <a:gd name="connsiteX5" fmla="*/ 1658144 w 2161761"/>
                <a:gd name="connsiteY5" fmla="*/ 190443 h 1652808"/>
                <a:gd name="connsiteX6" fmla="*/ 335965 w 2161761"/>
                <a:gd name="connsiteY6" fmla="*/ 1118522 h 1652808"/>
                <a:gd name="connsiteX7" fmla="*/ 212140 w 2161761"/>
                <a:gd name="connsiteY7" fmla="*/ 829596 h 1652808"/>
                <a:gd name="connsiteX8" fmla="*/ 149225 w 2161761"/>
                <a:gd name="connsiteY8" fmla="*/ 418249 h 1652808"/>
                <a:gd name="connsiteX9" fmla="*/ 0 w 2161761"/>
                <a:gd name="connsiteY9" fmla="*/ 313474 h 1652808"/>
                <a:gd name="connsiteX0" fmla="*/ 0 w 2161761"/>
                <a:gd name="connsiteY0" fmla="*/ 313474 h 1652808"/>
                <a:gd name="connsiteX1" fmla="*/ 451793 w 2161761"/>
                <a:gd name="connsiteY1" fmla="*/ 172353 h 1652808"/>
                <a:gd name="connsiteX2" fmla="*/ 389881 w 2161761"/>
                <a:gd name="connsiteY2" fmla="*/ 100916 h 1652808"/>
                <a:gd name="connsiteX3" fmla="*/ 675631 w 2161761"/>
                <a:gd name="connsiteY3" fmla="*/ 904 h 1652808"/>
                <a:gd name="connsiteX4" fmla="*/ 1651943 w 2161761"/>
                <a:gd name="connsiteY4" fmla="*/ 605742 h 1652808"/>
                <a:gd name="connsiteX5" fmla="*/ 1658144 w 2161761"/>
                <a:gd name="connsiteY5" fmla="*/ 190443 h 1652808"/>
                <a:gd name="connsiteX6" fmla="*/ 335965 w 2161761"/>
                <a:gd name="connsiteY6" fmla="*/ 1118522 h 1652808"/>
                <a:gd name="connsiteX7" fmla="*/ 212140 w 2161761"/>
                <a:gd name="connsiteY7" fmla="*/ 829596 h 1652808"/>
                <a:gd name="connsiteX8" fmla="*/ 149225 w 2161761"/>
                <a:gd name="connsiteY8" fmla="*/ 418249 h 1652808"/>
                <a:gd name="connsiteX9" fmla="*/ 0 w 2161761"/>
                <a:gd name="connsiteY9" fmla="*/ 313474 h 1652808"/>
                <a:gd name="connsiteX0" fmla="*/ 0 w 2153652"/>
                <a:gd name="connsiteY0" fmla="*/ 313474 h 1656827"/>
                <a:gd name="connsiteX1" fmla="*/ 451793 w 2153652"/>
                <a:gd name="connsiteY1" fmla="*/ 172353 h 1656827"/>
                <a:gd name="connsiteX2" fmla="*/ 389881 w 2153652"/>
                <a:gd name="connsiteY2" fmla="*/ 100916 h 1656827"/>
                <a:gd name="connsiteX3" fmla="*/ 675631 w 2153652"/>
                <a:gd name="connsiteY3" fmla="*/ 904 h 1656827"/>
                <a:gd name="connsiteX4" fmla="*/ 1651943 w 2153652"/>
                <a:gd name="connsiteY4" fmla="*/ 605742 h 1656827"/>
                <a:gd name="connsiteX5" fmla="*/ 1648619 w 2153652"/>
                <a:gd name="connsiteY5" fmla="*/ 206318 h 1656827"/>
                <a:gd name="connsiteX6" fmla="*/ 335965 w 2153652"/>
                <a:gd name="connsiteY6" fmla="*/ 1118522 h 1656827"/>
                <a:gd name="connsiteX7" fmla="*/ 212140 w 2153652"/>
                <a:gd name="connsiteY7" fmla="*/ 829596 h 1656827"/>
                <a:gd name="connsiteX8" fmla="*/ 149225 w 2153652"/>
                <a:gd name="connsiteY8" fmla="*/ 418249 h 1656827"/>
                <a:gd name="connsiteX9" fmla="*/ 0 w 2153652"/>
                <a:gd name="connsiteY9" fmla="*/ 313474 h 1656827"/>
                <a:gd name="connsiteX0" fmla="*/ 0 w 2164280"/>
                <a:gd name="connsiteY0" fmla="*/ 313474 h 1589484"/>
                <a:gd name="connsiteX1" fmla="*/ 451793 w 2164280"/>
                <a:gd name="connsiteY1" fmla="*/ 172353 h 1589484"/>
                <a:gd name="connsiteX2" fmla="*/ 389881 w 2164280"/>
                <a:gd name="connsiteY2" fmla="*/ 100916 h 1589484"/>
                <a:gd name="connsiteX3" fmla="*/ 675631 w 2164280"/>
                <a:gd name="connsiteY3" fmla="*/ 904 h 1589484"/>
                <a:gd name="connsiteX4" fmla="*/ 1651943 w 2164280"/>
                <a:gd name="connsiteY4" fmla="*/ 605742 h 1589484"/>
                <a:gd name="connsiteX5" fmla="*/ 1648619 w 2164280"/>
                <a:gd name="connsiteY5" fmla="*/ 206318 h 1589484"/>
                <a:gd name="connsiteX6" fmla="*/ 335965 w 2164280"/>
                <a:gd name="connsiteY6" fmla="*/ 1118522 h 1589484"/>
                <a:gd name="connsiteX7" fmla="*/ 212140 w 2164280"/>
                <a:gd name="connsiteY7" fmla="*/ 829596 h 1589484"/>
                <a:gd name="connsiteX8" fmla="*/ 149225 w 2164280"/>
                <a:gd name="connsiteY8" fmla="*/ 418249 h 1589484"/>
                <a:gd name="connsiteX9" fmla="*/ 0 w 2164280"/>
                <a:gd name="connsiteY9" fmla="*/ 313474 h 158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64280" h="1589484">
                  <a:moveTo>
                    <a:pt x="0" y="313474"/>
                  </a:moveTo>
                  <a:cubicBezTo>
                    <a:pt x="95564" y="263259"/>
                    <a:pt x="273679" y="178118"/>
                    <a:pt x="451793" y="172353"/>
                  </a:cubicBezTo>
                  <a:cubicBezTo>
                    <a:pt x="535931" y="178703"/>
                    <a:pt x="305743" y="94566"/>
                    <a:pt x="389881" y="100916"/>
                  </a:cubicBezTo>
                  <a:cubicBezTo>
                    <a:pt x="501006" y="113616"/>
                    <a:pt x="564506" y="-11796"/>
                    <a:pt x="675631" y="904"/>
                  </a:cubicBezTo>
                  <a:cubicBezTo>
                    <a:pt x="1356667" y="154892"/>
                    <a:pt x="1256655" y="699405"/>
                    <a:pt x="1651943" y="605742"/>
                  </a:cubicBezTo>
                  <a:cubicBezTo>
                    <a:pt x="1707986" y="564941"/>
                    <a:pt x="1728308" y="486832"/>
                    <a:pt x="1648619" y="206318"/>
                  </a:cubicBezTo>
                  <a:cubicBezTo>
                    <a:pt x="3161938" y="1056350"/>
                    <a:pt x="919945" y="2268423"/>
                    <a:pt x="335965" y="1118522"/>
                  </a:cubicBezTo>
                  <a:cubicBezTo>
                    <a:pt x="167592" y="1153742"/>
                    <a:pt x="137959" y="1032033"/>
                    <a:pt x="212140" y="829596"/>
                  </a:cubicBezTo>
                  <a:cubicBezTo>
                    <a:pt x="151912" y="864226"/>
                    <a:pt x="-133448" y="1032378"/>
                    <a:pt x="149225" y="418249"/>
                  </a:cubicBezTo>
                  <a:cubicBezTo>
                    <a:pt x="99483" y="383324"/>
                    <a:pt x="49742" y="383324"/>
                    <a:pt x="0" y="31347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5296DEAE-2E5C-4E79-E683-B534301D1475}"/>
                </a:ext>
              </a:extLst>
            </p:cNvPr>
            <p:cNvGrpSpPr/>
            <p:nvPr/>
          </p:nvGrpSpPr>
          <p:grpSpPr>
            <a:xfrm rot="11553545" flipH="1">
              <a:off x="4101963" y="5946432"/>
              <a:ext cx="1945016" cy="1347478"/>
              <a:chOff x="2284554" y="3743727"/>
              <a:chExt cx="1945016" cy="1347478"/>
            </a:xfrm>
            <a:grpFill/>
          </p:grpSpPr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C1B78E84-58B4-D5CD-4900-2DA27793DA02}"/>
                  </a:ext>
                </a:extLst>
              </p:cNvPr>
              <p:cNvSpPr/>
              <p:nvPr/>
            </p:nvSpPr>
            <p:spPr>
              <a:xfrm flipH="1">
                <a:off x="3369275" y="4485751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5826D1FE-5586-E53A-75B0-545F0F9D797B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D9F81DAD-D063-76E3-55B3-3FF032BD7EA5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60281A28-77BB-61D9-0A00-5C8928F6C7B1}"/>
                  </a:ext>
                </a:extLst>
              </p:cNvPr>
              <p:cNvSpPr/>
              <p:nvPr/>
            </p:nvSpPr>
            <p:spPr>
              <a:xfrm rot="19660011" flipH="1">
                <a:off x="2582776" y="4301437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B00B6F0B-514D-9021-3273-1D3D2473074D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335B3726-F70D-0B0E-5006-BDBC74F4F98A}"/>
                  </a:ext>
                </a:extLst>
              </p:cNvPr>
              <p:cNvSpPr/>
              <p:nvPr/>
            </p:nvSpPr>
            <p:spPr>
              <a:xfrm flipH="1">
                <a:off x="2597581" y="3950384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614DA276-951C-887D-509F-CDB2D46DCEB4}"/>
                  </a:ext>
                </a:extLst>
              </p:cNvPr>
              <p:cNvSpPr/>
              <p:nvPr/>
            </p:nvSpPr>
            <p:spPr>
              <a:xfrm flipH="1">
                <a:off x="2787530" y="4196463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75140915-CECF-A8ED-F647-FDDD8332FA6B}"/>
                  </a:ext>
                </a:extLst>
              </p:cNvPr>
              <p:cNvSpPr/>
              <p:nvPr/>
            </p:nvSpPr>
            <p:spPr>
              <a:xfrm flipH="1">
                <a:off x="2868488" y="3999146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DC52CD75-1B4F-6396-65C4-70798CDD1173}"/>
                  </a:ext>
                </a:extLst>
              </p:cNvPr>
              <p:cNvSpPr/>
              <p:nvPr/>
            </p:nvSpPr>
            <p:spPr>
              <a:xfrm flipH="1">
                <a:off x="2593878" y="4626204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676A8D71-233A-D8E5-38FD-41FD9E9018B6}"/>
                  </a:ext>
                </a:extLst>
              </p:cNvPr>
              <p:cNvSpPr/>
              <p:nvPr/>
            </p:nvSpPr>
            <p:spPr>
              <a:xfrm rot="182690" flipH="1">
                <a:off x="2559414" y="4805671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E9E89042-4A9C-749C-F9A0-66F15BEC2E2F}"/>
                  </a:ext>
                </a:extLst>
              </p:cNvPr>
              <p:cNvSpPr/>
              <p:nvPr/>
            </p:nvSpPr>
            <p:spPr>
              <a:xfrm flipH="1">
                <a:off x="2739501" y="3743727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2171B1A9-0288-A626-3B1D-2A79C320F616}"/>
                  </a:ext>
                </a:extLst>
              </p:cNvPr>
              <p:cNvSpPr/>
              <p:nvPr/>
            </p:nvSpPr>
            <p:spPr>
              <a:xfrm rot="15877307" flipH="1">
                <a:off x="3413503" y="4180846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F0586484-A0FE-92ED-A072-874290C028C2}"/>
                  </a:ext>
                </a:extLst>
              </p:cNvPr>
              <p:cNvSpPr/>
              <p:nvPr/>
            </p:nvSpPr>
            <p:spPr>
              <a:xfrm flipH="1">
                <a:off x="3051391" y="3811638"/>
                <a:ext cx="117564" cy="21962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9EDCED9B-74D2-0EE8-3987-AB73DA42AF6A}"/>
                  </a:ext>
                </a:extLst>
              </p:cNvPr>
              <p:cNvSpPr/>
              <p:nvPr/>
            </p:nvSpPr>
            <p:spPr>
              <a:xfrm flipH="1">
                <a:off x="3263041" y="4039399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FE78760C-B257-07A4-5A7F-D688F00D19AC}"/>
                  </a:ext>
                </a:extLst>
              </p:cNvPr>
              <p:cNvSpPr/>
              <p:nvPr/>
            </p:nvSpPr>
            <p:spPr>
              <a:xfrm flipH="1">
                <a:off x="3306579" y="3756775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03D315E3-27B1-E576-6433-4035287A295C}"/>
                  </a:ext>
                </a:extLst>
              </p:cNvPr>
              <p:cNvSpPr/>
              <p:nvPr/>
            </p:nvSpPr>
            <p:spPr>
              <a:xfrm flipH="1">
                <a:off x="3957058" y="4216080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704B4E68-6C34-9CC2-D47B-4853BE1AE3A7}"/>
                  </a:ext>
                </a:extLst>
              </p:cNvPr>
              <p:cNvSpPr/>
              <p:nvPr/>
            </p:nvSpPr>
            <p:spPr>
              <a:xfrm flipH="1">
                <a:off x="3579460" y="3845683"/>
                <a:ext cx="135690" cy="9630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48EC3C23-E0D6-FB1B-9964-2110AF586DC1}"/>
                  </a:ext>
                </a:extLst>
              </p:cNvPr>
              <p:cNvSpPr/>
              <p:nvPr/>
            </p:nvSpPr>
            <p:spPr>
              <a:xfrm flipH="1">
                <a:off x="3794388" y="4378471"/>
                <a:ext cx="143088" cy="13391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D0DED119-4BB7-5E57-5F8D-2EF4571A3E2D}"/>
                  </a:ext>
                </a:extLst>
              </p:cNvPr>
              <p:cNvSpPr/>
              <p:nvPr/>
            </p:nvSpPr>
            <p:spPr>
              <a:xfrm flipH="1">
                <a:off x="3981611" y="4533922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EF09E15E-BB0E-AFC9-8E5B-48E5E798F850}"/>
                  </a:ext>
                </a:extLst>
              </p:cNvPr>
              <p:cNvSpPr/>
              <p:nvPr/>
            </p:nvSpPr>
            <p:spPr>
              <a:xfrm flipH="1">
                <a:off x="4142416" y="4447704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91CDBB6E-74D1-A3FB-3BC2-56EDE73FF309}"/>
                  </a:ext>
                </a:extLst>
              </p:cNvPr>
              <p:cNvSpPr/>
              <p:nvPr/>
            </p:nvSpPr>
            <p:spPr>
              <a:xfrm flipH="1">
                <a:off x="3658350" y="4028401"/>
                <a:ext cx="184693" cy="168858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22D839FF-92FC-231E-E1D3-13264888A5FA}"/>
                  </a:ext>
                </a:extLst>
              </p:cNvPr>
              <p:cNvSpPr/>
              <p:nvPr/>
            </p:nvSpPr>
            <p:spPr>
              <a:xfrm flipH="1">
                <a:off x="2430400" y="4121564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684FE9C1-E209-815B-A2ED-67AFED9C8B3C}"/>
                  </a:ext>
                </a:extLst>
              </p:cNvPr>
              <p:cNvSpPr/>
              <p:nvPr/>
            </p:nvSpPr>
            <p:spPr>
              <a:xfrm flipH="1">
                <a:off x="2330420" y="4365158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0C282700-27D8-EA22-8A92-1064D4BFA9C4}"/>
                  </a:ext>
                </a:extLst>
              </p:cNvPr>
              <p:cNvSpPr/>
              <p:nvPr/>
            </p:nvSpPr>
            <p:spPr>
              <a:xfrm flipH="1">
                <a:off x="2284554" y="4610273"/>
                <a:ext cx="101717" cy="11488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D56F8DF9-39F8-7332-E167-9E707B0C8FB9}"/>
                  </a:ext>
                </a:extLst>
              </p:cNvPr>
              <p:cNvSpPr/>
              <p:nvPr/>
            </p:nvSpPr>
            <p:spPr>
              <a:xfrm rot="4927778" flipH="1">
                <a:off x="2920655" y="4731375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EEDC3629-F9F6-78A7-7CB2-CF15A78DA9A1}"/>
                  </a:ext>
                </a:extLst>
              </p:cNvPr>
              <p:cNvSpPr/>
              <p:nvPr/>
            </p:nvSpPr>
            <p:spPr>
              <a:xfrm flipH="1">
                <a:off x="3173261" y="4733708"/>
                <a:ext cx="87154" cy="815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B3B1072C-4834-AE01-9538-2983AFF1E3A1}"/>
                  </a:ext>
                </a:extLst>
              </p:cNvPr>
              <p:cNvSpPr/>
              <p:nvPr/>
            </p:nvSpPr>
            <p:spPr>
              <a:xfrm rot="3545375" flipH="1">
                <a:off x="3805121" y="4706840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6AFD100E-F17F-1BF6-5462-4E5305554B32}"/>
                </a:ext>
              </a:extLst>
            </p:cNvPr>
            <p:cNvGrpSpPr/>
            <p:nvPr/>
          </p:nvGrpSpPr>
          <p:grpSpPr>
            <a:xfrm>
              <a:off x="2871860" y="6381751"/>
              <a:ext cx="516143" cy="700960"/>
              <a:chOff x="2736618" y="3947639"/>
              <a:chExt cx="516143" cy="700960"/>
            </a:xfrm>
            <a:grpFill/>
          </p:grpSpPr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66BE2AAD-8831-14DE-6D49-3C4E8ED8781F}"/>
                  </a:ext>
                </a:extLst>
              </p:cNvPr>
              <p:cNvSpPr/>
              <p:nvPr/>
            </p:nvSpPr>
            <p:spPr>
              <a:xfrm flipH="1">
                <a:off x="3132652" y="4364383"/>
                <a:ext cx="94850" cy="9485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6958C56A-063A-CDFB-C74C-7073953AFE90}"/>
                  </a:ext>
                </a:extLst>
              </p:cNvPr>
              <p:cNvSpPr/>
              <p:nvPr/>
            </p:nvSpPr>
            <p:spPr>
              <a:xfrm flipH="1">
                <a:off x="3132651" y="4500562"/>
                <a:ext cx="120110" cy="14803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BF2FCB9F-98D9-AEBD-38BF-264C9F694183}"/>
                  </a:ext>
                </a:extLst>
              </p:cNvPr>
              <p:cNvSpPr/>
              <p:nvPr/>
            </p:nvSpPr>
            <p:spPr>
              <a:xfrm flipH="1">
                <a:off x="2933446" y="4412209"/>
                <a:ext cx="135690" cy="167239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CEF2769D-0F58-AC9C-72C9-E1CCCA488459}"/>
                  </a:ext>
                </a:extLst>
              </p:cNvPr>
              <p:cNvSpPr/>
              <p:nvPr/>
            </p:nvSpPr>
            <p:spPr>
              <a:xfrm rot="2012633" flipH="1">
                <a:off x="2736618" y="4201986"/>
                <a:ext cx="218968" cy="28553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0FA5BA7A-B10C-77FE-A24A-AEF04AA0246E}"/>
                  </a:ext>
                </a:extLst>
              </p:cNvPr>
              <p:cNvSpPr/>
              <p:nvPr/>
            </p:nvSpPr>
            <p:spPr>
              <a:xfrm flipH="1">
                <a:off x="3005327" y="4167691"/>
                <a:ext cx="165825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F6E1580F-82B1-F01F-2366-CF63556D2A99}"/>
                  </a:ext>
                </a:extLst>
              </p:cNvPr>
              <p:cNvSpPr/>
              <p:nvPr/>
            </p:nvSpPr>
            <p:spPr>
              <a:xfrm flipH="1">
                <a:off x="2901215" y="3947639"/>
                <a:ext cx="142564" cy="1872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9FDFF7B7-872B-AD86-4BBD-BF7288512B00}"/>
              </a:ext>
            </a:extLst>
          </p:cNvPr>
          <p:cNvGrpSpPr/>
          <p:nvPr/>
        </p:nvGrpSpPr>
        <p:grpSpPr>
          <a:xfrm>
            <a:off x="-1740050" y="919219"/>
            <a:ext cx="5289457" cy="7008991"/>
            <a:chOff x="-1740050" y="919219"/>
            <a:chExt cx="5289457" cy="7008991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C0043D76-2240-E6B1-455D-294563ACA15F}"/>
                </a:ext>
              </a:extLst>
            </p:cNvPr>
            <p:cNvGrpSpPr/>
            <p:nvPr/>
          </p:nvGrpSpPr>
          <p:grpSpPr>
            <a:xfrm>
              <a:off x="-1740050" y="919219"/>
              <a:ext cx="5289457" cy="7008991"/>
              <a:chOff x="-1740050" y="919219"/>
              <a:chExt cx="5289457" cy="7008991"/>
            </a:xfrm>
          </p:grpSpPr>
          <p:sp>
            <p:nvSpPr>
              <p:cNvPr id="353" name="Rectangle 4">
                <a:extLst>
                  <a:ext uri="{FF2B5EF4-FFF2-40B4-BE49-F238E27FC236}">
                    <a16:creationId xmlns:a16="http://schemas.microsoft.com/office/drawing/2014/main" id="{EEE55C1E-5855-9268-D154-955B9F66C99F}"/>
                  </a:ext>
                </a:extLst>
              </p:cNvPr>
              <p:cNvSpPr/>
              <p:nvPr/>
            </p:nvSpPr>
            <p:spPr>
              <a:xfrm>
                <a:off x="-129337" y="5213185"/>
                <a:ext cx="2363795" cy="2483951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308100"/>
                  <a:gd name="connsiteY0" fmla="*/ 215900 h 1130300"/>
                  <a:gd name="connsiteX1" fmla="*/ 1308100 w 1308100"/>
                  <a:gd name="connsiteY1" fmla="*/ 0 h 1130300"/>
                  <a:gd name="connsiteX2" fmla="*/ 914400 w 1308100"/>
                  <a:gd name="connsiteY2" fmla="*/ 1130300 h 1130300"/>
                  <a:gd name="connsiteX3" fmla="*/ 0 w 1308100"/>
                  <a:gd name="connsiteY3" fmla="*/ 1130300 h 1130300"/>
                  <a:gd name="connsiteX4" fmla="*/ 0 w 1308100"/>
                  <a:gd name="connsiteY4" fmla="*/ 215900 h 1130300"/>
                  <a:gd name="connsiteX0" fmla="*/ 0 w 2603500"/>
                  <a:gd name="connsiteY0" fmla="*/ 215900 h 1346200"/>
                  <a:gd name="connsiteX1" fmla="*/ 1308100 w 2603500"/>
                  <a:gd name="connsiteY1" fmla="*/ 0 h 1346200"/>
                  <a:gd name="connsiteX2" fmla="*/ 2603500 w 2603500"/>
                  <a:gd name="connsiteY2" fmla="*/ 1346200 h 1346200"/>
                  <a:gd name="connsiteX3" fmla="*/ 0 w 2603500"/>
                  <a:gd name="connsiteY3" fmla="*/ 1130300 h 1346200"/>
                  <a:gd name="connsiteX4" fmla="*/ 0 w 2603500"/>
                  <a:gd name="connsiteY4" fmla="*/ 215900 h 1346200"/>
                  <a:gd name="connsiteX0" fmla="*/ 0 w 2603500"/>
                  <a:gd name="connsiteY0" fmla="*/ 215900 h 1707096"/>
                  <a:gd name="connsiteX1" fmla="*/ 1308100 w 2603500"/>
                  <a:gd name="connsiteY1" fmla="*/ 0 h 1707096"/>
                  <a:gd name="connsiteX2" fmla="*/ 2603500 w 2603500"/>
                  <a:gd name="connsiteY2" fmla="*/ 1346200 h 1707096"/>
                  <a:gd name="connsiteX3" fmla="*/ 0 w 2603500"/>
                  <a:gd name="connsiteY3" fmla="*/ 1130300 h 1707096"/>
                  <a:gd name="connsiteX4" fmla="*/ 0 w 2603500"/>
                  <a:gd name="connsiteY4" fmla="*/ 215900 h 1707096"/>
                  <a:gd name="connsiteX0" fmla="*/ 0 w 2605995"/>
                  <a:gd name="connsiteY0" fmla="*/ 215900 h 2511050"/>
                  <a:gd name="connsiteX1" fmla="*/ 1308100 w 2605995"/>
                  <a:gd name="connsiteY1" fmla="*/ 0 h 2511050"/>
                  <a:gd name="connsiteX2" fmla="*/ 2603500 w 2605995"/>
                  <a:gd name="connsiteY2" fmla="*/ 1346200 h 2511050"/>
                  <a:gd name="connsiteX3" fmla="*/ 869365 w 2605995"/>
                  <a:gd name="connsiteY3" fmla="*/ 2510023 h 2511050"/>
                  <a:gd name="connsiteX4" fmla="*/ 0 w 2605995"/>
                  <a:gd name="connsiteY4" fmla="*/ 1130300 h 2511050"/>
                  <a:gd name="connsiteX5" fmla="*/ 0 w 2605995"/>
                  <a:gd name="connsiteY5" fmla="*/ 215900 h 2511050"/>
                  <a:gd name="connsiteX0" fmla="*/ 0 w 2606040"/>
                  <a:gd name="connsiteY0" fmla="*/ 215900 h 2514097"/>
                  <a:gd name="connsiteX1" fmla="*/ 1308100 w 2606040"/>
                  <a:gd name="connsiteY1" fmla="*/ 0 h 2514097"/>
                  <a:gd name="connsiteX2" fmla="*/ 2603500 w 2606040"/>
                  <a:gd name="connsiteY2" fmla="*/ 1346200 h 2514097"/>
                  <a:gd name="connsiteX3" fmla="*/ 869365 w 2606040"/>
                  <a:gd name="connsiteY3" fmla="*/ 2510023 h 2514097"/>
                  <a:gd name="connsiteX4" fmla="*/ 0 w 2606040"/>
                  <a:gd name="connsiteY4" fmla="*/ 1130300 h 2514097"/>
                  <a:gd name="connsiteX5" fmla="*/ 0 w 2606040"/>
                  <a:gd name="connsiteY5" fmla="*/ 215900 h 2514097"/>
                  <a:gd name="connsiteX0" fmla="*/ 0 w 2605849"/>
                  <a:gd name="connsiteY0" fmla="*/ 215900 h 2522710"/>
                  <a:gd name="connsiteX1" fmla="*/ 1308100 w 2605849"/>
                  <a:gd name="connsiteY1" fmla="*/ 0 h 2522710"/>
                  <a:gd name="connsiteX2" fmla="*/ 2603500 w 2605849"/>
                  <a:gd name="connsiteY2" fmla="*/ 1346200 h 2522710"/>
                  <a:gd name="connsiteX3" fmla="*/ 869365 w 2605849"/>
                  <a:gd name="connsiteY3" fmla="*/ 2510023 h 2522710"/>
                  <a:gd name="connsiteX4" fmla="*/ 0 w 2605849"/>
                  <a:gd name="connsiteY4" fmla="*/ 1130300 h 2522710"/>
                  <a:gd name="connsiteX5" fmla="*/ 0 w 2605849"/>
                  <a:gd name="connsiteY5" fmla="*/ 215900 h 2522710"/>
                  <a:gd name="connsiteX0" fmla="*/ 0 w 2603500"/>
                  <a:gd name="connsiteY0" fmla="*/ 215900 h 2522710"/>
                  <a:gd name="connsiteX1" fmla="*/ 1308100 w 2603500"/>
                  <a:gd name="connsiteY1" fmla="*/ 0 h 2522710"/>
                  <a:gd name="connsiteX2" fmla="*/ 2603500 w 2603500"/>
                  <a:gd name="connsiteY2" fmla="*/ 1346200 h 2522710"/>
                  <a:gd name="connsiteX3" fmla="*/ 869365 w 2603500"/>
                  <a:gd name="connsiteY3" fmla="*/ 2510023 h 2522710"/>
                  <a:gd name="connsiteX4" fmla="*/ 0 w 2603500"/>
                  <a:gd name="connsiteY4" fmla="*/ 1130300 h 2522710"/>
                  <a:gd name="connsiteX5" fmla="*/ 0 w 2603500"/>
                  <a:gd name="connsiteY5" fmla="*/ 215900 h 2522710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0 w 2603500"/>
                  <a:gd name="connsiteY5" fmla="*/ 1130300 h 2634863"/>
                  <a:gd name="connsiteX6" fmla="*/ 0 w 2603500"/>
                  <a:gd name="connsiteY6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0 w 2603500"/>
                  <a:gd name="connsiteY6" fmla="*/ 11303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456615 w 2603500"/>
                  <a:gd name="connsiteY6" fmla="*/ 1087622 h 2634863"/>
                  <a:gd name="connsiteX7" fmla="*/ 533400 w 2603500"/>
                  <a:gd name="connsiteY7" fmla="*/ 533400 h 2634863"/>
                  <a:gd name="connsiteX8" fmla="*/ 0 w 2603500"/>
                  <a:gd name="connsiteY8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456615 w 2603500"/>
                  <a:gd name="connsiteY6" fmla="*/ 1087622 h 2634863"/>
                  <a:gd name="connsiteX7" fmla="*/ 533400 w 2603500"/>
                  <a:gd name="connsiteY7" fmla="*/ 533400 h 2634863"/>
                  <a:gd name="connsiteX8" fmla="*/ 0 w 2603500"/>
                  <a:gd name="connsiteY8" fmla="*/ 215900 h 2634863"/>
                  <a:gd name="connsiteX0" fmla="*/ 0 w 2603500"/>
                  <a:gd name="connsiteY0" fmla="*/ 215900 h 2581510"/>
                  <a:gd name="connsiteX1" fmla="*/ 1308100 w 2603500"/>
                  <a:gd name="connsiteY1" fmla="*/ 0 h 2581510"/>
                  <a:gd name="connsiteX2" fmla="*/ 2603500 w 2603500"/>
                  <a:gd name="connsiteY2" fmla="*/ 1346200 h 2581510"/>
                  <a:gd name="connsiteX3" fmla="*/ 869365 w 2603500"/>
                  <a:gd name="connsiteY3" fmla="*/ 2510023 h 2581510"/>
                  <a:gd name="connsiteX4" fmla="*/ 526465 w 2603500"/>
                  <a:gd name="connsiteY4" fmla="*/ 2471922 h 2581510"/>
                  <a:gd name="connsiteX5" fmla="*/ 513765 w 2603500"/>
                  <a:gd name="connsiteY5" fmla="*/ 1697222 h 2581510"/>
                  <a:gd name="connsiteX6" fmla="*/ 456615 w 2603500"/>
                  <a:gd name="connsiteY6" fmla="*/ 1087622 h 2581510"/>
                  <a:gd name="connsiteX7" fmla="*/ 533400 w 2603500"/>
                  <a:gd name="connsiteY7" fmla="*/ 533400 h 2581510"/>
                  <a:gd name="connsiteX8" fmla="*/ 0 w 2603500"/>
                  <a:gd name="connsiteY8" fmla="*/ 215900 h 2581510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28900"/>
                  <a:gd name="connsiteY0" fmla="*/ 215900 h 2542034"/>
                  <a:gd name="connsiteX1" fmla="*/ 1308100 w 2628900"/>
                  <a:gd name="connsiteY1" fmla="*/ 0 h 2542034"/>
                  <a:gd name="connsiteX2" fmla="*/ 2628900 w 2628900"/>
                  <a:gd name="connsiteY2" fmla="*/ 1314450 h 2542034"/>
                  <a:gd name="connsiteX3" fmla="*/ 869365 w 2628900"/>
                  <a:gd name="connsiteY3" fmla="*/ 2510023 h 2542034"/>
                  <a:gd name="connsiteX4" fmla="*/ 526465 w 2628900"/>
                  <a:gd name="connsiteY4" fmla="*/ 2471922 h 2542034"/>
                  <a:gd name="connsiteX5" fmla="*/ 513765 w 2628900"/>
                  <a:gd name="connsiteY5" fmla="*/ 1697222 h 2542034"/>
                  <a:gd name="connsiteX6" fmla="*/ 456615 w 2628900"/>
                  <a:gd name="connsiteY6" fmla="*/ 1087622 h 2542034"/>
                  <a:gd name="connsiteX7" fmla="*/ 533400 w 2628900"/>
                  <a:gd name="connsiteY7" fmla="*/ 533400 h 2542034"/>
                  <a:gd name="connsiteX8" fmla="*/ 0 w 2628900"/>
                  <a:gd name="connsiteY8" fmla="*/ 215900 h 2542034"/>
                  <a:gd name="connsiteX0" fmla="*/ 0 w 2628900"/>
                  <a:gd name="connsiteY0" fmla="*/ 215900 h 2542034"/>
                  <a:gd name="connsiteX1" fmla="*/ 1308100 w 2628900"/>
                  <a:gd name="connsiteY1" fmla="*/ 0 h 2542034"/>
                  <a:gd name="connsiteX2" fmla="*/ 2628900 w 2628900"/>
                  <a:gd name="connsiteY2" fmla="*/ 1314450 h 2542034"/>
                  <a:gd name="connsiteX3" fmla="*/ 869365 w 2628900"/>
                  <a:gd name="connsiteY3" fmla="*/ 2510023 h 2542034"/>
                  <a:gd name="connsiteX4" fmla="*/ 526465 w 2628900"/>
                  <a:gd name="connsiteY4" fmla="*/ 2471922 h 2542034"/>
                  <a:gd name="connsiteX5" fmla="*/ 513765 w 2628900"/>
                  <a:gd name="connsiteY5" fmla="*/ 1697222 h 2542034"/>
                  <a:gd name="connsiteX6" fmla="*/ 456615 w 2628900"/>
                  <a:gd name="connsiteY6" fmla="*/ 1087622 h 2542034"/>
                  <a:gd name="connsiteX7" fmla="*/ 533400 w 2628900"/>
                  <a:gd name="connsiteY7" fmla="*/ 533400 h 2542034"/>
                  <a:gd name="connsiteX8" fmla="*/ 0 w 2628900"/>
                  <a:gd name="connsiteY8" fmla="*/ 215900 h 2542034"/>
                  <a:gd name="connsiteX0" fmla="*/ 0 w 2628900"/>
                  <a:gd name="connsiteY0" fmla="*/ 215900 h 2502691"/>
                  <a:gd name="connsiteX1" fmla="*/ 1308100 w 2628900"/>
                  <a:gd name="connsiteY1" fmla="*/ 0 h 2502691"/>
                  <a:gd name="connsiteX2" fmla="*/ 2628900 w 2628900"/>
                  <a:gd name="connsiteY2" fmla="*/ 1314450 h 2502691"/>
                  <a:gd name="connsiteX3" fmla="*/ 998905 w 2628900"/>
                  <a:gd name="connsiteY3" fmla="*/ 2433823 h 2502691"/>
                  <a:gd name="connsiteX4" fmla="*/ 526465 w 2628900"/>
                  <a:gd name="connsiteY4" fmla="*/ 2471922 h 2502691"/>
                  <a:gd name="connsiteX5" fmla="*/ 513765 w 2628900"/>
                  <a:gd name="connsiteY5" fmla="*/ 1697222 h 2502691"/>
                  <a:gd name="connsiteX6" fmla="*/ 456615 w 2628900"/>
                  <a:gd name="connsiteY6" fmla="*/ 1087622 h 2502691"/>
                  <a:gd name="connsiteX7" fmla="*/ 533400 w 2628900"/>
                  <a:gd name="connsiteY7" fmla="*/ 533400 h 2502691"/>
                  <a:gd name="connsiteX8" fmla="*/ 0 w 2628900"/>
                  <a:gd name="connsiteY8" fmla="*/ 215900 h 2502691"/>
                  <a:gd name="connsiteX0" fmla="*/ 0 w 2628900"/>
                  <a:gd name="connsiteY0" fmla="*/ 215900 h 2483951"/>
                  <a:gd name="connsiteX1" fmla="*/ 1308100 w 2628900"/>
                  <a:gd name="connsiteY1" fmla="*/ 0 h 2483951"/>
                  <a:gd name="connsiteX2" fmla="*/ 2628900 w 2628900"/>
                  <a:gd name="connsiteY2" fmla="*/ 1314450 h 2483951"/>
                  <a:gd name="connsiteX3" fmla="*/ 998905 w 2628900"/>
                  <a:gd name="connsiteY3" fmla="*/ 2433823 h 2483951"/>
                  <a:gd name="connsiteX4" fmla="*/ 526465 w 2628900"/>
                  <a:gd name="connsiteY4" fmla="*/ 2441442 h 2483951"/>
                  <a:gd name="connsiteX5" fmla="*/ 513765 w 2628900"/>
                  <a:gd name="connsiteY5" fmla="*/ 1697222 h 2483951"/>
                  <a:gd name="connsiteX6" fmla="*/ 456615 w 2628900"/>
                  <a:gd name="connsiteY6" fmla="*/ 1087622 h 2483951"/>
                  <a:gd name="connsiteX7" fmla="*/ 533400 w 2628900"/>
                  <a:gd name="connsiteY7" fmla="*/ 533400 h 2483951"/>
                  <a:gd name="connsiteX8" fmla="*/ 0 w 2628900"/>
                  <a:gd name="connsiteY8" fmla="*/ 215900 h 2483951"/>
                  <a:gd name="connsiteX0" fmla="*/ 0 w 2628900"/>
                  <a:gd name="connsiteY0" fmla="*/ 215900 h 2483951"/>
                  <a:gd name="connsiteX1" fmla="*/ 1308100 w 2628900"/>
                  <a:gd name="connsiteY1" fmla="*/ 0 h 2483951"/>
                  <a:gd name="connsiteX2" fmla="*/ 2628900 w 2628900"/>
                  <a:gd name="connsiteY2" fmla="*/ 1314450 h 2483951"/>
                  <a:gd name="connsiteX3" fmla="*/ 998905 w 2628900"/>
                  <a:gd name="connsiteY3" fmla="*/ 2433823 h 2483951"/>
                  <a:gd name="connsiteX4" fmla="*/ 526465 w 2628900"/>
                  <a:gd name="connsiteY4" fmla="*/ 2441442 h 2483951"/>
                  <a:gd name="connsiteX5" fmla="*/ 468045 w 2628900"/>
                  <a:gd name="connsiteY5" fmla="*/ 1834382 h 2483951"/>
                  <a:gd name="connsiteX6" fmla="*/ 456615 w 2628900"/>
                  <a:gd name="connsiteY6" fmla="*/ 1087622 h 2483951"/>
                  <a:gd name="connsiteX7" fmla="*/ 533400 w 2628900"/>
                  <a:gd name="connsiteY7" fmla="*/ 533400 h 2483951"/>
                  <a:gd name="connsiteX8" fmla="*/ 0 w 2628900"/>
                  <a:gd name="connsiteY8" fmla="*/ 215900 h 2483951"/>
                  <a:gd name="connsiteX0" fmla="*/ 0 w 2628900"/>
                  <a:gd name="connsiteY0" fmla="*/ 215900 h 2483951"/>
                  <a:gd name="connsiteX1" fmla="*/ 1308100 w 2628900"/>
                  <a:gd name="connsiteY1" fmla="*/ 0 h 2483951"/>
                  <a:gd name="connsiteX2" fmla="*/ 2628900 w 2628900"/>
                  <a:gd name="connsiteY2" fmla="*/ 1314450 h 2483951"/>
                  <a:gd name="connsiteX3" fmla="*/ 998905 w 2628900"/>
                  <a:gd name="connsiteY3" fmla="*/ 2433823 h 2483951"/>
                  <a:gd name="connsiteX4" fmla="*/ 526465 w 2628900"/>
                  <a:gd name="connsiteY4" fmla="*/ 2441442 h 2483951"/>
                  <a:gd name="connsiteX5" fmla="*/ 468045 w 2628900"/>
                  <a:gd name="connsiteY5" fmla="*/ 1834382 h 2483951"/>
                  <a:gd name="connsiteX6" fmla="*/ 456615 w 2628900"/>
                  <a:gd name="connsiteY6" fmla="*/ 1087622 h 2483951"/>
                  <a:gd name="connsiteX7" fmla="*/ 533400 w 2628900"/>
                  <a:gd name="connsiteY7" fmla="*/ 533400 h 2483951"/>
                  <a:gd name="connsiteX8" fmla="*/ 0 w 2628900"/>
                  <a:gd name="connsiteY8" fmla="*/ 215900 h 2483951"/>
                  <a:gd name="connsiteX0" fmla="*/ 62555 w 2363795"/>
                  <a:gd name="connsiteY0" fmla="*/ 71120 h 2483951"/>
                  <a:gd name="connsiteX1" fmla="*/ 1042995 w 2363795"/>
                  <a:gd name="connsiteY1" fmla="*/ 0 h 2483951"/>
                  <a:gd name="connsiteX2" fmla="*/ 2363795 w 2363795"/>
                  <a:gd name="connsiteY2" fmla="*/ 1314450 h 2483951"/>
                  <a:gd name="connsiteX3" fmla="*/ 733800 w 2363795"/>
                  <a:gd name="connsiteY3" fmla="*/ 2433823 h 2483951"/>
                  <a:gd name="connsiteX4" fmla="*/ 261360 w 2363795"/>
                  <a:gd name="connsiteY4" fmla="*/ 2441442 h 2483951"/>
                  <a:gd name="connsiteX5" fmla="*/ 202940 w 2363795"/>
                  <a:gd name="connsiteY5" fmla="*/ 1834382 h 2483951"/>
                  <a:gd name="connsiteX6" fmla="*/ 191510 w 2363795"/>
                  <a:gd name="connsiteY6" fmla="*/ 1087622 h 2483951"/>
                  <a:gd name="connsiteX7" fmla="*/ 268295 w 2363795"/>
                  <a:gd name="connsiteY7" fmla="*/ 533400 h 2483951"/>
                  <a:gd name="connsiteX8" fmla="*/ 62555 w 2363795"/>
                  <a:gd name="connsiteY8" fmla="*/ 71120 h 2483951"/>
                  <a:gd name="connsiteX0" fmla="*/ 62555 w 2363795"/>
                  <a:gd name="connsiteY0" fmla="*/ 71120 h 2483951"/>
                  <a:gd name="connsiteX1" fmla="*/ 1042995 w 2363795"/>
                  <a:gd name="connsiteY1" fmla="*/ 0 h 2483951"/>
                  <a:gd name="connsiteX2" fmla="*/ 2363795 w 2363795"/>
                  <a:gd name="connsiteY2" fmla="*/ 1314450 h 2483951"/>
                  <a:gd name="connsiteX3" fmla="*/ 733800 w 2363795"/>
                  <a:gd name="connsiteY3" fmla="*/ 2433823 h 2483951"/>
                  <a:gd name="connsiteX4" fmla="*/ 261360 w 2363795"/>
                  <a:gd name="connsiteY4" fmla="*/ 2441442 h 2483951"/>
                  <a:gd name="connsiteX5" fmla="*/ 202940 w 2363795"/>
                  <a:gd name="connsiteY5" fmla="*/ 1834382 h 2483951"/>
                  <a:gd name="connsiteX6" fmla="*/ 191510 w 2363795"/>
                  <a:gd name="connsiteY6" fmla="*/ 1087622 h 2483951"/>
                  <a:gd name="connsiteX7" fmla="*/ 352115 w 2363795"/>
                  <a:gd name="connsiteY7" fmla="*/ 251460 h 2483951"/>
                  <a:gd name="connsiteX8" fmla="*/ 62555 w 2363795"/>
                  <a:gd name="connsiteY8" fmla="*/ 71120 h 2483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3795" h="2483951">
                    <a:moveTo>
                      <a:pt x="62555" y="71120"/>
                    </a:moveTo>
                    <a:lnTo>
                      <a:pt x="1042995" y="0"/>
                    </a:lnTo>
                    <a:cubicBezTo>
                      <a:pt x="1233495" y="785283"/>
                      <a:pt x="1931995" y="954617"/>
                      <a:pt x="2363795" y="1314450"/>
                    </a:cubicBezTo>
                    <a:cubicBezTo>
                      <a:pt x="2292789" y="1595204"/>
                      <a:pt x="1078817" y="2571406"/>
                      <a:pt x="733800" y="2433823"/>
                    </a:cubicBezTo>
                    <a:cubicBezTo>
                      <a:pt x="499811" y="2498677"/>
                      <a:pt x="349104" y="2499946"/>
                      <a:pt x="261360" y="2441442"/>
                    </a:cubicBezTo>
                    <a:cubicBezTo>
                      <a:pt x="125893" y="2430859"/>
                      <a:pt x="-218586" y="2404695"/>
                      <a:pt x="202940" y="1834382"/>
                    </a:cubicBezTo>
                    <a:cubicBezTo>
                      <a:pt x="213523" y="1596257"/>
                      <a:pt x="188238" y="1281592"/>
                      <a:pt x="191510" y="1087622"/>
                    </a:cubicBezTo>
                    <a:cubicBezTo>
                      <a:pt x="194782" y="893652"/>
                      <a:pt x="450442" y="389339"/>
                      <a:pt x="352115" y="251460"/>
                    </a:cubicBezTo>
                    <a:lnTo>
                      <a:pt x="62555" y="71120"/>
                    </a:ln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4" name="Rectangle 74">
                <a:extLst>
                  <a:ext uri="{FF2B5EF4-FFF2-40B4-BE49-F238E27FC236}">
                    <a16:creationId xmlns:a16="http://schemas.microsoft.com/office/drawing/2014/main" id="{24849451-007D-9505-16EB-9C3786E82096}"/>
                  </a:ext>
                </a:extLst>
              </p:cNvPr>
              <p:cNvSpPr/>
              <p:nvPr/>
            </p:nvSpPr>
            <p:spPr>
              <a:xfrm>
                <a:off x="-140795" y="5446883"/>
                <a:ext cx="1032490" cy="1742103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238125 w 914400"/>
                  <a:gd name="connsiteY0" fmla="*/ 0 h 1276350"/>
                  <a:gd name="connsiteX1" fmla="*/ 914400 w 914400"/>
                  <a:gd name="connsiteY1" fmla="*/ 361950 h 1276350"/>
                  <a:gd name="connsiteX2" fmla="*/ 914400 w 914400"/>
                  <a:gd name="connsiteY2" fmla="*/ 1276350 h 1276350"/>
                  <a:gd name="connsiteX3" fmla="*/ 0 w 914400"/>
                  <a:gd name="connsiteY3" fmla="*/ 1276350 h 1276350"/>
                  <a:gd name="connsiteX4" fmla="*/ 238125 w 914400"/>
                  <a:gd name="connsiteY4" fmla="*/ 0 h 1276350"/>
                  <a:gd name="connsiteX0" fmla="*/ 291842 w 968117"/>
                  <a:gd name="connsiteY0" fmla="*/ 0 h 1276350"/>
                  <a:gd name="connsiteX1" fmla="*/ 968117 w 968117"/>
                  <a:gd name="connsiteY1" fmla="*/ 361950 h 1276350"/>
                  <a:gd name="connsiteX2" fmla="*/ 968117 w 968117"/>
                  <a:gd name="connsiteY2" fmla="*/ 1276350 h 1276350"/>
                  <a:gd name="connsiteX3" fmla="*/ 53717 w 968117"/>
                  <a:gd name="connsiteY3" fmla="*/ 1276350 h 1276350"/>
                  <a:gd name="connsiteX4" fmla="*/ 12567 w 968117"/>
                  <a:gd name="connsiteY4" fmla="*/ 391455 h 1276350"/>
                  <a:gd name="connsiteX5" fmla="*/ 291842 w 968117"/>
                  <a:gd name="connsiteY5" fmla="*/ 0 h 1276350"/>
                  <a:gd name="connsiteX0" fmla="*/ 308893 w 985168"/>
                  <a:gd name="connsiteY0" fmla="*/ 0 h 1276350"/>
                  <a:gd name="connsiteX1" fmla="*/ 985168 w 985168"/>
                  <a:gd name="connsiteY1" fmla="*/ 361950 h 1276350"/>
                  <a:gd name="connsiteX2" fmla="*/ 985168 w 985168"/>
                  <a:gd name="connsiteY2" fmla="*/ 1276350 h 1276350"/>
                  <a:gd name="connsiteX3" fmla="*/ 70768 w 985168"/>
                  <a:gd name="connsiteY3" fmla="*/ 1276350 h 1276350"/>
                  <a:gd name="connsiteX4" fmla="*/ 69839 w 985168"/>
                  <a:gd name="connsiteY4" fmla="*/ 483172 h 1276350"/>
                  <a:gd name="connsiteX5" fmla="*/ 29618 w 985168"/>
                  <a:gd name="connsiteY5" fmla="*/ 391455 h 1276350"/>
                  <a:gd name="connsiteX6" fmla="*/ 308893 w 985168"/>
                  <a:gd name="connsiteY6" fmla="*/ 0 h 1276350"/>
                  <a:gd name="connsiteX0" fmla="*/ 358026 w 1034301"/>
                  <a:gd name="connsiteY0" fmla="*/ 0 h 1276350"/>
                  <a:gd name="connsiteX1" fmla="*/ 1034301 w 1034301"/>
                  <a:gd name="connsiteY1" fmla="*/ 361950 h 1276350"/>
                  <a:gd name="connsiteX2" fmla="*/ 1034301 w 1034301"/>
                  <a:gd name="connsiteY2" fmla="*/ 1276350 h 1276350"/>
                  <a:gd name="connsiteX3" fmla="*/ 119901 w 1034301"/>
                  <a:gd name="connsiteY3" fmla="*/ 1276350 h 1276350"/>
                  <a:gd name="connsiteX4" fmla="*/ 4672 w 1034301"/>
                  <a:gd name="connsiteY4" fmla="*/ 730822 h 1276350"/>
                  <a:gd name="connsiteX5" fmla="*/ 118972 w 1034301"/>
                  <a:gd name="connsiteY5" fmla="*/ 483172 h 1276350"/>
                  <a:gd name="connsiteX6" fmla="*/ 78751 w 1034301"/>
                  <a:gd name="connsiteY6" fmla="*/ 391455 h 1276350"/>
                  <a:gd name="connsiteX7" fmla="*/ 358026 w 1034301"/>
                  <a:gd name="connsiteY7" fmla="*/ 0 h 1276350"/>
                  <a:gd name="connsiteX0" fmla="*/ 356601 w 1032876"/>
                  <a:gd name="connsiteY0" fmla="*/ 0 h 1276350"/>
                  <a:gd name="connsiteX1" fmla="*/ 1032876 w 1032876"/>
                  <a:gd name="connsiteY1" fmla="*/ 361950 h 1276350"/>
                  <a:gd name="connsiteX2" fmla="*/ 1032876 w 1032876"/>
                  <a:gd name="connsiteY2" fmla="*/ 1276350 h 1276350"/>
                  <a:gd name="connsiteX3" fmla="*/ 118476 w 1032876"/>
                  <a:gd name="connsiteY3" fmla="*/ 1276350 h 1276350"/>
                  <a:gd name="connsiteX4" fmla="*/ 79448 w 1032876"/>
                  <a:gd name="connsiteY4" fmla="*/ 811785 h 1276350"/>
                  <a:gd name="connsiteX5" fmla="*/ 3247 w 1032876"/>
                  <a:gd name="connsiteY5" fmla="*/ 730822 h 1276350"/>
                  <a:gd name="connsiteX6" fmla="*/ 117547 w 1032876"/>
                  <a:gd name="connsiteY6" fmla="*/ 483172 h 1276350"/>
                  <a:gd name="connsiteX7" fmla="*/ 77326 w 1032876"/>
                  <a:gd name="connsiteY7" fmla="*/ 391455 h 1276350"/>
                  <a:gd name="connsiteX8" fmla="*/ 356601 w 1032876"/>
                  <a:gd name="connsiteY8" fmla="*/ 0 h 1276350"/>
                  <a:gd name="connsiteX0" fmla="*/ 356215 w 1032490"/>
                  <a:gd name="connsiteY0" fmla="*/ 0 h 1276350"/>
                  <a:gd name="connsiteX1" fmla="*/ 1032490 w 1032490"/>
                  <a:gd name="connsiteY1" fmla="*/ 361950 h 1276350"/>
                  <a:gd name="connsiteX2" fmla="*/ 1032490 w 1032490"/>
                  <a:gd name="connsiteY2" fmla="*/ 1276350 h 1276350"/>
                  <a:gd name="connsiteX3" fmla="*/ 118090 w 1032490"/>
                  <a:gd name="connsiteY3" fmla="*/ 1276350 h 1276350"/>
                  <a:gd name="connsiteX4" fmla="*/ 83823 w 1032490"/>
                  <a:gd name="connsiteY4" fmla="*/ 1078485 h 1276350"/>
                  <a:gd name="connsiteX5" fmla="*/ 79062 w 1032490"/>
                  <a:gd name="connsiteY5" fmla="*/ 811785 h 1276350"/>
                  <a:gd name="connsiteX6" fmla="*/ 2861 w 1032490"/>
                  <a:gd name="connsiteY6" fmla="*/ 730822 h 1276350"/>
                  <a:gd name="connsiteX7" fmla="*/ 117161 w 1032490"/>
                  <a:gd name="connsiteY7" fmla="*/ 483172 h 1276350"/>
                  <a:gd name="connsiteX8" fmla="*/ 76940 w 1032490"/>
                  <a:gd name="connsiteY8" fmla="*/ 391455 h 1276350"/>
                  <a:gd name="connsiteX9" fmla="*/ 356215 w 1032490"/>
                  <a:gd name="connsiteY9" fmla="*/ 0 h 1276350"/>
                  <a:gd name="connsiteX0" fmla="*/ 356215 w 1032490"/>
                  <a:gd name="connsiteY0" fmla="*/ 0 h 1276350"/>
                  <a:gd name="connsiteX1" fmla="*/ 1032490 w 1032490"/>
                  <a:gd name="connsiteY1" fmla="*/ 361950 h 1276350"/>
                  <a:gd name="connsiteX2" fmla="*/ 1032490 w 1032490"/>
                  <a:gd name="connsiteY2" fmla="*/ 1276350 h 1276350"/>
                  <a:gd name="connsiteX3" fmla="*/ 194290 w 1032490"/>
                  <a:gd name="connsiteY3" fmla="*/ 1076325 h 1276350"/>
                  <a:gd name="connsiteX4" fmla="*/ 83823 w 1032490"/>
                  <a:gd name="connsiteY4" fmla="*/ 1078485 h 1276350"/>
                  <a:gd name="connsiteX5" fmla="*/ 79062 w 1032490"/>
                  <a:gd name="connsiteY5" fmla="*/ 811785 h 1276350"/>
                  <a:gd name="connsiteX6" fmla="*/ 2861 w 1032490"/>
                  <a:gd name="connsiteY6" fmla="*/ 730822 h 1276350"/>
                  <a:gd name="connsiteX7" fmla="*/ 117161 w 1032490"/>
                  <a:gd name="connsiteY7" fmla="*/ 483172 h 1276350"/>
                  <a:gd name="connsiteX8" fmla="*/ 76940 w 1032490"/>
                  <a:gd name="connsiteY8" fmla="*/ 391455 h 1276350"/>
                  <a:gd name="connsiteX9" fmla="*/ 356215 w 1032490"/>
                  <a:gd name="connsiteY9" fmla="*/ 0 h 1276350"/>
                  <a:gd name="connsiteX0" fmla="*/ 356215 w 1032490"/>
                  <a:gd name="connsiteY0" fmla="*/ 0 h 1334194"/>
                  <a:gd name="connsiteX1" fmla="*/ 1032490 w 1032490"/>
                  <a:gd name="connsiteY1" fmla="*/ 361950 h 1334194"/>
                  <a:gd name="connsiteX2" fmla="*/ 1032490 w 1032490"/>
                  <a:gd name="connsiteY2" fmla="*/ 1276350 h 1334194"/>
                  <a:gd name="connsiteX3" fmla="*/ 226698 w 1032490"/>
                  <a:gd name="connsiteY3" fmla="*/ 1321372 h 1334194"/>
                  <a:gd name="connsiteX4" fmla="*/ 194290 w 1032490"/>
                  <a:gd name="connsiteY4" fmla="*/ 1076325 h 1334194"/>
                  <a:gd name="connsiteX5" fmla="*/ 83823 w 1032490"/>
                  <a:gd name="connsiteY5" fmla="*/ 1078485 h 1334194"/>
                  <a:gd name="connsiteX6" fmla="*/ 79062 w 1032490"/>
                  <a:gd name="connsiteY6" fmla="*/ 811785 h 1334194"/>
                  <a:gd name="connsiteX7" fmla="*/ 2861 w 1032490"/>
                  <a:gd name="connsiteY7" fmla="*/ 730822 h 1334194"/>
                  <a:gd name="connsiteX8" fmla="*/ 117161 w 1032490"/>
                  <a:gd name="connsiteY8" fmla="*/ 483172 h 1334194"/>
                  <a:gd name="connsiteX9" fmla="*/ 76940 w 1032490"/>
                  <a:gd name="connsiteY9" fmla="*/ 391455 h 1334194"/>
                  <a:gd name="connsiteX10" fmla="*/ 356215 w 1032490"/>
                  <a:gd name="connsiteY10" fmla="*/ 0 h 1334194"/>
                  <a:gd name="connsiteX0" fmla="*/ 356215 w 1032490"/>
                  <a:gd name="connsiteY0" fmla="*/ 0 h 1356584"/>
                  <a:gd name="connsiteX1" fmla="*/ 1032490 w 1032490"/>
                  <a:gd name="connsiteY1" fmla="*/ 361950 h 1356584"/>
                  <a:gd name="connsiteX2" fmla="*/ 1032490 w 1032490"/>
                  <a:gd name="connsiteY2" fmla="*/ 1276350 h 1356584"/>
                  <a:gd name="connsiteX3" fmla="*/ 331473 w 1032490"/>
                  <a:gd name="connsiteY3" fmla="*/ 1311847 h 1356584"/>
                  <a:gd name="connsiteX4" fmla="*/ 226698 w 1032490"/>
                  <a:gd name="connsiteY4" fmla="*/ 1321372 h 1356584"/>
                  <a:gd name="connsiteX5" fmla="*/ 194290 w 1032490"/>
                  <a:gd name="connsiteY5" fmla="*/ 1076325 h 1356584"/>
                  <a:gd name="connsiteX6" fmla="*/ 83823 w 1032490"/>
                  <a:gd name="connsiteY6" fmla="*/ 1078485 h 1356584"/>
                  <a:gd name="connsiteX7" fmla="*/ 79062 w 1032490"/>
                  <a:gd name="connsiteY7" fmla="*/ 811785 h 1356584"/>
                  <a:gd name="connsiteX8" fmla="*/ 2861 w 1032490"/>
                  <a:gd name="connsiteY8" fmla="*/ 730822 h 1356584"/>
                  <a:gd name="connsiteX9" fmla="*/ 117161 w 1032490"/>
                  <a:gd name="connsiteY9" fmla="*/ 483172 h 1356584"/>
                  <a:gd name="connsiteX10" fmla="*/ 76940 w 1032490"/>
                  <a:gd name="connsiteY10" fmla="*/ 391455 h 1356584"/>
                  <a:gd name="connsiteX11" fmla="*/ 356215 w 1032490"/>
                  <a:gd name="connsiteY11" fmla="*/ 0 h 1356584"/>
                  <a:gd name="connsiteX0" fmla="*/ 356215 w 1032490"/>
                  <a:gd name="connsiteY0" fmla="*/ 0 h 1607208"/>
                  <a:gd name="connsiteX1" fmla="*/ 1032490 w 1032490"/>
                  <a:gd name="connsiteY1" fmla="*/ 361950 h 1607208"/>
                  <a:gd name="connsiteX2" fmla="*/ 1032490 w 1032490"/>
                  <a:gd name="connsiteY2" fmla="*/ 1276350 h 1607208"/>
                  <a:gd name="connsiteX3" fmla="*/ 431486 w 1032490"/>
                  <a:gd name="connsiteY3" fmla="*/ 1607122 h 1607208"/>
                  <a:gd name="connsiteX4" fmla="*/ 331473 w 1032490"/>
                  <a:gd name="connsiteY4" fmla="*/ 1311847 h 1607208"/>
                  <a:gd name="connsiteX5" fmla="*/ 226698 w 1032490"/>
                  <a:gd name="connsiteY5" fmla="*/ 1321372 h 1607208"/>
                  <a:gd name="connsiteX6" fmla="*/ 194290 w 1032490"/>
                  <a:gd name="connsiteY6" fmla="*/ 1076325 h 1607208"/>
                  <a:gd name="connsiteX7" fmla="*/ 83823 w 1032490"/>
                  <a:gd name="connsiteY7" fmla="*/ 1078485 h 1607208"/>
                  <a:gd name="connsiteX8" fmla="*/ 79062 w 1032490"/>
                  <a:gd name="connsiteY8" fmla="*/ 811785 h 1607208"/>
                  <a:gd name="connsiteX9" fmla="*/ 2861 w 1032490"/>
                  <a:gd name="connsiteY9" fmla="*/ 730822 h 1607208"/>
                  <a:gd name="connsiteX10" fmla="*/ 117161 w 1032490"/>
                  <a:gd name="connsiteY10" fmla="*/ 483172 h 1607208"/>
                  <a:gd name="connsiteX11" fmla="*/ 76940 w 1032490"/>
                  <a:gd name="connsiteY11" fmla="*/ 391455 h 1607208"/>
                  <a:gd name="connsiteX12" fmla="*/ 356215 w 1032490"/>
                  <a:gd name="connsiteY12" fmla="*/ 0 h 1607208"/>
                  <a:gd name="connsiteX0" fmla="*/ 356215 w 1032490"/>
                  <a:gd name="connsiteY0" fmla="*/ 0 h 1628727"/>
                  <a:gd name="connsiteX1" fmla="*/ 1032490 w 1032490"/>
                  <a:gd name="connsiteY1" fmla="*/ 361950 h 1628727"/>
                  <a:gd name="connsiteX2" fmla="*/ 1032490 w 1032490"/>
                  <a:gd name="connsiteY2" fmla="*/ 1276350 h 1628727"/>
                  <a:gd name="connsiteX3" fmla="*/ 526736 w 1032490"/>
                  <a:gd name="connsiteY3" fmla="*/ 1564260 h 1628727"/>
                  <a:gd name="connsiteX4" fmla="*/ 431486 w 1032490"/>
                  <a:gd name="connsiteY4" fmla="*/ 1607122 h 1628727"/>
                  <a:gd name="connsiteX5" fmla="*/ 331473 w 1032490"/>
                  <a:gd name="connsiteY5" fmla="*/ 1311847 h 1628727"/>
                  <a:gd name="connsiteX6" fmla="*/ 226698 w 1032490"/>
                  <a:gd name="connsiteY6" fmla="*/ 1321372 h 1628727"/>
                  <a:gd name="connsiteX7" fmla="*/ 194290 w 1032490"/>
                  <a:gd name="connsiteY7" fmla="*/ 1076325 h 1628727"/>
                  <a:gd name="connsiteX8" fmla="*/ 83823 w 1032490"/>
                  <a:gd name="connsiteY8" fmla="*/ 1078485 h 1628727"/>
                  <a:gd name="connsiteX9" fmla="*/ 79062 w 1032490"/>
                  <a:gd name="connsiteY9" fmla="*/ 811785 h 1628727"/>
                  <a:gd name="connsiteX10" fmla="*/ 2861 w 1032490"/>
                  <a:gd name="connsiteY10" fmla="*/ 730822 h 1628727"/>
                  <a:gd name="connsiteX11" fmla="*/ 117161 w 1032490"/>
                  <a:gd name="connsiteY11" fmla="*/ 483172 h 1628727"/>
                  <a:gd name="connsiteX12" fmla="*/ 76940 w 1032490"/>
                  <a:gd name="connsiteY12" fmla="*/ 391455 h 1628727"/>
                  <a:gd name="connsiteX13" fmla="*/ 356215 w 1032490"/>
                  <a:gd name="connsiteY13" fmla="*/ 0 h 1628727"/>
                  <a:gd name="connsiteX0" fmla="*/ 356215 w 1032490"/>
                  <a:gd name="connsiteY0" fmla="*/ 0 h 1756068"/>
                  <a:gd name="connsiteX1" fmla="*/ 1032490 w 1032490"/>
                  <a:gd name="connsiteY1" fmla="*/ 361950 h 1756068"/>
                  <a:gd name="connsiteX2" fmla="*/ 1032490 w 1032490"/>
                  <a:gd name="connsiteY2" fmla="*/ 1276350 h 1756068"/>
                  <a:gd name="connsiteX3" fmla="*/ 645798 w 1032490"/>
                  <a:gd name="connsiteY3" fmla="*/ 1749997 h 1756068"/>
                  <a:gd name="connsiteX4" fmla="*/ 526736 w 1032490"/>
                  <a:gd name="connsiteY4" fmla="*/ 1564260 h 1756068"/>
                  <a:gd name="connsiteX5" fmla="*/ 431486 w 1032490"/>
                  <a:gd name="connsiteY5" fmla="*/ 1607122 h 1756068"/>
                  <a:gd name="connsiteX6" fmla="*/ 331473 w 1032490"/>
                  <a:gd name="connsiteY6" fmla="*/ 1311847 h 1756068"/>
                  <a:gd name="connsiteX7" fmla="*/ 226698 w 1032490"/>
                  <a:gd name="connsiteY7" fmla="*/ 1321372 h 1756068"/>
                  <a:gd name="connsiteX8" fmla="*/ 194290 w 1032490"/>
                  <a:gd name="connsiteY8" fmla="*/ 1076325 h 1756068"/>
                  <a:gd name="connsiteX9" fmla="*/ 83823 w 1032490"/>
                  <a:gd name="connsiteY9" fmla="*/ 1078485 h 1756068"/>
                  <a:gd name="connsiteX10" fmla="*/ 79062 w 1032490"/>
                  <a:gd name="connsiteY10" fmla="*/ 811785 h 1756068"/>
                  <a:gd name="connsiteX11" fmla="*/ 2861 w 1032490"/>
                  <a:gd name="connsiteY11" fmla="*/ 730822 h 1756068"/>
                  <a:gd name="connsiteX12" fmla="*/ 117161 w 1032490"/>
                  <a:gd name="connsiteY12" fmla="*/ 483172 h 1756068"/>
                  <a:gd name="connsiteX13" fmla="*/ 76940 w 1032490"/>
                  <a:gd name="connsiteY13" fmla="*/ 391455 h 1756068"/>
                  <a:gd name="connsiteX14" fmla="*/ 356215 w 1032490"/>
                  <a:gd name="connsiteY14" fmla="*/ 0 h 1756068"/>
                  <a:gd name="connsiteX0" fmla="*/ 356215 w 1032490"/>
                  <a:gd name="connsiteY0" fmla="*/ 0 h 1742103"/>
                  <a:gd name="connsiteX1" fmla="*/ 1032490 w 1032490"/>
                  <a:gd name="connsiteY1" fmla="*/ 361950 h 1742103"/>
                  <a:gd name="connsiteX2" fmla="*/ 1032490 w 1032490"/>
                  <a:gd name="connsiteY2" fmla="*/ 1276350 h 1742103"/>
                  <a:gd name="connsiteX3" fmla="*/ 655323 w 1032490"/>
                  <a:gd name="connsiteY3" fmla="*/ 1735710 h 1742103"/>
                  <a:gd name="connsiteX4" fmla="*/ 526736 w 1032490"/>
                  <a:gd name="connsiteY4" fmla="*/ 1564260 h 1742103"/>
                  <a:gd name="connsiteX5" fmla="*/ 431486 w 1032490"/>
                  <a:gd name="connsiteY5" fmla="*/ 1607122 h 1742103"/>
                  <a:gd name="connsiteX6" fmla="*/ 331473 w 1032490"/>
                  <a:gd name="connsiteY6" fmla="*/ 1311847 h 1742103"/>
                  <a:gd name="connsiteX7" fmla="*/ 226698 w 1032490"/>
                  <a:gd name="connsiteY7" fmla="*/ 1321372 h 1742103"/>
                  <a:gd name="connsiteX8" fmla="*/ 194290 w 1032490"/>
                  <a:gd name="connsiteY8" fmla="*/ 1076325 h 1742103"/>
                  <a:gd name="connsiteX9" fmla="*/ 83823 w 1032490"/>
                  <a:gd name="connsiteY9" fmla="*/ 1078485 h 1742103"/>
                  <a:gd name="connsiteX10" fmla="*/ 79062 w 1032490"/>
                  <a:gd name="connsiteY10" fmla="*/ 811785 h 1742103"/>
                  <a:gd name="connsiteX11" fmla="*/ 2861 w 1032490"/>
                  <a:gd name="connsiteY11" fmla="*/ 730822 h 1742103"/>
                  <a:gd name="connsiteX12" fmla="*/ 117161 w 1032490"/>
                  <a:gd name="connsiteY12" fmla="*/ 483172 h 1742103"/>
                  <a:gd name="connsiteX13" fmla="*/ 76940 w 1032490"/>
                  <a:gd name="connsiteY13" fmla="*/ 391455 h 1742103"/>
                  <a:gd name="connsiteX14" fmla="*/ 356215 w 1032490"/>
                  <a:gd name="connsiteY14" fmla="*/ 0 h 1742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32490" h="1742103">
                    <a:moveTo>
                      <a:pt x="356215" y="0"/>
                    </a:moveTo>
                    <a:lnTo>
                      <a:pt x="1032490" y="361950"/>
                    </a:lnTo>
                    <a:lnTo>
                      <a:pt x="1032490" y="1276350"/>
                    </a:lnTo>
                    <a:cubicBezTo>
                      <a:pt x="980741" y="1464829"/>
                      <a:pt x="739615" y="1687725"/>
                      <a:pt x="655323" y="1735710"/>
                    </a:cubicBezTo>
                    <a:cubicBezTo>
                      <a:pt x="571031" y="1783695"/>
                      <a:pt x="575155" y="1545210"/>
                      <a:pt x="526736" y="1564260"/>
                    </a:cubicBezTo>
                    <a:cubicBezTo>
                      <a:pt x="478317" y="1583310"/>
                      <a:pt x="460855" y="1653159"/>
                      <a:pt x="431486" y="1607122"/>
                    </a:cubicBezTo>
                    <a:cubicBezTo>
                      <a:pt x="402117" y="1561085"/>
                      <a:pt x="381479" y="1315022"/>
                      <a:pt x="331473" y="1311847"/>
                    </a:cubicBezTo>
                    <a:cubicBezTo>
                      <a:pt x="281467" y="1308672"/>
                      <a:pt x="251943" y="1363801"/>
                      <a:pt x="226698" y="1321372"/>
                    </a:cubicBezTo>
                    <a:lnTo>
                      <a:pt x="194290" y="1076325"/>
                    </a:lnTo>
                    <a:cubicBezTo>
                      <a:pt x="29035" y="1039379"/>
                      <a:pt x="90328" y="1155912"/>
                      <a:pt x="83823" y="1078485"/>
                    </a:cubicBezTo>
                    <a:cubicBezTo>
                      <a:pt x="77318" y="1001058"/>
                      <a:pt x="85412" y="865760"/>
                      <a:pt x="79062" y="811785"/>
                    </a:cubicBezTo>
                    <a:cubicBezTo>
                      <a:pt x="72712" y="757810"/>
                      <a:pt x="-16983" y="801466"/>
                      <a:pt x="2861" y="730822"/>
                    </a:cubicBezTo>
                    <a:cubicBezTo>
                      <a:pt x="22705" y="660178"/>
                      <a:pt x="120690" y="530208"/>
                      <a:pt x="117161" y="483172"/>
                    </a:cubicBezTo>
                    <a:cubicBezTo>
                      <a:pt x="113632" y="436136"/>
                      <a:pt x="27573" y="475159"/>
                      <a:pt x="76940" y="391455"/>
                    </a:cubicBezTo>
                    <a:lnTo>
                      <a:pt x="356215" y="0"/>
                    </a:ln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5" name="Rectangle 4">
                <a:extLst>
                  <a:ext uri="{FF2B5EF4-FFF2-40B4-BE49-F238E27FC236}">
                    <a16:creationId xmlns:a16="http://schemas.microsoft.com/office/drawing/2014/main" id="{E1856912-3799-E82E-6E2D-0FEFF0EE6A28}"/>
                  </a:ext>
                </a:extLst>
              </p:cNvPr>
              <p:cNvSpPr/>
              <p:nvPr/>
            </p:nvSpPr>
            <p:spPr>
              <a:xfrm>
                <a:off x="184913" y="5328208"/>
                <a:ext cx="2635517" cy="2542034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308100"/>
                  <a:gd name="connsiteY0" fmla="*/ 215900 h 1130300"/>
                  <a:gd name="connsiteX1" fmla="*/ 1308100 w 1308100"/>
                  <a:gd name="connsiteY1" fmla="*/ 0 h 1130300"/>
                  <a:gd name="connsiteX2" fmla="*/ 914400 w 1308100"/>
                  <a:gd name="connsiteY2" fmla="*/ 1130300 h 1130300"/>
                  <a:gd name="connsiteX3" fmla="*/ 0 w 1308100"/>
                  <a:gd name="connsiteY3" fmla="*/ 1130300 h 1130300"/>
                  <a:gd name="connsiteX4" fmla="*/ 0 w 1308100"/>
                  <a:gd name="connsiteY4" fmla="*/ 215900 h 1130300"/>
                  <a:gd name="connsiteX0" fmla="*/ 0 w 2603500"/>
                  <a:gd name="connsiteY0" fmla="*/ 215900 h 1346200"/>
                  <a:gd name="connsiteX1" fmla="*/ 1308100 w 2603500"/>
                  <a:gd name="connsiteY1" fmla="*/ 0 h 1346200"/>
                  <a:gd name="connsiteX2" fmla="*/ 2603500 w 2603500"/>
                  <a:gd name="connsiteY2" fmla="*/ 1346200 h 1346200"/>
                  <a:gd name="connsiteX3" fmla="*/ 0 w 2603500"/>
                  <a:gd name="connsiteY3" fmla="*/ 1130300 h 1346200"/>
                  <a:gd name="connsiteX4" fmla="*/ 0 w 2603500"/>
                  <a:gd name="connsiteY4" fmla="*/ 215900 h 1346200"/>
                  <a:gd name="connsiteX0" fmla="*/ 0 w 2603500"/>
                  <a:gd name="connsiteY0" fmla="*/ 215900 h 1707096"/>
                  <a:gd name="connsiteX1" fmla="*/ 1308100 w 2603500"/>
                  <a:gd name="connsiteY1" fmla="*/ 0 h 1707096"/>
                  <a:gd name="connsiteX2" fmla="*/ 2603500 w 2603500"/>
                  <a:gd name="connsiteY2" fmla="*/ 1346200 h 1707096"/>
                  <a:gd name="connsiteX3" fmla="*/ 0 w 2603500"/>
                  <a:gd name="connsiteY3" fmla="*/ 1130300 h 1707096"/>
                  <a:gd name="connsiteX4" fmla="*/ 0 w 2603500"/>
                  <a:gd name="connsiteY4" fmla="*/ 215900 h 1707096"/>
                  <a:gd name="connsiteX0" fmla="*/ 0 w 2605995"/>
                  <a:gd name="connsiteY0" fmla="*/ 215900 h 2511050"/>
                  <a:gd name="connsiteX1" fmla="*/ 1308100 w 2605995"/>
                  <a:gd name="connsiteY1" fmla="*/ 0 h 2511050"/>
                  <a:gd name="connsiteX2" fmla="*/ 2603500 w 2605995"/>
                  <a:gd name="connsiteY2" fmla="*/ 1346200 h 2511050"/>
                  <a:gd name="connsiteX3" fmla="*/ 869365 w 2605995"/>
                  <a:gd name="connsiteY3" fmla="*/ 2510023 h 2511050"/>
                  <a:gd name="connsiteX4" fmla="*/ 0 w 2605995"/>
                  <a:gd name="connsiteY4" fmla="*/ 1130300 h 2511050"/>
                  <a:gd name="connsiteX5" fmla="*/ 0 w 2605995"/>
                  <a:gd name="connsiteY5" fmla="*/ 215900 h 2511050"/>
                  <a:gd name="connsiteX0" fmla="*/ 0 w 2606040"/>
                  <a:gd name="connsiteY0" fmla="*/ 215900 h 2514097"/>
                  <a:gd name="connsiteX1" fmla="*/ 1308100 w 2606040"/>
                  <a:gd name="connsiteY1" fmla="*/ 0 h 2514097"/>
                  <a:gd name="connsiteX2" fmla="*/ 2603500 w 2606040"/>
                  <a:gd name="connsiteY2" fmla="*/ 1346200 h 2514097"/>
                  <a:gd name="connsiteX3" fmla="*/ 869365 w 2606040"/>
                  <a:gd name="connsiteY3" fmla="*/ 2510023 h 2514097"/>
                  <a:gd name="connsiteX4" fmla="*/ 0 w 2606040"/>
                  <a:gd name="connsiteY4" fmla="*/ 1130300 h 2514097"/>
                  <a:gd name="connsiteX5" fmla="*/ 0 w 2606040"/>
                  <a:gd name="connsiteY5" fmla="*/ 215900 h 2514097"/>
                  <a:gd name="connsiteX0" fmla="*/ 0 w 2605849"/>
                  <a:gd name="connsiteY0" fmla="*/ 215900 h 2522710"/>
                  <a:gd name="connsiteX1" fmla="*/ 1308100 w 2605849"/>
                  <a:gd name="connsiteY1" fmla="*/ 0 h 2522710"/>
                  <a:gd name="connsiteX2" fmla="*/ 2603500 w 2605849"/>
                  <a:gd name="connsiteY2" fmla="*/ 1346200 h 2522710"/>
                  <a:gd name="connsiteX3" fmla="*/ 869365 w 2605849"/>
                  <a:gd name="connsiteY3" fmla="*/ 2510023 h 2522710"/>
                  <a:gd name="connsiteX4" fmla="*/ 0 w 2605849"/>
                  <a:gd name="connsiteY4" fmla="*/ 1130300 h 2522710"/>
                  <a:gd name="connsiteX5" fmla="*/ 0 w 2605849"/>
                  <a:gd name="connsiteY5" fmla="*/ 215900 h 2522710"/>
                  <a:gd name="connsiteX0" fmla="*/ 0 w 2603500"/>
                  <a:gd name="connsiteY0" fmla="*/ 215900 h 2522710"/>
                  <a:gd name="connsiteX1" fmla="*/ 1308100 w 2603500"/>
                  <a:gd name="connsiteY1" fmla="*/ 0 h 2522710"/>
                  <a:gd name="connsiteX2" fmla="*/ 2603500 w 2603500"/>
                  <a:gd name="connsiteY2" fmla="*/ 1346200 h 2522710"/>
                  <a:gd name="connsiteX3" fmla="*/ 869365 w 2603500"/>
                  <a:gd name="connsiteY3" fmla="*/ 2510023 h 2522710"/>
                  <a:gd name="connsiteX4" fmla="*/ 0 w 2603500"/>
                  <a:gd name="connsiteY4" fmla="*/ 1130300 h 2522710"/>
                  <a:gd name="connsiteX5" fmla="*/ 0 w 2603500"/>
                  <a:gd name="connsiteY5" fmla="*/ 215900 h 2522710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0 w 2603500"/>
                  <a:gd name="connsiteY5" fmla="*/ 1130300 h 2634863"/>
                  <a:gd name="connsiteX6" fmla="*/ 0 w 2603500"/>
                  <a:gd name="connsiteY6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0 w 2603500"/>
                  <a:gd name="connsiteY6" fmla="*/ 11303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456615 w 2603500"/>
                  <a:gd name="connsiteY6" fmla="*/ 1087622 h 2634863"/>
                  <a:gd name="connsiteX7" fmla="*/ 533400 w 2603500"/>
                  <a:gd name="connsiteY7" fmla="*/ 533400 h 2634863"/>
                  <a:gd name="connsiteX8" fmla="*/ 0 w 2603500"/>
                  <a:gd name="connsiteY8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456615 w 2603500"/>
                  <a:gd name="connsiteY6" fmla="*/ 1087622 h 2634863"/>
                  <a:gd name="connsiteX7" fmla="*/ 533400 w 2603500"/>
                  <a:gd name="connsiteY7" fmla="*/ 533400 h 2634863"/>
                  <a:gd name="connsiteX8" fmla="*/ 0 w 2603500"/>
                  <a:gd name="connsiteY8" fmla="*/ 215900 h 2634863"/>
                  <a:gd name="connsiteX0" fmla="*/ 0 w 2603500"/>
                  <a:gd name="connsiteY0" fmla="*/ 215900 h 2581510"/>
                  <a:gd name="connsiteX1" fmla="*/ 1308100 w 2603500"/>
                  <a:gd name="connsiteY1" fmla="*/ 0 h 2581510"/>
                  <a:gd name="connsiteX2" fmla="*/ 2603500 w 2603500"/>
                  <a:gd name="connsiteY2" fmla="*/ 1346200 h 2581510"/>
                  <a:gd name="connsiteX3" fmla="*/ 869365 w 2603500"/>
                  <a:gd name="connsiteY3" fmla="*/ 2510023 h 2581510"/>
                  <a:gd name="connsiteX4" fmla="*/ 526465 w 2603500"/>
                  <a:gd name="connsiteY4" fmla="*/ 2471922 h 2581510"/>
                  <a:gd name="connsiteX5" fmla="*/ 513765 w 2603500"/>
                  <a:gd name="connsiteY5" fmla="*/ 1697222 h 2581510"/>
                  <a:gd name="connsiteX6" fmla="*/ 456615 w 2603500"/>
                  <a:gd name="connsiteY6" fmla="*/ 1087622 h 2581510"/>
                  <a:gd name="connsiteX7" fmla="*/ 533400 w 2603500"/>
                  <a:gd name="connsiteY7" fmla="*/ 533400 h 2581510"/>
                  <a:gd name="connsiteX8" fmla="*/ 0 w 2603500"/>
                  <a:gd name="connsiteY8" fmla="*/ 215900 h 2581510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28900"/>
                  <a:gd name="connsiteY0" fmla="*/ 215900 h 2542034"/>
                  <a:gd name="connsiteX1" fmla="*/ 1308100 w 2628900"/>
                  <a:gd name="connsiteY1" fmla="*/ 0 h 2542034"/>
                  <a:gd name="connsiteX2" fmla="*/ 2628900 w 2628900"/>
                  <a:gd name="connsiteY2" fmla="*/ 1314450 h 2542034"/>
                  <a:gd name="connsiteX3" fmla="*/ 869365 w 2628900"/>
                  <a:gd name="connsiteY3" fmla="*/ 2510023 h 2542034"/>
                  <a:gd name="connsiteX4" fmla="*/ 526465 w 2628900"/>
                  <a:gd name="connsiteY4" fmla="*/ 2471922 h 2542034"/>
                  <a:gd name="connsiteX5" fmla="*/ 513765 w 2628900"/>
                  <a:gd name="connsiteY5" fmla="*/ 1697222 h 2542034"/>
                  <a:gd name="connsiteX6" fmla="*/ 456615 w 2628900"/>
                  <a:gd name="connsiteY6" fmla="*/ 1087622 h 2542034"/>
                  <a:gd name="connsiteX7" fmla="*/ 533400 w 2628900"/>
                  <a:gd name="connsiteY7" fmla="*/ 533400 h 2542034"/>
                  <a:gd name="connsiteX8" fmla="*/ 0 w 2628900"/>
                  <a:gd name="connsiteY8" fmla="*/ 215900 h 2542034"/>
                  <a:gd name="connsiteX0" fmla="*/ 0 w 2628900"/>
                  <a:gd name="connsiteY0" fmla="*/ 215900 h 2542034"/>
                  <a:gd name="connsiteX1" fmla="*/ 1308100 w 2628900"/>
                  <a:gd name="connsiteY1" fmla="*/ 0 h 2542034"/>
                  <a:gd name="connsiteX2" fmla="*/ 2628900 w 2628900"/>
                  <a:gd name="connsiteY2" fmla="*/ 1314450 h 2542034"/>
                  <a:gd name="connsiteX3" fmla="*/ 869365 w 2628900"/>
                  <a:gd name="connsiteY3" fmla="*/ 2510023 h 2542034"/>
                  <a:gd name="connsiteX4" fmla="*/ 526465 w 2628900"/>
                  <a:gd name="connsiteY4" fmla="*/ 2471922 h 2542034"/>
                  <a:gd name="connsiteX5" fmla="*/ 513765 w 2628900"/>
                  <a:gd name="connsiteY5" fmla="*/ 1697222 h 2542034"/>
                  <a:gd name="connsiteX6" fmla="*/ 456615 w 2628900"/>
                  <a:gd name="connsiteY6" fmla="*/ 1087622 h 2542034"/>
                  <a:gd name="connsiteX7" fmla="*/ 533400 w 2628900"/>
                  <a:gd name="connsiteY7" fmla="*/ 533400 h 2542034"/>
                  <a:gd name="connsiteX8" fmla="*/ 0 w 2628900"/>
                  <a:gd name="connsiteY8" fmla="*/ 215900 h 2542034"/>
                  <a:gd name="connsiteX0" fmla="*/ 0 w 2635517"/>
                  <a:gd name="connsiteY0" fmla="*/ 215900 h 2542034"/>
                  <a:gd name="connsiteX1" fmla="*/ 1308100 w 2635517"/>
                  <a:gd name="connsiteY1" fmla="*/ 0 h 2542034"/>
                  <a:gd name="connsiteX2" fmla="*/ 2628900 w 2635517"/>
                  <a:gd name="connsiteY2" fmla="*/ 1314450 h 2542034"/>
                  <a:gd name="connsiteX3" fmla="*/ 869365 w 2635517"/>
                  <a:gd name="connsiteY3" fmla="*/ 2510023 h 2542034"/>
                  <a:gd name="connsiteX4" fmla="*/ 526465 w 2635517"/>
                  <a:gd name="connsiteY4" fmla="*/ 2471922 h 2542034"/>
                  <a:gd name="connsiteX5" fmla="*/ 513765 w 2635517"/>
                  <a:gd name="connsiteY5" fmla="*/ 1697222 h 2542034"/>
                  <a:gd name="connsiteX6" fmla="*/ 456615 w 2635517"/>
                  <a:gd name="connsiteY6" fmla="*/ 1087622 h 2542034"/>
                  <a:gd name="connsiteX7" fmla="*/ 533400 w 2635517"/>
                  <a:gd name="connsiteY7" fmla="*/ 533400 h 2542034"/>
                  <a:gd name="connsiteX8" fmla="*/ 0 w 2635517"/>
                  <a:gd name="connsiteY8" fmla="*/ 215900 h 2542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5517" h="2542034">
                    <a:moveTo>
                      <a:pt x="0" y="215900"/>
                    </a:moveTo>
                    <a:lnTo>
                      <a:pt x="1308100" y="0"/>
                    </a:lnTo>
                    <a:cubicBezTo>
                      <a:pt x="1498600" y="785283"/>
                      <a:pt x="2197100" y="954617"/>
                      <a:pt x="2628900" y="1314450"/>
                    </a:cubicBezTo>
                    <a:cubicBezTo>
                      <a:pt x="2748394" y="1855554"/>
                      <a:pt x="1214382" y="2647606"/>
                      <a:pt x="869365" y="2510023"/>
                    </a:cubicBezTo>
                    <a:cubicBezTo>
                      <a:pt x="635376" y="2574877"/>
                      <a:pt x="614209" y="2530426"/>
                      <a:pt x="526465" y="2471922"/>
                    </a:cubicBezTo>
                    <a:cubicBezTo>
                      <a:pt x="390998" y="2461339"/>
                      <a:pt x="61759" y="2358975"/>
                      <a:pt x="513765" y="1697222"/>
                    </a:cubicBezTo>
                    <a:cubicBezTo>
                      <a:pt x="524348" y="1459097"/>
                      <a:pt x="453343" y="1281592"/>
                      <a:pt x="456615" y="1087622"/>
                    </a:cubicBezTo>
                    <a:cubicBezTo>
                      <a:pt x="459887" y="893652"/>
                      <a:pt x="631727" y="671279"/>
                      <a:pt x="533400" y="533400"/>
                    </a:cubicBezTo>
                    <a:lnTo>
                      <a:pt x="0" y="215900"/>
                    </a:ln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6" name="Group 355">
                <a:extLst>
                  <a:ext uri="{FF2B5EF4-FFF2-40B4-BE49-F238E27FC236}">
                    <a16:creationId xmlns:a16="http://schemas.microsoft.com/office/drawing/2014/main" id="{562D70D6-65A5-481C-8C20-A60436240D9C}"/>
                  </a:ext>
                </a:extLst>
              </p:cNvPr>
              <p:cNvGrpSpPr/>
              <p:nvPr/>
            </p:nvGrpSpPr>
            <p:grpSpPr>
              <a:xfrm>
                <a:off x="1777263" y="1133783"/>
                <a:ext cx="1772144" cy="2285742"/>
                <a:chOff x="5968085" y="623453"/>
                <a:chExt cx="1772144" cy="2285742"/>
              </a:xfrm>
            </p:grpSpPr>
            <p:sp>
              <p:nvSpPr>
                <p:cNvPr id="492" name="Rectangle 35">
                  <a:extLst>
                    <a:ext uri="{FF2B5EF4-FFF2-40B4-BE49-F238E27FC236}">
                      <a16:creationId xmlns:a16="http://schemas.microsoft.com/office/drawing/2014/main" id="{6DE432AB-75C9-4FB0-2FE4-883A3B95B52C}"/>
                    </a:ext>
                  </a:extLst>
                </p:cNvPr>
                <p:cNvSpPr/>
                <p:nvPr/>
              </p:nvSpPr>
              <p:spPr>
                <a:xfrm>
                  <a:off x="5968085" y="1029599"/>
                  <a:ext cx="1506778" cy="1879596"/>
                </a:xfrm>
                <a:custGeom>
                  <a:avLst/>
                  <a:gdLst>
                    <a:gd name="connsiteX0" fmla="*/ 0 w 914400"/>
                    <a:gd name="connsiteY0" fmla="*/ 0 h 914400"/>
                    <a:gd name="connsiteX1" fmla="*/ 914400 w 914400"/>
                    <a:gd name="connsiteY1" fmla="*/ 0 h 914400"/>
                    <a:gd name="connsiteX2" fmla="*/ 914400 w 914400"/>
                    <a:gd name="connsiteY2" fmla="*/ 914400 h 914400"/>
                    <a:gd name="connsiteX3" fmla="*/ 0 w 914400"/>
                    <a:gd name="connsiteY3" fmla="*/ 914400 h 914400"/>
                    <a:gd name="connsiteX4" fmla="*/ 0 w 914400"/>
                    <a:gd name="connsiteY4" fmla="*/ 0 h 914400"/>
                    <a:gd name="connsiteX0" fmla="*/ 0 w 914400"/>
                    <a:gd name="connsiteY0" fmla="*/ 0 h 1407886"/>
                    <a:gd name="connsiteX1" fmla="*/ 914400 w 914400"/>
                    <a:gd name="connsiteY1" fmla="*/ 0 h 1407886"/>
                    <a:gd name="connsiteX2" fmla="*/ 914400 w 914400"/>
                    <a:gd name="connsiteY2" fmla="*/ 914400 h 1407886"/>
                    <a:gd name="connsiteX3" fmla="*/ 174172 w 914400"/>
                    <a:gd name="connsiteY3" fmla="*/ 1407886 h 1407886"/>
                    <a:gd name="connsiteX4" fmla="*/ 0 w 914400"/>
                    <a:gd name="connsiteY4" fmla="*/ 0 h 1407886"/>
                    <a:gd name="connsiteX0" fmla="*/ 0 w 914400"/>
                    <a:gd name="connsiteY0" fmla="*/ 508000 h 1915886"/>
                    <a:gd name="connsiteX1" fmla="*/ 725715 w 914400"/>
                    <a:gd name="connsiteY1" fmla="*/ 0 h 1915886"/>
                    <a:gd name="connsiteX2" fmla="*/ 914400 w 914400"/>
                    <a:gd name="connsiteY2" fmla="*/ 1422400 h 1915886"/>
                    <a:gd name="connsiteX3" fmla="*/ 174172 w 914400"/>
                    <a:gd name="connsiteY3" fmla="*/ 1915886 h 1915886"/>
                    <a:gd name="connsiteX4" fmla="*/ 0 w 914400"/>
                    <a:gd name="connsiteY4" fmla="*/ 508000 h 1915886"/>
                    <a:gd name="connsiteX0" fmla="*/ 0 w 725715"/>
                    <a:gd name="connsiteY0" fmla="*/ 508000 h 1915886"/>
                    <a:gd name="connsiteX1" fmla="*/ 725715 w 725715"/>
                    <a:gd name="connsiteY1" fmla="*/ 0 h 1915886"/>
                    <a:gd name="connsiteX2" fmla="*/ 174172 w 725715"/>
                    <a:gd name="connsiteY2" fmla="*/ 1915886 h 1915886"/>
                    <a:gd name="connsiteX3" fmla="*/ 0 w 725715"/>
                    <a:gd name="connsiteY3" fmla="*/ 508000 h 1915886"/>
                    <a:gd name="connsiteX0" fmla="*/ 0 w 916446"/>
                    <a:gd name="connsiteY0" fmla="*/ 508000 h 1915886"/>
                    <a:gd name="connsiteX1" fmla="*/ 725715 w 916446"/>
                    <a:gd name="connsiteY1" fmla="*/ 0 h 1915886"/>
                    <a:gd name="connsiteX2" fmla="*/ 174172 w 916446"/>
                    <a:gd name="connsiteY2" fmla="*/ 1915886 h 1915886"/>
                    <a:gd name="connsiteX3" fmla="*/ 0 w 916446"/>
                    <a:gd name="connsiteY3" fmla="*/ 508000 h 1915886"/>
                    <a:gd name="connsiteX0" fmla="*/ 0 w 1059677"/>
                    <a:gd name="connsiteY0" fmla="*/ 508000 h 1915886"/>
                    <a:gd name="connsiteX1" fmla="*/ 725715 w 1059677"/>
                    <a:gd name="connsiteY1" fmla="*/ 0 h 1915886"/>
                    <a:gd name="connsiteX2" fmla="*/ 174172 w 1059677"/>
                    <a:gd name="connsiteY2" fmla="*/ 1915886 h 1915886"/>
                    <a:gd name="connsiteX3" fmla="*/ 0 w 10596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623545 h 2031431"/>
                    <a:gd name="connsiteX1" fmla="*/ 1132115 w 1466077"/>
                    <a:gd name="connsiteY1" fmla="*/ 115545 h 2031431"/>
                    <a:gd name="connsiteX2" fmla="*/ 580572 w 1466077"/>
                    <a:gd name="connsiteY2" fmla="*/ 2031431 h 2031431"/>
                    <a:gd name="connsiteX3" fmla="*/ 0 w 1466077"/>
                    <a:gd name="connsiteY3" fmla="*/ 623545 h 2031431"/>
                    <a:gd name="connsiteX0" fmla="*/ 0 w 1466077"/>
                    <a:gd name="connsiteY0" fmla="*/ 539840 h 1947726"/>
                    <a:gd name="connsiteX1" fmla="*/ 1132115 w 1466077"/>
                    <a:gd name="connsiteY1" fmla="*/ 31840 h 1947726"/>
                    <a:gd name="connsiteX2" fmla="*/ 580572 w 1466077"/>
                    <a:gd name="connsiteY2" fmla="*/ 1947726 h 1947726"/>
                    <a:gd name="connsiteX3" fmla="*/ 0 w 1466077"/>
                    <a:gd name="connsiteY3" fmla="*/ 539840 h 1947726"/>
                    <a:gd name="connsiteX0" fmla="*/ 0 w 1654315"/>
                    <a:gd name="connsiteY0" fmla="*/ 451913 h 1859799"/>
                    <a:gd name="connsiteX1" fmla="*/ 1462315 w 1654315"/>
                    <a:gd name="connsiteY1" fmla="*/ 64021 h 1859799"/>
                    <a:gd name="connsiteX2" fmla="*/ 580572 w 1654315"/>
                    <a:gd name="connsiteY2" fmla="*/ 1859799 h 1859799"/>
                    <a:gd name="connsiteX3" fmla="*/ 0 w 1654315"/>
                    <a:gd name="connsiteY3" fmla="*/ 451913 h 1859799"/>
                    <a:gd name="connsiteX0" fmla="*/ 0 w 1654315"/>
                    <a:gd name="connsiteY0" fmla="*/ 526471 h 1934357"/>
                    <a:gd name="connsiteX1" fmla="*/ 1462315 w 1654315"/>
                    <a:gd name="connsiteY1" fmla="*/ 138579 h 1934357"/>
                    <a:gd name="connsiteX2" fmla="*/ 580572 w 1654315"/>
                    <a:gd name="connsiteY2" fmla="*/ 1934357 h 1934357"/>
                    <a:gd name="connsiteX3" fmla="*/ 0 w 1654315"/>
                    <a:gd name="connsiteY3" fmla="*/ 526471 h 1934357"/>
                    <a:gd name="connsiteX0" fmla="*/ 0 w 1564210"/>
                    <a:gd name="connsiteY0" fmla="*/ 526471 h 1934357"/>
                    <a:gd name="connsiteX1" fmla="*/ 1462315 w 1564210"/>
                    <a:gd name="connsiteY1" fmla="*/ 138579 h 1934357"/>
                    <a:gd name="connsiteX2" fmla="*/ 580572 w 1564210"/>
                    <a:gd name="connsiteY2" fmla="*/ 1934357 h 1934357"/>
                    <a:gd name="connsiteX3" fmla="*/ 0 w 1564210"/>
                    <a:gd name="connsiteY3" fmla="*/ 526471 h 1934357"/>
                    <a:gd name="connsiteX0" fmla="*/ 0 w 1552560"/>
                    <a:gd name="connsiteY0" fmla="*/ 526471 h 1871143"/>
                    <a:gd name="connsiteX1" fmla="*/ 1462315 w 1552560"/>
                    <a:gd name="connsiteY1" fmla="*/ 138579 h 1871143"/>
                    <a:gd name="connsiteX2" fmla="*/ 548822 w 1552560"/>
                    <a:gd name="connsiteY2" fmla="*/ 1871143 h 1871143"/>
                    <a:gd name="connsiteX3" fmla="*/ 0 w 1552560"/>
                    <a:gd name="connsiteY3" fmla="*/ 526471 h 1871143"/>
                    <a:gd name="connsiteX0" fmla="*/ 0 w 1506778"/>
                    <a:gd name="connsiteY0" fmla="*/ 526471 h 1871143"/>
                    <a:gd name="connsiteX1" fmla="*/ 1462315 w 1506778"/>
                    <a:gd name="connsiteY1" fmla="*/ 138579 h 1871143"/>
                    <a:gd name="connsiteX2" fmla="*/ 548822 w 1506778"/>
                    <a:gd name="connsiteY2" fmla="*/ 1871143 h 1871143"/>
                    <a:gd name="connsiteX3" fmla="*/ 0 w 1506778"/>
                    <a:gd name="connsiteY3" fmla="*/ 526471 h 1871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6778" h="1871143">
                      <a:moveTo>
                        <a:pt x="0" y="526471"/>
                      </a:moveTo>
                      <a:cubicBezTo>
                        <a:pt x="333829" y="-78290"/>
                        <a:pt x="1263650" y="-93181"/>
                        <a:pt x="1462315" y="138579"/>
                      </a:cubicBezTo>
                      <a:cubicBezTo>
                        <a:pt x="1489832" y="319322"/>
                        <a:pt x="1759555" y="1145678"/>
                        <a:pt x="548822" y="1871143"/>
                      </a:cubicBezTo>
                      <a:lnTo>
                        <a:pt x="0" y="526471"/>
                      </a:lnTo>
                      <a:close/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493" name="Group 492">
                  <a:extLst>
                    <a:ext uri="{FF2B5EF4-FFF2-40B4-BE49-F238E27FC236}">
                      <a16:creationId xmlns:a16="http://schemas.microsoft.com/office/drawing/2014/main" id="{065B29B7-5079-C2DE-20AC-148D1E091B67}"/>
                    </a:ext>
                  </a:extLst>
                </p:cNvPr>
                <p:cNvGrpSpPr/>
                <p:nvPr/>
              </p:nvGrpSpPr>
              <p:grpSpPr>
                <a:xfrm>
                  <a:off x="6274152" y="623453"/>
                  <a:ext cx="1466077" cy="2022249"/>
                  <a:chOff x="6274152" y="623453"/>
                  <a:chExt cx="1466077" cy="2022249"/>
                </a:xfrm>
              </p:grpSpPr>
              <p:sp>
                <p:nvSpPr>
                  <p:cNvPr id="494" name="Rectangle 35">
                    <a:extLst>
                      <a:ext uri="{FF2B5EF4-FFF2-40B4-BE49-F238E27FC236}">
                        <a16:creationId xmlns:a16="http://schemas.microsoft.com/office/drawing/2014/main" id="{F8969E3F-2A57-C8E7-DBAE-7DAFF1F436DB}"/>
                      </a:ext>
                    </a:extLst>
                  </p:cNvPr>
                  <p:cNvSpPr/>
                  <p:nvPr/>
                </p:nvSpPr>
                <p:spPr>
                  <a:xfrm>
                    <a:off x="6274152" y="623453"/>
                    <a:ext cx="1466077" cy="2022249"/>
                  </a:xfrm>
                  <a:custGeom>
                    <a:avLst/>
                    <a:gdLst>
                      <a:gd name="connsiteX0" fmla="*/ 0 w 914400"/>
                      <a:gd name="connsiteY0" fmla="*/ 0 h 914400"/>
                      <a:gd name="connsiteX1" fmla="*/ 914400 w 914400"/>
                      <a:gd name="connsiteY1" fmla="*/ 0 h 914400"/>
                      <a:gd name="connsiteX2" fmla="*/ 914400 w 914400"/>
                      <a:gd name="connsiteY2" fmla="*/ 914400 h 914400"/>
                      <a:gd name="connsiteX3" fmla="*/ 0 w 914400"/>
                      <a:gd name="connsiteY3" fmla="*/ 914400 h 914400"/>
                      <a:gd name="connsiteX4" fmla="*/ 0 w 914400"/>
                      <a:gd name="connsiteY4" fmla="*/ 0 h 914400"/>
                      <a:gd name="connsiteX0" fmla="*/ 0 w 914400"/>
                      <a:gd name="connsiteY0" fmla="*/ 0 h 1407886"/>
                      <a:gd name="connsiteX1" fmla="*/ 914400 w 914400"/>
                      <a:gd name="connsiteY1" fmla="*/ 0 h 1407886"/>
                      <a:gd name="connsiteX2" fmla="*/ 914400 w 914400"/>
                      <a:gd name="connsiteY2" fmla="*/ 914400 h 1407886"/>
                      <a:gd name="connsiteX3" fmla="*/ 174172 w 914400"/>
                      <a:gd name="connsiteY3" fmla="*/ 1407886 h 1407886"/>
                      <a:gd name="connsiteX4" fmla="*/ 0 w 914400"/>
                      <a:gd name="connsiteY4" fmla="*/ 0 h 1407886"/>
                      <a:gd name="connsiteX0" fmla="*/ 0 w 914400"/>
                      <a:gd name="connsiteY0" fmla="*/ 508000 h 1915886"/>
                      <a:gd name="connsiteX1" fmla="*/ 725715 w 914400"/>
                      <a:gd name="connsiteY1" fmla="*/ 0 h 1915886"/>
                      <a:gd name="connsiteX2" fmla="*/ 914400 w 914400"/>
                      <a:gd name="connsiteY2" fmla="*/ 1422400 h 1915886"/>
                      <a:gd name="connsiteX3" fmla="*/ 174172 w 914400"/>
                      <a:gd name="connsiteY3" fmla="*/ 1915886 h 1915886"/>
                      <a:gd name="connsiteX4" fmla="*/ 0 w 914400"/>
                      <a:gd name="connsiteY4" fmla="*/ 508000 h 1915886"/>
                      <a:gd name="connsiteX0" fmla="*/ 0 w 725715"/>
                      <a:gd name="connsiteY0" fmla="*/ 508000 h 1915886"/>
                      <a:gd name="connsiteX1" fmla="*/ 725715 w 725715"/>
                      <a:gd name="connsiteY1" fmla="*/ 0 h 1915886"/>
                      <a:gd name="connsiteX2" fmla="*/ 174172 w 725715"/>
                      <a:gd name="connsiteY2" fmla="*/ 1915886 h 1915886"/>
                      <a:gd name="connsiteX3" fmla="*/ 0 w 725715"/>
                      <a:gd name="connsiteY3" fmla="*/ 508000 h 1915886"/>
                      <a:gd name="connsiteX0" fmla="*/ 0 w 916446"/>
                      <a:gd name="connsiteY0" fmla="*/ 508000 h 1915886"/>
                      <a:gd name="connsiteX1" fmla="*/ 725715 w 916446"/>
                      <a:gd name="connsiteY1" fmla="*/ 0 h 1915886"/>
                      <a:gd name="connsiteX2" fmla="*/ 174172 w 916446"/>
                      <a:gd name="connsiteY2" fmla="*/ 1915886 h 1915886"/>
                      <a:gd name="connsiteX3" fmla="*/ 0 w 916446"/>
                      <a:gd name="connsiteY3" fmla="*/ 508000 h 1915886"/>
                      <a:gd name="connsiteX0" fmla="*/ 0 w 1059677"/>
                      <a:gd name="connsiteY0" fmla="*/ 508000 h 1915886"/>
                      <a:gd name="connsiteX1" fmla="*/ 725715 w 1059677"/>
                      <a:gd name="connsiteY1" fmla="*/ 0 h 1915886"/>
                      <a:gd name="connsiteX2" fmla="*/ 174172 w 1059677"/>
                      <a:gd name="connsiteY2" fmla="*/ 1915886 h 1915886"/>
                      <a:gd name="connsiteX3" fmla="*/ 0 w 1059677"/>
                      <a:gd name="connsiteY3" fmla="*/ 508000 h 1915886"/>
                      <a:gd name="connsiteX0" fmla="*/ 0 w 1466077"/>
                      <a:gd name="connsiteY0" fmla="*/ 508000 h 1915886"/>
                      <a:gd name="connsiteX1" fmla="*/ 1132115 w 1466077"/>
                      <a:gd name="connsiteY1" fmla="*/ 0 h 1915886"/>
                      <a:gd name="connsiteX2" fmla="*/ 580572 w 1466077"/>
                      <a:gd name="connsiteY2" fmla="*/ 1915886 h 1915886"/>
                      <a:gd name="connsiteX3" fmla="*/ 0 w 1466077"/>
                      <a:gd name="connsiteY3" fmla="*/ 508000 h 1915886"/>
                      <a:gd name="connsiteX0" fmla="*/ 0 w 1466077"/>
                      <a:gd name="connsiteY0" fmla="*/ 508000 h 1915886"/>
                      <a:gd name="connsiteX1" fmla="*/ 1132115 w 1466077"/>
                      <a:gd name="connsiteY1" fmla="*/ 0 h 1915886"/>
                      <a:gd name="connsiteX2" fmla="*/ 580572 w 1466077"/>
                      <a:gd name="connsiteY2" fmla="*/ 1915886 h 1915886"/>
                      <a:gd name="connsiteX3" fmla="*/ 0 w 1466077"/>
                      <a:gd name="connsiteY3" fmla="*/ 508000 h 1915886"/>
                      <a:gd name="connsiteX0" fmla="*/ 0 w 1466077"/>
                      <a:gd name="connsiteY0" fmla="*/ 623545 h 2031431"/>
                      <a:gd name="connsiteX1" fmla="*/ 1132115 w 1466077"/>
                      <a:gd name="connsiteY1" fmla="*/ 115545 h 2031431"/>
                      <a:gd name="connsiteX2" fmla="*/ 580572 w 1466077"/>
                      <a:gd name="connsiteY2" fmla="*/ 2031431 h 2031431"/>
                      <a:gd name="connsiteX3" fmla="*/ 0 w 1466077"/>
                      <a:gd name="connsiteY3" fmla="*/ 623545 h 2031431"/>
                      <a:gd name="connsiteX0" fmla="*/ 0 w 1466077"/>
                      <a:gd name="connsiteY0" fmla="*/ 539840 h 1947726"/>
                      <a:gd name="connsiteX1" fmla="*/ 1132115 w 1466077"/>
                      <a:gd name="connsiteY1" fmla="*/ 31840 h 1947726"/>
                      <a:gd name="connsiteX2" fmla="*/ 580572 w 1466077"/>
                      <a:gd name="connsiteY2" fmla="*/ 1947726 h 1947726"/>
                      <a:gd name="connsiteX3" fmla="*/ 0 w 1466077"/>
                      <a:gd name="connsiteY3" fmla="*/ 539840 h 1947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66077" h="1947726">
                        <a:moveTo>
                          <a:pt x="0" y="539840"/>
                        </a:moveTo>
                        <a:cubicBezTo>
                          <a:pt x="333829" y="-64921"/>
                          <a:pt x="1016000" y="-29241"/>
                          <a:pt x="1132115" y="31840"/>
                        </a:cubicBezTo>
                        <a:cubicBezTo>
                          <a:pt x="1369182" y="60869"/>
                          <a:pt x="1969105" y="1076868"/>
                          <a:pt x="580572" y="1947726"/>
                        </a:cubicBezTo>
                        <a:lnTo>
                          <a:pt x="0" y="539840"/>
                        </a:lnTo>
                        <a:close/>
                      </a:path>
                    </a:pathLst>
                  </a:custGeom>
                  <a:solidFill>
                    <a:srgbClr val="FDBA66"/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95" name="Freeform: Shape 494">
                    <a:extLst>
                      <a:ext uri="{FF2B5EF4-FFF2-40B4-BE49-F238E27FC236}">
                        <a16:creationId xmlns:a16="http://schemas.microsoft.com/office/drawing/2014/main" id="{C462F7B7-1F5C-3988-204D-110DF0631DC6}"/>
                      </a:ext>
                    </a:extLst>
                  </p:cNvPr>
                  <p:cNvSpPr/>
                  <p:nvPr/>
                </p:nvSpPr>
                <p:spPr>
                  <a:xfrm>
                    <a:off x="6299381" y="1016852"/>
                    <a:ext cx="1185462" cy="1616104"/>
                  </a:xfrm>
                  <a:custGeom>
                    <a:avLst/>
                    <a:gdLst>
                      <a:gd name="connsiteX0" fmla="*/ 679031 w 1185462"/>
                      <a:gd name="connsiteY0" fmla="*/ 5 h 1616104"/>
                      <a:gd name="connsiteX1" fmla="*/ 1140999 w 1185462"/>
                      <a:gd name="connsiteY1" fmla="*/ 139206 h 1616104"/>
                      <a:gd name="connsiteX2" fmla="*/ 763757 w 1185462"/>
                      <a:gd name="connsiteY2" fmla="*/ 1463934 h 1616104"/>
                      <a:gd name="connsiteX3" fmla="*/ 703320 w 1185462"/>
                      <a:gd name="connsiteY3" fmla="*/ 1520637 h 1616104"/>
                      <a:gd name="connsiteX4" fmla="*/ 689744 w 1185462"/>
                      <a:gd name="connsiteY4" fmla="*/ 1530932 h 1616104"/>
                      <a:gd name="connsiteX5" fmla="*/ 565323 w 1185462"/>
                      <a:gd name="connsiteY5" fmla="*/ 1616104 h 1616104"/>
                      <a:gd name="connsiteX6" fmla="*/ 0 w 1185462"/>
                      <a:gd name="connsiteY6" fmla="*/ 192743 h 1616104"/>
                      <a:gd name="connsiteX7" fmla="*/ 20068 w 1185462"/>
                      <a:gd name="connsiteY7" fmla="*/ 178944 h 1616104"/>
                      <a:gd name="connsiteX8" fmla="*/ 679031 w 1185462"/>
                      <a:gd name="connsiteY8" fmla="*/ 5 h 16161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85462" h="1616104">
                        <a:moveTo>
                          <a:pt x="679031" y="5"/>
                        </a:moveTo>
                        <a:cubicBezTo>
                          <a:pt x="889181" y="-557"/>
                          <a:pt x="1066500" y="51903"/>
                          <a:pt x="1140999" y="139206"/>
                        </a:cubicBezTo>
                        <a:cubicBezTo>
                          <a:pt x="1163357" y="286724"/>
                          <a:pt x="1345608" y="862372"/>
                          <a:pt x="763757" y="1463934"/>
                        </a:cubicBezTo>
                        <a:lnTo>
                          <a:pt x="703320" y="1520637"/>
                        </a:lnTo>
                        <a:lnTo>
                          <a:pt x="689744" y="1530932"/>
                        </a:lnTo>
                        <a:cubicBezTo>
                          <a:pt x="650164" y="1559446"/>
                          <a:pt x="608715" y="1587849"/>
                          <a:pt x="565323" y="1616104"/>
                        </a:cubicBezTo>
                        <a:lnTo>
                          <a:pt x="0" y="192743"/>
                        </a:lnTo>
                        <a:lnTo>
                          <a:pt x="20068" y="178944"/>
                        </a:lnTo>
                        <a:cubicBezTo>
                          <a:pt x="225897" y="54153"/>
                          <a:pt x="468880" y="568"/>
                          <a:pt x="679031" y="5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20000"/>
                      <a:lumOff val="8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96" name="Freeform: Shape 495">
                    <a:extLst>
                      <a:ext uri="{FF2B5EF4-FFF2-40B4-BE49-F238E27FC236}">
                        <a16:creationId xmlns:a16="http://schemas.microsoft.com/office/drawing/2014/main" id="{F630E5E0-5E8A-9ADE-F5E2-2B7EA209D21D}"/>
                      </a:ext>
                    </a:extLst>
                  </p:cNvPr>
                  <p:cNvSpPr/>
                  <p:nvPr/>
                </p:nvSpPr>
                <p:spPr>
                  <a:xfrm>
                    <a:off x="6274152" y="637704"/>
                    <a:ext cx="1133350" cy="1863506"/>
                  </a:xfrm>
                  <a:custGeom>
                    <a:avLst/>
                    <a:gdLst>
                      <a:gd name="connsiteX0" fmla="*/ 953181 w 1133350"/>
                      <a:gd name="connsiteY0" fmla="*/ 417 h 1863506"/>
                      <a:gd name="connsiteX1" fmla="*/ 1132115 w 1133350"/>
                      <a:gd name="connsiteY1" fmla="*/ 33058 h 1863506"/>
                      <a:gd name="connsiteX2" fmla="*/ 1133350 w 1133350"/>
                      <a:gd name="connsiteY2" fmla="*/ 33504 h 1863506"/>
                      <a:gd name="connsiteX3" fmla="*/ 1053934 w 1133350"/>
                      <a:gd name="connsiteY3" fmla="*/ 102468 h 1863506"/>
                      <a:gd name="connsiteX4" fmla="*/ 755298 w 1133350"/>
                      <a:gd name="connsiteY4" fmla="*/ 576697 h 1863506"/>
                      <a:gd name="connsiteX5" fmla="*/ 837849 w 1133350"/>
                      <a:gd name="connsiteY5" fmla="*/ 760847 h 1863506"/>
                      <a:gd name="connsiteX6" fmla="*/ 869599 w 1133350"/>
                      <a:gd name="connsiteY6" fmla="*/ 964047 h 1863506"/>
                      <a:gd name="connsiteX7" fmla="*/ 875949 w 1133350"/>
                      <a:gd name="connsiteY7" fmla="*/ 1167247 h 1863506"/>
                      <a:gd name="connsiteX8" fmla="*/ 584822 w 1133350"/>
                      <a:gd name="connsiteY8" fmla="*/ 1773925 h 1863506"/>
                      <a:gd name="connsiteX9" fmla="*/ 517523 w 1133350"/>
                      <a:gd name="connsiteY9" fmla="*/ 1863506 h 1863506"/>
                      <a:gd name="connsiteX10" fmla="*/ 0 w 1133350"/>
                      <a:gd name="connsiteY10" fmla="*/ 560495 h 1863506"/>
                      <a:gd name="connsiteX11" fmla="*/ 953181 w 1133350"/>
                      <a:gd name="connsiteY11" fmla="*/ 417 h 1863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133350" h="1863506">
                        <a:moveTo>
                          <a:pt x="953181" y="417"/>
                        </a:moveTo>
                        <a:cubicBezTo>
                          <a:pt x="1038679" y="2997"/>
                          <a:pt x="1103086" y="17204"/>
                          <a:pt x="1132115" y="33058"/>
                        </a:cubicBezTo>
                        <a:lnTo>
                          <a:pt x="1133350" y="33504"/>
                        </a:lnTo>
                        <a:lnTo>
                          <a:pt x="1053934" y="102468"/>
                        </a:lnTo>
                        <a:cubicBezTo>
                          <a:pt x="928345" y="215000"/>
                          <a:pt x="774578" y="376745"/>
                          <a:pt x="755298" y="576697"/>
                        </a:cubicBezTo>
                        <a:cubicBezTo>
                          <a:pt x="869139" y="659102"/>
                          <a:pt x="856899" y="680414"/>
                          <a:pt x="837849" y="760847"/>
                        </a:cubicBezTo>
                        <a:cubicBezTo>
                          <a:pt x="818799" y="841280"/>
                          <a:pt x="887591" y="881497"/>
                          <a:pt x="869599" y="964047"/>
                        </a:cubicBezTo>
                        <a:cubicBezTo>
                          <a:pt x="851607" y="1046597"/>
                          <a:pt x="928407" y="1039044"/>
                          <a:pt x="875949" y="1167247"/>
                        </a:cubicBezTo>
                        <a:cubicBezTo>
                          <a:pt x="979825" y="1308751"/>
                          <a:pt x="744372" y="1571699"/>
                          <a:pt x="584822" y="1773925"/>
                        </a:cubicBezTo>
                        <a:lnTo>
                          <a:pt x="517523" y="1863506"/>
                        </a:lnTo>
                        <a:lnTo>
                          <a:pt x="0" y="560495"/>
                        </a:lnTo>
                        <a:cubicBezTo>
                          <a:pt x="250372" y="89570"/>
                          <a:pt x="696686" y="-7323"/>
                          <a:pt x="953181" y="417"/>
                        </a:cubicBezTo>
                        <a:close/>
                      </a:path>
                    </a:pathLst>
                  </a:custGeom>
                  <a:solidFill>
                    <a:srgbClr val="F9B651"/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988634C5-2622-8579-AF91-FD38A8ED85A0}"/>
                  </a:ext>
                </a:extLst>
              </p:cNvPr>
              <p:cNvGrpSpPr/>
              <p:nvPr/>
            </p:nvGrpSpPr>
            <p:grpSpPr>
              <a:xfrm flipH="1">
                <a:off x="-1740050" y="919219"/>
                <a:ext cx="1772144" cy="2285742"/>
                <a:chOff x="5968085" y="623453"/>
                <a:chExt cx="1772144" cy="2285742"/>
              </a:xfrm>
            </p:grpSpPr>
            <p:sp>
              <p:nvSpPr>
                <p:cNvPr id="487" name="Rectangle 35">
                  <a:extLst>
                    <a:ext uri="{FF2B5EF4-FFF2-40B4-BE49-F238E27FC236}">
                      <a16:creationId xmlns:a16="http://schemas.microsoft.com/office/drawing/2014/main" id="{06D325E3-FFB7-5CF6-049A-DEC8DFB9383E}"/>
                    </a:ext>
                  </a:extLst>
                </p:cNvPr>
                <p:cNvSpPr/>
                <p:nvPr/>
              </p:nvSpPr>
              <p:spPr>
                <a:xfrm>
                  <a:off x="5968085" y="1029599"/>
                  <a:ext cx="1506778" cy="1879596"/>
                </a:xfrm>
                <a:custGeom>
                  <a:avLst/>
                  <a:gdLst>
                    <a:gd name="connsiteX0" fmla="*/ 0 w 914400"/>
                    <a:gd name="connsiteY0" fmla="*/ 0 h 914400"/>
                    <a:gd name="connsiteX1" fmla="*/ 914400 w 914400"/>
                    <a:gd name="connsiteY1" fmla="*/ 0 h 914400"/>
                    <a:gd name="connsiteX2" fmla="*/ 914400 w 914400"/>
                    <a:gd name="connsiteY2" fmla="*/ 914400 h 914400"/>
                    <a:gd name="connsiteX3" fmla="*/ 0 w 914400"/>
                    <a:gd name="connsiteY3" fmla="*/ 914400 h 914400"/>
                    <a:gd name="connsiteX4" fmla="*/ 0 w 914400"/>
                    <a:gd name="connsiteY4" fmla="*/ 0 h 914400"/>
                    <a:gd name="connsiteX0" fmla="*/ 0 w 914400"/>
                    <a:gd name="connsiteY0" fmla="*/ 0 h 1407886"/>
                    <a:gd name="connsiteX1" fmla="*/ 914400 w 914400"/>
                    <a:gd name="connsiteY1" fmla="*/ 0 h 1407886"/>
                    <a:gd name="connsiteX2" fmla="*/ 914400 w 914400"/>
                    <a:gd name="connsiteY2" fmla="*/ 914400 h 1407886"/>
                    <a:gd name="connsiteX3" fmla="*/ 174172 w 914400"/>
                    <a:gd name="connsiteY3" fmla="*/ 1407886 h 1407886"/>
                    <a:gd name="connsiteX4" fmla="*/ 0 w 914400"/>
                    <a:gd name="connsiteY4" fmla="*/ 0 h 1407886"/>
                    <a:gd name="connsiteX0" fmla="*/ 0 w 914400"/>
                    <a:gd name="connsiteY0" fmla="*/ 508000 h 1915886"/>
                    <a:gd name="connsiteX1" fmla="*/ 725715 w 914400"/>
                    <a:gd name="connsiteY1" fmla="*/ 0 h 1915886"/>
                    <a:gd name="connsiteX2" fmla="*/ 914400 w 914400"/>
                    <a:gd name="connsiteY2" fmla="*/ 1422400 h 1915886"/>
                    <a:gd name="connsiteX3" fmla="*/ 174172 w 914400"/>
                    <a:gd name="connsiteY3" fmla="*/ 1915886 h 1915886"/>
                    <a:gd name="connsiteX4" fmla="*/ 0 w 914400"/>
                    <a:gd name="connsiteY4" fmla="*/ 508000 h 1915886"/>
                    <a:gd name="connsiteX0" fmla="*/ 0 w 725715"/>
                    <a:gd name="connsiteY0" fmla="*/ 508000 h 1915886"/>
                    <a:gd name="connsiteX1" fmla="*/ 725715 w 725715"/>
                    <a:gd name="connsiteY1" fmla="*/ 0 h 1915886"/>
                    <a:gd name="connsiteX2" fmla="*/ 174172 w 725715"/>
                    <a:gd name="connsiteY2" fmla="*/ 1915886 h 1915886"/>
                    <a:gd name="connsiteX3" fmla="*/ 0 w 725715"/>
                    <a:gd name="connsiteY3" fmla="*/ 508000 h 1915886"/>
                    <a:gd name="connsiteX0" fmla="*/ 0 w 916446"/>
                    <a:gd name="connsiteY0" fmla="*/ 508000 h 1915886"/>
                    <a:gd name="connsiteX1" fmla="*/ 725715 w 916446"/>
                    <a:gd name="connsiteY1" fmla="*/ 0 h 1915886"/>
                    <a:gd name="connsiteX2" fmla="*/ 174172 w 916446"/>
                    <a:gd name="connsiteY2" fmla="*/ 1915886 h 1915886"/>
                    <a:gd name="connsiteX3" fmla="*/ 0 w 916446"/>
                    <a:gd name="connsiteY3" fmla="*/ 508000 h 1915886"/>
                    <a:gd name="connsiteX0" fmla="*/ 0 w 1059677"/>
                    <a:gd name="connsiteY0" fmla="*/ 508000 h 1915886"/>
                    <a:gd name="connsiteX1" fmla="*/ 725715 w 1059677"/>
                    <a:gd name="connsiteY1" fmla="*/ 0 h 1915886"/>
                    <a:gd name="connsiteX2" fmla="*/ 174172 w 1059677"/>
                    <a:gd name="connsiteY2" fmla="*/ 1915886 h 1915886"/>
                    <a:gd name="connsiteX3" fmla="*/ 0 w 10596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508000 h 1915886"/>
                    <a:gd name="connsiteX1" fmla="*/ 1132115 w 1466077"/>
                    <a:gd name="connsiteY1" fmla="*/ 0 h 1915886"/>
                    <a:gd name="connsiteX2" fmla="*/ 580572 w 1466077"/>
                    <a:gd name="connsiteY2" fmla="*/ 1915886 h 1915886"/>
                    <a:gd name="connsiteX3" fmla="*/ 0 w 1466077"/>
                    <a:gd name="connsiteY3" fmla="*/ 508000 h 1915886"/>
                    <a:gd name="connsiteX0" fmla="*/ 0 w 1466077"/>
                    <a:gd name="connsiteY0" fmla="*/ 623545 h 2031431"/>
                    <a:gd name="connsiteX1" fmla="*/ 1132115 w 1466077"/>
                    <a:gd name="connsiteY1" fmla="*/ 115545 h 2031431"/>
                    <a:gd name="connsiteX2" fmla="*/ 580572 w 1466077"/>
                    <a:gd name="connsiteY2" fmla="*/ 2031431 h 2031431"/>
                    <a:gd name="connsiteX3" fmla="*/ 0 w 1466077"/>
                    <a:gd name="connsiteY3" fmla="*/ 623545 h 2031431"/>
                    <a:gd name="connsiteX0" fmla="*/ 0 w 1466077"/>
                    <a:gd name="connsiteY0" fmla="*/ 539840 h 1947726"/>
                    <a:gd name="connsiteX1" fmla="*/ 1132115 w 1466077"/>
                    <a:gd name="connsiteY1" fmla="*/ 31840 h 1947726"/>
                    <a:gd name="connsiteX2" fmla="*/ 580572 w 1466077"/>
                    <a:gd name="connsiteY2" fmla="*/ 1947726 h 1947726"/>
                    <a:gd name="connsiteX3" fmla="*/ 0 w 1466077"/>
                    <a:gd name="connsiteY3" fmla="*/ 539840 h 1947726"/>
                    <a:gd name="connsiteX0" fmla="*/ 0 w 1654315"/>
                    <a:gd name="connsiteY0" fmla="*/ 451913 h 1859799"/>
                    <a:gd name="connsiteX1" fmla="*/ 1462315 w 1654315"/>
                    <a:gd name="connsiteY1" fmla="*/ 64021 h 1859799"/>
                    <a:gd name="connsiteX2" fmla="*/ 580572 w 1654315"/>
                    <a:gd name="connsiteY2" fmla="*/ 1859799 h 1859799"/>
                    <a:gd name="connsiteX3" fmla="*/ 0 w 1654315"/>
                    <a:gd name="connsiteY3" fmla="*/ 451913 h 1859799"/>
                    <a:gd name="connsiteX0" fmla="*/ 0 w 1654315"/>
                    <a:gd name="connsiteY0" fmla="*/ 526471 h 1934357"/>
                    <a:gd name="connsiteX1" fmla="*/ 1462315 w 1654315"/>
                    <a:gd name="connsiteY1" fmla="*/ 138579 h 1934357"/>
                    <a:gd name="connsiteX2" fmla="*/ 580572 w 1654315"/>
                    <a:gd name="connsiteY2" fmla="*/ 1934357 h 1934357"/>
                    <a:gd name="connsiteX3" fmla="*/ 0 w 1654315"/>
                    <a:gd name="connsiteY3" fmla="*/ 526471 h 1934357"/>
                    <a:gd name="connsiteX0" fmla="*/ 0 w 1564210"/>
                    <a:gd name="connsiteY0" fmla="*/ 526471 h 1934357"/>
                    <a:gd name="connsiteX1" fmla="*/ 1462315 w 1564210"/>
                    <a:gd name="connsiteY1" fmla="*/ 138579 h 1934357"/>
                    <a:gd name="connsiteX2" fmla="*/ 580572 w 1564210"/>
                    <a:gd name="connsiteY2" fmla="*/ 1934357 h 1934357"/>
                    <a:gd name="connsiteX3" fmla="*/ 0 w 1564210"/>
                    <a:gd name="connsiteY3" fmla="*/ 526471 h 1934357"/>
                    <a:gd name="connsiteX0" fmla="*/ 0 w 1552560"/>
                    <a:gd name="connsiteY0" fmla="*/ 526471 h 1871143"/>
                    <a:gd name="connsiteX1" fmla="*/ 1462315 w 1552560"/>
                    <a:gd name="connsiteY1" fmla="*/ 138579 h 1871143"/>
                    <a:gd name="connsiteX2" fmla="*/ 548822 w 1552560"/>
                    <a:gd name="connsiteY2" fmla="*/ 1871143 h 1871143"/>
                    <a:gd name="connsiteX3" fmla="*/ 0 w 1552560"/>
                    <a:gd name="connsiteY3" fmla="*/ 526471 h 1871143"/>
                    <a:gd name="connsiteX0" fmla="*/ 0 w 1506778"/>
                    <a:gd name="connsiteY0" fmla="*/ 526471 h 1871143"/>
                    <a:gd name="connsiteX1" fmla="*/ 1462315 w 1506778"/>
                    <a:gd name="connsiteY1" fmla="*/ 138579 h 1871143"/>
                    <a:gd name="connsiteX2" fmla="*/ 548822 w 1506778"/>
                    <a:gd name="connsiteY2" fmla="*/ 1871143 h 1871143"/>
                    <a:gd name="connsiteX3" fmla="*/ 0 w 1506778"/>
                    <a:gd name="connsiteY3" fmla="*/ 526471 h 1871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6778" h="1871143">
                      <a:moveTo>
                        <a:pt x="0" y="526471"/>
                      </a:moveTo>
                      <a:cubicBezTo>
                        <a:pt x="333829" y="-78290"/>
                        <a:pt x="1263650" y="-93181"/>
                        <a:pt x="1462315" y="138579"/>
                      </a:cubicBezTo>
                      <a:cubicBezTo>
                        <a:pt x="1489832" y="319322"/>
                        <a:pt x="1759555" y="1145678"/>
                        <a:pt x="548822" y="1871143"/>
                      </a:cubicBezTo>
                      <a:lnTo>
                        <a:pt x="0" y="526471"/>
                      </a:lnTo>
                      <a:close/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488" name="Group 487">
                  <a:extLst>
                    <a:ext uri="{FF2B5EF4-FFF2-40B4-BE49-F238E27FC236}">
                      <a16:creationId xmlns:a16="http://schemas.microsoft.com/office/drawing/2014/main" id="{5565CA7F-5D36-B69A-0E6B-A6C5F09112F8}"/>
                    </a:ext>
                  </a:extLst>
                </p:cNvPr>
                <p:cNvGrpSpPr/>
                <p:nvPr/>
              </p:nvGrpSpPr>
              <p:grpSpPr>
                <a:xfrm>
                  <a:off x="6274152" y="623453"/>
                  <a:ext cx="1466077" cy="2022249"/>
                  <a:chOff x="6274152" y="623453"/>
                  <a:chExt cx="1466077" cy="2022249"/>
                </a:xfrm>
              </p:grpSpPr>
              <p:sp>
                <p:nvSpPr>
                  <p:cNvPr id="489" name="Rectangle 35">
                    <a:extLst>
                      <a:ext uri="{FF2B5EF4-FFF2-40B4-BE49-F238E27FC236}">
                        <a16:creationId xmlns:a16="http://schemas.microsoft.com/office/drawing/2014/main" id="{003C469C-3F8D-FEC9-9075-C569652DB9DB}"/>
                      </a:ext>
                    </a:extLst>
                  </p:cNvPr>
                  <p:cNvSpPr/>
                  <p:nvPr/>
                </p:nvSpPr>
                <p:spPr>
                  <a:xfrm>
                    <a:off x="6274152" y="623453"/>
                    <a:ext cx="1466077" cy="2022249"/>
                  </a:xfrm>
                  <a:custGeom>
                    <a:avLst/>
                    <a:gdLst>
                      <a:gd name="connsiteX0" fmla="*/ 0 w 914400"/>
                      <a:gd name="connsiteY0" fmla="*/ 0 h 914400"/>
                      <a:gd name="connsiteX1" fmla="*/ 914400 w 914400"/>
                      <a:gd name="connsiteY1" fmla="*/ 0 h 914400"/>
                      <a:gd name="connsiteX2" fmla="*/ 914400 w 914400"/>
                      <a:gd name="connsiteY2" fmla="*/ 914400 h 914400"/>
                      <a:gd name="connsiteX3" fmla="*/ 0 w 914400"/>
                      <a:gd name="connsiteY3" fmla="*/ 914400 h 914400"/>
                      <a:gd name="connsiteX4" fmla="*/ 0 w 914400"/>
                      <a:gd name="connsiteY4" fmla="*/ 0 h 914400"/>
                      <a:gd name="connsiteX0" fmla="*/ 0 w 914400"/>
                      <a:gd name="connsiteY0" fmla="*/ 0 h 1407886"/>
                      <a:gd name="connsiteX1" fmla="*/ 914400 w 914400"/>
                      <a:gd name="connsiteY1" fmla="*/ 0 h 1407886"/>
                      <a:gd name="connsiteX2" fmla="*/ 914400 w 914400"/>
                      <a:gd name="connsiteY2" fmla="*/ 914400 h 1407886"/>
                      <a:gd name="connsiteX3" fmla="*/ 174172 w 914400"/>
                      <a:gd name="connsiteY3" fmla="*/ 1407886 h 1407886"/>
                      <a:gd name="connsiteX4" fmla="*/ 0 w 914400"/>
                      <a:gd name="connsiteY4" fmla="*/ 0 h 1407886"/>
                      <a:gd name="connsiteX0" fmla="*/ 0 w 914400"/>
                      <a:gd name="connsiteY0" fmla="*/ 508000 h 1915886"/>
                      <a:gd name="connsiteX1" fmla="*/ 725715 w 914400"/>
                      <a:gd name="connsiteY1" fmla="*/ 0 h 1915886"/>
                      <a:gd name="connsiteX2" fmla="*/ 914400 w 914400"/>
                      <a:gd name="connsiteY2" fmla="*/ 1422400 h 1915886"/>
                      <a:gd name="connsiteX3" fmla="*/ 174172 w 914400"/>
                      <a:gd name="connsiteY3" fmla="*/ 1915886 h 1915886"/>
                      <a:gd name="connsiteX4" fmla="*/ 0 w 914400"/>
                      <a:gd name="connsiteY4" fmla="*/ 508000 h 1915886"/>
                      <a:gd name="connsiteX0" fmla="*/ 0 w 725715"/>
                      <a:gd name="connsiteY0" fmla="*/ 508000 h 1915886"/>
                      <a:gd name="connsiteX1" fmla="*/ 725715 w 725715"/>
                      <a:gd name="connsiteY1" fmla="*/ 0 h 1915886"/>
                      <a:gd name="connsiteX2" fmla="*/ 174172 w 725715"/>
                      <a:gd name="connsiteY2" fmla="*/ 1915886 h 1915886"/>
                      <a:gd name="connsiteX3" fmla="*/ 0 w 725715"/>
                      <a:gd name="connsiteY3" fmla="*/ 508000 h 1915886"/>
                      <a:gd name="connsiteX0" fmla="*/ 0 w 916446"/>
                      <a:gd name="connsiteY0" fmla="*/ 508000 h 1915886"/>
                      <a:gd name="connsiteX1" fmla="*/ 725715 w 916446"/>
                      <a:gd name="connsiteY1" fmla="*/ 0 h 1915886"/>
                      <a:gd name="connsiteX2" fmla="*/ 174172 w 916446"/>
                      <a:gd name="connsiteY2" fmla="*/ 1915886 h 1915886"/>
                      <a:gd name="connsiteX3" fmla="*/ 0 w 916446"/>
                      <a:gd name="connsiteY3" fmla="*/ 508000 h 1915886"/>
                      <a:gd name="connsiteX0" fmla="*/ 0 w 1059677"/>
                      <a:gd name="connsiteY0" fmla="*/ 508000 h 1915886"/>
                      <a:gd name="connsiteX1" fmla="*/ 725715 w 1059677"/>
                      <a:gd name="connsiteY1" fmla="*/ 0 h 1915886"/>
                      <a:gd name="connsiteX2" fmla="*/ 174172 w 1059677"/>
                      <a:gd name="connsiteY2" fmla="*/ 1915886 h 1915886"/>
                      <a:gd name="connsiteX3" fmla="*/ 0 w 1059677"/>
                      <a:gd name="connsiteY3" fmla="*/ 508000 h 1915886"/>
                      <a:gd name="connsiteX0" fmla="*/ 0 w 1466077"/>
                      <a:gd name="connsiteY0" fmla="*/ 508000 h 1915886"/>
                      <a:gd name="connsiteX1" fmla="*/ 1132115 w 1466077"/>
                      <a:gd name="connsiteY1" fmla="*/ 0 h 1915886"/>
                      <a:gd name="connsiteX2" fmla="*/ 580572 w 1466077"/>
                      <a:gd name="connsiteY2" fmla="*/ 1915886 h 1915886"/>
                      <a:gd name="connsiteX3" fmla="*/ 0 w 1466077"/>
                      <a:gd name="connsiteY3" fmla="*/ 508000 h 1915886"/>
                      <a:gd name="connsiteX0" fmla="*/ 0 w 1466077"/>
                      <a:gd name="connsiteY0" fmla="*/ 508000 h 1915886"/>
                      <a:gd name="connsiteX1" fmla="*/ 1132115 w 1466077"/>
                      <a:gd name="connsiteY1" fmla="*/ 0 h 1915886"/>
                      <a:gd name="connsiteX2" fmla="*/ 580572 w 1466077"/>
                      <a:gd name="connsiteY2" fmla="*/ 1915886 h 1915886"/>
                      <a:gd name="connsiteX3" fmla="*/ 0 w 1466077"/>
                      <a:gd name="connsiteY3" fmla="*/ 508000 h 1915886"/>
                      <a:gd name="connsiteX0" fmla="*/ 0 w 1466077"/>
                      <a:gd name="connsiteY0" fmla="*/ 623545 h 2031431"/>
                      <a:gd name="connsiteX1" fmla="*/ 1132115 w 1466077"/>
                      <a:gd name="connsiteY1" fmla="*/ 115545 h 2031431"/>
                      <a:gd name="connsiteX2" fmla="*/ 580572 w 1466077"/>
                      <a:gd name="connsiteY2" fmla="*/ 2031431 h 2031431"/>
                      <a:gd name="connsiteX3" fmla="*/ 0 w 1466077"/>
                      <a:gd name="connsiteY3" fmla="*/ 623545 h 2031431"/>
                      <a:gd name="connsiteX0" fmla="*/ 0 w 1466077"/>
                      <a:gd name="connsiteY0" fmla="*/ 539840 h 1947726"/>
                      <a:gd name="connsiteX1" fmla="*/ 1132115 w 1466077"/>
                      <a:gd name="connsiteY1" fmla="*/ 31840 h 1947726"/>
                      <a:gd name="connsiteX2" fmla="*/ 580572 w 1466077"/>
                      <a:gd name="connsiteY2" fmla="*/ 1947726 h 1947726"/>
                      <a:gd name="connsiteX3" fmla="*/ 0 w 1466077"/>
                      <a:gd name="connsiteY3" fmla="*/ 539840 h 1947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66077" h="1947726">
                        <a:moveTo>
                          <a:pt x="0" y="539840"/>
                        </a:moveTo>
                        <a:cubicBezTo>
                          <a:pt x="333829" y="-64921"/>
                          <a:pt x="1016000" y="-29241"/>
                          <a:pt x="1132115" y="31840"/>
                        </a:cubicBezTo>
                        <a:cubicBezTo>
                          <a:pt x="1369182" y="60869"/>
                          <a:pt x="1969105" y="1076868"/>
                          <a:pt x="580572" y="1947726"/>
                        </a:cubicBezTo>
                        <a:lnTo>
                          <a:pt x="0" y="539840"/>
                        </a:lnTo>
                        <a:close/>
                      </a:path>
                    </a:pathLst>
                  </a:custGeom>
                  <a:solidFill>
                    <a:srgbClr val="FDBA66"/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90" name="Freeform: Shape 489">
                    <a:extLst>
                      <a:ext uri="{FF2B5EF4-FFF2-40B4-BE49-F238E27FC236}">
                        <a16:creationId xmlns:a16="http://schemas.microsoft.com/office/drawing/2014/main" id="{6BF8744A-BF17-6780-45BB-41D3625D8326}"/>
                      </a:ext>
                    </a:extLst>
                  </p:cNvPr>
                  <p:cNvSpPr/>
                  <p:nvPr/>
                </p:nvSpPr>
                <p:spPr>
                  <a:xfrm>
                    <a:off x="6299381" y="1016852"/>
                    <a:ext cx="1185462" cy="1616104"/>
                  </a:xfrm>
                  <a:custGeom>
                    <a:avLst/>
                    <a:gdLst>
                      <a:gd name="connsiteX0" fmla="*/ 679031 w 1185462"/>
                      <a:gd name="connsiteY0" fmla="*/ 5 h 1616104"/>
                      <a:gd name="connsiteX1" fmla="*/ 1140999 w 1185462"/>
                      <a:gd name="connsiteY1" fmla="*/ 139206 h 1616104"/>
                      <a:gd name="connsiteX2" fmla="*/ 763757 w 1185462"/>
                      <a:gd name="connsiteY2" fmla="*/ 1463934 h 1616104"/>
                      <a:gd name="connsiteX3" fmla="*/ 703320 w 1185462"/>
                      <a:gd name="connsiteY3" fmla="*/ 1520637 h 1616104"/>
                      <a:gd name="connsiteX4" fmla="*/ 689744 w 1185462"/>
                      <a:gd name="connsiteY4" fmla="*/ 1530932 h 1616104"/>
                      <a:gd name="connsiteX5" fmla="*/ 565323 w 1185462"/>
                      <a:gd name="connsiteY5" fmla="*/ 1616104 h 1616104"/>
                      <a:gd name="connsiteX6" fmla="*/ 0 w 1185462"/>
                      <a:gd name="connsiteY6" fmla="*/ 192743 h 1616104"/>
                      <a:gd name="connsiteX7" fmla="*/ 20068 w 1185462"/>
                      <a:gd name="connsiteY7" fmla="*/ 178944 h 1616104"/>
                      <a:gd name="connsiteX8" fmla="*/ 679031 w 1185462"/>
                      <a:gd name="connsiteY8" fmla="*/ 5 h 16161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85462" h="1616104">
                        <a:moveTo>
                          <a:pt x="679031" y="5"/>
                        </a:moveTo>
                        <a:cubicBezTo>
                          <a:pt x="889181" y="-557"/>
                          <a:pt x="1066500" y="51903"/>
                          <a:pt x="1140999" y="139206"/>
                        </a:cubicBezTo>
                        <a:cubicBezTo>
                          <a:pt x="1163357" y="286724"/>
                          <a:pt x="1345608" y="862372"/>
                          <a:pt x="763757" y="1463934"/>
                        </a:cubicBezTo>
                        <a:lnTo>
                          <a:pt x="703320" y="1520637"/>
                        </a:lnTo>
                        <a:lnTo>
                          <a:pt x="689744" y="1530932"/>
                        </a:lnTo>
                        <a:cubicBezTo>
                          <a:pt x="650164" y="1559446"/>
                          <a:pt x="608715" y="1587849"/>
                          <a:pt x="565323" y="1616104"/>
                        </a:cubicBezTo>
                        <a:lnTo>
                          <a:pt x="0" y="192743"/>
                        </a:lnTo>
                        <a:lnTo>
                          <a:pt x="20068" y="178944"/>
                        </a:lnTo>
                        <a:cubicBezTo>
                          <a:pt x="225897" y="54153"/>
                          <a:pt x="468880" y="568"/>
                          <a:pt x="679031" y="5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20000"/>
                      <a:lumOff val="80000"/>
                    </a:schemeClr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91" name="Freeform: Shape 490">
                    <a:extLst>
                      <a:ext uri="{FF2B5EF4-FFF2-40B4-BE49-F238E27FC236}">
                        <a16:creationId xmlns:a16="http://schemas.microsoft.com/office/drawing/2014/main" id="{05B77EFB-F53E-E051-5817-FB5261851BA6}"/>
                      </a:ext>
                    </a:extLst>
                  </p:cNvPr>
                  <p:cNvSpPr/>
                  <p:nvPr/>
                </p:nvSpPr>
                <p:spPr>
                  <a:xfrm>
                    <a:off x="6274152" y="637704"/>
                    <a:ext cx="1133350" cy="1863506"/>
                  </a:xfrm>
                  <a:custGeom>
                    <a:avLst/>
                    <a:gdLst>
                      <a:gd name="connsiteX0" fmla="*/ 953181 w 1133350"/>
                      <a:gd name="connsiteY0" fmla="*/ 417 h 1863506"/>
                      <a:gd name="connsiteX1" fmla="*/ 1132115 w 1133350"/>
                      <a:gd name="connsiteY1" fmla="*/ 33058 h 1863506"/>
                      <a:gd name="connsiteX2" fmla="*/ 1133350 w 1133350"/>
                      <a:gd name="connsiteY2" fmla="*/ 33504 h 1863506"/>
                      <a:gd name="connsiteX3" fmla="*/ 1053934 w 1133350"/>
                      <a:gd name="connsiteY3" fmla="*/ 102468 h 1863506"/>
                      <a:gd name="connsiteX4" fmla="*/ 755298 w 1133350"/>
                      <a:gd name="connsiteY4" fmla="*/ 576697 h 1863506"/>
                      <a:gd name="connsiteX5" fmla="*/ 837849 w 1133350"/>
                      <a:gd name="connsiteY5" fmla="*/ 760847 h 1863506"/>
                      <a:gd name="connsiteX6" fmla="*/ 869599 w 1133350"/>
                      <a:gd name="connsiteY6" fmla="*/ 964047 h 1863506"/>
                      <a:gd name="connsiteX7" fmla="*/ 875949 w 1133350"/>
                      <a:gd name="connsiteY7" fmla="*/ 1167247 h 1863506"/>
                      <a:gd name="connsiteX8" fmla="*/ 584822 w 1133350"/>
                      <a:gd name="connsiteY8" fmla="*/ 1773925 h 1863506"/>
                      <a:gd name="connsiteX9" fmla="*/ 517523 w 1133350"/>
                      <a:gd name="connsiteY9" fmla="*/ 1863506 h 1863506"/>
                      <a:gd name="connsiteX10" fmla="*/ 0 w 1133350"/>
                      <a:gd name="connsiteY10" fmla="*/ 560495 h 1863506"/>
                      <a:gd name="connsiteX11" fmla="*/ 953181 w 1133350"/>
                      <a:gd name="connsiteY11" fmla="*/ 417 h 1863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133350" h="1863506">
                        <a:moveTo>
                          <a:pt x="953181" y="417"/>
                        </a:moveTo>
                        <a:cubicBezTo>
                          <a:pt x="1038679" y="2997"/>
                          <a:pt x="1103086" y="17204"/>
                          <a:pt x="1132115" y="33058"/>
                        </a:cubicBezTo>
                        <a:lnTo>
                          <a:pt x="1133350" y="33504"/>
                        </a:lnTo>
                        <a:lnTo>
                          <a:pt x="1053934" y="102468"/>
                        </a:lnTo>
                        <a:cubicBezTo>
                          <a:pt x="928345" y="215000"/>
                          <a:pt x="774578" y="376745"/>
                          <a:pt x="755298" y="576697"/>
                        </a:cubicBezTo>
                        <a:cubicBezTo>
                          <a:pt x="869139" y="659102"/>
                          <a:pt x="856899" y="680414"/>
                          <a:pt x="837849" y="760847"/>
                        </a:cubicBezTo>
                        <a:cubicBezTo>
                          <a:pt x="818799" y="841280"/>
                          <a:pt x="887591" y="881497"/>
                          <a:pt x="869599" y="964047"/>
                        </a:cubicBezTo>
                        <a:cubicBezTo>
                          <a:pt x="851607" y="1046597"/>
                          <a:pt x="928407" y="1039044"/>
                          <a:pt x="875949" y="1167247"/>
                        </a:cubicBezTo>
                        <a:cubicBezTo>
                          <a:pt x="979825" y="1308751"/>
                          <a:pt x="744372" y="1571699"/>
                          <a:pt x="584822" y="1773925"/>
                        </a:cubicBezTo>
                        <a:lnTo>
                          <a:pt x="517523" y="1863506"/>
                        </a:lnTo>
                        <a:lnTo>
                          <a:pt x="0" y="560495"/>
                        </a:lnTo>
                        <a:cubicBezTo>
                          <a:pt x="250372" y="89570"/>
                          <a:pt x="696686" y="-7323"/>
                          <a:pt x="953181" y="417"/>
                        </a:cubicBezTo>
                        <a:close/>
                      </a:path>
                    </a:pathLst>
                  </a:custGeom>
                  <a:solidFill>
                    <a:srgbClr val="F9B651"/>
                  </a:solidFill>
                  <a:ln w="381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sp>
            <p:nvSpPr>
              <p:cNvPr id="358" name="Rectangle 2">
                <a:extLst>
                  <a:ext uri="{FF2B5EF4-FFF2-40B4-BE49-F238E27FC236}">
                    <a16:creationId xmlns:a16="http://schemas.microsoft.com/office/drawing/2014/main" id="{7CDD2462-8337-C4DC-C26D-3280E270DB87}"/>
                  </a:ext>
                </a:extLst>
              </p:cNvPr>
              <p:cNvSpPr/>
              <p:nvPr/>
            </p:nvSpPr>
            <p:spPr>
              <a:xfrm>
                <a:off x="-1707937" y="1037272"/>
                <a:ext cx="5092629" cy="4662530"/>
              </a:xfrm>
              <a:custGeom>
                <a:avLst/>
                <a:gdLst>
                  <a:gd name="connsiteX0" fmla="*/ 0 w 2699658"/>
                  <a:gd name="connsiteY0" fmla="*/ 0 h 4064000"/>
                  <a:gd name="connsiteX1" fmla="*/ 2699658 w 2699658"/>
                  <a:gd name="connsiteY1" fmla="*/ 0 h 4064000"/>
                  <a:gd name="connsiteX2" fmla="*/ 2699658 w 2699658"/>
                  <a:gd name="connsiteY2" fmla="*/ 4064000 h 4064000"/>
                  <a:gd name="connsiteX3" fmla="*/ 0 w 2699658"/>
                  <a:gd name="connsiteY3" fmla="*/ 4064000 h 4064000"/>
                  <a:gd name="connsiteX4" fmla="*/ 0 w 2699658"/>
                  <a:gd name="connsiteY4" fmla="*/ 0 h 4064000"/>
                  <a:gd name="connsiteX0" fmla="*/ 1451429 w 2699658"/>
                  <a:gd name="connsiteY0" fmla="*/ 0 h 4542971"/>
                  <a:gd name="connsiteX1" fmla="*/ 2699658 w 2699658"/>
                  <a:gd name="connsiteY1" fmla="*/ 478971 h 4542971"/>
                  <a:gd name="connsiteX2" fmla="*/ 2699658 w 2699658"/>
                  <a:gd name="connsiteY2" fmla="*/ 4542971 h 4542971"/>
                  <a:gd name="connsiteX3" fmla="*/ 0 w 2699658"/>
                  <a:gd name="connsiteY3" fmla="*/ 4542971 h 4542971"/>
                  <a:gd name="connsiteX4" fmla="*/ 1451429 w 2699658"/>
                  <a:gd name="connsiteY4" fmla="*/ 0 h 4542971"/>
                  <a:gd name="connsiteX0" fmla="*/ 0 w 3410858"/>
                  <a:gd name="connsiteY0" fmla="*/ 2307772 h 4064000"/>
                  <a:gd name="connsiteX1" fmla="*/ 3410858 w 3410858"/>
                  <a:gd name="connsiteY1" fmla="*/ 0 h 4064000"/>
                  <a:gd name="connsiteX2" fmla="*/ 3410858 w 3410858"/>
                  <a:gd name="connsiteY2" fmla="*/ 4064000 h 4064000"/>
                  <a:gd name="connsiteX3" fmla="*/ 711200 w 3410858"/>
                  <a:gd name="connsiteY3" fmla="*/ 4064000 h 4064000"/>
                  <a:gd name="connsiteX4" fmla="*/ 0 w 3410858"/>
                  <a:gd name="connsiteY4" fmla="*/ 2307772 h 4064000"/>
                  <a:gd name="connsiteX0" fmla="*/ 0 w 4484915"/>
                  <a:gd name="connsiteY0" fmla="*/ 87086 h 1843314"/>
                  <a:gd name="connsiteX1" fmla="*/ 4484915 w 4484915"/>
                  <a:gd name="connsiteY1" fmla="*/ 0 h 1843314"/>
                  <a:gd name="connsiteX2" fmla="*/ 3410858 w 4484915"/>
                  <a:gd name="connsiteY2" fmla="*/ 1843314 h 1843314"/>
                  <a:gd name="connsiteX3" fmla="*/ 711200 w 4484915"/>
                  <a:gd name="connsiteY3" fmla="*/ 1843314 h 1843314"/>
                  <a:gd name="connsiteX4" fmla="*/ 0 w 4484915"/>
                  <a:gd name="connsiteY4" fmla="*/ 87086 h 1843314"/>
                  <a:gd name="connsiteX0" fmla="*/ 0 w 4484915"/>
                  <a:gd name="connsiteY0" fmla="*/ 2096645 h 3852873"/>
                  <a:gd name="connsiteX1" fmla="*/ 4484915 w 4484915"/>
                  <a:gd name="connsiteY1" fmla="*/ 2009559 h 3852873"/>
                  <a:gd name="connsiteX2" fmla="*/ 3410858 w 4484915"/>
                  <a:gd name="connsiteY2" fmla="*/ 3852873 h 3852873"/>
                  <a:gd name="connsiteX3" fmla="*/ 711200 w 4484915"/>
                  <a:gd name="connsiteY3" fmla="*/ 3852873 h 3852873"/>
                  <a:gd name="connsiteX4" fmla="*/ 0 w 4484915"/>
                  <a:gd name="connsiteY4" fmla="*/ 2096645 h 3852873"/>
                  <a:gd name="connsiteX0" fmla="*/ 933 w 4485848"/>
                  <a:gd name="connsiteY0" fmla="*/ 2978158 h 4734386"/>
                  <a:gd name="connsiteX1" fmla="*/ 4485848 w 4485848"/>
                  <a:gd name="connsiteY1" fmla="*/ 2891072 h 4734386"/>
                  <a:gd name="connsiteX2" fmla="*/ 3411791 w 4485848"/>
                  <a:gd name="connsiteY2" fmla="*/ 4734386 h 4734386"/>
                  <a:gd name="connsiteX3" fmla="*/ 712133 w 4485848"/>
                  <a:gd name="connsiteY3" fmla="*/ 4734386 h 4734386"/>
                  <a:gd name="connsiteX4" fmla="*/ 933 w 4485848"/>
                  <a:gd name="connsiteY4" fmla="*/ 2978158 h 4734386"/>
                  <a:gd name="connsiteX0" fmla="*/ 886 w 4485801"/>
                  <a:gd name="connsiteY0" fmla="*/ 2871323 h 4627551"/>
                  <a:gd name="connsiteX1" fmla="*/ 4485801 w 4485801"/>
                  <a:gd name="connsiteY1" fmla="*/ 2784237 h 4627551"/>
                  <a:gd name="connsiteX2" fmla="*/ 3411744 w 4485801"/>
                  <a:gd name="connsiteY2" fmla="*/ 4627551 h 4627551"/>
                  <a:gd name="connsiteX3" fmla="*/ 712086 w 4485801"/>
                  <a:gd name="connsiteY3" fmla="*/ 4627551 h 4627551"/>
                  <a:gd name="connsiteX4" fmla="*/ 886 w 4485801"/>
                  <a:gd name="connsiteY4" fmla="*/ 2871323 h 4627551"/>
                  <a:gd name="connsiteX0" fmla="*/ 0 w 4484915"/>
                  <a:gd name="connsiteY0" fmla="*/ 2782396 h 4538624"/>
                  <a:gd name="connsiteX1" fmla="*/ 2074805 w 4484915"/>
                  <a:gd name="connsiteY1" fmla="*/ 81 h 4538624"/>
                  <a:gd name="connsiteX2" fmla="*/ 4484915 w 4484915"/>
                  <a:gd name="connsiteY2" fmla="*/ 2695310 h 4538624"/>
                  <a:gd name="connsiteX3" fmla="*/ 3410858 w 4484915"/>
                  <a:gd name="connsiteY3" fmla="*/ 4538624 h 4538624"/>
                  <a:gd name="connsiteX4" fmla="*/ 711200 w 4484915"/>
                  <a:gd name="connsiteY4" fmla="*/ 4538624 h 4538624"/>
                  <a:gd name="connsiteX5" fmla="*/ 0 w 4484915"/>
                  <a:gd name="connsiteY5" fmla="*/ 2782396 h 4538624"/>
                  <a:gd name="connsiteX0" fmla="*/ 0 w 4484915"/>
                  <a:gd name="connsiteY0" fmla="*/ 2782315 h 4538543"/>
                  <a:gd name="connsiteX1" fmla="*/ 2074805 w 4484915"/>
                  <a:gd name="connsiteY1" fmla="*/ 0 h 4538543"/>
                  <a:gd name="connsiteX2" fmla="*/ 4484915 w 4484915"/>
                  <a:gd name="connsiteY2" fmla="*/ 2695229 h 4538543"/>
                  <a:gd name="connsiteX3" fmla="*/ 3410858 w 4484915"/>
                  <a:gd name="connsiteY3" fmla="*/ 4538543 h 4538543"/>
                  <a:gd name="connsiteX4" fmla="*/ 711200 w 4484915"/>
                  <a:gd name="connsiteY4" fmla="*/ 4538543 h 4538543"/>
                  <a:gd name="connsiteX5" fmla="*/ 0 w 4484915"/>
                  <a:gd name="connsiteY5" fmla="*/ 2782315 h 4538543"/>
                  <a:gd name="connsiteX0" fmla="*/ 0 w 4484915"/>
                  <a:gd name="connsiteY0" fmla="*/ 2782315 h 4538543"/>
                  <a:gd name="connsiteX1" fmla="*/ 2074805 w 4484915"/>
                  <a:gd name="connsiteY1" fmla="*/ 0 h 4538543"/>
                  <a:gd name="connsiteX2" fmla="*/ 4484915 w 4484915"/>
                  <a:gd name="connsiteY2" fmla="*/ 2695229 h 4538543"/>
                  <a:gd name="connsiteX3" fmla="*/ 3410858 w 4484915"/>
                  <a:gd name="connsiteY3" fmla="*/ 4538543 h 4538543"/>
                  <a:gd name="connsiteX4" fmla="*/ 711200 w 4484915"/>
                  <a:gd name="connsiteY4" fmla="*/ 4538543 h 4538543"/>
                  <a:gd name="connsiteX5" fmla="*/ 0 w 4484915"/>
                  <a:gd name="connsiteY5" fmla="*/ 2782315 h 4538543"/>
                  <a:gd name="connsiteX0" fmla="*/ 0 w 4484915"/>
                  <a:gd name="connsiteY0" fmla="*/ 2782315 h 4662530"/>
                  <a:gd name="connsiteX1" fmla="*/ 2074805 w 4484915"/>
                  <a:gd name="connsiteY1" fmla="*/ 0 h 4662530"/>
                  <a:gd name="connsiteX2" fmla="*/ 4484915 w 4484915"/>
                  <a:gd name="connsiteY2" fmla="*/ 2695229 h 4662530"/>
                  <a:gd name="connsiteX3" fmla="*/ 3410858 w 4484915"/>
                  <a:gd name="connsiteY3" fmla="*/ 4538543 h 4662530"/>
                  <a:gd name="connsiteX4" fmla="*/ 2183539 w 4484915"/>
                  <a:gd name="connsiteY4" fmla="*/ 4662530 h 4662530"/>
                  <a:gd name="connsiteX5" fmla="*/ 0 w 4484915"/>
                  <a:gd name="connsiteY5" fmla="*/ 2782315 h 4662530"/>
                  <a:gd name="connsiteX0" fmla="*/ 0 w 4484915"/>
                  <a:gd name="connsiteY0" fmla="*/ 2782315 h 4662530"/>
                  <a:gd name="connsiteX1" fmla="*/ 2074805 w 4484915"/>
                  <a:gd name="connsiteY1" fmla="*/ 0 h 4662530"/>
                  <a:gd name="connsiteX2" fmla="*/ 4484915 w 4484915"/>
                  <a:gd name="connsiteY2" fmla="*/ 2695229 h 4662530"/>
                  <a:gd name="connsiteX3" fmla="*/ 2183539 w 4484915"/>
                  <a:gd name="connsiteY3" fmla="*/ 4662530 h 4662530"/>
                  <a:gd name="connsiteX4" fmla="*/ 0 w 4484915"/>
                  <a:gd name="connsiteY4" fmla="*/ 2782315 h 4662530"/>
                  <a:gd name="connsiteX0" fmla="*/ 0 w 4543779"/>
                  <a:gd name="connsiteY0" fmla="*/ 2782315 h 4662530"/>
                  <a:gd name="connsiteX1" fmla="*/ 2074805 w 4543779"/>
                  <a:gd name="connsiteY1" fmla="*/ 0 h 4662530"/>
                  <a:gd name="connsiteX2" fmla="*/ 4484915 w 4543779"/>
                  <a:gd name="connsiteY2" fmla="*/ 2695229 h 4662530"/>
                  <a:gd name="connsiteX3" fmla="*/ 2183539 w 4543779"/>
                  <a:gd name="connsiteY3" fmla="*/ 4662530 h 4662530"/>
                  <a:gd name="connsiteX4" fmla="*/ 0 w 4543779"/>
                  <a:gd name="connsiteY4" fmla="*/ 2782315 h 4662530"/>
                  <a:gd name="connsiteX0" fmla="*/ 0 w 4719972"/>
                  <a:gd name="connsiteY0" fmla="*/ 2782315 h 4662530"/>
                  <a:gd name="connsiteX1" fmla="*/ 2074805 w 4719972"/>
                  <a:gd name="connsiteY1" fmla="*/ 0 h 4662530"/>
                  <a:gd name="connsiteX2" fmla="*/ 4484915 w 4719972"/>
                  <a:gd name="connsiteY2" fmla="*/ 2695229 h 4662530"/>
                  <a:gd name="connsiteX3" fmla="*/ 2183539 w 4719972"/>
                  <a:gd name="connsiteY3" fmla="*/ 4662530 h 4662530"/>
                  <a:gd name="connsiteX4" fmla="*/ 0 w 4719972"/>
                  <a:gd name="connsiteY4" fmla="*/ 2782315 h 4662530"/>
                  <a:gd name="connsiteX0" fmla="*/ 6682 w 4726654"/>
                  <a:gd name="connsiteY0" fmla="*/ 2782315 h 4662530"/>
                  <a:gd name="connsiteX1" fmla="*/ 2081487 w 4726654"/>
                  <a:gd name="connsiteY1" fmla="*/ 0 h 4662530"/>
                  <a:gd name="connsiteX2" fmla="*/ 4491597 w 4726654"/>
                  <a:gd name="connsiteY2" fmla="*/ 2695229 h 4662530"/>
                  <a:gd name="connsiteX3" fmla="*/ 2190221 w 4726654"/>
                  <a:gd name="connsiteY3" fmla="*/ 4662530 h 4662530"/>
                  <a:gd name="connsiteX4" fmla="*/ 6682 w 4726654"/>
                  <a:gd name="connsiteY4" fmla="*/ 2782315 h 4662530"/>
                  <a:gd name="connsiteX0" fmla="*/ 261948 w 4981920"/>
                  <a:gd name="connsiteY0" fmla="*/ 2782315 h 4662530"/>
                  <a:gd name="connsiteX1" fmla="*/ 2336753 w 4981920"/>
                  <a:gd name="connsiteY1" fmla="*/ 0 h 4662530"/>
                  <a:gd name="connsiteX2" fmla="*/ 4746863 w 4981920"/>
                  <a:gd name="connsiteY2" fmla="*/ 2695229 h 4662530"/>
                  <a:gd name="connsiteX3" fmla="*/ 2445487 w 4981920"/>
                  <a:gd name="connsiteY3" fmla="*/ 4662530 h 4662530"/>
                  <a:gd name="connsiteX4" fmla="*/ 261948 w 4981920"/>
                  <a:gd name="connsiteY4" fmla="*/ 2782315 h 4662530"/>
                  <a:gd name="connsiteX0" fmla="*/ 261948 w 5092629"/>
                  <a:gd name="connsiteY0" fmla="*/ 2782315 h 4662530"/>
                  <a:gd name="connsiteX1" fmla="*/ 2336753 w 5092629"/>
                  <a:gd name="connsiteY1" fmla="*/ 0 h 4662530"/>
                  <a:gd name="connsiteX2" fmla="*/ 4746863 w 5092629"/>
                  <a:gd name="connsiteY2" fmla="*/ 2695229 h 4662530"/>
                  <a:gd name="connsiteX3" fmla="*/ 2445487 w 5092629"/>
                  <a:gd name="connsiteY3" fmla="*/ 4662530 h 4662530"/>
                  <a:gd name="connsiteX4" fmla="*/ 261948 w 5092629"/>
                  <a:gd name="connsiteY4" fmla="*/ 2782315 h 4662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92629" h="4662530">
                    <a:moveTo>
                      <a:pt x="261948" y="2782315"/>
                    </a:moveTo>
                    <a:cubicBezTo>
                      <a:pt x="520212" y="2012976"/>
                      <a:pt x="209918" y="200494"/>
                      <a:pt x="2336753" y="0"/>
                    </a:cubicBezTo>
                    <a:cubicBezTo>
                      <a:pt x="4959533" y="186964"/>
                      <a:pt x="4555184" y="1925890"/>
                      <a:pt x="4746863" y="2695229"/>
                    </a:cubicBezTo>
                    <a:cubicBezTo>
                      <a:pt x="4723657" y="2793057"/>
                      <a:pt x="6436260" y="4177244"/>
                      <a:pt x="2445487" y="4662530"/>
                    </a:cubicBezTo>
                    <a:cubicBezTo>
                      <a:pt x="-1211538" y="4283765"/>
                      <a:pt x="338866" y="3052592"/>
                      <a:pt x="261948" y="2782315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4D5E506B-F113-9857-BA72-73E1FDC8F36F}"/>
                  </a:ext>
                </a:extLst>
              </p:cNvPr>
              <p:cNvGrpSpPr/>
              <p:nvPr/>
            </p:nvGrpSpPr>
            <p:grpSpPr>
              <a:xfrm>
                <a:off x="230311" y="5014141"/>
                <a:ext cx="195570" cy="206945"/>
                <a:chOff x="4421133" y="4503811"/>
                <a:chExt cx="195570" cy="206945"/>
              </a:xfrm>
              <a:solidFill>
                <a:srgbClr val="FDBA66"/>
              </a:solidFill>
            </p:grpSpPr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E4C0C214-CF63-8236-6E6F-D9C904DDFA9B}"/>
                    </a:ext>
                  </a:extLst>
                </p:cNvPr>
                <p:cNvSpPr/>
                <p:nvPr/>
              </p:nvSpPr>
              <p:spPr>
                <a:xfrm flipH="1">
                  <a:off x="4566397" y="4598294"/>
                  <a:ext cx="50306" cy="5030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457BC7F1-8D2A-DD00-6A98-ABF751D1A97D}"/>
                    </a:ext>
                  </a:extLst>
                </p:cNvPr>
                <p:cNvSpPr/>
                <p:nvPr/>
              </p:nvSpPr>
              <p:spPr>
                <a:xfrm flipH="1">
                  <a:off x="4421133" y="4503811"/>
                  <a:ext cx="50306" cy="5030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2BB59EE8-8067-EAC0-218E-26DD3CB3CB89}"/>
                    </a:ext>
                  </a:extLst>
                </p:cNvPr>
                <p:cNvSpPr/>
                <p:nvPr/>
              </p:nvSpPr>
              <p:spPr>
                <a:xfrm flipH="1">
                  <a:off x="4446286" y="4660450"/>
                  <a:ext cx="50306" cy="5030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4515D0D0-0385-17F3-0BF5-A625D248EAE0}"/>
                  </a:ext>
                </a:extLst>
              </p:cNvPr>
              <p:cNvSpPr/>
              <p:nvPr/>
            </p:nvSpPr>
            <p:spPr>
              <a:xfrm rot="8366155">
                <a:off x="150329" y="4325082"/>
                <a:ext cx="286498" cy="23022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465605 w 465605"/>
                  <a:gd name="connsiteY0" fmla="*/ 0 h 446780"/>
                  <a:gd name="connsiteX1" fmla="*/ 0 w 465605"/>
                  <a:gd name="connsiteY1" fmla="*/ 446780 h 446780"/>
                  <a:gd name="connsiteX0" fmla="*/ 286498 w 286498"/>
                  <a:gd name="connsiteY0" fmla="*/ 0 h 230223"/>
                  <a:gd name="connsiteX1" fmla="*/ 0 w 286498"/>
                  <a:gd name="connsiteY1" fmla="*/ 230223 h 230223"/>
                  <a:gd name="connsiteX0" fmla="*/ 286498 w 286498"/>
                  <a:gd name="connsiteY0" fmla="*/ 0 h 230223"/>
                  <a:gd name="connsiteX1" fmla="*/ 0 w 286498"/>
                  <a:gd name="connsiteY1" fmla="*/ 230223 h 230223"/>
                  <a:gd name="connsiteX0" fmla="*/ 286498 w 286498"/>
                  <a:gd name="connsiteY0" fmla="*/ 0 h 230223"/>
                  <a:gd name="connsiteX1" fmla="*/ 0 w 286498"/>
                  <a:gd name="connsiteY1" fmla="*/ 230223 h 23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6498" h="230223">
                    <a:moveTo>
                      <a:pt x="286498" y="0"/>
                    </a:moveTo>
                    <a:cubicBezTo>
                      <a:pt x="223116" y="33758"/>
                      <a:pt x="51722" y="54216"/>
                      <a:pt x="0" y="230223"/>
                    </a:cubicBez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990D2A2B-757F-F787-A337-9F09844235BB}"/>
                  </a:ext>
                </a:extLst>
              </p:cNvPr>
              <p:cNvGrpSpPr/>
              <p:nvPr/>
            </p:nvGrpSpPr>
            <p:grpSpPr>
              <a:xfrm>
                <a:off x="-1593241" y="4460714"/>
                <a:ext cx="655180" cy="698215"/>
                <a:chOff x="2597581" y="3950384"/>
                <a:chExt cx="655180" cy="698215"/>
              </a:xfrm>
              <a:solidFill>
                <a:srgbClr val="F9B651"/>
              </a:solidFill>
            </p:grpSpPr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A1B37684-40D6-8B84-0238-B3A1187F0043}"/>
                    </a:ext>
                  </a:extLst>
                </p:cNvPr>
                <p:cNvSpPr/>
                <p:nvPr/>
              </p:nvSpPr>
              <p:spPr>
                <a:xfrm flipH="1">
                  <a:off x="3132652" y="4364383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BA4796DB-AF82-419A-41EC-5CEAD3A4D0E0}"/>
                    </a:ext>
                  </a:extLst>
                </p:cNvPr>
                <p:cNvSpPr/>
                <p:nvPr/>
              </p:nvSpPr>
              <p:spPr>
                <a:xfrm flipH="1">
                  <a:off x="3132651" y="4500562"/>
                  <a:ext cx="120110" cy="148037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E09F6927-18AF-4A82-1D6E-AF36855057E1}"/>
                    </a:ext>
                  </a:extLst>
                </p:cNvPr>
                <p:cNvSpPr/>
                <p:nvPr/>
              </p:nvSpPr>
              <p:spPr>
                <a:xfrm flipH="1">
                  <a:off x="2933446" y="4412209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6F511D32-1F7D-EC2D-B994-7E21BD652CAD}"/>
                    </a:ext>
                  </a:extLst>
                </p:cNvPr>
                <p:cNvSpPr/>
                <p:nvPr/>
              </p:nvSpPr>
              <p:spPr>
                <a:xfrm rot="19660011" flipH="1">
                  <a:off x="2691970" y="4146887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1B0044C9-109F-CEBB-5EAC-5184AF8EAECA}"/>
                    </a:ext>
                  </a:extLst>
                </p:cNvPr>
                <p:cNvSpPr/>
                <p:nvPr/>
              </p:nvSpPr>
              <p:spPr>
                <a:xfrm flipH="1">
                  <a:off x="3005327" y="4167691"/>
                  <a:ext cx="165825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02A6F2B2-FD3F-B4C0-2623-7054A828293E}"/>
                    </a:ext>
                  </a:extLst>
                </p:cNvPr>
                <p:cNvSpPr/>
                <p:nvPr/>
              </p:nvSpPr>
              <p:spPr>
                <a:xfrm flipH="1">
                  <a:off x="2597581" y="3950384"/>
                  <a:ext cx="142564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12C3537A-A579-6E6E-D6A0-E53AB414F2EE}"/>
                  </a:ext>
                </a:extLst>
              </p:cNvPr>
              <p:cNvGrpSpPr/>
              <p:nvPr/>
            </p:nvGrpSpPr>
            <p:grpSpPr>
              <a:xfrm>
                <a:off x="-1082707" y="2190674"/>
                <a:ext cx="1309538" cy="1934867"/>
                <a:chOff x="2996110" y="2396963"/>
                <a:chExt cx="1309538" cy="1934867"/>
              </a:xfrm>
            </p:grpSpPr>
            <p:sp>
              <p:nvSpPr>
                <p:cNvPr id="470" name="Rectangle 19">
                  <a:extLst>
                    <a:ext uri="{FF2B5EF4-FFF2-40B4-BE49-F238E27FC236}">
                      <a16:creationId xmlns:a16="http://schemas.microsoft.com/office/drawing/2014/main" id="{A3504C31-FD20-860B-E7E8-F72653A9549F}"/>
                    </a:ext>
                  </a:extLst>
                </p:cNvPr>
                <p:cNvSpPr/>
                <p:nvPr/>
              </p:nvSpPr>
              <p:spPr>
                <a:xfrm>
                  <a:off x="3124596" y="2396963"/>
                  <a:ext cx="1128034" cy="1848484"/>
                </a:xfrm>
                <a:custGeom>
                  <a:avLst/>
                  <a:gdLst>
                    <a:gd name="connsiteX0" fmla="*/ 0 w 846166"/>
                    <a:gd name="connsiteY0" fmla="*/ 0 h 535854"/>
                    <a:gd name="connsiteX1" fmla="*/ 846166 w 846166"/>
                    <a:gd name="connsiteY1" fmla="*/ 0 h 535854"/>
                    <a:gd name="connsiteX2" fmla="*/ 846166 w 846166"/>
                    <a:gd name="connsiteY2" fmla="*/ 535854 h 535854"/>
                    <a:gd name="connsiteX3" fmla="*/ 0 w 846166"/>
                    <a:gd name="connsiteY3" fmla="*/ 535854 h 535854"/>
                    <a:gd name="connsiteX4" fmla="*/ 0 w 846166"/>
                    <a:gd name="connsiteY4" fmla="*/ 0 h 535854"/>
                    <a:gd name="connsiteX0" fmla="*/ 152400 w 998566"/>
                    <a:gd name="connsiteY0" fmla="*/ 0 h 535854"/>
                    <a:gd name="connsiteX1" fmla="*/ 998566 w 998566"/>
                    <a:gd name="connsiteY1" fmla="*/ 0 h 535854"/>
                    <a:gd name="connsiteX2" fmla="*/ 998566 w 998566"/>
                    <a:gd name="connsiteY2" fmla="*/ 535854 h 535854"/>
                    <a:gd name="connsiteX3" fmla="*/ 0 w 998566"/>
                    <a:gd name="connsiteY3" fmla="*/ 264392 h 535854"/>
                    <a:gd name="connsiteX4" fmla="*/ 152400 w 998566"/>
                    <a:gd name="connsiteY4" fmla="*/ 0 h 535854"/>
                    <a:gd name="connsiteX0" fmla="*/ 14287 w 998566"/>
                    <a:gd name="connsiteY0" fmla="*/ 0 h 1107354"/>
                    <a:gd name="connsiteX1" fmla="*/ 998566 w 998566"/>
                    <a:gd name="connsiteY1" fmla="*/ 571500 h 1107354"/>
                    <a:gd name="connsiteX2" fmla="*/ 998566 w 998566"/>
                    <a:gd name="connsiteY2" fmla="*/ 1107354 h 1107354"/>
                    <a:gd name="connsiteX3" fmla="*/ 0 w 998566"/>
                    <a:gd name="connsiteY3" fmla="*/ 835892 h 1107354"/>
                    <a:gd name="connsiteX4" fmla="*/ 14287 w 998566"/>
                    <a:gd name="connsiteY4" fmla="*/ 0 h 1107354"/>
                    <a:gd name="connsiteX0" fmla="*/ 14287 w 998566"/>
                    <a:gd name="connsiteY0" fmla="*/ 0 h 964479"/>
                    <a:gd name="connsiteX1" fmla="*/ 998566 w 998566"/>
                    <a:gd name="connsiteY1" fmla="*/ 571500 h 964479"/>
                    <a:gd name="connsiteX2" fmla="*/ 798541 w 998566"/>
                    <a:gd name="connsiteY2" fmla="*/ 964479 h 964479"/>
                    <a:gd name="connsiteX3" fmla="*/ 0 w 998566"/>
                    <a:gd name="connsiteY3" fmla="*/ 835892 h 964479"/>
                    <a:gd name="connsiteX4" fmla="*/ 14287 w 998566"/>
                    <a:gd name="connsiteY4" fmla="*/ 0 h 964479"/>
                    <a:gd name="connsiteX0" fmla="*/ 14287 w 998566"/>
                    <a:gd name="connsiteY0" fmla="*/ 0 h 997817"/>
                    <a:gd name="connsiteX1" fmla="*/ 998566 w 998566"/>
                    <a:gd name="connsiteY1" fmla="*/ 571500 h 997817"/>
                    <a:gd name="connsiteX2" fmla="*/ 769966 w 998566"/>
                    <a:gd name="connsiteY2" fmla="*/ 997817 h 997817"/>
                    <a:gd name="connsiteX3" fmla="*/ 0 w 998566"/>
                    <a:gd name="connsiteY3" fmla="*/ 835892 h 997817"/>
                    <a:gd name="connsiteX4" fmla="*/ 14287 w 998566"/>
                    <a:gd name="connsiteY4" fmla="*/ 0 h 997817"/>
                    <a:gd name="connsiteX0" fmla="*/ 461962 w 998566"/>
                    <a:gd name="connsiteY0" fmla="*/ 0 h 1845542"/>
                    <a:gd name="connsiteX1" fmla="*/ 998566 w 998566"/>
                    <a:gd name="connsiteY1" fmla="*/ 1419225 h 1845542"/>
                    <a:gd name="connsiteX2" fmla="*/ 769966 w 998566"/>
                    <a:gd name="connsiteY2" fmla="*/ 1845542 h 1845542"/>
                    <a:gd name="connsiteX3" fmla="*/ 0 w 998566"/>
                    <a:gd name="connsiteY3" fmla="*/ 1683617 h 1845542"/>
                    <a:gd name="connsiteX4" fmla="*/ 461962 w 998566"/>
                    <a:gd name="connsiteY4" fmla="*/ 0 h 1845542"/>
                    <a:gd name="connsiteX0" fmla="*/ 461962 w 769966"/>
                    <a:gd name="connsiteY0" fmla="*/ 0 h 1845542"/>
                    <a:gd name="connsiteX1" fmla="*/ 769966 w 769966"/>
                    <a:gd name="connsiteY1" fmla="*/ 1845542 h 1845542"/>
                    <a:gd name="connsiteX2" fmla="*/ 0 w 769966"/>
                    <a:gd name="connsiteY2" fmla="*/ 1683617 h 1845542"/>
                    <a:gd name="connsiteX3" fmla="*/ 461962 w 769966"/>
                    <a:gd name="connsiteY3" fmla="*/ 0 h 1845542"/>
                    <a:gd name="connsiteX0" fmla="*/ 461962 w 769966"/>
                    <a:gd name="connsiteY0" fmla="*/ 3535 h 1849077"/>
                    <a:gd name="connsiteX1" fmla="*/ 769966 w 769966"/>
                    <a:gd name="connsiteY1" fmla="*/ 1849077 h 1849077"/>
                    <a:gd name="connsiteX2" fmla="*/ 0 w 769966"/>
                    <a:gd name="connsiteY2" fmla="*/ 1687152 h 1849077"/>
                    <a:gd name="connsiteX3" fmla="*/ 461962 w 769966"/>
                    <a:gd name="connsiteY3" fmla="*/ 3535 h 1849077"/>
                    <a:gd name="connsiteX0" fmla="*/ 461962 w 869917"/>
                    <a:gd name="connsiteY0" fmla="*/ 3535 h 1849077"/>
                    <a:gd name="connsiteX1" fmla="*/ 769966 w 869917"/>
                    <a:gd name="connsiteY1" fmla="*/ 1849077 h 1849077"/>
                    <a:gd name="connsiteX2" fmla="*/ 0 w 869917"/>
                    <a:gd name="connsiteY2" fmla="*/ 1687152 h 1849077"/>
                    <a:gd name="connsiteX3" fmla="*/ 461962 w 869917"/>
                    <a:gd name="connsiteY3" fmla="*/ 3535 h 1849077"/>
                    <a:gd name="connsiteX0" fmla="*/ 461962 w 988162"/>
                    <a:gd name="connsiteY0" fmla="*/ 3535 h 1849077"/>
                    <a:gd name="connsiteX1" fmla="*/ 769966 w 988162"/>
                    <a:gd name="connsiteY1" fmla="*/ 1849077 h 1849077"/>
                    <a:gd name="connsiteX2" fmla="*/ 0 w 988162"/>
                    <a:gd name="connsiteY2" fmla="*/ 1687152 h 1849077"/>
                    <a:gd name="connsiteX3" fmla="*/ 461962 w 988162"/>
                    <a:gd name="connsiteY3" fmla="*/ 3535 h 1849077"/>
                    <a:gd name="connsiteX0" fmla="*/ 601834 w 1128034"/>
                    <a:gd name="connsiteY0" fmla="*/ 2942 h 1848484"/>
                    <a:gd name="connsiteX1" fmla="*/ 909838 w 1128034"/>
                    <a:gd name="connsiteY1" fmla="*/ 1848484 h 1848484"/>
                    <a:gd name="connsiteX2" fmla="*/ 139872 w 1128034"/>
                    <a:gd name="connsiteY2" fmla="*/ 1686559 h 1848484"/>
                    <a:gd name="connsiteX3" fmla="*/ 601834 w 1128034"/>
                    <a:gd name="connsiteY3" fmla="*/ 2942 h 1848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8034" h="1848484">
                      <a:moveTo>
                        <a:pt x="601834" y="2942"/>
                      </a:moveTo>
                      <a:cubicBezTo>
                        <a:pt x="1361727" y="56148"/>
                        <a:pt x="1140545" y="1576203"/>
                        <a:pt x="909838" y="1848484"/>
                      </a:cubicBezTo>
                      <a:lnTo>
                        <a:pt x="139872" y="1686559"/>
                      </a:lnTo>
                      <a:cubicBezTo>
                        <a:pt x="-87141" y="1382528"/>
                        <a:pt x="-104603" y="-74027"/>
                        <a:pt x="601834" y="294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1" name="Rectangle 20">
                  <a:extLst>
                    <a:ext uri="{FF2B5EF4-FFF2-40B4-BE49-F238E27FC236}">
                      <a16:creationId xmlns:a16="http://schemas.microsoft.com/office/drawing/2014/main" id="{DDAE45FF-8CE3-76C7-F881-418947FEF51E}"/>
                    </a:ext>
                  </a:extLst>
                </p:cNvPr>
                <p:cNvSpPr/>
                <p:nvPr/>
              </p:nvSpPr>
              <p:spPr>
                <a:xfrm>
                  <a:off x="2996110" y="3966086"/>
                  <a:ext cx="1309538" cy="365744"/>
                </a:xfrm>
                <a:custGeom>
                  <a:avLst/>
                  <a:gdLst>
                    <a:gd name="connsiteX0" fmla="*/ 0 w 1351997"/>
                    <a:gd name="connsiteY0" fmla="*/ 0 h 709872"/>
                    <a:gd name="connsiteX1" fmla="*/ 1351997 w 1351997"/>
                    <a:gd name="connsiteY1" fmla="*/ 0 h 709872"/>
                    <a:gd name="connsiteX2" fmla="*/ 1351997 w 1351997"/>
                    <a:gd name="connsiteY2" fmla="*/ 709872 h 709872"/>
                    <a:gd name="connsiteX3" fmla="*/ 0 w 1351997"/>
                    <a:gd name="connsiteY3" fmla="*/ 709872 h 709872"/>
                    <a:gd name="connsiteX4" fmla="*/ 0 w 1351997"/>
                    <a:gd name="connsiteY4" fmla="*/ 0 h 709872"/>
                    <a:gd name="connsiteX0" fmla="*/ 0 w 1425022"/>
                    <a:gd name="connsiteY0" fmla="*/ 0 h 773372"/>
                    <a:gd name="connsiteX1" fmla="*/ 1425022 w 1425022"/>
                    <a:gd name="connsiteY1" fmla="*/ 63500 h 773372"/>
                    <a:gd name="connsiteX2" fmla="*/ 1425022 w 1425022"/>
                    <a:gd name="connsiteY2" fmla="*/ 773372 h 773372"/>
                    <a:gd name="connsiteX3" fmla="*/ 73025 w 1425022"/>
                    <a:gd name="connsiteY3" fmla="*/ 773372 h 773372"/>
                    <a:gd name="connsiteX4" fmla="*/ 0 w 1425022"/>
                    <a:gd name="connsiteY4" fmla="*/ 0 h 773372"/>
                    <a:gd name="connsiteX0" fmla="*/ 0 w 1425022"/>
                    <a:gd name="connsiteY0" fmla="*/ 0 h 773372"/>
                    <a:gd name="connsiteX1" fmla="*/ 1123397 w 1425022"/>
                    <a:gd name="connsiteY1" fmla="*/ 155575 h 773372"/>
                    <a:gd name="connsiteX2" fmla="*/ 1425022 w 1425022"/>
                    <a:gd name="connsiteY2" fmla="*/ 773372 h 773372"/>
                    <a:gd name="connsiteX3" fmla="*/ 73025 w 1425022"/>
                    <a:gd name="connsiteY3" fmla="*/ 773372 h 773372"/>
                    <a:gd name="connsiteX4" fmla="*/ 0 w 1425022"/>
                    <a:gd name="connsiteY4" fmla="*/ 0 h 773372"/>
                    <a:gd name="connsiteX0" fmla="*/ 0 w 1425022"/>
                    <a:gd name="connsiteY0" fmla="*/ 0 h 773372"/>
                    <a:gd name="connsiteX1" fmla="*/ 1224997 w 1425022"/>
                    <a:gd name="connsiteY1" fmla="*/ 142875 h 773372"/>
                    <a:gd name="connsiteX2" fmla="*/ 1425022 w 1425022"/>
                    <a:gd name="connsiteY2" fmla="*/ 773372 h 773372"/>
                    <a:gd name="connsiteX3" fmla="*/ 73025 w 1425022"/>
                    <a:gd name="connsiteY3" fmla="*/ 773372 h 773372"/>
                    <a:gd name="connsiteX4" fmla="*/ 0 w 1425022"/>
                    <a:gd name="connsiteY4" fmla="*/ 0 h 773372"/>
                    <a:gd name="connsiteX0" fmla="*/ 0 w 1425022"/>
                    <a:gd name="connsiteY0" fmla="*/ 72046 h 845418"/>
                    <a:gd name="connsiteX1" fmla="*/ 1224997 w 1425022"/>
                    <a:gd name="connsiteY1" fmla="*/ 214921 h 845418"/>
                    <a:gd name="connsiteX2" fmla="*/ 1425022 w 1425022"/>
                    <a:gd name="connsiteY2" fmla="*/ 845418 h 845418"/>
                    <a:gd name="connsiteX3" fmla="*/ 73025 w 1425022"/>
                    <a:gd name="connsiteY3" fmla="*/ 845418 h 845418"/>
                    <a:gd name="connsiteX4" fmla="*/ 0 w 1425022"/>
                    <a:gd name="connsiteY4" fmla="*/ 72046 h 845418"/>
                    <a:gd name="connsiteX0" fmla="*/ 0 w 1425022"/>
                    <a:gd name="connsiteY0" fmla="*/ 91791 h 865163"/>
                    <a:gd name="connsiteX1" fmla="*/ 1224997 w 1425022"/>
                    <a:gd name="connsiteY1" fmla="*/ 234666 h 865163"/>
                    <a:gd name="connsiteX2" fmla="*/ 1425022 w 1425022"/>
                    <a:gd name="connsiteY2" fmla="*/ 865163 h 865163"/>
                    <a:gd name="connsiteX3" fmla="*/ 73025 w 1425022"/>
                    <a:gd name="connsiteY3" fmla="*/ 865163 h 865163"/>
                    <a:gd name="connsiteX4" fmla="*/ 0 w 1425022"/>
                    <a:gd name="connsiteY4" fmla="*/ 91791 h 865163"/>
                    <a:gd name="connsiteX0" fmla="*/ 0 w 1425022"/>
                    <a:gd name="connsiteY0" fmla="*/ 91791 h 865163"/>
                    <a:gd name="connsiteX1" fmla="*/ 1224997 w 1425022"/>
                    <a:gd name="connsiteY1" fmla="*/ 234666 h 865163"/>
                    <a:gd name="connsiteX2" fmla="*/ 1425022 w 1425022"/>
                    <a:gd name="connsiteY2" fmla="*/ 865163 h 865163"/>
                    <a:gd name="connsiteX3" fmla="*/ 0 w 1425022"/>
                    <a:gd name="connsiteY3" fmla="*/ 91791 h 865163"/>
                    <a:gd name="connsiteX0" fmla="*/ 0 w 1224997"/>
                    <a:gd name="connsiteY0" fmla="*/ 91791 h 490513"/>
                    <a:gd name="connsiteX1" fmla="*/ 1224997 w 1224997"/>
                    <a:gd name="connsiteY1" fmla="*/ 234666 h 490513"/>
                    <a:gd name="connsiteX2" fmla="*/ 650322 w 1224997"/>
                    <a:gd name="connsiteY2" fmla="*/ 490513 h 490513"/>
                    <a:gd name="connsiteX3" fmla="*/ 0 w 1224997"/>
                    <a:gd name="connsiteY3" fmla="*/ 91791 h 490513"/>
                    <a:gd name="connsiteX0" fmla="*/ 0 w 1237697"/>
                    <a:gd name="connsiteY0" fmla="*/ 80879 h 479601"/>
                    <a:gd name="connsiteX1" fmla="*/ 1237697 w 1237697"/>
                    <a:gd name="connsiteY1" fmla="*/ 242804 h 479601"/>
                    <a:gd name="connsiteX2" fmla="*/ 650322 w 1237697"/>
                    <a:gd name="connsiteY2" fmla="*/ 479601 h 479601"/>
                    <a:gd name="connsiteX3" fmla="*/ 0 w 1237697"/>
                    <a:gd name="connsiteY3" fmla="*/ 80879 h 479601"/>
                    <a:gd name="connsiteX0" fmla="*/ 650322 w 1237697"/>
                    <a:gd name="connsiteY0" fmla="*/ 479601 h 571041"/>
                    <a:gd name="connsiteX1" fmla="*/ 0 w 1237697"/>
                    <a:gd name="connsiteY1" fmla="*/ 80879 h 571041"/>
                    <a:gd name="connsiteX2" fmla="*/ 1237697 w 1237697"/>
                    <a:gd name="connsiteY2" fmla="*/ 242804 h 571041"/>
                    <a:gd name="connsiteX3" fmla="*/ 741762 w 1237697"/>
                    <a:gd name="connsiteY3" fmla="*/ 571041 h 571041"/>
                    <a:gd name="connsiteX0" fmla="*/ 0 w 1237697"/>
                    <a:gd name="connsiteY0" fmla="*/ 80879 h 571041"/>
                    <a:gd name="connsiteX1" fmla="*/ 1237697 w 1237697"/>
                    <a:gd name="connsiteY1" fmla="*/ 242804 h 571041"/>
                    <a:gd name="connsiteX2" fmla="*/ 741762 w 1237697"/>
                    <a:gd name="connsiteY2" fmla="*/ 571041 h 571041"/>
                    <a:gd name="connsiteX0" fmla="*/ 0 w 1237697"/>
                    <a:gd name="connsiteY0" fmla="*/ 80879 h 242804"/>
                    <a:gd name="connsiteX1" fmla="*/ 1237697 w 1237697"/>
                    <a:gd name="connsiteY1" fmla="*/ 242804 h 242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37697" h="242804">
                      <a:moveTo>
                        <a:pt x="0" y="80879"/>
                      </a:moveTo>
                      <a:cubicBezTo>
                        <a:pt x="109882" y="65004"/>
                        <a:pt x="594415" y="-169946"/>
                        <a:pt x="1237697" y="242804"/>
                      </a:cubicBezTo>
                    </a:path>
                  </a:pathLst>
                </a:custGeom>
                <a:solidFill>
                  <a:srgbClr val="FDBA66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2" name="Freeform: Shape 471">
                  <a:extLst>
                    <a:ext uri="{FF2B5EF4-FFF2-40B4-BE49-F238E27FC236}">
                      <a16:creationId xmlns:a16="http://schemas.microsoft.com/office/drawing/2014/main" id="{CFE64479-53CD-CE03-CE93-3CD82153E742}"/>
                    </a:ext>
                  </a:extLst>
                </p:cNvPr>
                <p:cNvSpPr/>
                <p:nvPr/>
              </p:nvSpPr>
              <p:spPr>
                <a:xfrm>
                  <a:off x="3132651" y="2396963"/>
                  <a:ext cx="1122501" cy="1150165"/>
                </a:xfrm>
                <a:custGeom>
                  <a:avLst/>
                  <a:gdLst>
                    <a:gd name="connsiteX0" fmla="*/ 533166 w 1122501"/>
                    <a:gd name="connsiteY0" fmla="*/ 137 h 1150165"/>
                    <a:gd name="connsiteX1" fmla="*/ 597289 w 1122501"/>
                    <a:gd name="connsiteY1" fmla="*/ 2942 h 1150165"/>
                    <a:gd name="connsiteX2" fmla="*/ 1122166 w 1122501"/>
                    <a:gd name="connsiteY2" fmla="*/ 823861 h 1150165"/>
                    <a:gd name="connsiteX3" fmla="*/ 1122501 w 1122501"/>
                    <a:gd name="connsiteY3" fmla="*/ 919054 h 1150165"/>
                    <a:gd name="connsiteX4" fmla="*/ 1020350 w 1122501"/>
                    <a:gd name="connsiteY4" fmla="*/ 1005602 h 1150165"/>
                    <a:gd name="connsiteX5" fmla="*/ 559471 w 1122501"/>
                    <a:gd name="connsiteY5" fmla="*/ 1150165 h 1150165"/>
                    <a:gd name="connsiteX6" fmla="*/ 98592 w 1122501"/>
                    <a:gd name="connsiteY6" fmla="*/ 1005602 h 1150165"/>
                    <a:gd name="connsiteX7" fmla="*/ 0 w 1122501"/>
                    <a:gd name="connsiteY7" fmla="*/ 922069 h 1150165"/>
                    <a:gd name="connsiteX8" fmla="*/ 1434 w 1122501"/>
                    <a:gd name="connsiteY8" fmla="*/ 841293 h 1150165"/>
                    <a:gd name="connsiteX9" fmla="*/ 533166 w 1122501"/>
                    <a:gd name="connsiteY9" fmla="*/ 137 h 1150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22501" h="1150165">
                      <a:moveTo>
                        <a:pt x="533166" y="137"/>
                      </a:moveTo>
                      <a:cubicBezTo>
                        <a:pt x="553844" y="-371"/>
                        <a:pt x="575213" y="537"/>
                        <a:pt x="597289" y="2942"/>
                      </a:cubicBezTo>
                      <a:cubicBezTo>
                        <a:pt x="971299" y="29129"/>
                        <a:pt x="1107645" y="410659"/>
                        <a:pt x="1122166" y="823861"/>
                      </a:cubicBezTo>
                      <a:lnTo>
                        <a:pt x="1122501" y="919054"/>
                      </a:lnTo>
                      <a:lnTo>
                        <a:pt x="1020350" y="1005602"/>
                      </a:lnTo>
                      <a:cubicBezTo>
                        <a:pt x="888789" y="1096872"/>
                        <a:pt x="730191" y="1150165"/>
                        <a:pt x="559471" y="1150165"/>
                      </a:cubicBezTo>
                      <a:cubicBezTo>
                        <a:pt x="388751" y="1150165"/>
                        <a:pt x="230153" y="1096872"/>
                        <a:pt x="98592" y="1005602"/>
                      </a:cubicBezTo>
                      <a:lnTo>
                        <a:pt x="0" y="922069"/>
                      </a:lnTo>
                      <a:lnTo>
                        <a:pt x="1434" y="841293"/>
                      </a:lnTo>
                      <a:cubicBezTo>
                        <a:pt x="32124" y="420396"/>
                        <a:pt x="184225" y="8708"/>
                        <a:pt x="533166" y="13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56AB5FB8-257A-D52E-B82C-A4EB8D2A7313}"/>
                    </a:ext>
                  </a:extLst>
                </p:cNvPr>
                <p:cNvSpPr/>
                <p:nvPr/>
              </p:nvSpPr>
              <p:spPr>
                <a:xfrm rot="19343286">
                  <a:off x="3608041" y="2707104"/>
                  <a:ext cx="338856" cy="40418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4" name="Oval 34">
                  <a:extLst>
                    <a:ext uri="{FF2B5EF4-FFF2-40B4-BE49-F238E27FC236}">
                      <a16:creationId xmlns:a16="http://schemas.microsoft.com/office/drawing/2014/main" id="{9D849C10-3536-505E-E303-68757FA62D7B}"/>
                    </a:ext>
                  </a:extLst>
                </p:cNvPr>
                <p:cNvSpPr/>
                <p:nvPr/>
              </p:nvSpPr>
              <p:spPr>
                <a:xfrm rot="19343286">
                  <a:off x="3402370" y="3020837"/>
                  <a:ext cx="196908" cy="221627"/>
                </a:xfrm>
                <a:custGeom>
                  <a:avLst/>
                  <a:gdLst>
                    <a:gd name="connsiteX0" fmla="*/ 0 w 196908"/>
                    <a:gd name="connsiteY0" fmla="*/ 110813 h 221626"/>
                    <a:gd name="connsiteX1" fmla="*/ 98454 w 196908"/>
                    <a:gd name="connsiteY1" fmla="*/ 0 h 221626"/>
                    <a:gd name="connsiteX2" fmla="*/ 196908 w 196908"/>
                    <a:gd name="connsiteY2" fmla="*/ 110813 h 221626"/>
                    <a:gd name="connsiteX3" fmla="*/ 98454 w 196908"/>
                    <a:gd name="connsiteY3" fmla="*/ 221626 h 221626"/>
                    <a:gd name="connsiteX4" fmla="*/ 0 w 196908"/>
                    <a:gd name="connsiteY4" fmla="*/ 110813 h 221626"/>
                    <a:gd name="connsiteX0" fmla="*/ 0 w 196908"/>
                    <a:gd name="connsiteY0" fmla="*/ 110814 h 221627"/>
                    <a:gd name="connsiteX1" fmla="*/ 98454 w 196908"/>
                    <a:gd name="connsiteY1" fmla="*/ 1 h 221627"/>
                    <a:gd name="connsiteX2" fmla="*/ 196908 w 196908"/>
                    <a:gd name="connsiteY2" fmla="*/ 110814 h 221627"/>
                    <a:gd name="connsiteX3" fmla="*/ 98454 w 196908"/>
                    <a:gd name="connsiteY3" fmla="*/ 221627 h 221627"/>
                    <a:gd name="connsiteX4" fmla="*/ 0 w 196908"/>
                    <a:gd name="connsiteY4" fmla="*/ 110814 h 221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6908" h="221627">
                      <a:moveTo>
                        <a:pt x="0" y="110814"/>
                      </a:moveTo>
                      <a:cubicBezTo>
                        <a:pt x="0" y="49614"/>
                        <a:pt x="67890" y="310"/>
                        <a:pt x="98454" y="1"/>
                      </a:cubicBezTo>
                      <a:cubicBezTo>
                        <a:pt x="129018" y="-308"/>
                        <a:pt x="196908" y="49614"/>
                        <a:pt x="196908" y="110814"/>
                      </a:cubicBezTo>
                      <a:cubicBezTo>
                        <a:pt x="196908" y="172014"/>
                        <a:pt x="152829" y="221627"/>
                        <a:pt x="98454" y="221627"/>
                      </a:cubicBezTo>
                      <a:cubicBezTo>
                        <a:pt x="44079" y="221627"/>
                        <a:pt x="0" y="172014"/>
                        <a:pt x="0" y="11081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65" name="Group 364">
                <a:extLst>
                  <a:ext uri="{FF2B5EF4-FFF2-40B4-BE49-F238E27FC236}">
                    <a16:creationId xmlns:a16="http://schemas.microsoft.com/office/drawing/2014/main" id="{80E2C165-0CE6-8A3B-1CD7-61E5963759A3}"/>
                  </a:ext>
                </a:extLst>
              </p:cNvPr>
              <p:cNvGrpSpPr/>
              <p:nvPr/>
            </p:nvGrpSpPr>
            <p:grpSpPr>
              <a:xfrm>
                <a:off x="272903" y="1165333"/>
                <a:ext cx="853776" cy="911313"/>
                <a:chOff x="4463725" y="655003"/>
                <a:chExt cx="853776" cy="911313"/>
              </a:xfrm>
              <a:solidFill>
                <a:srgbClr val="F9B651"/>
              </a:solidFill>
            </p:grpSpPr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D4A91B04-2A9A-7322-898D-B5E909F7E950}"/>
                    </a:ext>
                  </a:extLst>
                </p:cNvPr>
                <p:cNvSpPr/>
                <p:nvPr/>
              </p:nvSpPr>
              <p:spPr>
                <a:xfrm rot="15276649" flipH="1">
                  <a:off x="4621324" y="859276"/>
                  <a:ext cx="218968" cy="22860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53795524-0B8A-1F77-0F4F-947E2D6FCD95}"/>
                    </a:ext>
                  </a:extLst>
                </p:cNvPr>
                <p:cNvSpPr/>
                <p:nvPr/>
              </p:nvSpPr>
              <p:spPr>
                <a:xfrm rot="15276649" flipH="1">
                  <a:off x="4913215" y="811770"/>
                  <a:ext cx="117355" cy="13037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D9C7E7F5-0BBB-370E-AA60-41474866F980}"/>
                    </a:ext>
                  </a:extLst>
                </p:cNvPr>
                <p:cNvSpPr/>
                <p:nvPr/>
              </p:nvSpPr>
              <p:spPr>
                <a:xfrm rot="15276649" flipH="1">
                  <a:off x="5075645" y="638533"/>
                  <a:ext cx="117355" cy="170668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D585F429-5EB6-D91F-3A2F-24B2C95AFF67}"/>
                    </a:ext>
                  </a:extLst>
                </p:cNvPr>
                <p:cNvSpPr/>
                <p:nvPr/>
              </p:nvSpPr>
              <p:spPr>
                <a:xfrm rot="15276649" flipH="1">
                  <a:off x="5173489" y="809025"/>
                  <a:ext cx="117355" cy="170668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0D6940F8-4A02-F526-51B6-E1381F5211C5}"/>
                    </a:ext>
                  </a:extLst>
                </p:cNvPr>
                <p:cNvSpPr/>
                <p:nvPr/>
              </p:nvSpPr>
              <p:spPr>
                <a:xfrm rot="15276649" flipH="1">
                  <a:off x="5173487" y="1006225"/>
                  <a:ext cx="117355" cy="9795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1" name="Oval 55">
                  <a:extLst>
                    <a:ext uri="{FF2B5EF4-FFF2-40B4-BE49-F238E27FC236}">
                      <a16:creationId xmlns:a16="http://schemas.microsoft.com/office/drawing/2014/main" id="{26137021-3D29-742A-0EA2-27BFCB4DD30E}"/>
                    </a:ext>
                  </a:extLst>
                </p:cNvPr>
                <p:cNvSpPr/>
                <p:nvPr/>
              </p:nvSpPr>
              <p:spPr>
                <a:xfrm rot="15276649" flipH="1">
                  <a:off x="5118450" y="1192670"/>
                  <a:ext cx="66013" cy="100678"/>
                </a:xfrm>
                <a:custGeom>
                  <a:avLst/>
                  <a:gdLst>
                    <a:gd name="connsiteX0" fmla="*/ 0 w 117355"/>
                    <a:gd name="connsiteY0" fmla="*/ 48978 h 97956"/>
                    <a:gd name="connsiteX1" fmla="*/ 58678 w 117355"/>
                    <a:gd name="connsiteY1" fmla="*/ 0 h 97956"/>
                    <a:gd name="connsiteX2" fmla="*/ 117356 w 117355"/>
                    <a:gd name="connsiteY2" fmla="*/ 48978 h 97956"/>
                    <a:gd name="connsiteX3" fmla="*/ 58678 w 117355"/>
                    <a:gd name="connsiteY3" fmla="*/ 97956 h 97956"/>
                    <a:gd name="connsiteX4" fmla="*/ 0 w 117355"/>
                    <a:gd name="connsiteY4" fmla="*/ 48978 h 97956"/>
                    <a:gd name="connsiteX0" fmla="*/ 0 w 66013"/>
                    <a:gd name="connsiteY0" fmla="*/ 50339 h 100678"/>
                    <a:gd name="connsiteX1" fmla="*/ 58678 w 66013"/>
                    <a:gd name="connsiteY1" fmla="*/ 1361 h 100678"/>
                    <a:gd name="connsiteX2" fmla="*/ 58678 w 66013"/>
                    <a:gd name="connsiteY2" fmla="*/ 99317 h 100678"/>
                    <a:gd name="connsiteX3" fmla="*/ 0 w 66013"/>
                    <a:gd name="connsiteY3" fmla="*/ 50339 h 100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013" h="100678">
                      <a:moveTo>
                        <a:pt x="0" y="50339"/>
                      </a:moveTo>
                      <a:cubicBezTo>
                        <a:pt x="0" y="23289"/>
                        <a:pt x="48898" y="-6802"/>
                        <a:pt x="58678" y="1361"/>
                      </a:cubicBezTo>
                      <a:cubicBezTo>
                        <a:pt x="68458" y="9524"/>
                        <a:pt x="68458" y="91154"/>
                        <a:pt x="58678" y="99317"/>
                      </a:cubicBezTo>
                      <a:cubicBezTo>
                        <a:pt x="48898" y="107480"/>
                        <a:pt x="0" y="77389"/>
                        <a:pt x="0" y="50339"/>
                      </a:cubicBezTo>
                      <a:close/>
                    </a:path>
                  </a:pathLst>
                </a:cu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C8074762-D98B-2BCA-C68D-55454B9D0708}"/>
                    </a:ext>
                  </a:extLst>
                </p:cNvPr>
                <p:cNvSpPr/>
                <p:nvPr/>
              </p:nvSpPr>
              <p:spPr>
                <a:xfrm rot="15276649" flipH="1">
                  <a:off x="4880404" y="1040174"/>
                  <a:ext cx="149115" cy="200228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3" name="Oval 55">
                  <a:extLst>
                    <a:ext uri="{FF2B5EF4-FFF2-40B4-BE49-F238E27FC236}">
                      <a16:creationId xmlns:a16="http://schemas.microsoft.com/office/drawing/2014/main" id="{D9B2966A-7D41-4C9D-EEC7-AC9E818DE224}"/>
                    </a:ext>
                  </a:extLst>
                </p:cNvPr>
                <p:cNvSpPr/>
                <p:nvPr/>
              </p:nvSpPr>
              <p:spPr>
                <a:xfrm rot="1314271" flipH="1">
                  <a:off x="4602424" y="1160580"/>
                  <a:ext cx="97852" cy="143809"/>
                </a:xfrm>
                <a:custGeom>
                  <a:avLst/>
                  <a:gdLst>
                    <a:gd name="connsiteX0" fmla="*/ 0 w 117355"/>
                    <a:gd name="connsiteY0" fmla="*/ 48978 h 97956"/>
                    <a:gd name="connsiteX1" fmla="*/ 58678 w 117355"/>
                    <a:gd name="connsiteY1" fmla="*/ 0 h 97956"/>
                    <a:gd name="connsiteX2" fmla="*/ 117356 w 117355"/>
                    <a:gd name="connsiteY2" fmla="*/ 48978 h 97956"/>
                    <a:gd name="connsiteX3" fmla="*/ 58678 w 117355"/>
                    <a:gd name="connsiteY3" fmla="*/ 97956 h 97956"/>
                    <a:gd name="connsiteX4" fmla="*/ 0 w 117355"/>
                    <a:gd name="connsiteY4" fmla="*/ 48978 h 97956"/>
                    <a:gd name="connsiteX0" fmla="*/ 0 w 66013"/>
                    <a:gd name="connsiteY0" fmla="*/ 50339 h 100678"/>
                    <a:gd name="connsiteX1" fmla="*/ 58678 w 66013"/>
                    <a:gd name="connsiteY1" fmla="*/ 1361 h 100678"/>
                    <a:gd name="connsiteX2" fmla="*/ 58678 w 66013"/>
                    <a:gd name="connsiteY2" fmla="*/ 99317 h 100678"/>
                    <a:gd name="connsiteX3" fmla="*/ 0 w 66013"/>
                    <a:gd name="connsiteY3" fmla="*/ 50339 h 100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013" h="100678">
                      <a:moveTo>
                        <a:pt x="0" y="50339"/>
                      </a:moveTo>
                      <a:cubicBezTo>
                        <a:pt x="0" y="23289"/>
                        <a:pt x="48898" y="-6802"/>
                        <a:pt x="58678" y="1361"/>
                      </a:cubicBezTo>
                      <a:cubicBezTo>
                        <a:pt x="68458" y="9524"/>
                        <a:pt x="68458" y="91154"/>
                        <a:pt x="58678" y="99317"/>
                      </a:cubicBezTo>
                      <a:cubicBezTo>
                        <a:pt x="48898" y="107480"/>
                        <a:pt x="0" y="77389"/>
                        <a:pt x="0" y="50339"/>
                      </a:cubicBezTo>
                      <a:close/>
                    </a:path>
                  </a:pathLst>
                </a:cu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5205E946-F14F-B59C-83F3-F7E3278B9BDD}"/>
                    </a:ext>
                  </a:extLst>
                </p:cNvPr>
                <p:cNvSpPr/>
                <p:nvPr/>
              </p:nvSpPr>
              <p:spPr>
                <a:xfrm rot="10996185" flipH="1">
                  <a:off x="4763727" y="1239212"/>
                  <a:ext cx="117355" cy="9795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230FCC26-C0DD-6B8F-9F5C-F78B41A5CCAF}"/>
                    </a:ext>
                  </a:extLst>
                </p:cNvPr>
                <p:cNvSpPr/>
                <p:nvPr/>
              </p:nvSpPr>
              <p:spPr>
                <a:xfrm rot="10996185" flipH="1">
                  <a:off x="4463725" y="775309"/>
                  <a:ext cx="117355" cy="9795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AEEEFDA9-0515-CB5D-1F5D-83E92F36B150}"/>
                    </a:ext>
                  </a:extLst>
                </p:cNvPr>
                <p:cNvSpPr/>
                <p:nvPr/>
              </p:nvSpPr>
              <p:spPr>
                <a:xfrm rot="9597719" flipH="1">
                  <a:off x="4702350" y="655003"/>
                  <a:ext cx="117355" cy="9795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96AD4255-E3B4-D7A4-5587-6E5A6968692F}"/>
                    </a:ext>
                  </a:extLst>
                </p:cNvPr>
                <p:cNvSpPr/>
                <p:nvPr/>
              </p:nvSpPr>
              <p:spPr>
                <a:xfrm rot="10996185" flipH="1">
                  <a:off x="4611131" y="1398219"/>
                  <a:ext cx="112925" cy="9795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5D8DBCA5-567F-D8DC-FB83-3CEAA83118E7}"/>
                    </a:ext>
                  </a:extLst>
                </p:cNvPr>
                <p:cNvSpPr/>
                <p:nvPr/>
              </p:nvSpPr>
              <p:spPr>
                <a:xfrm rot="10996185" flipH="1">
                  <a:off x="4765940" y="1468360"/>
                  <a:ext cx="112925" cy="9795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E466B0B7-CE50-CAD7-DB37-13EF45859FAF}"/>
                    </a:ext>
                  </a:extLst>
                </p:cNvPr>
                <p:cNvSpPr/>
                <p:nvPr/>
              </p:nvSpPr>
              <p:spPr>
                <a:xfrm rot="10996185" flipH="1">
                  <a:off x="4978536" y="1361891"/>
                  <a:ext cx="112925" cy="9795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AC806648-C793-6E16-A4AA-062BBA1B4F59}"/>
                  </a:ext>
                </a:extLst>
              </p:cNvPr>
              <p:cNvGrpSpPr/>
              <p:nvPr/>
            </p:nvGrpSpPr>
            <p:grpSpPr>
              <a:xfrm flipH="1">
                <a:off x="2577884" y="4328579"/>
                <a:ext cx="655180" cy="698215"/>
                <a:chOff x="2597581" y="3950384"/>
                <a:chExt cx="655180" cy="698215"/>
              </a:xfrm>
              <a:solidFill>
                <a:srgbClr val="F9B651"/>
              </a:solidFill>
            </p:grpSpPr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8E3C99A1-9CA6-2256-210F-8457A92C3B5C}"/>
                    </a:ext>
                  </a:extLst>
                </p:cNvPr>
                <p:cNvSpPr/>
                <p:nvPr/>
              </p:nvSpPr>
              <p:spPr>
                <a:xfrm flipH="1">
                  <a:off x="3132652" y="4364383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B7EC5B8D-3933-5B63-BE2F-2E1F50E373D6}"/>
                    </a:ext>
                  </a:extLst>
                </p:cNvPr>
                <p:cNvSpPr/>
                <p:nvPr/>
              </p:nvSpPr>
              <p:spPr>
                <a:xfrm flipH="1">
                  <a:off x="3132651" y="4500562"/>
                  <a:ext cx="120110" cy="148037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8F5DABE9-1916-3ED9-5730-A4EB80011C04}"/>
                    </a:ext>
                  </a:extLst>
                </p:cNvPr>
                <p:cNvSpPr/>
                <p:nvPr/>
              </p:nvSpPr>
              <p:spPr>
                <a:xfrm flipH="1">
                  <a:off x="2933446" y="4412209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38865127-59D0-B3C4-F55B-8ED29DFBD948}"/>
                    </a:ext>
                  </a:extLst>
                </p:cNvPr>
                <p:cNvSpPr/>
                <p:nvPr/>
              </p:nvSpPr>
              <p:spPr>
                <a:xfrm rot="19660011" flipH="1">
                  <a:off x="2691970" y="4146887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206E01B9-A539-2FA4-8D90-460806ACAE94}"/>
                    </a:ext>
                  </a:extLst>
                </p:cNvPr>
                <p:cNvSpPr/>
                <p:nvPr/>
              </p:nvSpPr>
              <p:spPr>
                <a:xfrm flipH="1">
                  <a:off x="3005327" y="4167691"/>
                  <a:ext cx="165825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568BAE57-B070-9F46-BBF0-50CFB914D654}"/>
                    </a:ext>
                  </a:extLst>
                </p:cNvPr>
                <p:cNvSpPr/>
                <p:nvPr/>
              </p:nvSpPr>
              <p:spPr>
                <a:xfrm flipH="1">
                  <a:off x="2597581" y="3950384"/>
                  <a:ext cx="142564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4372BC7E-8591-DB69-A9BB-FCF48E07BB74}"/>
                  </a:ext>
                </a:extLst>
              </p:cNvPr>
              <p:cNvGrpSpPr/>
              <p:nvPr/>
            </p:nvGrpSpPr>
            <p:grpSpPr>
              <a:xfrm flipH="1">
                <a:off x="1094764" y="2235269"/>
                <a:ext cx="1309538" cy="1934867"/>
                <a:chOff x="2996110" y="2396963"/>
                <a:chExt cx="1309538" cy="1934867"/>
              </a:xfrm>
            </p:grpSpPr>
            <p:sp>
              <p:nvSpPr>
                <p:cNvPr id="445" name="Rectangle 19">
                  <a:extLst>
                    <a:ext uri="{FF2B5EF4-FFF2-40B4-BE49-F238E27FC236}">
                      <a16:creationId xmlns:a16="http://schemas.microsoft.com/office/drawing/2014/main" id="{ACBFD9FD-D3F7-FF86-0231-F793BF568E6A}"/>
                    </a:ext>
                  </a:extLst>
                </p:cNvPr>
                <p:cNvSpPr/>
                <p:nvPr/>
              </p:nvSpPr>
              <p:spPr>
                <a:xfrm>
                  <a:off x="3124596" y="2396963"/>
                  <a:ext cx="1128034" cy="1848484"/>
                </a:xfrm>
                <a:custGeom>
                  <a:avLst/>
                  <a:gdLst>
                    <a:gd name="connsiteX0" fmla="*/ 0 w 846166"/>
                    <a:gd name="connsiteY0" fmla="*/ 0 h 535854"/>
                    <a:gd name="connsiteX1" fmla="*/ 846166 w 846166"/>
                    <a:gd name="connsiteY1" fmla="*/ 0 h 535854"/>
                    <a:gd name="connsiteX2" fmla="*/ 846166 w 846166"/>
                    <a:gd name="connsiteY2" fmla="*/ 535854 h 535854"/>
                    <a:gd name="connsiteX3" fmla="*/ 0 w 846166"/>
                    <a:gd name="connsiteY3" fmla="*/ 535854 h 535854"/>
                    <a:gd name="connsiteX4" fmla="*/ 0 w 846166"/>
                    <a:gd name="connsiteY4" fmla="*/ 0 h 535854"/>
                    <a:gd name="connsiteX0" fmla="*/ 152400 w 998566"/>
                    <a:gd name="connsiteY0" fmla="*/ 0 h 535854"/>
                    <a:gd name="connsiteX1" fmla="*/ 998566 w 998566"/>
                    <a:gd name="connsiteY1" fmla="*/ 0 h 535854"/>
                    <a:gd name="connsiteX2" fmla="*/ 998566 w 998566"/>
                    <a:gd name="connsiteY2" fmla="*/ 535854 h 535854"/>
                    <a:gd name="connsiteX3" fmla="*/ 0 w 998566"/>
                    <a:gd name="connsiteY3" fmla="*/ 264392 h 535854"/>
                    <a:gd name="connsiteX4" fmla="*/ 152400 w 998566"/>
                    <a:gd name="connsiteY4" fmla="*/ 0 h 535854"/>
                    <a:gd name="connsiteX0" fmla="*/ 14287 w 998566"/>
                    <a:gd name="connsiteY0" fmla="*/ 0 h 1107354"/>
                    <a:gd name="connsiteX1" fmla="*/ 998566 w 998566"/>
                    <a:gd name="connsiteY1" fmla="*/ 571500 h 1107354"/>
                    <a:gd name="connsiteX2" fmla="*/ 998566 w 998566"/>
                    <a:gd name="connsiteY2" fmla="*/ 1107354 h 1107354"/>
                    <a:gd name="connsiteX3" fmla="*/ 0 w 998566"/>
                    <a:gd name="connsiteY3" fmla="*/ 835892 h 1107354"/>
                    <a:gd name="connsiteX4" fmla="*/ 14287 w 998566"/>
                    <a:gd name="connsiteY4" fmla="*/ 0 h 1107354"/>
                    <a:gd name="connsiteX0" fmla="*/ 14287 w 998566"/>
                    <a:gd name="connsiteY0" fmla="*/ 0 h 964479"/>
                    <a:gd name="connsiteX1" fmla="*/ 998566 w 998566"/>
                    <a:gd name="connsiteY1" fmla="*/ 571500 h 964479"/>
                    <a:gd name="connsiteX2" fmla="*/ 798541 w 998566"/>
                    <a:gd name="connsiteY2" fmla="*/ 964479 h 964479"/>
                    <a:gd name="connsiteX3" fmla="*/ 0 w 998566"/>
                    <a:gd name="connsiteY3" fmla="*/ 835892 h 964479"/>
                    <a:gd name="connsiteX4" fmla="*/ 14287 w 998566"/>
                    <a:gd name="connsiteY4" fmla="*/ 0 h 964479"/>
                    <a:gd name="connsiteX0" fmla="*/ 14287 w 998566"/>
                    <a:gd name="connsiteY0" fmla="*/ 0 h 997817"/>
                    <a:gd name="connsiteX1" fmla="*/ 998566 w 998566"/>
                    <a:gd name="connsiteY1" fmla="*/ 571500 h 997817"/>
                    <a:gd name="connsiteX2" fmla="*/ 769966 w 998566"/>
                    <a:gd name="connsiteY2" fmla="*/ 997817 h 997817"/>
                    <a:gd name="connsiteX3" fmla="*/ 0 w 998566"/>
                    <a:gd name="connsiteY3" fmla="*/ 835892 h 997817"/>
                    <a:gd name="connsiteX4" fmla="*/ 14287 w 998566"/>
                    <a:gd name="connsiteY4" fmla="*/ 0 h 997817"/>
                    <a:gd name="connsiteX0" fmla="*/ 461962 w 998566"/>
                    <a:gd name="connsiteY0" fmla="*/ 0 h 1845542"/>
                    <a:gd name="connsiteX1" fmla="*/ 998566 w 998566"/>
                    <a:gd name="connsiteY1" fmla="*/ 1419225 h 1845542"/>
                    <a:gd name="connsiteX2" fmla="*/ 769966 w 998566"/>
                    <a:gd name="connsiteY2" fmla="*/ 1845542 h 1845542"/>
                    <a:gd name="connsiteX3" fmla="*/ 0 w 998566"/>
                    <a:gd name="connsiteY3" fmla="*/ 1683617 h 1845542"/>
                    <a:gd name="connsiteX4" fmla="*/ 461962 w 998566"/>
                    <a:gd name="connsiteY4" fmla="*/ 0 h 1845542"/>
                    <a:gd name="connsiteX0" fmla="*/ 461962 w 769966"/>
                    <a:gd name="connsiteY0" fmla="*/ 0 h 1845542"/>
                    <a:gd name="connsiteX1" fmla="*/ 769966 w 769966"/>
                    <a:gd name="connsiteY1" fmla="*/ 1845542 h 1845542"/>
                    <a:gd name="connsiteX2" fmla="*/ 0 w 769966"/>
                    <a:gd name="connsiteY2" fmla="*/ 1683617 h 1845542"/>
                    <a:gd name="connsiteX3" fmla="*/ 461962 w 769966"/>
                    <a:gd name="connsiteY3" fmla="*/ 0 h 1845542"/>
                    <a:gd name="connsiteX0" fmla="*/ 461962 w 769966"/>
                    <a:gd name="connsiteY0" fmla="*/ 3535 h 1849077"/>
                    <a:gd name="connsiteX1" fmla="*/ 769966 w 769966"/>
                    <a:gd name="connsiteY1" fmla="*/ 1849077 h 1849077"/>
                    <a:gd name="connsiteX2" fmla="*/ 0 w 769966"/>
                    <a:gd name="connsiteY2" fmla="*/ 1687152 h 1849077"/>
                    <a:gd name="connsiteX3" fmla="*/ 461962 w 769966"/>
                    <a:gd name="connsiteY3" fmla="*/ 3535 h 1849077"/>
                    <a:gd name="connsiteX0" fmla="*/ 461962 w 869917"/>
                    <a:gd name="connsiteY0" fmla="*/ 3535 h 1849077"/>
                    <a:gd name="connsiteX1" fmla="*/ 769966 w 869917"/>
                    <a:gd name="connsiteY1" fmla="*/ 1849077 h 1849077"/>
                    <a:gd name="connsiteX2" fmla="*/ 0 w 869917"/>
                    <a:gd name="connsiteY2" fmla="*/ 1687152 h 1849077"/>
                    <a:gd name="connsiteX3" fmla="*/ 461962 w 869917"/>
                    <a:gd name="connsiteY3" fmla="*/ 3535 h 1849077"/>
                    <a:gd name="connsiteX0" fmla="*/ 461962 w 988162"/>
                    <a:gd name="connsiteY0" fmla="*/ 3535 h 1849077"/>
                    <a:gd name="connsiteX1" fmla="*/ 769966 w 988162"/>
                    <a:gd name="connsiteY1" fmla="*/ 1849077 h 1849077"/>
                    <a:gd name="connsiteX2" fmla="*/ 0 w 988162"/>
                    <a:gd name="connsiteY2" fmla="*/ 1687152 h 1849077"/>
                    <a:gd name="connsiteX3" fmla="*/ 461962 w 988162"/>
                    <a:gd name="connsiteY3" fmla="*/ 3535 h 1849077"/>
                    <a:gd name="connsiteX0" fmla="*/ 601834 w 1128034"/>
                    <a:gd name="connsiteY0" fmla="*/ 2942 h 1848484"/>
                    <a:gd name="connsiteX1" fmla="*/ 909838 w 1128034"/>
                    <a:gd name="connsiteY1" fmla="*/ 1848484 h 1848484"/>
                    <a:gd name="connsiteX2" fmla="*/ 139872 w 1128034"/>
                    <a:gd name="connsiteY2" fmla="*/ 1686559 h 1848484"/>
                    <a:gd name="connsiteX3" fmla="*/ 601834 w 1128034"/>
                    <a:gd name="connsiteY3" fmla="*/ 2942 h 1848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8034" h="1848484">
                      <a:moveTo>
                        <a:pt x="601834" y="2942"/>
                      </a:moveTo>
                      <a:cubicBezTo>
                        <a:pt x="1361727" y="56148"/>
                        <a:pt x="1140545" y="1576203"/>
                        <a:pt x="909838" y="1848484"/>
                      </a:cubicBezTo>
                      <a:lnTo>
                        <a:pt x="139872" y="1686559"/>
                      </a:lnTo>
                      <a:cubicBezTo>
                        <a:pt x="-87141" y="1382528"/>
                        <a:pt x="-104603" y="-74027"/>
                        <a:pt x="601834" y="294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6" name="Rectangle 20">
                  <a:extLst>
                    <a:ext uri="{FF2B5EF4-FFF2-40B4-BE49-F238E27FC236}">
                      <a16:creationId xmlns:a16="http://schemas.microsoft.com/office/drawing/2014/main" id="{FFBAF776-297B-67E2-FA11-20C9C1384DFB}"/>
                    </a:ext>
                  </a:extLst>
                </p:cNvPr>
                <p:cNvSpPr/>
                <p:nvPr/>
              </p:nvSpPr>
              <p:spPr>
                <a:xfrm>
                  <a:off x="2996110" y="3966086"/>
                  <a:ext cx="1309538" cy="365744"/>
                </a:xfrm>
                <a:custGeom>
                  <a:avLst/>
                  <a:gdLst>
                    <a:gd name="connsiteX0" fmla="*/ 0 w 1351997"/>
                    <a:gd name="connsiteY0" fmla="*/ 0 h 709872"/>
                    <a:gd name="connsiteX1" fmla="*/ 1351997 w 1351997"/>
                    <a:gd name="connsiteY1" fmla="*/ 0 h 709872"/>
                    <a:gd name="connsiteX2" fmla="*/ 1351997 w 1351997"/>
                    <a:gd name="connsiteY2" fmla="*/ 709872 h 709872"/>
                    <a:gd name="connsiteX3" fmla="*/ 0 w 1351997"/>
                    <a:gd name="connsiteY3" fmla="*/ 709872 h 709872"/>
                    <a:gd name="connsiteX4" fmla="*/ 0 w 1351997"/>
                    <a:gd name="connsiteY4" fmla="*/ 0 h 709872"/>
                    <a:gd name="connsiteX0" fmla="*/ 0 w 1425022"/>
                    <a:gd name="connsiteY0" fmla="*/ 0 h 773372"/>
                    <a:gd name="connsiteX1" fmla="*/ 1425022 w 1425022"/>
                    <a:gd name="connsiteY1" fmla="*/ 63500 h 773372"/>
                    <a:gd name="connsiteX2" fmla="*/ 1425022 w 1425022"/>
                    <a:gd name="connsiteY2" fmla="*/ 773372 h 773372"/>
                    <a:gd name="connsiteX3" fmla="*/ 73025 w 1425022"/>
                    <a:gd name="connsiteY3" fmla="*/ 773372 h 773372"/>
                    <a:gd name="connsiteX4" fmla="*/ 0 w 1425022"/>
                    <a:gd name="connsiteY4" fmla="*/ 0 h 773372"/>
                    <a:gd name="connsiteX0" fmla="*/ 0 w 1425022"/>
                    <a:gd name="connsiteY0" fmla="*/ 0 h 773372"/>
                    <a:gd name="connsiteX1" fmla="*/ 1123397 w 1425022"/>
                    <a:gd name="connsiteY1" fmla="*/ 155575 h 773372"/>
                    <a:gd name="connsiteX2" fmla="*/ 1425022 w 1425022"/>
                    <a:gd name="connsiteY2" fmla="*/ 773372 h 773372"/>
                    <a:gd name="connsiteX3" fmla="*/ 73025 w 1425022"/>
                    <a:gd name="connsiteY3" fmla="*/ 773372 h 773372"/>
                    <a:gd name="connsiteX4" fmla="*/ 0 w 1425022"/>
                    <a:gd name="connsiteY4" fmla="*/ 0 h 773372"/>
                    <a:gd name="connsiteX0" fmla="*/ 0 w 1425022"/>
                    <a:gd name="connsiteY0" fmla="*/ 0 h 773372"/>
                    <a:gd name="connsiteX1" fmla="*/ 1224997 w 1425022"/>
                    <a:gd name="connsiteY1" fmla="*/ 142875 h 773372"/>
                    <a:gd name="connsiteX2" fmla="*/ 1425022 w 1425022"/>
                    <a:gd name="connsiteY2" fmla="*/ 773372 h 773372"/>
                    <a:gd name="connsiteX3" fmla="*/ 73025 w 1425022"/>
                    <a:gd name="connsiteY3" fmla="*/ 773372 h 773372"/>
                    <a:gd name="connsiteX4" fmla="*/ 0 w 1425022"/>
                    <a:gd name="connsiteY4" fmla="*/ 0 h 773372"/>
                    <a:gd name="connsiteX0" fmla="*/ 0 w 1425022"/>
                    <a:gd name="connsiteY0" fmla="*/ 72046 h 845418"/>
                    <a:gd name="connsiteX1" fmla="*/ 1224997 w 1425022"/>
                    <a:gd name="connsiteY1" fmla="*/ 214921 h 845418"/>
                    <a:gd name="connsiteX2" fmla="*/ 1425022 w 1425022"/>
                    <a:gd name="connsiteY2" fmla="*/ 845418 h 845418"/>
                    <a:gd name="connsiteX3" fmla="*/ 73025 w 1425022"/>
                    <a:gd name="connsiteY3" fmla="*/ 845418 h 845418"/>
                    <a:gd name="connsiteX4" fmla="*/ 0 w 1425022"/>
                    <a:gd name="connsiteY4" fmla="*/ 72046 h 845418"/>
                    <a:gd name="connsiteX0" fmla="*/ 0 w 1425022"/>
                    <a:gd name="connsiteY0" fmla="*/ 91791 h 865163"/>
                    <a:gd name="connsiteX1" fmla="*/ 1224997 w 1425022"/>
                    <a:gd name="connsiteY1" fmla="*/ 234666 h 865163"/>
                    <a:gd name="connsiteX2" fmla="*/ 1425022 w 1425022"/>
                    <a:gd name="connsiteY2" fmla="*/ 865163 h 865163"/>
                    <a:gd name="connsiteX3" fmla="*/ 73025 w 1425022"/>
                    <a:gd name="connsiteY3" fmla="*/ 865163 h 865163"/>
                    <a:gd name="connsiteX4" fmla="*/ 0 w 1425022"/>
                    <a:gd name="connsiteY4" fmla="*/ 91791 h 865163"/>
                    <a:gd name="connsiteX0" fmla="*/ 0 w 1425022"/>
                    <a:gd name="connsiteY0" fmla="*/ 91791 h 865163"/>
                    <a:gd name="connsiteX1" fmla="*/ 1224997 w 1425022"/>
                    <a:gd name="connsiteY1" fmla="*/ 234666 h 865163"/>
                    <a:gd name="connsiteX2" fmla="*/ 1425022 w 1425022"/>
                    <a:gd name="connsiteY2" fmla="*/ 865163 h 865163"/>
                    <a:gd name="connsiteX3" fmla="*/ 0 w 1425022"/>
                    <a:gd name="connsiteY3" fmla="*/ 91791 h 865163"/>
                    <a:gd name="connsiteX0" fmla="*/ 0 w 1224997"/>
                    <a:gd name="connsiteY0" fmla="*/ 91791 h 490513"/>
                    <a:gd name="connsiteX1" fmla="*/ 1224997 w 1224997"/>
                    <a:gd name="connsiteY1" fmla="*/ 234666 h 490513"/>
                    <a:gd name="connsiteX2" fmla="*/ 650322 w 1224997"/>
                    <a:gd name="connsiteY2" fmla="*/ 490513 h 490513"/>
                    <a:gd name="connsiteX3" fmla="*/ 0 w 1224997"/>
                    <a:gd name="connsiteY3" fmla="*/ 91791 h 490513"/>
                    <a:gd name="connsiteX0" fmla="*/ 0 w 1237697"/>
                    <a:gd name="connsiteY0" fmla="*/ 80879 h 479601"/>
                    <a:gd name="connsiteX1" fmla="*/ 1237697 w 1237697"/>
                    <a:gd name="connsiteY1" fmla="*/ 242804 h 479601"/>
                    <a:gd name="connsiteX2" fmla="*/ 650322 w 1237697"/>
                    <a:gd name="connsiteY2" fmla="*/ 479601 h 479601"/>
                    <a:gd name="connsiteX3" fmla="*/ 0 w 1237697"/>
                    <a:gd name="connsiteY3" fmla="*/ 80879 h 479601"/>
                    <a:gd name="connsiteX0" fmla="*/ 650322 w 1237697"/>
                    <a:gd name="connsiteY0" fmla="*/ 479601 h 571041"/>
                    <a:gd name="connsiteX1" fmla="*/ 0 w 1237697"/>
                    <a:gd name="connsiteY1" fmla="*/ 80879 h 571041"/>
                    <a:gd name="connsiteX2" fmla="*/ 1237697 w 1237697"/>
                    <a:gd name="connsiteY2" fmla="*/ 242804 h 571041"/>
                    <a:gd name="connsiteX3" fmla="*/ 741762 w 1237697"/>
                    <a:gd name="connsiteY3" fmla="*/ 571041 h 571041"/>
                    <a:gd name="connsiteX0" fmla="*/ 0 w 1237697"/>
                    <a:gd name="connsiteY0" fmla="*/ 80879 h 571041"/>
                    <a:gd name="connsiteX1" fmla="*/ 1237697 w 1237697"/>
                    <a:gd name="connsiteY1" fmla="*/ 242804 h 571041"/>
                    <a:gd name="connsiteX2" fmla="*/ 741762 w 1237697"/>
                    <a:gd name="connsiteY2" fmla="*/ 571041 h 571041"/>
                    <a:gd name="connsiteX0" fmla="*/ 0 w 1237697"/>
                    <a:gd name="connsiteY0" fmla="*/ 80879 h 242804"/>
                    <a:gd name="connsiteX1" fmla="*/ 1237697 w 1237697"/>
                    <a:gd name="connsiteY1" fmla="*/ 242804 h 242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37697" h="242804">
                      <a:moveTo>
                        <a:pt x="0" y="80879"/>
                      </a:moveTo>
                      <a:cubicBezTo>
                        <a:pt x="109882" y="65004"/>
                        <a:pt x="594415" y="-169946"/>
                        <a:pt x="1237697" y="242804"/>
                      </a:cubicBezTo>
                    </a:path>
                  </a:pathLst>
                </a:custGeom>
                <a:solidFill>
                  <a:srgbClr val="FDBA66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7A1D0616-F73D-EB7A-595A-B1081AD19FDA}"/>
                    </a:ext>
                  </a:extLst>
                </p:cNvPr>
                <p:cNvSpPr/>
                <p:nvPr/>
              </p:nvSpPr>
              <p:spPr>
                <a:xfrm>
                  <a:off x="3132651" y="2396963"/>
                  <a:ext cx="1122501" cy="1150165"/>
                </a:xfrm>
                <a:custGeom>
                  <a:avLst/>
                  <a:gdLst>
                    <a:gd name="connsiteX0" fmla="*/ 533166 w 1122501"/>
                    <a:gd name="connsiteY0" fmla="*/ 137 h 1150165"/>
                    <a:gd name="connsiteX1" fmla="*/ 597289 w 1122501"/>
                    <a:gd name="connsiteY1" fmla="*/ 2942 h 1150165"/>
                    <a:gd name="connsiteX2" fmla="*/ 1122166 w 1122501"/>
                    <a:gd name="connsiteY2" fmla="*/ 823861 h 1150165"/>
                    <a:gd name="connsiteX3" fmla="*/ 1122501 w 1122501"/>
                    <a:gd name="connsiteY3" fmla="*/ 919054 h 1150165"/>
                    <a:gd name="connsiteX4" fmla="*/ 1020350 w 1122501"/>
                    <a:gd name="connsiteY4" fmla="*/ 1005602 h 1150165"/>
                    <a:gd name="connsiteX5" fmla="*/ 559471 w 1122501"/>
                    <a:gd name="connsiteY5" fmla="*/ 1150165 h 1150165"/>
                    <a:gd name="connsiteX6" fmla="*/ 98592 w 1122501"/>
                    <a:gd name="connsiteY6" fmla="*/ 1005602 h 1150165"/>
                    <a:gd name="connsiteX7" fmla="*/ 0 w 1122501"/>
                    <a:gd name="connsiteY7" fmla="*/ 922069 h 1150165"/>
                    <a:gd name="connsiteX8" fmla="*/ 1434 w 1122501"/>
                    <a:gd name="connsiteY8" fmla="*/ 841293 h 1150165"/>
                    <a:gd name="connsiteX9" fmla="*/ 533166 w 1122501"/>
                    <a:gd name="connsiteY9" fmla="*/ 137 h 1150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22501" h="1150165">
                      <a:moveTo>
                        <a:pt x="533166" y="137"/>
                      </a:moveTo>
                      <a:cubicBezTo>
                        <a:pt x="553844" y="-371"/>
                        <a:pt x="575213" y="537"/>
                        <a:pt x="597289" y="2942"/>
                      </a:cubicBezTo>
                      <a:cubicBezTo>
                        <a:pt x="971299" y="29129"/>
                        <a:pt x="1107645" y="410659"/>
                        <a:pt x="1122166" y="823861"/>
                      </a:cubicBezTo>
                      <a:lnTo>
                        <a:pt x="1122501" y="919054"/>
                      </a:lnTo>
                      <a:lnTo>
                        <a:pt x="1020350" y="1005602"/>
                      </a:lnTo>
                      <a:cubicBezTo>
                        <a:pt x="888789" y="1096872"/>
                        <a:pt x="730191" y="1150165"/>
                        <a:pt x="559471" y="1150165"/>
                      </a:cubicBezTo>
                      <a:cubicBezTo>
                        <a:pt x="388751" y="1150165"/>
                        <a:pt x="230153" y="1096872"/>
                        <a:pt x="98592" y="1005602"/>
                      </a:cubicBezTo>
                      <a:lnTo>
                        <a:pt x="0" y="922069"/>
                      </a:lnTo>
                      <a:lnTo>
                        <a:pt x="1434" y="841293"/>
                      </a:lnTo>
                      <a:cubicBezTo>
                        <a:pt x="32124" y="420396"/>
                        <a:pt x="184225" y="8708"/>
                        <a:pt x="533166" y="13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FE4990E0-F75A-863A-FF86-1A7DD61CC312}"/>
                    </a:ext>
                  </a:extLst>
                </p:cNvPr>
                <p:cNvSpPr/>
                <p:nvPr/>
              </p:nvSpPr>
              <p:spPr>
                <a:xfrm rot="19343286">
                  <a:off x="3608041" y="2707104"/>
                  <a:ext cx="338856" cy="40418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9" name="Oval 34">
                  <a:extLst>
                    <a:ext uri="{FF2B5EF4-FFF2-40B4-BE49-F238E27FC236}">
                      <a16:creationId xmlns:a16="http://schemas.microsoft.com/office/drawing/2014/main" id="{490A026D-CCCA-EF4B-1124-4BD72BBF082B}"/>
                    </a:ext>
                  </a:extLst>
                </p:cNvPr>
                <p:cNvSpPr/>
                <p:nvPr/>
              </p:nvSpPr>
              <p:spPr>
                <a:xfrm rot="19343286">
                  <a:off x="3402370" y="3020837"/>
                  <a:ext cx="196908" cy="221627"/>
                </a:xfrm>
                <a:custGeom>
                  <a:avLst/>
                  <a:gdLst>
                    <a:gd name="connsiteX0" fmla="*/ 0 w 196908"/>
                    <a:gd name="connsiteY0" fmla="*/ 110813 h 221626"/>
                    <a:gd name="connsiteX1" fmla="*/ 98454 w 196908"/>
                    <a:gd name="connsiteY1" fmla="*/ 0 h 221626"/>
                    <a:gd name="connsiteX2" fmla="*/ 196908 w 196908"/>
                    <a:gd name="connsiteY2" fmla="*/ 110813 h 221626"/>
                    <a:gd name="connsiteX3" fmla="*/ 98454 w 196908"/>
                    <a:gd name="connsiteY3" fmla="*/ 221626 h 221626"/>
                    <a:gd name="connsiteX4" fmla="*/ 0 w 196908"/>
                    <a:gd name="connsiteY4" fmla="*/ 110813 h 221626"/>
                    <a:gd name="connsiteX0" fmla="*/ 0 w 196908"/>
                    <a:gd name="connsiteY0" fmla="*/ 110814 h 221627"/>
                    <a:gd name="connsiteX1" fmla="*/ 98454 w 196908"/>
                    <a:gd name="connsiteY1" fmla="*/ 1 h 221627"/>
                    <a:gd name="connsiteX2" fmla="*/ 196908 w 196908"/>
                    <a:gd name="connsiteY2" fmla="*/ 110814 h 221627"/>
                    <a:gd name="connsiteX3" fmla="*/ 98454 w 196908"/>
                    <a:gd name="connsiteY3" fmla="*/ 221627 h 221627"/>
                    <a:gd name="connsiteX4" fmla="*/ 0 w 196908"/>
                    <a:gd name="connsiteY4" fmla="*/ 110814 h 221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6908" h="221627">
                      <a:moveTo>
                        <a:pt x="0" y="110814"/>
                      </a:moveTo>
                      <a:cubicBezTo>
                        <a:pt x="0" y="49614"/>
                        <a:pt x="67890" y="310"/>
                        <a:pt x="98454" y="1"/>
                      </a:cubicBezTo>
                      <a:cubicBezTo>
                        <a:pt x="129018" y="-308"/>
                        <a:pt x="196908" y="49614"/>
                        <a:pt x="196908" y="110814"/>
                      </a:cubicBezTo>
                      <a:cubicBezTo>
                        <a:pt x="196908" y="172014"/>
                        <a:pt x="152829" y="221627"/>
                        <a:pt x="98454" y="221627"/>
                      </a:cubicBezTo>
                      <a:cubicBezTo>
                        <a:pt x="44079" y="221627"/>
                        <a:pt x="0" y="172014"/>
                        <a:pt x="0" y="11081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69" name="Rectangle 3">
                <a:extLst>
                  <a:ext uri="{FF2B5EF4-FFF2-40B4-BE49-F238E27FC236}">
                    <a16:creationId xmlns:a16="http://schemas.microsoft.com/office/drawing/2014/main" id="{CCC943F4-C0C2-FC8E-8DFF-A4D2B9AF2CB8}"/>
                  </a:ext>
                </a:extLst>
              </p:cNvPr>
              <p:cNvSpPr/>
              <p:nvPr/>
            </p:nvSpPr>
            <p:spPr>
              <a:xfrm>
                <a:off x="250576" y="4699783"/>
                <a:ext cx="929807" cy="370793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135380"/>
                  <a:gd name="connsiteY0" fmla="*/ 0 h 975360"/>
                  <a:gd name="connsiteX1" fmla="*/ 1135380 w 1135380"/>
                  <a:gd name="connsiteY1" fmla="*/ 60960 h 975360"/>
                  <a:gd name="connsiteX2" fmla="*/ 1135380 w 1135380"/>
                  <a:gd name="connsiteY2" fmla="*/ 975360 h 975360"/>
                  <a:gd name="connsiteX3" fmla="*/ 220980 w 1135380"/>
                  <a:gd name="connsiteY3" fmla="*/ 975360 h 975360"/>
                  <a:gd name="connsiteX4" fmla="*/ 0 w 1135380"/>
                  <a:gd name="connsiteY4" fmla="*/ 0 h 975360"/>
                  <a:gd name="connsiteX0" fmla="*/ 0 w 1135380"/>
                  <a:gd name="connsiteY0" fmla="*/ 60960 h 1036320"/>
                  <a:gd name="connsiteX1" fmla="*/ 922020 w 1135380"/>
                  <a:gd name="connsiteY1" fmla="*/ 0 h 1036320"/>
                  <a:gd name="connsiteX2" fmla="*/ 1135380 w 1135380"/>
                  <a:gd name="connsiteY2" fmla="*/ 1036320 h 1036320"/>
                  <a:gd name="connsiteX3" fmla="*/ 220980 w 1135380"/>
                  <a:gd name="connsiteY3" fmla="*/ 1036320 h 1036320"/>
                  <a:gd name="connsiteX4" fmla="*/ 0 w 1135380"/>
                  <a:gd name="connsiteY4" fmla="*/ 60960 h 1036320"/>
                  <a:gd name="connsiteX0" fmla="*/ 0 w 1135380"/>
                  <a:gd name="connsiteY0" fmla="*/ 60960 h 1036320"/>
                  <a:gd name="connsiteX1" fmla="*/ 922020 w 1135380"/>
                  <a:gd name="connsiteY1" fmla="*/ 0 h 1036320"/>
                  <a:gd name="connsiteX2" fmla="*/ 1135380 w 1135380"/>
                  <a:gd name="connsiteY2" fmla="*/ 1036320 h 1036320"/>
                  <a:gd name="connsiteX3" fmla="*/ 472440 w 1135380"/>
                  <a:gd name="connsiteY3" fmla="*/ 358140 h 1036320"/>
                  <a:gd name="connsiteX4" fmla="*/ 0 w 1135380"/>
                  <a:gd name="connsiteY4" fmla="*/ 60960 h 1036320"/>
                  <a:gd name="connsiteX0" fmla="*/ 0 w 922020"/>
                  <a:gd name="connsiteY0" fmla="*/ 60960 h 358140"/>
                  <a:gd name="connsiteX1" fmla="*/ 922020 w 922020"/>
                  <a:gd name="connsiteY1" fmla="*/ 0 h 358140"/>
                  <a:gd name="connsiteX2" fmla="*/ 472440 w 922020"/>
                  <a:gd name="connsiteY2" fmla="*/ 358140 h 358140"/>
                  <a:gd name="connsiteX3" fmla="*/ 0 w 922020"/>
                  <a:gd name="connsiteY3" fmla="*/ 60960 h 358140"/>
                  <a:gd name="connsiteX0" fmla="*/ 0 w 922020"/>
                  <a:gd name="connsiteY0" fmla="*/ 60960 h 358140"/>
                  <a:gd name="connsiteX1" fmla="*/ 922020 w 922020"/>
                  <a:gd name="connsiteY1" fmla="*/ 0 h 358140"/>
                  <a:gd name="connsiteX2" fmla="*/ 472440 w 922020"/>
                  <a:gd name="connsiteY2" fmla="*/ 358140 h 358140"/>
                  <a:gd name="connsiteX3" fmla="*/ 0 w 922020"/>
                  <a:gd name="connsiteY3" fmla="*/ 60960 h 358140"/>
                  <a:gd name="connsiteX0" fmla="*/ 0 w 922020"/>
                  <a:gd name="connsiteY0" fmla="*/ 60960 h 358140"/>
                  <a:gd name="connsiteX1" fmla="*/ 922020 w 922020"/>
                  <a:gd name="connsiteY1" fmla="*/ 0 h 358140"/>
                  <a:gd name="connsiteX2" fmla="*/ 472440 w 922020"/>
                  <a:gd name="connsiteY2" fmla="*/ 358140 h 358140"/>
                  <a:gd name="connsiteX3" fmla="*/ 0 w 922020"/>
                  <a:gd name="connsiteY3" fmla="*/ 60960 h 358140"/>
                  <a:gd name="connsiteX0" fmla="*/ 2611 w 924631"/>
                  <a:gd name="connsiteY0" fmla="*/ 60960 h 358140"/>
                  <a:gd name="connsiteX1" fmla="*/ 924631 w 924631"/>
                  <a:gd name="connsiteY1" fmla="*/ 0 h 358140"/>
                  <a:gd name="connsiteX2" fmla="*/ 475051 w 924631"/>
                  <a:gd name="connsiteY2" fmla="*/ 358140 h 358140"/>
                  <a:gd name="connsiteX3" fmla="*/ 2611 w 924631"/>
                  <a:gd name="connsiteY3" fmla="*/ 60960 h 358140"/>
                  <a:gd name="connsiteX0" fmla="*/ 2611 w 924631"/>
                  <a:gd name="connsiteY0" fmla="*/ 60960 h 358140"/>
                  <a:gd name="connsiteX1" fmla="*/ 924631 w 924631"/>
                  <a:gd name="connsiteY1" fmla="*/ 0 h 358140"/>
                  <a:gd name="connsiteX2" fmla="*/ 475051 w 924631"/>
                  <a:gd name="connsiteY2" fmla="*/ 358140 h 358140"/>
                  <a:gd name="connsiteX3" fmla="*/ 2611 w 924631"/>
                  <a:gd name="connsiteY3" fmla="*/ 60960 h 358140"/>
                  <a:gd name="connsiteX0" fmla="*/ 2611 w 929807"/>
                  <a:gd name="connsiteY0" fmla="*/ 60960 h 358140"/>
                  <a:gd name="connsiteX1" fmla="*/ 924631 w 929807"/>
                  <a:gd name="connsiteY1" fmla="*/ 0 h 358140"/>
                  <a:gd name="connsiteX2" fmla="*/ 475051 w 929807"/>
                  <a:gd name="connsiteY2" fmla="*/ 358140 h 358140"/>
                  <a:gd name="connsiteX3" fmla="*/ 2611 w 929807"/>
                  <a:gd name="connsiteY3" fmla="*/ 60960 h 358140"/>
                  <a:gd name="connsiteX0" fmla="*/ 2611 w 929807"/>
                  <a:gd name="connsiteY0" fmla="*/ 73613 h 370793"/>
                  <a:gd name="connsiteX1" fmla="*/ 924631 w 929807"/>
                  <a:gd name="connsiteY1" fmla="*/ 12653 h 370793"/>
                  <a:gd name="connsiteX2" fmla="*/ 475051 w 929807"/>
                  <a:gd name="connsiteY2" fmla="*/ 370793 h 370793"/>
                  <a:gd name="connsiteX3" fmla="*/ 2611 w 929807"/>
                  <a:gd name="connsiteY3" fmla="*/ 73613 h 370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9807" h="370793">
                    <a:moveTo>
                      <a:pt x="2611" y="73613"/>
                    </a:moveTo>
                    <a:cubicBezTo>
                      <a:pt x="88971" y="15193"/>
                      <a:pt x="845891" y="-20367"/>
                      <a:pt x="924631" y="12653"/>
                    </a:cubicBezTo>
                    <a:cubicBezTo>
                      <a:pt x="965271" y="78693"/>
                      <a:pt x="762071" y="297133"/>
                      <a:pt x="475051" y="370793"/>
                    </a:cubicBezTo>
                    <a:cubicBezTo>
                      <a:pt x="256611" y="355553"/>
                      <a:pt x="-30409" y="126953"/>
                      <a:pt x="2611" y="73613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1F379C3D-D4B6-B6EF-8119-F649DCCB8198}"/>
                  </a:ext>
                </a:extLst>
              </p:cNvPr>
              <p:cNvGrpSpPr/>
              <p:nvPr/>
            </p:nvGrpSpPr>
            <p:grpSpPr>
              <a:xfrm flipH="1">
                <a:off x="977369" y="4978654"/>
                <a:ext cx="195570" cy="206945"/>
                <a:chOff x="4421133" y="4503811"/>
                <a:chExt cx="195570" cy="206945"/>
              </a:xfrm>
              <a:solidFill>
                <a:srgbClr val="FDBA66"/>
              </a:solidFill>
            </p:grpSpPr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254CFAD9-74AE-DBB8-3316-DAF5C81F9669}"/>
                    </a:ext>
                  </a:extLst>
                </p:cNvPr>
                <p:cNvSpPr/>
                <p:nvPr/>
              </p:nvSpPr>
              <p:spPr>
                <a:xfrm flipH="1">
                  <a:off x="4566397" y="4598294"/>
                  <a:ext cx="50306" cy="5030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518A1C12-DD76-4BE6-FB1C-E057E46F247A}"/>
                    </a:ext>
                  </a:extLst>
                </p:cNvPr>
                <p:cNvSpPr/>
                <p:nvPr/>
              </p:nvSpPr>
              <p:spPr>
                <a:xfrm flipH="1">
                  <a:off x="4421133" y="4503811"/>
                  <a:ext cx="50306" cy="5030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29667685-0500-CE93-9FBE-428FE6C9C6C9}"/>
                    </a:ext>
                  </a:extLst>
                </p:cNvPr>
                <p:cNvSpPr/>
                <p:nvPr/>
              </p:nvSpPr>
              <p:spPr>
                <a:xfrm flipH="1">
                  <a:off x="4446286" y="4660450"/>
                  <a:ext cx="50306" cy="5030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72" name="Rectangle 3">
                <a:extLst>
                  <a:ext uri="{FF2B5EF4-FFF2-40B4-BE49-F238E27FC236}">
                    <a16:creationId xmlns:a16="http://schemas.microsoft.com/office/drawing/2014/main" id="{9C4CFDD0-FEFC-E381-8397-2AFF2463D1ED}"/>
                  </a:ext>
                </a:extLst>
              </p:cNvPr>
              <p:cNvSpPr/>
              <p:nvPr/>
            </p:nvSpPr>
            <p:spPr>
              <a:xfrm>
                <a:off x="440177" y="4771074"/>
                <a:ext cx="510384" cy="85376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135380"/>
                  <a:gd name="connsiteY0" fmla="*/ 0 h 975360"/>
                  <a:gd name="connsiteX1" fmla="*/ 1135380 w 1135380"/>
                  <a:gd name="connsiteY1" fmla="*/ 60960 h 975360"/>
                  <a:gd name="connsiteX2" fmla="*/ 1135380 w 1135380"/>
                  <a:gd name="connsiteY2" fmla="*/ 975360 h 975360"/>
                  <a:gd name="connsiteX3" fmla="*/ 220980 w 1135380"/>
                  <a:gd name="connsiteY3" fmla="*/ 975360 h 975360"/>
                  <a:gd name="connsiteX4" fmla="*/ 0 w 1135380"/>
                  <a:gd name="connsiteY4" fmla="*/ 0 h 975360"/>
                  <a:gd name="connsiteX0" fmla="*/ 0 w 1135380"/>
                  <a:gd name="connsiteY0" fmla="*/ 60960 h 1036320"/>
                  <a:gd name="connsiteX1" fmla="*/ 922020 w 1135380"/>
                  <a:gd name="connsiteY1" fmla="*/ 0 h 1036320"/>
                  <a:gd name="connsiteX2" fmla="*/ 1135380 w 1135380"/>
                  <a:gd name="connsiteY2" fmla="*/ 1036320 h 1036320"/>
                  <a:gd name="connsiteX3" fmla="*/ 220980 w 1135380"/>
                  <a:gd name="connsiteY3" fmla="*/ 1036320 h 1036320"/>
                  <a:gd name="connsiteX4" fmla="*/ 0 w 1135380"/>
                  <a:gd name="connsiteY4" fmla="*/ 60960 h 1036320"/>
                  <a:gd name="connsiteX0" fmla="*/ 0 w 1135380"/>
                  <a:gd name="connsiteY0" fmla="*/ 60960 h 1036320"/>
                  <a:gd name="connsiteX1" fmla="*/ 922020 w 1135380"/>
                  <a:gd name="connsiteY1" fmla="*/ 0 h 1036320"/>
                  <a:gd name="connsiteX2" fmla="*/ 1135380 w 1135380"/>
                  <a:gd name="connsiteY2" fmla="*/ 1036320 h 1036320"/>
                  <a:gd name="connsiteX3" fmla="*/ 472440 w 1135380"/>
                  <a:gd name="connsiteY3" fmla="*/ 358140 h 1036320"/>
                  <a:gd name="connsiteX4" fmla="*/ 0 w 1135380"/>
                  <a:gd name="connsiteY4" fmla="*/ 60960 h 1036320"/>
                  <a:gd name="connsiteX0" fmla="*/ 0 w 922020"/>
                  <a:gd name="connsiteY0" fmla="*/ 60960 h 358140"/>
                  <a:gd name="connsiteX1" fmla="*/ 922020 w 922020"/>
                  <a:gd name="connsiteY1" fmla="*/ 0 h 358140"/>
                  <a:gd name="connsiteX2" fmla="*/ 472440 w 922020"/>
                  <a:gd name="connsiteY2" fmla="*/ 358140 h 358140"/>
                  <a:gd name="connsiteX3" fmla="*/ 0 w 922020"/>
                  <a:gd name="connsiteY3" fmla="*/ 60960 h 358140"/>
                  <a:gd name="connsiteX0" fmla="*/ 0 w 922020"/>
                  <a:gd name="connsiteY0" fmla="*/ 60960 h 358140"/>
                  <a:gd name="connsiteX1" fmla="*/ 922020 w 922020"/>
                  <a:gd name="connsiteY1" fmla="*/ 0 h 358140"/>
                  <a:gd name="connsiteX2" fmla="*/ 472440 w 922020"/>
                  <a:gd name="connsiteY2" fmla="*/ 358140 h 358140"/>
                  <a:gd name="connsiteX3" fmla="*/ 0 w 922020"/>
                  <a:gd name="connsiteY3" fmla="*/ 60960 h 358140"/>
                  <a:gd name="connsiteX0" fmla="*/ 0 w 922020"/>
                  <a:gd name="connsiteY0" fmla="*/ 60960 h 358140"/>
                  <a:gd name="connsiteX1" fmla="*/ 922020 w 922020"/>
                  <a:gd name="connsiteY1" fmla="*/ 0 h 358140"/>
                  <a:gd name="connsiteX2" fmla="*/ 472440 w 922020"/>
                  <a:gd name="connsiteY2" fmla="*/ 358140 h 358140"/>
                  <a:gd name="connsiteX3" fmla="*/ 0 w 922020"/>
                  <a:gd name="connsiteY3" fmla="*/ 60960 h 358140"/>
                  <a:gd name="connsiteX0" fmla="*/ 2611 w 924631"/>
                  <a:gd name="connsiteY0" fmla="*/ 60960 h 358140"/>
                  <a:gd name="connsiteX1" fmla="*/ 924631 w 924631"/>
                  <a:gd name="connsiteY1" fmla="*/ 0 h 358140"/>
                  <a:gd name="connsiteX2" fmla="*/ 475051 w 924631"/>
                  <a:gd name="connsiteY2" fmla="*/ 358140 h 358140"/>
                  <a:gd name="connsiteX3" fmla="*/ 2611 w 924631"/>
                  <a:gd name="connsiteY3" fmla="*/ 60960 h 358140"/>
                  <a:gd name="connsiteX0" fmla="*/ 2611 w 924631"/>
                  <a:gd name="connsiteY0" fmla="*/ 60960 h 358140"/>
                  <a:gd name="connsiteX1" fmla="*/ 924631 w 924631"/>
                  <a:gd name="connsiteY1" fmla="*/ 0 h 358140"/>
                  <a:gd name="connsiteX2" fmla="*/ 475051 w 924631"/>
                  <a:gd name="connsiteY2" fmla="*/ 358140 h 358140"/>
                  <a:gd name="connsiteX3" fmla="*/ 2611 w 924631"/>
                  <a:gd name="connsiteY3" fmla="*/ 60960 h 358140"/>
                  <a:gd name="connsiteX0" fmla="*/ 2611 w 929807"/>
                  <a:gd name="connsiteY0" fmla="*/ 60960 h 358140"/>
                  <a:gd name="connsiteX1" fmla="*/ 924631 w 929807"/>
                  <a:gd name="connsiteY1" fmla="*/ 0 h 358140"/>
                  <a:gd name="connsiteX2" fmla="*/ 475051 w 929807"/>
                  <a:gd name="connsiteY2" fmla="*/ 358140 h 358140"/>
                  <a:gd name="connsiteX3" fmla="*/ 2611 w 929807"/>
                  <a:gd name="connsiteY3" fmla="*/ 60960 h 358140"/>
                  <a:gd name="connsiteX0" fmla="*/ 2611 w 929807"/>
                  <a:gd name="connsiteY0" fmla="*/ 73613 h 370793"/>
                  <a:gd name="connsiteX1" fmla="*/ 924631 w 929807"/>
                  <a:gd name="connsiteY1" fmla="*/ 12653 h 370793"/>
                  <a:gd name="connsiteX2" fmla="*/ 475051 w 929807"/>
                  <a:gd name="connsiteY2" fmla="*/ 370793 h 370793"/>
                  <a:gd name="connsiteX3" fmla="*/ 2611 w 929807"/>
                  <a:gd name="connsiteY3" fmla="*/ 73613 h 370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9807" h="370793">
                    <a:moveTo>
                      <a:pt x="2611" y="73613"/>
                    </a:moveTo>
                    <a:cubicBezTo>
                      <a:pt x="88971" y="15193"/>
                      <a:pt x="845891" y="-20367"/>
                      <a:pt x="924631" y="12653"/>
                    </a:cubicBezTo>
                    <a:cubicBezTo>
                      <a:pt x="965271" y="78693"/>
                      <a:pt x="762071" y="297133"/>
                      <a:pt x="475051" y="370793"/>
                    </a:cubicBezTo>
                    <a:cubicBezTo>
                      <a:pt x="256611" y="355553"/>
                      <a:pt x="-30409" y="126953"/>
                      <a:pt x="2611" y="7361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E4F15EC5-B179-665D-4DF1-823BD4F61D37}"/>
                  </a:ext>
                </a:extLst>
              </p:cNvPr>
              <p:cNvSpPr/>
              <p:nvPr/>
            </p:nvSpPr>
            <p:spPr>
              <a:xfrm rot="13233845" flipH="1">
                <a:off x="992242" y="4312110"/>
                <a:ext cx="224226" cy="211054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465605 w 465605"/>
                  <a:gd name="connsiteY0" fmla="*/ 0 h 446780"/>
                  <a:gd name="connsiteX1" fmla="*/ 0 w 465605"/>
                  <a:gd name="connsiteY1" fmla="*/ 446780 h 446780"/>
                  <a:gd name="connsiteX0" fmla="*/ 286498 w 286498"/>
                  <a:gd name="connsiteY0" fmla="*/ 0 h 230223"/>
                  <a:gd name="connsiteX1" fmla="*/ 0 w 286498"/>
                  <a:gd name="connsiteY1" fmla="*/ 230223 h 230223"/>
                  <a:gd name="connsiteX0" fmla="*/ 286498 w 286498"/>
                  <a:gd name="connsiteY0" fmla="*/ 0 h 230223"/>
                  <a:gd name="connsiteX1" fmla="*/ 0 w 286498"/>
                  <a:gd name="connsiteY1" fmla="*/ 230223 h 230223"/>
                  <a:gd name="connsiteX0" fmla="*/ 286498 w 286498"/>
                  <a:gd name="connsiteY0" fmla="*/ 0 h 230223"/>
                  <a:gd name="connsiteX1" fmla="*/ 0 w 286498"/>
                  <a:gd name="connsiteY1" fmla="*/ 230223 h 23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6498" h="230223">
                    <a:moveTo>
                      <a:pt x="286498" y="0"/>
                    </a:moveTo>
                    <a:cubicBezTo>
                      <a:pt x="223116" y="33758"/>
                      <a:pt x="51722" y="54216"/>
                      <a:pt x="0" y="230223"/>
                    </a:cubicBez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4" name="Group 373">
                <a:extLst>
                  <a:ext uri="{FF2B5EF4-FFF2-40B4-BE49-F238E27FC236}">
                    <a16:creationId xmlns:a16="http://schemas.microsoft.com/office/drawing/2014/main" id="{5B67F302-7C28-6300-42C3-9666468B1DDC}"/>
                  </a:ext>
                </a:extLst>
              </p:cNvPr>
              <p:cNvGrpSpPr/>
              <p:nvPr/>
            </p:nvGrpSpPr>
            <p:grpSpPr>
              <a:xfrm rot="11553545" flipH="1">
                <a:off x="660358" y="5838373"/>
                <a:ext cx="2039247" cy="2050346"/>
                <a:chOff x="2582776" y="2598253"/>
                <a:chExt cx="2039247" cy="2050346"/>
              </a:xfrm>
              <a:solidFill>
                <a:srgbClr val="F9B651"/>
              </a:solidFill>
            </p:grpSpPr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62F1CE3C-AD51-9879-D6D8-F228C22C3299}"/>
                    </a:ext>
                  </a:extLst>
                </p:cNvPr>
                <p:cNvSpPr/>
                <p:nvPr/>
              </p:nvSpPr>
              <p:spPr>
                <a:xfrm flipH="1">
                  <a:off x="3132652" y="4364383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C35446E6-74D6-803B-8F3B-57166641DA9D}"/>
                    </a:ext>
                  </a:extLst>
                </p:cNvPr>
                <p:cNvSpPr/>
                <p:nvPr/>
              </p:nvSpPr>
              <p:spPr>
                <a:xfrm flipH="1">
                  <a:off x="3132651" y="4500562"/>
                  <a:ext cx="120110" cy="148037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1FCCC757-E332-9204-382D-20126E97DD68}"/>
                    </a:ext>
                  </a:extLst>
                </p:cNvPr>
                <p:cNvSpPr/>
                <p:nvPr/>
              </p:nvSpPr>
              <p:spPr>
                <a:xfrm flipH="1">
                  <a:off x="2933446" y="4412209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4BA29288-9079-B4B9-EA5C-7CC6ABBBAE7B}"/>
                    </a:ext>
                  </a:extLst>
                </p:cNvPr>
                <p:cNvSpPr/>
                <p:nvPr/>
              </p:nvSpPr>
              <p:spPr>
                <a:xfrm rot="19660011" flipH="1">
                  <a:off x="2582776" y="4301437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1D2ABFC5-316E-94B7-59E8-41C97BD59025}"/>
                    </a:ext>
                  </a:extLst>
                </p:cNvPr>
                <p:cNvSpPr/>
                <p:nvPr/>
              </p:nvSpPr>
              <p:spPr>
                <a:xfrm flipH="1">
                  <a:off x="3005327" y="4167691"/>
                  <a:ext cx="165825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5A279DEC-9BEE-1BAE-B86F-90954941BFAB}"/>
                    </a:ext>
                  </a:extLst>
                </p:cNvPr>
                <p:cNvSpPr/>
                <p:nvPr/>
              </p:nvSpPr>
              <p:spPr>
                <a:xfrm flipH="1">
                  <a:off x="2597581" y="3950384"/>
                  <a:ext cx="142564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6CDE0E7E-9613-5615-7D2F-990CDC0D5975}"/>
                    </a:ext>
                  </a:extLst>
                </p:cNvPr>
                <p:cNvSpPr/>
                <p:nvPr/>
              </p:nvSpPr>
              <p:spPr>
                <a:xfrm flipH="1">
                  <a:off x="2787530" y="4196463"/>
                  <a:ext cx="101717" cy="11488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443C580F-499F-43A6-03C1-6F54F7488525}"/>
                    </a:ext>
                  </a:extLst>
                </p:cNvPr>
                <p:cNvSpPr/>
                <p:nvPr/>
              </p:nvSpPr>
              <p:spPr>
                <a:xfrm flipH="1">
                  <a:off x="2868488" y="3999146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67EAF5E1-7DE7-0FD3-C57D-F1673A4A2FE8}"/>
                    </a:ext>
                  </a:extLst>
                </p:cNvPr>
                <p:cNvSpPr/>
                <p:nvPr/>
              </p:nvSpPr>
              <p:spPr>
                <a:xfrm flipH="1">
                  <a:off x="2640560" y="3603426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4CE025E3-C7A1-CAFB-2CAA-6CDD6EED93F3}"/>
                    </a:ext>
                  </a:extLst>
                </p:cNvPr>
                <p:cNvSpPr/>
                <p:nvPr/>
              </p:nvSpPr>
              <p:spPr>
                <a:xfrm rot="182690" flipH="1">
                  <a:off x="2742718" y="3275629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BCA9A2EA-AAB8-F85E-742F-7856D564F313}"/>
                    </a:ext>
                  </a:extLst>
                </p:cNvPr>
                <p:cNvSpPr/>
                <p:nvPr/>
              </p:nvSpPr>
              <p:spPr>
                <a:xfrm flipH="1">
                  <a:off x="2739501" y="3743727"/>
                  <a:ext cx="165825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9E8557BF-B004-6834-C369-33476CC1E5C7}"/>
                    </a:ext>
                  </a:extLst>
                </p:cNvPr>
                <p:cNvSpPr/>
                <p:nvPr/>
              </p:nvSpPr>
              <p:spPr>
                <a:xfrm rot="15877307" flipH="1">
                  <a:off x="3413503" y="4180846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7C369E54-5553-DCF1-730F-954F6E42CBEE}"/>
                    </a:ext>
                  </a:extLst>
                </p:cNvPr>
                <p:cNvSpPr/>
                <p:nvPr/>
              </p:nvSpPr>
              <p:spPr>
                <a:xfrm flipH="1">
                  <a:off x="3051391" y="3811638"/>
                  <a:ext cx="117564" cy="21962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75228EBA-4956-12A4-9D93-8A9E60D17010}"/>
                    </a:ext>
                  </a:extLst>
                </p:cNvPr>
                <p:cNvSpPr/>
                <p:nvPr/>
              </p:nvSpPr>
              <p:spPr>
                <a:xfrm flipH="1">
                  <a:off x="3263041" y="4039399"/>
                  <a:ext cx="101717" cy="11488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82690BE0-5E1F-F520-3948-56F3369672BB}"/>
                    </a:ext>
                  </a:extLst>
                </p:cNvPr>
                <p:cNvSpPr/>
                <p:nvPr/>
              </p:nvSpPr>
              <p:spPr>
                <a:xfrm flipH="1">
                  <a:off x="3729000" y="4133741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845A66D1-7891-EC39-4854-ED556132912E}"/>
                    </a:ext>
                  </a:extLst>
                </p:cNvPr>
                <p:cNvSpPr/>
                <p:nvPr/>
              </p:nvSpPr>
              <p:spPr>
                <a:xfrm flipH="1">
                  <a:off x="3957058" y="4216080"/>
                  <a:ext cx="135690" cy="96305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D1045EE0-663C-4F25-7E46-C5C81D5D8020}"/>
                    </a:ext>
                  </a:extLst>
                </p:cNvPr>
                <p:cNvSpPr/>
                <p:nvPr/>
              </p:nvSpPr>
              <p:spPr>
                <a:xfrm flipH="1">
                  <a:off x="3920491" y="3980572"/>
                  <a:ext cx="135690" cy="96305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3485F700-EC06-D6F3-112C-AA3CB5403F82}"/>
                    </a:ext>
                  </a:extLst>
                </p:cNvPr>
                <p:cNvSpPr/>
                <p:nvPr/>
              </p:nvSpPr>
              <p:spPr>
                <a:xfrm flipH="1">
                  <a:off x="4119222" y="4059635"/>
                  <a:ext cx="143088" cy="13391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60DB009B-8ABA-990C-7909-5EA6A9CD6019}"/>
                    </a:ext>
                  </a:extLst>
                </p:cNvPr>
                <p:cNvSpPr/>
                <p:nvPr/>
              </p:nvSpPr>
              <p:spPr>
                <a:xfrm flipH="1">
                  <a:off x="4222814" y="3886571"/>
                  <a:ext cx="87154" cy="8156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67E20D2C-1D41-ADC1-2C79-5425924600B8}"/>
                    </a:ext>
                  </a:extLst>
                </p:cNvPr>
                <p:cNvSpPr/>
                <p:nvPr/>
              </p:nvSpPr>
              <p:spPr>
                <a:xfrm flipH="1">
                  <a:off x="4427319" y="4041151"/>
                  <a:ext cx="87154" cy="8156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8C0EE6F5-680A-152C-43AB-8A8F8E0673BD}"/>
                    </a:ext>
                  </a:extLst>
                </p:cNvPr>
                <p:cNvSpPr/>
                <p:nvPr/>
              </p:nvSpPr>
              <p:spPr>
                <a:xfrm flipH="1">
                  <a:off x="4437330" y="3687361"/>
                  <a:ext cx="184693" cy="168858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51D22DE8-E3E9-7A58-9526-62C75D045BCF}"/>
                    </a:ext>
                  </a:extLst>
                </p:cNvPr>
                <p:cNvSpPr/>
                <p:nvPr/>
              </p:nvSpPr>
              <p:spPr>
                <a:xfrm flipH="1">
                  <a:off x="3026355" y="2934786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8738BD93-5DA6-D4AD-2AE2-D9A8CD5E16C9}"/>
                    </a:ext>
                  </a:extLst>
                </p:cNvPr>
                <p:cNvSpPr/>
                <p:nvPr/>
              </p:nvSpPr>
              <p:spPr>
                <a:xfrm flipH="1">
                  <a:off x="2827149" y="2982612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78D9B336-4476-512A-738B-B7F9353A9ED5}"/>
                    </a:ext>
                  </a:extLst>
                </p:cNvPr>
                <p:cNvSpPr/>
                <p:nvPr/>
              </p:nvSpPr>
              <p:spPr>
                <a:xfrm flipH="1">
                  <a:off x="2677484" y="2887217"/>
                  <a:ext cx="101717" cy="11488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6360D9F5-138B-492A-22AE-6AB9D4E1AEB0}"/>
                    </a:ext>
                  </a:extLst>
                </p:cNvPr>
                <p:cNvSpPr/>
                <p:nvPr/>
              </p:nvSpPr>
              <p:spPr>
                <a:xfrm flipH="1">
                  <a:off x="2658417" y="2617310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21204202-D31F-E2C2-D557-E8663F1D3FAD}"/>
                    </a:ext>
                  </a:extLst>
                </p:cNvPr>
                <p:cNvSpPr/>
                <p:nvPr/>
              </p:nvSpPr>
              <p:spPr>
                <a:xfrm flipH="1">
                  <a:off x="2867043" y="2598253"/>
                  <a:ext cx="219057" cy="26998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0A5801C4-EF56-A952-F3C7-9A27EDA7E250}"/>
                    </a:ext>
                  </a:extLst>
                </p:cNvPr>
                <p:cNvSpPr/>
                <p:nvPr/>
              </p:nvSpPr>
              <p:spPr>
                <a:xfrm rot="18200750" flipH="1">
                  <a:off x="3337211" y="2642490"/>
                  <a:ext cx="133721" cy="182268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0CEA9A26-90E9-C5BD-1689-B12A6C4B831D}"/>
                    </a:ext>
                  </a:extLst>
                </p:cNvPr>
                <p:cNvSpPr/>
                <p:nvPr/>
              </p:nvSpPr>
              <p:spPr>
                <a:xfrm flipH="1">
                  <a:off x="3169081" y="2716085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75" name="Rectangle 4">
                <a:extLst>
                  <a:ext uri="{FF2B5EF4-FFF2-40B4-BE49-F238E27FC236}">
                    <a16:creationId xmlns:a16="http://schemas.microsoft.com/office/drawing/2014/main" id="{2016D9D7-12EC-E085-F8F5-B46C8B9DA054}"/>
                  </a:ext>
                </a:extLst>
              </p:cNvPr>
              <p:cNvSpPr/>
              <p:nvPr/>
            </p:nvSpPr>
            <p:spPr>
              <a:xfrm>
                <a:off x="1005710" y="6338726"/>
                <a:ext cx="2164280" cy="1589484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308100"/>
                  <a:gd name="connsiteY0" fmla="*/ 215900 h 1130300"/>
                  <a:gd name="connsiteX1" fmla="*/ 1308100 w 1308100"/>
                  <a:gd name="connsiteY1" fmla="*/ 0 h 1130300"/>
                  <a:gd name="connsiteX2" fmla="*/ 914400 w 1308100"/>
                  <a:gd name="connsiteY2" fmla="*/ 1130300 h 1130300"/>
                  <a:gd name="connsiteX3" fmla="*/ 0 w 1308100"/>
                  <a:gd name="connsiteY3" fmla="*/ 1130300 h 1130300"/>
                  <a:gd name="connsiteX4" fmla="*/ 0 w 1308100"/>
                  <a:gd name="connsiteY4" fmla="*/ 215900 h 1130300"/>
                  <a:gd name="connsiteX0" fmla="*/ 0 w 2603500"/>
                  <a:gd name="connsiteY0" fmla="*/ 215900 h 1346200"/>
                  <a:gd name="connsiteX1" fmla="*/ 1308100 w 2603500"/>
                  <a:gd name="connsiteY1" fmla="*/ 0 h 1346200"/>
                  <a:gd name="connsiteX2" fmla="*/ 2603500 w 2603500"/>
                  <a:gd name="connsiteY2" fmla="*/ 1346200 h 1346200"/>
                  <a:gd name="connsiteX3" fmla="*/ 0 w 2603500"/>
                  <a:gd name="connsiteY3" fmla="*/ 1130300 h 1346200"/>
                  <a:gd name="connsiteX4" fmla="*/ 0 w 2603500"/>
                  <a:gd name="connsiteY4" fmla="*/ 215900 h 1346200"/>
                  <a:gd name="connsiteX0" fmla="*/ 0 w 2603500"/>
                  <a:gd name="connsiteY0" fmla="*/ 215900 h 1707096"/>
                  <a:gd name="connsiteX1" fmla="*/ 1308100 w 2603500"/>
                  <a:gd name="connsiteY1" fmla="*/ 0 h 1707096"/>
                  <a:gd name="connsiteX2" fmla="*/ 2603500 w 2603500"/>
                  <a:gd name="connsiteY2" fmla="*/ 1346200 h 1707096"/>
                  <a:gd name="connsiteX3" fmla="*/ 0 w 2603500"/>
                  <a:gd name="connsiteY3" fmla="*/ 1130300 h 1707096"/>
                  <a:gd name="connsiteX4" fmla="*/ 0 w 2603500"/>
                  <a:gd name="connsiteY4" fmla="*/ 215900 h 1707096"/>
                  <a:gd name="connsiteX0" fmla="*/ 0 w 2605995"/>
                  <a:gd name="connsiteY0" fmla="*/ 215900 h 2511050"/>
                  <a:gd name="connsiteX1" fmla="*/ 1308100 w 2605995"/>
                  <a:gd name="connsiteY1" fmla="*/ 0 h 2511050"/>
                  <a:gd name="connsiteX2" fmla="*/ 2603500 w 2605995"/>
                  <a:gd name="connsiteY2" fmla="*/ 1346200 h 2511050"/>
                  <a:gd name="connsiteX3" fmla="*/ 869365 w 2605995"/>
                  <a:gd name="connsiteY3" fmla="*/ 2510023 h 2511050"/>
                  <a:gd name="connsiteX4" fmla="*/ 0 w 2605995"/>
                  <a:gd name="connsiteY4" fmla="*/ 1130300 h 2511050"/>
                  <a:gd name="connsiteX5" fmla="*/ 0 w 2605995"/>
                  <a:gd name="connsiteY5" fmla="*/ 215900 h 2511050"/>
                  <a:gd name="connsiteX0" fmla="*/ 0 w 2606040"/>
                  <a:gd name="connsiteY0" fmla="*/ 215900 h 2514097"/>
                  <a:gd name="connsiteX1" fmla="*/ 1308100 w 2606040"/>
                  <a:gd name="connsiteY1" fmla="*/ 0 h 2514097"/>
                  <a:gd name="connsiteX2" fmla="*/ 2603500 w 2606040"/>
                  <a:gd name="connsiteY2" fmla="*/ 1346200 h 2514097"/>
                  <a:gd name="connsiteX3" fmla="*/ 869365 w 2606040"/>
                  <a:gd name="connsiteY3" fmla="*/ 2510023 h 2514097"/>
                  <a:gd name="connsiteX4" fmla="*/ 0 w 2606040"/>
                  <a:gd name="connsiteY4" fmla="*/ 1130300 h 2514097"/>
                  <a:gd name="connsiteX5" fmla="*/ 0 w 2606040"/>
                  <a:gd name="connsiteY5" fmla="*/ 215900 h 2514097"/>
                  <a:gd name="connsiteX0" fmla="*/ 0 w 2605849"/>
                  <a:gd name="connsiteY0" fmla="*/ 215900 h 2522710"/>
                  <a:gd name="connsiteX1" fmla="*/ 1308100 w 2605849"/>
                  <a:gd name="connsiteY1" fmla="*/ 0 h 2522710"/>
                  <a:gd name="connsiteX2" fmla="*/ 2603500 w 2605849"/>
                  <a:gd name="connsiteY2" fmla="*/ 1346200 h 2522710"/>
                  <a:gd name="connsiteX3" fmla="*/ 869365 w 2605849"/>
                  <a:gd name="connsiteY3" fmla="*/ 2510023 h 2522710"/>
                  <a:gd name="connsiteX4" fmla="*/ 0 w 2605849"/>
                  <a:gd name="connsiteY4" fmla="*/ 1130300 h 2522710"/>
                  <a:gd name="connsiteX5" fmla="*/ 0 w 2605849"/>
                  <a:gd name="connsiteY5" fmla="*/ 215900 h 2522710"/>
                  <a:gd name="connsiteX0" fmla="*/ 0 w 2603500"/>
                  <a:gd name="connsiteY0" fmla="*/ 215900 h 2522710"/>
                  <a:gd name="connsiteX1" fmla="*/ 1308100 w 2603500"/>
                  <a:gd name="connsiteY1" fmla="*/ 0 h 2522710"/>
                  <a:gd name="connsiteX2" fmla="*/ 2603500 w 2603500"/>
                  <a:gd name="connsiteY2" fmla="*/ 1346200 h 2522710"/>
                  <a:gd name="connsiteX3" fmla="*/ 869365 w 2603500"/>
                  <a:gd name="connsiteY3" fmla="*/ 2510023 h 2522710"/>
                  <a:gd name="connsiteX4" fmla="*/ 0 w 2603500"/>
                  <a:gd name="connsiteY4" fmla="*/ 1130300 h 2522710"/>
                  <a:gd name="connsiteX5" fmla="*/ 0 w 2603500"/>
                  <a:gd name="connsiteY5" fmla="*/ 215900 h 2522710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0 w 2603500"/>
                  <a:gd name="connsiteY5" fmla="*/ 1130300 h 2634863"/>
                  <a:gd name="connsiteX6" fmla="*/ 0 w 2603500"/>
                  <a:gd name="connsiteY6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0 w 2603500"/>
                  <a:gd name="connsiteY6" fmla="*/ 11303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533400 w 2603500"/>
                  <a:gd name="connsiteY6" fmla="*/ 533400 h 2634863"/>
                  <a:gd name="connsiteX7" fmla="*/ 0 w 2603500"/>
                  <a:gd name="connsiteY7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456615 w 2603500"/>
                  <a:gd name="connsiteY6" fmla="*/ 1087622 h 2634863"/>
                  <a:gd name="connsiteX7" fmla="*/ 533400 w 2603500"/>
                  <a:gd name="connsiteY7" fmla="*/ 533400 h 2634863"/>
                  <a:gd name="connsiteX8" fmla="*/ 0 w 2603500"/>
                  <a:gd name="connsiteY8" fmla="*/ 215900 h 2634863"/>
                  <a:gd name="connsiteX0" fmla="*/ 0 w 2603500"/>
                  <a:gd name="connsiteY0" fmla="*/ 215900 h 2634863"/>
                  <a:gd name="connsiteX1" fmla="*/ 1308100 w 2603500"/>
                  <a:gd name="connsiteY1" fmla="*/ 0 h 2634863"/>
                  <a:gd name="connsiteX2" fmla="*/ 2603500 w 2603500"/>
                  <a:gd name="connsiteY2" fmla="*/ 1346200 h 2634863"/>
                  <a:gd name="connsiteX3" fmla="*/ 869365 w 2603500"/>
                  <a:gd name="connsiteY3" fmla="*/ 2510023 h 2634863"/>
                  <a:gd name="connsiteX4" fmla="*/ 526465 w 2603500"/>
                  <a:gd name="connsiteY4" fmla="*/ 2471922 h 2634863"/>
                  <a:gd name="connsiteX5" fmla="*/ 513765 w 2603500"/>
                  <a:gd name="connsiteY5" fmla="*/ 1697222 h 2634863"/>
                  <a:gd name="connsiteX6" fmla="*/ 456615 w 2603500"/>
                  <a:gd name="connsiteY6" fmla="*/ 1087622 h 2634863"/>
                  <a:gd name="connsiteX7" fmla="*/ 533400 w 2603500"/>
                  <a:gd name="connsiteY7" fmla="*/ 533400 h 2634863"/>
                  <a:gd name="connsiteX8" fmla="*/ 0 w 2603500"/>
                  <a:gd name="connsiteY8" fmla="*/ 215900 h 2634863"/>
                  <a:gd name="connsiteX0" fmla="*/ 0 w 2603500"/>
                  <a:gd name="connsiteY0" fmla="*/ 215900 h 2581510"/>
                  <a:gd name="connsiteX1" fmla="*/ 1308100 w 2603500"/>
                  <a:gd name="connsiteY1" fmla="*/ 0 h 2581510"/>
                  <a:gd name="connsiteX2" fmla="*/ 2603500 w 2603500"/>
                  <a:gd name="connsiteY2" fmla="*/ 1346200 h 2581510"/>
                  <a:gd name="connsiteX3" fmla="*/ 869365 w 2603500"/>
                  <a:gd name="connsiteY3" fmla="*/ 2510023 h 2581510"/>
                  <a:gd name="connsiteX4" fmla="*/ 526465 w 2603500"/>
                  <a:gd name="connsiteY4" fmla="*/ 2471922 h 2581510"/>
                  <a:gd name="connsiteX5" fmla="*/ 513765 w 2603500"/>
                  <a:gd name="connsiteY5" fmla="*/ 1697222 h 2581510"/>
                  <a:gd name="connsiteX6" fmla="*/ 456615 w 2603500"/>
                  <a:gd name="connsiteY6" fmla="*/ 1087622 h 2581510"/>
                  <a:gd name="connsiteX7" fmla="*/ 533400 w 2603500"/>
                  <a:gd name="connsiteY7" fmla="*/ 533400 h 2581510"/>
                  <a:gd name="connsiteX8" fmla="*/ 0 w 2603500"/>
                  <a:gd name="connsiteY8" fmla="*/ 215900 h 2581510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03500"/>
                  <a:gd name="connsiteY0" fmla="*/ 215900 h 2542034"/>
                  <a:gd name="connsiteX1" fmla="*/ 1308100 w 2603500"/>
                  <a:gd name="connsiteY1" fmla="*/ 0 h 2542034"/>
                  <a:gd name="connsiteX2" fmla="*/ 2603500 w 2603500"/>
                  <a:gd name="connsiteY2" fmla="*/ 1346200 h 2542034"/>
                  <a:gd name="connsiteX3" fmla="*/ 869365 w 2603500"/>
                  <a:gd name="connsiteY3" fmla="*/ 2510023 h 2542034"/>
                  <a:gd name="connsiteX4" fmla="*/ 526465 w 2603500"/>
                  <a:gd name="connsiteY4" fmla="*/ 2471922 h 2542034"/>
                  <a:gd name="connsiteX5" fmla="*/ 513765 w 2603500"/>
                  <a:gd name="connsiteY5" fmla="*/ 1697222 h 2542034"/>
                  <a:gd name="connsiteX6" fmla="*/ 456615 w 2603500"/>
                  <a:gd name="connsiteY6" fmla="*/ 1087622 h 2542034"/>
                  <a:gd name="connsiteX7" fmla="*/ 533400 w 2603500"/>
                  <a:gd name="connsiteY7" fmla="*/ 533400 h 2542034"/>
                  <a:gd name="connsiteX8" fmla="*/ 0 w 2603500"/>
                  <a:gd name="connsiteY8" fmla="*/ 215900 h 2542034"/>
                  <a:gd name="connsiteX0" fmla="*/ 0 w 2628900"/>
                  <a:gd name="connsiteY0" fmla="*/ 215900 h 2542034"/>
                  <a:gd name="connsiteX1" fmla="*/ 1308100 w 2628900"/>
                  <a:gd name="connsiteY1" fmla="*/ 0 h 2542034"/>
                  <a:gd name="connsiteX2" fmla="*/ 2628900 w 2628900"/>
                  <a:gd name="connsiteY2" fmla="*/ 1314450 h 2542034"/>
                  <a:gd name="connsiteX3" fmla="*/ 869365 w 2628900"/>
                  <a:gd name="connsiteY3" fmla="*/ 2510023 h 2542034"/>
                  <a:gd name="connsiteX4" fmla="*/ 526465 w 2628900"/>
                  <a:gd name="connsiteY4" fmla="*/ 2471922 h 2542034"/>
                  <a:gd name="connsiteX5" fmla="*/ 513765 w 2628900"/>
                  <a:gd name="connsiteY5" fmla="*/ 1697222 h 2542034"/>
                  <a:gd name="connsiteX6" fmla="*/ 456615 w 2628900"/>
                  <a:gd name="connsiteY6" fmla="*/ 1087622 h 2542034"/>
                  <a:gd name="connsiteX7" fmla="*/ 533400 w 2628900"/>
                  <a:gd name="connsiteY7" fmla="*/ 533400 h 2542034"/>
                  <a:gd name="connsiteX8" fmla="*/ 0 w 2628900"/>
                  <a:gd name="connsiteY8" fmla="*/ 215900 h 2542034"/>
                  <a:gd name="connsiteX0" fmla="*/ 0 w 2628900"/>
                  <a:gd name="connsiteY0" fmla="*/ 215900 h 2542034"/>
                  <a:gd name="connsiteX1" fmla="*/ 1308100 w 2628900"/>
                  <a:gd name="connsiteY1" fmla="*/ 0 h 2542034"/>
                  <a:gd name="connsiteX2" fmla="*/ 2628900 w 2628900"/>
                  <a:gd name="connsiteY2" fmla="*/ 1314450 h 2542034"/>
                  <a:gd name="connsiteX3" fmla="*/ 869365 w 2628900"/>
                  <a:gd name="connsiteY3" fmla="*/ 2510023 h 2542034"/>
                  <a:gd name="connsiteX4" fmla="*/ 526465 w 2628900"/>
                  <a:gd name="connsiteY4" fmla="*/ 2471922 h 2542034"/>
                  <a:gd name="connsiteX5" fmla="*/ 513765 w 2628900"/>
                  <a:gd name="connsiteY5" fmla="*/ 1697222 h 2542034"/>
                  <a:gd name="connsiteX6" fmla="*/ 456615 w 2628900"/>
                  <a:gd name="connsiteY6" fmla="*/ 1087622 h 2542034"/>
                  <a:gd name="connsiteX7" fmla="*/ 533400 w 2628900"/>
                  <a:gd name="connsiteY7" fmla="*/ 533400 h 2542034"/>
                  <a:gd name="connsiteX8" fmla="*/ 0 w 2628900"/>
                  <a:gd name="connsiteY8" fmla="*/ 215900 h 2542034"/>
                  <a:gd name="connsiteX0" fmla="*/ 0 w 2628900"/>
                  <a:gd name="connsiteY0" fmla="*/ 0 h 2326134"/>
                  <a:gd name="connsiteX1" fmla="*/ 1714500 w 2628900"/>
                  <a:gd name="connsiteY1" fmla="*/ 215900 h 2326134"/>
                  <a:gd name="connsiteX2" fmla="*/ 2628900 w 2628900"/>
                  <a:gd name="connsiteY2" fmla="*/ 1098550 h 2326134"/>
                  <a:gd name="connsiteX3" fmla="*/ 869365 w 2628900"/>
                  <a:gd name="connsiteY3" fmla="*/ 2294123 h 2326134"/>
                  <a:gd name="connsiteX4" fmla="*/ 526465 w 2628900"/>
                  <a:gd name="connsiteY4" fmla="*/ 2256022 h 2326134"/>
                  <a:gd name="connsiteX5" fmla="*/ 513765 w 2628900"/>
                  <a:gd name="connsiteY5" fmla="*/ 1481322 h 2326134"/>
                  <a:gd name="connsiteX6" fmla="*/ 456615 w 2628900"/>
                  <a:gd name="connsiteY6" fmla="*/ 871722 h 2326134"/>
                  <a:gd name="connsiteX7" fmla="*/ 533400 w 2628900"/>
                  <a:gd name="connsiteY7" fmla="*/ 317500 h 2326134"/>
                  <a:gd name="connsiteX8" fmla="*/ 0 w 2628900"/>
                  <a:gd name="connsiteY8" fmla="*/ 0 h 2326134"/>
                  <a:gd name="connsiteX0" fmla="*/ 0 w 2628900"/>
                  <a:gd name="connsiteY0" fmla="*/ 0 h 2306462"/>
                  <a:gd name="connsiteX1" fmla="*/ 1714500 w 2628900"/>
                  <a:gd name="connsiteY1" fmla="*/ 215900 h 2306462"/>
                  <a:gd name="connsiteX2" fmla="*/ 2628900 w 2628900"/>
                  <a:gd name="connsiteY2" fmla="*/ 1098550 h 2306462"/>
                  <a:gd name="connsiteX3" fmla="*/ 869365 w 2628900"/>
                  <a:gd name="connsiteY3" fmla="*/ 2294123 h 2306462"/>
                  <a:gd name="connsiteX4" fmla="*/ 513765 w 2628900"/>
                  <a:gd name="connsiteY4" fmla="*/ 1481322 h 2306462"/>
                  <a:gd name="connsiteX5" fmla="*/ 456615 w 2628900"/>
                  <a:gd name="connsiteY5" fmla="*/ 871722 h 2306462"/>
                  <a:gd name="connsiteX6" fmla="*/ 533400 w 2628900"/>
                  <a:gd name="connsiteY6" fmla="*/ 317500 h 2306462"/>
                  <a:gd name="connsiteX7" fmla="*/ 0 w 2628900"/>
                  <a:gd name="connsiteY7" fmla="*/ 0 h 2306462"/>
                  <a:gd name="connsiteX0" fmla="*/ 0 w 2628900"/>
                  <a:gd name="connsiteY0" fmla="*/ 0 h 2306462"/>
                  <a:gd name="connsiteX1" fmla="*/ 1714500 w 2628900"/>
                  <a:gd name="connsiteY1" fmla="*/ 215900 h 2306462"/>
                  <a:gd name="connsiteX2" fmla="*/ 2628900 w 2628900"/>
                  <a:gd name="connsiteY2" fmla="*/ 1098550 h 2306462"/>
                  <a:gd name="connsiteX3" fmla="*/ 869365 w 2628900"/>
                  <a:gd name="connsiteY3" fmla="*/ 2294123 h 2306462"/>
                  <a:gd name="connsiteX4" fmla="*/ 456615 w 2628900"/>
                  <a:gd name="connsiteY4" fmla="*/ 871722 h 2306462"/>
                  <a:gd name="connsiteX5" fmla="*/ 533400 w 2628900"/>
                  <a:gd name="connsiteY5" fmla="*/ 317500 h 2306462"/>
                  <a:gd name="connsiteX6" fmla="*/ 0 w 2628900"/>
                  <a:gd name="connsiteY6" fmla="*/ 0 h 2306462"/>
                  <a:gd name="connsiteX0" fmla="*/ 0 w 2628900"/>
                  <a:gd name="connsiteY0" fmla="*/ 0 h 1244730"/>
                  <a:gd name="connsiteX1" fmla="*/ 1714500 w 2628900"/>
                  <a:gd name="connsiteY1" fmla="*/ 215900 h 1244730"/>
                  <a:gd name="connsiteX2" fmla="*/ 2628900 w 2628900"/>
                  <a:gd name="connsiteY2" fmla="*/ 1098550 h 1244730"/>
                  <a:gd name="connsiteX3" fmla="*/ 297865 w 2628900"/>
                  <a:gd name="connsiteY3" fmla="*/ 1055873 h 1244730"/>
                  <a:gd name="connsiteX4" fmla="*/ 456615 w 2628900"/>
                  <a:gd name="connsiteY4" fmla="*/ 871722 h 1244730"/>
                  <a:gd name="connsiteX5" fmla="*/ 533400 w 2628900"/>
                  <a:gd name="connsiteY5" fmla="*/ 317500 h 1244730"/>
                  <a:gd name="connsiteX6" fmla="*/ 0 w 2628900"/>
                  <a:gd name="connsiteY6" fmla="*/ 0 h 1244730"/>
                  <a:gd name="connsiteX0" fmla="*/ 0 w 1715931"/>
                  <a:gd name="connsiteY0" fmla="*/ 0 h 1073159"/>
                  <a:gd name="connsiteX1" fmla="*/ 1714500 w 1715931"/>
                  <a:gd name="connsiteY1" fmla="*/ 215900 h 1073159"/>
                  <a:gd name="connsiteX2" fmla="*/ 297865 w 1715931"/>
                  <a:gd name="connsiteY2" fmla="*/ 1055873 h 1073159"/>
                  <a:gd name="connsiteX3" fmla="*/ 456615 w 1715931"/>
                  <a:gd name="connsiteY3" fmla="*/ 871722 h 1073159"/>
                  <a:gd name="connsiteX4" fmla="*/ 533400 w 1715931"/>
                  <a:gd name="connsiteY4" fmla="*/ 317500 h 1073159"/>
                  <a:gd name="connsiteX5" fmla="*/ 0 w 1715931"/>
                  <a:gd name="connsiteY5" fmla="*/ 0 h 1073159"/>
                  <a:gd name="connsiteX0" fmla="*/ 0 w 2067225"/>
                  <a:gd name="connsiteY0" fmla="*/ 0 h 1237055"/>
                  <a:gd name="connsiteX1" fmla="*/ 1714500 w 2067225"/>
                  <a:gd name="connsiteY1" fmla="*/ 215900 h 1237055"/>
                  <a:gd name="connsiteX2" fmla="*/ 297865 w 2067225"/>
                  <a:gd name="connsiteY2" fmla="*/ 1055873 h 1237055"/>
                  <a:gd name="connsiteX3" fmla="*/ 456615 w 2067225"/>
                  <a:gd name="connsiteY3" fmla="*/ 871722 h 1237055"/>
                  <a:gd name="connsiteX4" fmla="*/ 533400 w 2067225"/>
                  <a:gd name="connsiteY4" fmla="*/ 317500 h 1237055"/>
                  <a:gd name="connsiteX5" fmla="*/ 0 w 2067225"/>
                  <a:gd name="connsiteY5" fmla="*/ 0 h 1237055"/>
                  <a:gd name="connsiteX0" fmla="*/ 0 w 2080576"/>
                  <a:gd name="connsiteY0" fmla="*/ 0 h 1601782"/>
                  <a:gd name="connsiteX1" fmla="*/ 1714500 w 2080576"/>
                  <a:gd name="connsiteY1" fmla="*/ 215900 h 1601782"/>
                  <a:gd name="connsiteX2" fmla="*/ 297865 w 2080576"/>
                  <a:gd name="connsiteY2" fmla="*/ 1055873 h 1601782"/>
                  <a:gd name="connsiteX3" fmla="*/ 456615 w 2080576"/>
                  <a:gd name="connsiteY3" fmla="*/ 871722 h 1601782"/>
                  <a:gd name="connsiteX4" fmla="*/ 533400 w 2080576"/>
                  <a:gd name="connsiteY4" fmla="*/ 317500 h 1601782"/>
                  <a:gd name="connsiteX5" fmla="*/ 0 w 2080576"/>
                  <a:gd name="connsiteY5" fmla="*/ 0 h 1601782"/>
                  <a:gd name="connsiteX0" fmla="*/ 0 w 2050864"/>
                  <a:gd name="connsiteY0" fmla="*/ 0 h 1570290"/>
                  <a:gd name="connsiteX1" fmla="*/ 1714500 w 2050864"/>
                  <a:gd name="connsiteY1" fmla="*/ 215900 h 1570290"/>
                  <a:gd name="connsiteX2" fmla="*/ 297865 w 2050864"/>
                  <a:gd name="connsiteY2" fmla="*/ 1055873 h 1570290"/>
                  <a:gd name="connsiteX3" fmla="*/ 456615 w 2050864"/>
                  <a:gd name="connsiteY3" fmla="*/ 871722 h 1570290"/>
                  <a:gd name="connsiteX4" fmla="*/ 533400 w 2050864"/>
                  <a:gd name="connsiteY4" fmla="*/ 317500 h 1570290"/>
                  <a:gd name="connsiteX5" fmla="*/ 0 w 2050864"/>
                  <a:gd name="connsiteY5" fmla="*/ 0 h 1570290"/>
                  <a:gd name="connsiteX0" fmla="*/ 0 w 2050864"/>
                  <a:gd name="connsiteY0" fmla="*/ 0 h 1570290"/>
                  <a:gd name="connsiteX1" fmla="*/ 1714500 w 2050864"/>
                  <a:gd name="connsiteY1" fmla="*/ 215900 h 1570290"/>
                  <a:gd name="connsiteX2" fmla="*/ 297865 w 2050864"/>
                  <a:gd name="connsiteY2" fmla="*/ 1055873 h 1570290"/>
                  <a:gd name="connsiteX3" fmla="*/ 113715 w 2050864"/>
                  <a:gd name="connsiteY3" fmla="*/ 776472 h 1570290"/>
                  <a:gd name="connsiteX4" fmla="*/ 533400 w 2050864"/>
                  <a:gd name="connsiteY4" fmla="*/ 317500 h 1570290"/>
                  <a:gd name="connsiteX5" fmla="*/ 0 w 2050864"/>
                  <a:gd name="connsiteY5" fmla="*/ 0 h 1570290"/>
                  <a:gd name="connsiteX0" fmla="*/ 0 w 2044484"/>
                  <a:gd name="connsiteY0" fmla="*/ 0 h 1576393"/>
                  <a:gd name="connsiteX1" fmla="*/ 1714500 w 2044484"/>
                  <a:gd name="connsiteY1" fmla="*/ 215900 h 1576393"/>
                  <a:gd name="connsiteX2" fmla="*/ 237540 w 2044484"/>
                  <a:gd name="connsiteY2" fmla="*/ 1065398 h 1576393"/>
                  <a:gd name="connsiteX3" fmla="*/ 113715 w 2044484"/>
                  <a:gd name="connsiteY3" fmla="*/ 776472 h 1576393"/>
                  <a:gd name="connsiteX4" fmla="*/ 533400 w 2044484"/>
                  <a:gd name="connsiteY4" fmla="*/ 317500 h 1576393"/>
                  <a:gd name="connsiteX5" fmla="*/ 0 w 2044484"/>
                  <a:gd name="connsiteY5" fmla="*/ 0 h 1576393"/>
                  <a:gd name="connsiteX0" fmla="*/ 0 w 2044484"/>
                  <a:gd name="connsiteY0" fmla="*/ 0 h 1576393"/>
                  <a:gd name="connsiteX1" fmla="*/ 1714500 w 2044484"/>
                  <a:gd name="connsiteY1" fmla="*/ 215900 h 1576393"/>
                  <a:gd name="connsiteX2" fmla="*/ 237540 w 2044484"/>
                  <a:gd name="connsiteY2" fmla="*/ 1065398 h 1576393"/>
                  <a:gd name="connsiteX3" fmla="*/ 113715 w 2044484"/>
                  <a:gd name="connsiteY3" fmla="*/ 776472 h 1576393"/>
                  <a:gd name="connsiteX4" fmla="*/ 533400 w 2044484"/>
                  <a:gd name="connsiteY4" fmla="*/ 317500 h 1576393"/>
                  <a:gd name="connsiteX5" fmla="*/ 0 w 2044484"/>
                  <a:gd name="connsiteY5" fmla="*/ 0 h 1576393"/>
                  <a:gd name="connsiteX0" fmla="*/ 0 w 2044484"/>
                  <a:gd name="connsiteY0" fmla="*/ 0 h 1576393"/>
                  <a:gd name="connsiteX1" fmla="*/ 1714500 w 2044484"/>
                  <a:gd name="connsiteY1" fmla="*/ 215900 h 1576393"/>
                  <a:gd name="connsiteX2" fmla="*/ 237540 w 2044484"/>
                  <a:gd name="connsiteY2" fmla="*/ 1065398 h 1576393"/>
                  <a:gd name="connsiteX3" fmla="*/ 113715 w 2044484"/>
                  <a:gd name="connsiteY3" fmla="*/ 776472 h 1576393"/>
                  <a:gd name="connsiteX4" fmla="*/ 533400 w 2044484"/>
                  <a:gd name="connsiteY4" fmla="*/ 317500 h 1576393"/>
                  <a:gd name="connsiteX5" fmla="*/ 0 w 2044484"/>
                  <a:gd name="connsiteY5" fmla="*/ 0 h 1576393"/>
                  <a:gd name="connsiteX0" fmla="*/ 0 w 2044484"/>
                  <a:gd name="connsiteY0" fmla="*/ 0 h 1576393"/>
                  <a:gd name="connsiteX1" fmla="*/ 1714500 w 2044484"/>
                  <a:gd name="connsiteY1" fmla="*/ 215900 h 1576393"/>
                  <a:gd name="connsiteX2" fmla="*/ 237540 w 2044484"/>
                  <a:gd name="connsiteY2" fmla="*/ 1065398 h 1576393"/>
                  <a:gd name="connsiteX3" fmla="*/ 113715 w 2044484"/>
                  <a:gd name="connsiteY3" fmla="*/ 776472 h 1576393"/>
                  <a:gd name="connsiteX4" fmla="*/ 50800 w 2044484"/>
                  <a:gd name="connsiteY4" fmla="*/ 365125 h 1576393"/>
                  <a:gd name="connsiteX5" fmla="*/ 0 w 2044484"/>
                  <a:gd name="connsiteY5" fmla="*/ 0 h 1576393"/>
                  <a:gd name="connsiteX0" fmla="*/ 59782 w 2104266"/>
                  <a:gd name="connsiteY0" fmla="*/ 0 h 1576393"/>
                  <a:gd name="connsiteX1" fmla="*/ 1774282 w 2104266"/>
                  <a:gd name="connsiteY1" fmla="*/ 215900 h 1576393"/>
                  <a:gd name="connsiteX2" fmla="*/ 297322 w 2104266"/>
                  <a:gd name="connsiteY2" fmla="*/ 1065398 h 1576393"/>
                  <a:gd name="connsiteX3" fmla="*/ 173497 w 2104266"/>
                  <a:gd name="connsiteY3" fmla="*/ 776472 h 1576393"/>
                  <a:gd name="connsiteX4" fmla="*/ 110582 w 2104266"/>
                  <a:gd name="connsiteY4" fmla="*/ 365125 h 1576393"/>
                  <a:gd name="connsiteX5" fmla="*/ 59782 w 2104266"/>
                  <a:gd name="connsiteY5" fmla="*/ 0 h 1576393"/>
                  <a:gd name="connsiteX0" fmla="*/ 72057 w 2116541"/>
                  <a:gd name="connsiteY0" fmla="*/ 0 h 1576393"/>
                  <a:gd name="connsiteX1" fmla="*/ 1786557 w 2116541"/>
                  <a:gd name="connsiteY1" fmla="*/ 215900 h 1576393"/>
                  <a:gd name="connsiteX2" fmla="*/ 309597 w 2116541"/>
                  <a:gd name="connsiteY2" fmla="*/ 1065398 h 1576393"/>
                  <a:gd name="connsiteX3" fmla="*/ 185772 w 2116541"/>
                  <a:gd name="connsiteY3" fmla="*/ 776472 h 1576393"/>
                  <a:gd name="connsiteX4" fmla="*/ 122857 w 2116541"/>
                  <a:gd name="connsiteY4" fmla="*/ 365125 h 1576393"/>
                  <a:gd name="connsiteX5" fmla="*/ 72057 w 2116541"/>
                  <a:gd name="connsiteY5" fmla="*/ 0 h 1576393"/>
                  <a:gd name="connsiteX0" fmla="*/ 0 w 2142909"/>
                  <a:gd name="connsiteY0" fmla="*/ 44450 h 1360493"/>
                  <a:gd name="connsiteX1" fmla="*/ 1812925 w 2142909"/>
                  <a:gd name="connsiteY1" fmla="*/ 0 h 1360493"/>
                  <a:gd name="connsiteX2" fmla="*/ 335965 w 2142909"/>
                  <a:gd name="connsiteY2" fmla="*/ 849498 h 1360493"/>
                  <a:gd name="connsiteX3" fmla="*/ 212140 w 2142909"/>
                  <a:gd name="connsiteY3" fmla="*/ 560572 h 1360493"/>
                  <a:gd name="connsiteX4" fmla="*/ 149225 w 2142909"/>
                  <a:gd name="connsiteY4" fmla="*/ 149225 h 1360493"/>
                  <a:gd name="connsiteX5" fmla="*/ 0 w 2142909"/>
                  <a:gd name="connsiteY5" fmla="*/ 44450 h 1360493"/>
                  <a:gd name="connsiteX0" fmla="*/ 0 w 2142909"/>
                  <a:gd name="connsiteY0" fmla="*/ 141121 h 1457164"/>
                  <a:gd name="connsiteX1" fmla="*/ 451793 w 2142909"/>
                  <a:gd name="connsiteY1" fmla="*/ 0 h 1457164"/>
                  <a:gd name="connsiteX2" fmla="*/ 1812925 w 2142909"/>
                  <a:gd name="connsiteY2" fmla="*/ 96671 h 1457164"/>
                  <a:gd name="connsiteX3" fmla="*/ 335965 w 2142909"/>
                  <a:gd name="connsiteY3" fmla="*/ 946169 h 1457164"/>
                  <a:gd name="connsiteX4" fmla="*/ 212140 w 2142909"/>
                  <a:gd name="connsiteY4" fmla="*/ 657243 h 1457164"/>
                  <a:gd name="connsiteX5" fmla="*/ 149225 w 2142909"/>
                  <a:gd name="connsiteY5" fmla="*/ 245896 h 1457164"/>
                  <a:gd name="connsiteX6" fmla="*/ 0 w 2142909"/>
                  <a:gd name="connsiteY6" fmla="*/ 141121 h 1457164"/>
                  <a:gd name="connsiteX0" fmla="*/ 0 w 2142909"/>
                  <a:gd name="connsiteY0" fmla="*/ 141121 h 1457164"/>
                  <a:gd name="connsiteX1" fmla="*/ 451793 w 2142909"/>
                  <a:gd name="connsiteY1" fmla="*/ 0 h 1457164"/>
                  <a:gd name="connsiteX2" fmla="*/ 1812925 w 2142909"/>
                  <a:gd name="connsiteY2" fmla="*/ 96671 h 1457164"/>
                  <a:gd name="connsiteX3" fmla="*/ 335965 w 2142909"/>
                  <a:gd name="connsiteY3" fmla="*/ 946169 h 1457164"/>
                  <a:gd name="connsiteX4" fmla="*/ 212140 w 2142909"/>
                  <a:gd name="connsiteY4" fmla="*/ 657243 h 1457164"/>
                  <a:gd name="connsiteX5" fmla="*/ 149225 w 2142909"/>
                  <a:gd name="connsiteY5" fmla="*/ 245896 h 1457164"/>
                  <a:gd name="connsiteX6" fmla="*/ 0 w 2142909"/>
                  <a:gd name="connsiteY6" fmla="*/ 141121 h 1457164"/>
                  <a:gd name="connsiteX0" fmla="*/ 0 w 2142909"/>
                  <a:gd name="connsiteY0" fmla="*/ 141121 h 1457164"/>
                  <a:gd name="connsiteX1" fmla="*/ 451793 w 2142909"/>
                  <a:gd name="connsiteY1" fmla="*/ 0 h 1457164"/>
                  <a:gd name="connsiteX2" fmla="*/ 1812925 w 2142909"/>
                  <a:gd name="connsiteY2" fmla="*/ 96671 h 1457164"/>
                  <a:gd name="connsiteX3" fmla="*/ 335965 w 2142909"/>
                  <a:gd name="connsiteY3" fmla="*/ 946169 h 1457164"/>
                  <a:gd name="connsiteX4" fmla="*/ 212140 w 2142909"/>
                  <a:gd name="connsiteY4" fmla="*/ 657243 h 1457164"/>
                  <a:gd name="connsiteX5" fmla="*/ 149225 w 2142909"/>
                  <a:gd name="connsiteY5" fmla="*/ 245896 h 1457164"/>
                  <a:gd name="connsiteX6" fmla="*/ 0 w 2142909"/>
                  <a:gd name="connsiteY6" fmla="*/ 141121 h 1457164"/>
                  <a:gd name="connsiteX0" fmla="*/ 0 w 2142909"/>
                  <a:gd name="connsiteY0" fmla="*/ 212900 h 1528943"/>
                  <a:gd name="connsiteX1" fmla="*/ 451793 w 2142909"/>
                  <a:gd name="connsiteY1" fmla="*/ 71779 h 1528943"/>
                  <a:gd name="connsiteX2" fmla="*/ 389881 w 2142909"/>
                  <a:gd name="connsiteY2" fmla="*/ 342 h 1528943"/>
                  <a:gd name="connsiteX3" fmla="*/ 1812925 w 2142909"/>
                  <a:gd name="connsiteY3" fmla="*/ 168450 h 1528943"/>
                  <a:gd name="connsiteX4" fmla="*/ 335965 w 2142909"/>
                  <a:gd name="connsiteY4" fmla="*/ 1017948 h 1528943"/>
                  <a:gd name="connsiteX5" fmla="*/ 212140 w 2142909"/>
                  <a:gd name="connsiteY5" fmla="*/ 729022 h 1528943"/>
                  <a:gd name="connsiteX6" fmla="*/ 149225 w 2142909"/>
                  <a:gd name="connsiteY6" fmla="*/ 317675 h 1528943"/>
                  <a:gd name="connsiteX7" fmla="*/ 0 w 2142909"/>
                  <a:gd name="connsiteY7" fmla="*/ 212900 h 1528943"/>
                  <a:gd name="connsiteX0" fmla="*/ 0 w 2142909"/>
                  <a:gd name="connsiteY0" fmla="*/ 313474 h 1629517"/>
                  <a:gd name="connsiteX1" fmla="*/ 451793 w 2142909"/>
                  <a:gd name="connsiteY1" fmla="*/ 172353 h 1629517"/>
                  <a:gd name="connsiteX2" fmla="*/ 389881 w 2142909"/>
                  <a:gd name="connsiteY2" fmla="*/ 100916 h 1629517"/>
                  <a:gd name="connsiteX3" fmla="*/ 675631 w 2142909"/>
                  <a:gd name="connsiteY3" fmla="*/ 904 h 1629517"/>
                  <a:gd name="connsiteX4" fmla="*/ 1812925 w 2142909"/>
                  <a:gd name="connsiteY4" fmla="*/ 269024 h 1629517"/>
                  <a:gd name="connsiteX5" fmla="*/ 335965 w 2142909"/>
                  <a:gd name="connsiteY5" fmla="*/ 1118522 h 1629517"/>
                  <a:gd name="connsiteX6" fmla="*/ 212140 w 2142909"/>
                  <a:gd name="connsiteY6" fmla="*/ 829596 h 1629517"/>
                  <a:gd name="connsiteX7" fmla="*/ 149225 w 2142909"/>
                  <a:gd name="connsiteY7" fmla="*/ 418249 h 1629517"/>
                  <a:gd name="connsiteX8" fmla="*/ 0 w 2142909"/>
                  <a:gd name="connsiteY8" fmla="*/ 313474 h 1629517"/>
                  <a:gd name="connsiteX0" fmla="*/ 0 w 2142909"/>
                  <a:gd name="connsiteY0" fmla="*/ 313474 h 1629517"/>
                  <a:gd name="connsiteX1" fmla="*/ 451793 w 2142909"/>
                  <a:gd name="connsiteY1" fmla="*/ 172353 h 1629517"/>
                  <a:gd name="connsiteX2" fmla="*/ 389881 w 2142909"/>
                  <a:gd name="connsiteY2" fmla="*/ 100916 h 1629517"/>
                  <a:gd name="connsiteX3" fmla="*/ 675631 w 2142909"/>
                  <a:gd name="connsiteY3" fmla="*/ 904 h 1629517"/>
                  <a:gd name="connsiteX4" fmla="*/ 1651943 w 2142909"/>
                  <a:gd name="connsiteY4" fmla="*/ 605742 h 1629517"/>
                  <a:gd name="connsiteX5" fmla="*/ 1812925 w 2142909"/>
                  <a:gd name="connsiteY5" fmla="*/ 269024 h 1629517"/>
                  <a:gd name="connsiteX6" fmla="*/ 335965 w 2142909"/>
                  <a:gd name="connsiteY6" fmla="*/ 1118522 h 1629517"/>
                  <a:gd name="connsiteX7" fmla="*/ 212140 w 2142909"/>
                  <a:gd name="connsiteY7" fmla="*/ 829596 h 1629517"/>
                  <a:gd name="connsiteX8" fmla="*/ 149225 w 2142909"/>
                  <a:gd name="connsiteY8" fmla="*/ 418249 h 1629517"/>
                  <a:gd name="connsiteX9" fmla="*/ 0 w 2142909"/>
                  <a:gd name="connsiteY9" fmla="*/ 313474 h 1629517"/>
                  <a:gd name="connsiteX0" fmla="*/ 0 w 2142909"/>
                  <a:gd name="connsiteY0" fmla="*/ 313474 h 1629517"/>
                  <a:gd name="connsiteX1" fmla="*/ 451793 w 2142909"/>
                  <a:gd name="connsiteY1" fmla="*/ 172353 h 1629517"/>
                  <a:gd name="connsiteX2" fmla="*/ 389881 w 2142909"/>
                  <a:gd name="connsiteY2" fmla="*/ 100916 h 1629517"/>
                  <a:gd name="connsiteX3" fmla="*/ 675631 w 2142909"/>
                  <a:gd name="connsiteY3" fmla="*/ 904 h 1629517"/>
                  <a:gd name="connsiteX4" fmla="*/ 1651943 w 2142909"/>
                  <a:gd name="connsiteY4" fmla="*/ 605742 h 1629517"/>
                  <a:gd name="connsiteX5" fmla="*/ 1812925 w 2142909"/>
                  <a:gd name="connsiteY5" fmla="*/ 269024 h 1629517"/>
                  <a:gd name="connsiteX6" fmla="*/ 335965 w 2142909"/>
                  <a:gd name="connsiteY6" fmla="*/ 1118522 h 1629517"/>
                  <a:gd name="connsiteX7" fmla="*/ 212140 w 2142909"/>
                  <a:gd name="connsiteY7" fmla="*/ 829596 h 1629517"/>
                  <a:gd name="connsiteX8" fmla="*/ 149225 w 2142909"/>
                  <a:gd name="connsiteY8" fmla="*/ 418249 h 1629517"/>
                  <a:gd name="connsiteX9" fmla="*/ 0 w 2142909"/>
                  <a:gd name="connsiteY9" fmla="*/ 313474 h 1629517"/>
                  <a:gd name="connsiteX0" fmla="*/ 0 w 2142909"/>
                  <a:gd name="connsiteY0" fmla="*/ 313474 h 1629517"/>
                  <a:gd name="connsiteX1" fmla="*/ 451793 w 2142909"/>
                  <a:gd name="connsiteY1" fmla="*/ 172353 h 1629517"/>
                  <a:gd name="connsiteX2" fmla="*/ 389881 w 2142909"/>
                  <a:gd name="connsiteY2" fmla="*/ 100916 h 1629517"/>
                  <a:gd name="connsiteX3" fmla="*/ 675631 w 2142909"/>
                  <a:gd name="connsiteY3" fmla="*/ 904 h 1629517"/>
                  <a:gd name="connsiteX4" fmla="*/ 1651943 w 2142909"/>
                  <a:gd name="connsiteY4" fmla="*/ 605742 h 1629517"/>
                  <a:gd name="connsiteX5" fmla="*/ 1812925 w 2142909"/>
                  <a:gd name="connsiteY5" fmla="*/ 269024 h 1629517"/>
                  <a:gd name="connsiteX6" fmla="*/ 335965 w 2142909"/>
                  <a:gd name="connsiteY6" fmla="*/ 1118522 h 1629517"/>
                  <a:gd name="connsiteX7" fmla="*/ 212140 w 2142909"/>
                  <a:gd name="connsiteY7" fmla="*/ 829596 h 1629517"/>
                  <a:gd name="connsiteX8" fmla="*/ 149225 w 2142909"/>
                  <a:gd name="connsiteY8" fmla="*/ 418249 h 1629517"/>
                  <a:gd name="connsiteX9" fmla="*/ 0 w 2142909"/>
                  <a:gd name="connsiteY9" fmla="*/ 313474 h 1629517"/>
                  <a:gd name="connsiteX0" fmla="*/ 0 w 2142909"/>
                  <a:gd name="connsiteY0" fmla="*/ 313474 h 1629517"/>
                  <a:gd name="connsiteX1" fmla="*/ 451793 w 2142909"/>
                  <a:gd name="connsiteY1" fmla="*/ 172353 h 1629517"/>
                  <a:gd name="connsiteX2" fmla="*/ 389881 w 2142909"/>
                  <a:gd name="connsiteY2" fmla="*/ 100916 h 1629517"/>
                  <a:gd name="connsiteX3" fmla="*/ 675631 w 2142909"/>
                  <a:gd name="connsiteY3" fmla="*/ 904 h 1629517"/>
                  <a:gd name="connsiteX4" fmla="*/ 1651943 w 2142909"/>
                  <a:gd name="connsiteY4" fmla="*/ 605742 h 1629517"/>
                  <a:gd name="connsiteX5" fmla="*/ 1812925 w 2142909"/>
                  <a:gd name="connsiteY5" fmla="*/ 269024 h 1629517"/>
                  <a:gd name="connsiteX6" fmla="*/ 335965 w 2142909"/>
                  <a:gd name="connsiteY6" fmla="*/ 1118522 h 1629517"/>
                  <a:gd name="connsiteX7" fmla="*/ 212140 w 2142909"/>
                  <a:gd name="connsiteY7" fmla="*/ 829596 h 1629517"/>
                  <a:gd name="connsiteX8" fmla="*/ 149225 w 2142909"/>
                  <a:gd name="connsiteY8" fmla="*/ 418249 h 1629517"/>
                  <a:gd name="connsiteX9" fmla="*/ 0 w 2142909"/>
                  <a:gd name="connsiteY9" fmla="*/ 313474 h 1629517"/>
                  <a:gd name="connsiteX0" fmla="*/ 0 w 2142909"/>
                  <a:gd name="connsiteY0" fmla="*/ 313474 h 1629517"/>
                  <a:gd name="connsiteX1" fmla="*/ 451793 w 2142909"/>
                  <a:gd name="connsiteY1" fmla="*/ 172353 h 1629517"/>
                  <a:gd name="connsiteX2" fmla="*/ 389881 w 2142909"/>
                  <a:gd name="connsiteY2" fmla="*/ 100916 h 1629517"/>
                  <a:gd name="connsiteX3" fmla="*/ 675631 w 2142909"/>
                  <a:gd name="connsiteY3" fmla="*/ 904 h 1629517"/>
                  <a:gd name="connsiteX4" fmla="*/ 1651943 w 2142909"/>
                  <a:gd name="connsiteY4" fmla="*/ 605742 h 1629517"/>
                  <a:gd name="connsiteX5" fmla="*/ 1812925 w 2142909"/>
                  <a:gd name="connsiteY5" fmla="*/ 269024 h 1629517"/>
                  <a:gd name="connsiteX6" fmla="*/ 335965 w 2142909"/>
                  <a:gd name="connsiteY6" fmla="*/ 1118522 h 1629517"/>
                  <a:gd name="connsiteX7" fmla="*/ 212140 w 2142909"/>
                  <a:gd name="connsiteY7" fmla="*/ 829596 h 1629517"/>
                  <a:gd name="connsiteX8" fmla="*/ 149225 w 2142909"/>
                  <a:gd name="connsiteY8" fmla="*/ 418249 h 1629517"/>
                  <a:gd name="connsiteX9" fmla="*/ 0 w 2142909"/>
                  <a:gd name="connsiteY9" fmla="*/ 313474 h 1629517"/>
                  <a:gd name="connsiteX0" fmla="*/ 0 w 2142909"/>
                  <a:gd name="connsiteY0" fmla="*/ 313474 h 1629517"/>
                  <a:gd name="connsiteX1" fmla="*/ 451793 w 2142909"/>
                  <a:gd name="connsiteY1" fmla="*/ 172353 h 1629517"/>
                  <a:gd name="connsiteX2" fmla="*/ 389881 w 2142909"/>
                  <a:gd name="connsiteY2" fmla="*/ 100916 h 1629517"/>
                  <a:gd name="connsiteX3" fmla="*/ 675631 w 2142909"/>
                  <a:gd name="connsiteY3" fmla="*/ 904 h 1629517"/>
                  <a:gd name="connsiteX4" fmla="*/ 1651943 w 2142909"/>
                  <a:gd name="connsiteY4" fmla="*/ 605742 h 1629517"/>
                  <a:gd name="connsiteX5" fmla="*/ 1812925 w 2142909"/>
                  <a:gd name="connsiteY5" fmla="*/ 269024 h 1629517"/>
                  <a:gd name="connsiteX6" fmla="*/ 335965 w 2142909"/>
                  <a:gd name="connsiteY6" fmla="*/ 1118522 h 1629517"/>
                  <a:gd name="connsiteX7" fmla="*/ 212140 w 2142909"/>
                  <a:gd name="connsiteY7" fmla="*/ 829596 h 1629517"/>
                  <a:gd name="connsiteX8" fmla="*/ 149225 w 2142909"/>
                  <a:gd name="connsiteY8" fmla="*/ 418249 h 1629517"/>
                  <a:gd name="connsiteX9" fmla="*/ 0 w 2142909"/>
                  <a:gd name="connsiteY9" fmla="*/ 313474 h 1629517"/>
                  <a:gd name="connsiteX0" fmla="*/ 0 w 2019769"/>
                  <a:gd name="connsiteY0" fmla="*/ 313474 h 1576976"/>
                  <a:gd name="connsiteX1" fmla="*/ 451793 w 2019769"/>
                  <a:gd name="connsiteY1" fmla="*/ 172353 h 1576976"/>
                  <a:gd name="connsiteX2" fmla="*/ 389881 w 2019769"/>
                  <a:gd name="connsiteY2" fmla="*/ 100916 h 1576976"/>
                  <a:gd name="connsiteX3" fmla="*/ 675631 w 2019769"/>
                  <a:gd name="connsiteY3" fmla="*/ 904 h 1576976"/>
                  <a:gd name="connsiteX4" fmla="*/ 1651943 w 2019769"/>
                  <a:gd name="connsiteY4" fmla="*/ 605742 h 1576976"/>
                  <a:gd name="connsiteX5" fmla="*/ 1674813 w 2019769"/>
                  <a:gd name="connsiteY5" fmla="*/ 111862 h 1576976"/>
                  <a:gd name="connsiteX6" fmla="*/ 335965 w 2019769"/>
                  <a:gd name="connsiteY6" fmla="*/ 1118522 h 1576976"/>
                  <a:gd name="connsiteX7" fmla="*/ 212140 w 2019769"/>
                  <a:gd name="connsiteY7" fmla="*/ 829596 h 1576976"/>
                  <a:gd name="connsiteX8" fmla="*/ 149225 w 2019769"/>
                  <a:gd name="connsiteY8" fmla="*/ 418249 h 1576976"/>
                  <a:gd name="connsiteX9" fmla="*/ 0 w 2019769"/>
                  <a:gd name="connsiteY9" fmla="*/ 313474 h 1576976"/>
                  <a:gd name="connsiteX0" fmla="*/ 0 w 2019769"/>
                  <a:gd name="connsiteY0" fmla="*/ 313474 h 1576976"/>
                  <a:gd name="connsiteX1" fmla="*/ 451793 w 2019769"/>
                  <a:gd name="connsiteY1" fmla="*/ 172353 h 1576976"/>
                  <a:gd name="connsiteX2" fmla="*/ 389881 w 2019769"/>
                  <a:gd name="connsiteY2" fmla="*/ 100916 h 1576976"/>
                  <a:gd name="connsiteX3" fmla="*/ 675631 w 2019769"/>
                  <a:gd name="connsiteY3" fmla="*/ 904 h 1576976"/>
                  <a:gd name="connsiteX4" fmla="*/ 1651943 w 2019769"/>
                  <a:gd name="connsiteY4" fmla="*/ 605742 h 1576976"/>
                  <a:gd name="connsiteX5" fmla="*/ 1674813 w 2019769"/>
                  <a:gd name="connsiteY5" fmla="*/ 111862 h 1576976"/>
                  <a:gd name="connsiteX6" fmla="*/ 335965 w 2019769"/>
                  <a:gd name="connsiteY6" fmla="*/ 1118522 h 1576976"/>
                  <a:gd name="connsiteX7" fmla="*/ 212140 w 2019769"/>
                  <a:gd name="connsiteY7" fmla="*/ 829596 h 1576976"/>
                  <a:gd name="connsiteX8" fmla="*/ 149225 w 2019769"/>
                  <a:gd name="connsiteY8" fmla="*/ 418249 h 1576976"/>
                  <a:gd name="connsiteX9" fmla="*/ 0 w 2019769"/>
                  <a:gd name="connsiteY9" fmla="*/ 313474 h 1576976"/>
                  <a:gd name="connsiteX0" fmla="*/ 0 w 2168921"/>
                  <a:gd name="connsiteY0" fmla="*/ 313474 h 1579460"/>
                  <a:gd name="connsiteX1" fmla="*/ 451793 w 2168921"/>
                  <a:gd name="connsiteY1" fmla="*/ 172353 h 1579460"/>
                  <a:gd name="connsiteX2" fmla="*/ 389881 w 2168921"/>
                  <a:gd name="connsiteY2" fmla="*/ 100916 h 1579460"/>
                  <a:gd name="connsiteX3" fmla="*/ 675631 w 2168921"/>
                  <a:gd name="connsiteY3" fmla="*/ 904 h 1579460"/>
                  <a:gd name="connsiteX4" fmla="*/ 1651943 w 2168921"/>
                  <a:gd name="connsiteY4" fmla="*/ 605742 h 1579460"/>
                  <a:gd name="connsiteX5" fmla="*/ 1674813 w 2168921"/>
                  <a:gd name="connsiteY5" fmla="*/ 111862 h 1579460"/>
                  <a:gd name="connsiteX6" fmla="*/ 335965 w 2168921"/>
                  <a:gd name="connsiteY6" fmla="*/ 1118522 h 1579460"/>
                  <a:gd name="connsiteX7" fmla="*/ 212140 w 2168921"/>
                  <a:gd name="connsiteY7" fmla="*/ 829596 h 1579460"/>
                  <a:gd name="connsiteX8" fmla="*/ 149225 w 2168921"/>
                  <a:gd name="connsiteY8" fmla="*/ 418249 h 1579460"/>
                  <a:gd name="connsiteX9" fmla="*/ 0 w 2168921"/>
                  <a:gd name="connsiteY9" fmla="*/ 313474 h 1579460"/>
                  <a:gd name="connsiteX0" fmla="*/ 0 w 2166975"/>
                  <a:gd name="connsiteY0" fmla="*/ 313474 h 1536719"/>
                  <a:gd name="connsiteX1" fmla="*/ 451793 w 2166975"/>
                  <a:gd name="connsiteY1" fmla="*/ 172353 h 1536719"/>
                  <a:gd name="connsiteX2" fmla="*/ 389881 w 2166975"/>
                  <a:gd name="connsiteY2" fmla="*/ 100916 h 1536719"/>
                  <a:gd name="connsiteX3" fmla="*/ 675631 w 2166975"/>
                  <a:gd name="connsiteY3" fmla="*/ 904 h 1536719"/>
                  <a:gd name="connsiteX4" fmla="*/ 1651943 w 2166975"/>
                  <a:gd name="connsiteY4" fmla="*/ 605742 h 1536719"/>
                  <a:gd name="connsiteX5" fmla="*/ 1674813 w 2166975"/>
                  <a:gd name="connsiteY5" fmla="*/ 111862 h 1536719"/>
                  <a:gd name="connsiteX6" fmla="*/ 335965 w 2166975"/>
                  <a:gd name="connsiteY6" fmla="*/ 1118522 h 1536719"/>
                  <a:gd name="connsiteX7" fmla="*/ 212140 w 2166975"/>
                  <a:gd name="connsiteY7" fmla="*/ 829596 h 1536719"/>
                  <a:gd name="connsiteX8" fmla="*/ 149225 w 2166975"/>
                  <a:gd name="connsiteY8" fmla="*/ 418249 h 1536719"/>
                  <a:gd name="connsiteX9" fmla="*/ 0 w 2166975"/>
                  <a:gd name="connsiteY9" fmla="*/ 313474 h 1536719"/>
                  <a:gd name="connsiteX0" fmla="*/ 0 w 2151429"/>
                  <a:gd name="connsiteY0" fmla="*/ 313474 h 1563540"/>
                  <a:gd name="connsiteX1" fmla="*/ 451793 w 2151429"/>
                  <a:gd name="connsiteY1" fmla="*/ 172353 h 1563540"/>
                  <a:gd name="connsiteX2" fmla="*/ 389881 w 2151429"/>
                  <a:gd name="connsiteY2" fmla="*/ 100916 h 1563540"/>
                  <a:gd name="connsiteX3" fmla="*/ 675631 w 2151429"/>
                  <a:gd name="connsiteY3" fmla="*/ 904 h 1563540"/>
                  <a:gd name="connsiteX4" fmla="*/ 1651943 w 2151429"/>
                  <a:gd name="connsiteY4" fmla="*/ 605742 h 1563540"/>
                  <a:gd name="connsiteX5" fmla="*/ 1674813 w 2151429"/>
                  <a:gd name="connsiteY5" fmla="*/ 111862 h 1563540"/>
                  <a:gd name="connsiteX6" fmla="*/ 335965 w 2151429"/>
                  <a:gd name="connsiteY6" fmla="*/ 1118522 h 1563540"/>
                  <a:gd name="connsiteX7" fmla="*/ 212140 w 2151429"/>
                  <a:gd name="connsiteY7" fmla="*/ 829596 h 1563540"/>
                  <a:gd name="connsiteX8" fmla="*/ 149225 w 2151429"/>
                  <a:gd name="connsiteY8" fmla="*/ 418249 h 1563540"/>
                  <a:gd name="connsiteX9" fmla="*/ 0 w 2151429"/>
                  <a:gd name="connsiteY9" fmla="*/ 313474 h 1563540"/>
                  <a:gd name="connsiteX0" fmla="*/ 0 w 2175894"/>
                  <a:gd name="connsiteY0" fmla="*/ 313474 h 1651972"/>
                  <a:gd name="connsiteX1" fmla="*/ 451793 w 2175894"/>
                  <a:gd name="connsiteY1" fmla="*/ 172353 h 1651972"/>
                  <a:gd name="connsiteX2" fmla="*/ 389881 w 2175894"/>
                  <a:gd name="connsiteY2" fmla="*/ 100916 h 1651972"/>
                  <a:gd name="connsiteX3" fmla="*/ 675631 w 2175894"/>
                  <a:gd name="connsiteY3" fmla="*/ 904 h 1651972"/>
                  <a:gd name="connsiteX4" fmla="*/ 1651943 w 2175894"/>
                  <a:gd name="connsiteY4" fmla="*/ 605742 h 1651972"/>
                  <a:gd name="connsiteX5" fmla="*/ 1674813 w 2175894"/>
                  <a:gd name="connsiteY5" fmla="*/ 111862 h 1651972"/>
                  <a:gd name="connsiteX6" fmla="*/ 335965 w 2175894"/>
                  <a:gd name="connsiteY6" fmla="*/ 1118522 h 1651972"/>
                  <a:gd name="connsiteX7" fmla="*/ 212140 w 2175894"/>
                  <a:gd name="connsiteY7" fmla="*/ 829596 h 1651972"/>
                  <a:gd name="connsiteX8" fmla="*/ 149225 w 2175894"/>
                  <a:gd name="connsiteY8" fmla="*/ 418249 h 1651972"/>
                  <a:gd name="connsiteX9" fmla="*/ 0 w 2175894"/>
                  <a:gd name="connsiteY9" fmla="*/ 313474 h 1651972"/>
                  <a:gd name="connsiteX0" fmla="*/ 0 w 2155543"/>
                  <a:gd name="connsiteY0" fmla="*/ 313474 h 1669955"/>
                  <a:gd name="connsiteX1" fmla="*/ 451793 w 2155543"/>
                  <a:gd name="connsiteY1" fmla="*/ 172353 h 1669955"/>
                  <a:gd name="connsiteX2" fmla="*/ 389881 w 2155543"/>
                  <a:gd name="connsiteY2" fmla="*/ 100916 h 1669955"/>
                  <a:gd name="connsiteX3" fmla="*/ 675631 w 2155543"/>
                  <a:gd name="connsiteY3" fmla="*/ 904 h 1669955"/>
                  <a:gd name="connsiteX4" fmla="*/ 1651943 w 2155543"/>
                  <a:gd name="connsiteY4" fmla="*/ 605742 h 1669955"/>
                  <a:gd name="connsiteX5" fmla="*/ 1651001 w 2155543"/>
                  <a:gd name="connsiteY5" fmla="*/ 171393 h 1669955"/>
                  <a:gd name="connsiteX6" fmla="*/ 335965 w 2155543"/>
                  <a:gd name="connsiteY6" fmla="*/ 1118522 h 1669955"/>
                  <a:gd name="connsiteX7" fmla="*/ 212140 w 2155543"/>
                  <a:gd name="connsiteY7" fmla="*/ 829596 h 1669955"/>
                  <a:gd name="connsiteX8" fmla="*/ 149225 w 2155543"/>
                  <a:gd name="connsiteY8" fmla="*/ 418249 h 1669955"/>
                  <a:gd name="connsiteX9" fmla="*/ 0 w 2155543"/>
                  <a:gd name="connsiteY9" fmla="*/ 313474 h 1669955"/>
                  <a:gd name="connsiteX0" fmla="*/ 0 w 2161643"/>
                  <a:gd name="connsiteY0" fmla="*/ 313474 h 1675894"/>
                  <a:gd name="connsiteX1" fmla="*/ 451793 w 2161643"/>
                  <a:gd name="connsiteY1" fmla="*/ 172353 h 1675894"/>
                  <a:gd name="connsiteX2" fmla="*/ 389881 w 2161643"/>
                  <a:gd name="connsiteY2" fmla="*/ 100916 h 1675894"/>
                  <a:gd name="connsiteX3" fmla="*/ 675631 w 2161643"/>
                  <a:gd name="connsiteY3" fmla="*/ 904 h 1675894"/>
                  <a:gd name="connsiteX4" fmla="*/ 1651943 w 2161643"/>
                  <a:gd name="connsiteY4" fmla="*/ 605742 h 1675894"/>
                  <a:gd name="connsiteX5" fmla="*/ 1658144 w 2161643"/>
                  <a:gd name="connsiteY5" fmla="*/ 190443 h 1675894"/>
                  <a:gd name="connsiteX6" fmla="*/ 335965 w 2161643"/>
                  <a:gd name="connsiteY6" fmla="*/ 1118522 h 1675894"/>
                  <a:gd name="connsiteX7" fmla="*/ 212140 w 2161643"/>
                  <a:gd name="connsiteY7" fmla="*/ 829596 h 1675894"/>
                  <a:gd name="connsiteX8" fmla="*/ 149225 w 2161643"/>
                  <a:gd name="connsiteY8" fmla="*/ 418249 h 1675894"/>
                  <a:gd name="connsiteX9" fmla="*/ 0 w 2161643"/>
                  <a:gd name="connsiteY9" fmla="*/ 313474 h 1675894"/>
                  <a:gd name="connsiteX0" fmla="*/ 0 w 2161643"/>
                  <a:gd name="connsiteY0" fmla="*/ 313474 h 1675894"/>
                  <a:gd name="connsiteX1" fmla="*/ 451793 w 2161643"/>
                  <a:gd name="connsiteY1" fmla="*/ 172353 h 1675894"/>
                  <a:gd name="connsiteX2" fmla="*/ 389881 w 2161643"/>
                  <a:gd name="connsiteY2" fmla="*/ 100916 h 1675894"/>
                  <a:gd name="connsiteX3" fmla="*/ 675631 w 2161643"/>
                  <a:gd name="connsiteY3" fmla="*/ 904 h 1675894"/>
                  <a:gd name="connsiteX4" fmla="*/ 1651943 w 2161643"/>
                  <a:gd name="connsiteY4" fmla="*/ 605742 h 1675894"/>
                  <a:gd name="connsiteX5" fmla="*/ 1658144 w 2161643"/>
                  <a:gd name="connsiteY5" fmla="*/ 190443 h 1675894"/>
                  <a:gd name="connsiteX6" fmla="*/ 335965 w 2161643"/>
                  <a:gd name="connsiteY6" fmla="*/ 1118522 h 1675894"/>
                  <a:gd name="connsiteX7" fmla="*/ 212140 w 2161643"/>
                  <a:gd name="connsiteY7" fmla="*/ 829596 h 1675894"/>
                  <a:gd name="connsiteX8" fmla="*/ 149225 w 2161643"/>
                  <a:gd name="connsiteY8" fmla="*/ 418249 h 1675894"/>
                  <a:gd name="connsiteX9" fmla="*/ 0 w 2161643"/>
                  <a:gd name="connsiteY9" fmla="*/ 313474 h 1675894"/>
                  <a:gd name="connsiteX0" fmla="*/ 0 w 2219372"/>
                  <a:gd name="connsiteY0" fmla="*/ 313474 h 1593443"/>
                  <a:gd name="connsiteX1" fmla="*/ 451793 w 2219372"/>
                  <a:gd name="connsiteY1" fmla="*/ 172353 h 1593443"/>
                  <a:gd name="connsiteX2" fmla="*/ 389881 w 2219372"/>
                  <a:gd name="connsiteY2" fmla="*/ 100916 h 1593443"/>
                  <a:gd name="connsiteX3" fmla="*/ 675631 w 2219372"/>
                  <a:gd name="connsiteY3" fmla="*/ 904 h 1593443"/>
                  <a:gd name="connsiteX4" fmla="*/ 1651943 w 2219372"/>
                  <a:gd name="connsiteY4" fmla="*/ 605742 h 1593443"/>
                  <a:gd name="connsiteX5" fmla="*/ 1658144 w 2219372"/>
                  <a:gd name="connsiteY5" fmla="*/ 190443 h 1593443"/>
                  <a:gd name="connsiteX6" fmla="*/ 335965 w 2219372"/>
                  <a:gd name="connsiteY6" fmla="*/ 1118522 h 1593443"/>
                  <a:gd name="connsiteX7" fmla="*/ 212140 w 2219372"/>
                  <a:gd name="connsiteY7" fmla="*/ 829596 h 1593443"/>
                  <a:gd name="connsiteX8" fmla="*/ 149225 w 2219372"/>
                  <a:gd name="connsiteY8" fmla="*/ 418249 h 1593443"/>
                  <a:gd name="connsiteX9" fmla="*/ 0 w 2219372"/>
                  <a:gd name="connsiteY9" fmla="*/ 313474 h 1593443"/>
                  <a:gd name="connsiteX0" fmla="*/ 0 w 2225694"/>
                  <a:gd name="connsiteY0" fmla="*/ 313474 h 1657785"/>
                  <a:gd name="connsiteX1" fmla="*/ 451793 w 2225694"/>
                  <a:gd name="connsiteY1" fmla="*/ 172353 h 1657785"/>
                  <a:gd name="connsiteX2" fmla="*/ 389881 w 2225694"/>
                  <a:gd name="connsiteY2" fmla="*/ 100916 h 1657785"/>
                  <a:gd name="connsiteX3" fmla="*/ 675631 w 2225694"/>
                  <a:gd name="connsiteY3" fmla="*/ 904 h 1657785"/>
                  <a:gd name="connsiteX4" fmla="*/ 1651943 w 2225694"/>
                  <a:gd name="connsiteY4" fmla="*/ 605742 h 1657785"/>
                  <a:gd name="connsiteX5" fmla="*/ 1658144 w 2225694"/>
                  <a:gd name="connsiteY5" fmla="*/ 190443 h 1657785"/>
                  <a:gd name="connsiteX6" fmla="*/ 335965 w 2225694"/>
                  <a:gd name="connsiteY6" fmla="*/ 1118522 h 1657785"/>
                  <a:gd name="connsiteX7" fmla="*/ 212140 w 2225694"/>
                  <a:gd name="connsiteY7" fmla="*/ 829596 h 1657785"/>
                  <a:gd name="connsiteX8" fmla="*/ 149225 w 2225694"/>
                  <a:gd name="connsiteY8" fmla="*/ 418249 h 1657785"/>
                  <a:gd name="connsiteX9" fmla="*/ 0 w 2225694"/>
                  <a:gd name="connsiteY9" fmla="*/ 313474 h 1657785"/>
                  <a:gd name="connsiteX0" fmla="*/ 0 w 2161761"/>
                  <a:gd name="connsiteY0" fmla="*/ 313474 h 1652808"/>
                  <a:gd name="connsiteX1" fmla="*/ 451793 w 2161761"/>
                  <a:gd name="connsiteY1" fmla="*/ 172353 h 1652808"/>
                  <a:gd name="connsiteX2" fmla="*/ 389881 w 2161761"/>
                  <a:gd name="connsiteY2" fmla="*/ 100916 h 1652808"/>
                  <a:gd name="connsiteX3" fmla="*/ 675631 w 2161761"/>
                  <a:gd name="connsiteY3" fmla="*/ 904 h 1652808"/>
                  <a:gd name="connsiteX4" fmla="*/ 1651943 w 2161761"/>
                  <a:gd name="connsiteY4" fmla="*/ 605742 h 1652808"/>
                  <a:gd name="connsiteX5" fmla="*/ 1658144 w 2161761"/>
                  <a:gd name="connsiteY5" fmla="*/ 190443 h 1652808"/>
                  <a:gd name="connsiteX6" fmla="*/ 335965 w 2161761"/>
                  <a:gd name="connsiteY6" fmla="*/ 1118522 h 1652808"/>
                  <a:gd name="connsiteX7" fmla="*/ 212140 w 2161761"/>
                  <a:gd name="connsiteY7" fmla="*/ 829596 h 1652808"/>
                  <a:gd name="connsiteX8" fmla="*/ 149225 w 2161761"/>
                  <a:gd name="connsiteY8" fmla="*/ 418249 h 1652808"/>
                  <a:gd name="connsiteX9" fmla="*/ 0 w 2161761"/>
                  <a:gd name="connsiteY9" fmla="*/ 313474 h 1652808"/>
                  <a:gd name="connsiteX0" fmla="*/ 0 w 2161761"/>
                  <a:gd name="connsiteY0" fmla="*/ 313474 h 1652808"/>
                  <a:gd name="connsiteX1" fmla="*/ 451793 w 2161761"/>
                  <a:gd name="connsiteY1" fmla="*/ 172353 h 1652808"/>
                  <a:gd name="connsiteX2" fmla="*/ 389881 w 2161761"/>
                  <a:gd name="connsiteY2" fmla="*/ 100916 h 1652808"/>
                  <a:gd name="connsiteX3" fmla="*/ 675631 w 2161761"/>
                  <a:gd name="connsiteY3" fmla="*/ 904 h 1652808"/>
                  <a:gd name="connsiteX4" fmla="*/ 1651943 w 2161761"/>
                  <a:gd name="connsiteY4" fmla="*/ 605742 h 1652808"/>
                  <a:gd name="connsiteX5" fmla="*/ 1658144 w 2161761"/>
                  <a:gd name="connsiteY5" fmla="*/ 190443 h 1652808"/>
                  <a:gd name="connsiteX6" fmla="*/ 335965 w 2161761"/>
                  <a:gd name="connsiteY6" fmla="*/ 1118522 h 1652808"/>
                  <a:gd name="connsiteX7" fmla="*/ 212140 w 2161761"/>
                  <a:gd name="connsiteY7" fmla="*/ 829596 h 1652808"/>
                  <a:gd name="connsiteX8" fmla="*/ 149225 w 2161761"/>
                  <a:gd name="connsiteY8" fmla="*/ 418249 h 1652808"/>
                  <a:gd name="connsiteX9" fmla="*/ 0 w 2161761"/>
                  <a:gd name="connsiteY9" fmla="*/ 313474 h 1652808"/>
                  <a:gd name="connsiteX0" fmla="*/ 0 w 2153652"/>
                  <a:gd name="connsiteY0" fmla="*/ 313474 h 1656827"/>
                  <a:gd name="connsiteX1" fmla="*/ 451793 w 2153652"/>
                  <a:gd name="connsiteY1" fmla="*/ 172353 h 1656827"/>
                  <a:gd name="connsiteX2" fmla="*/ 389881 w 2153652"/>
                  <a:gd name="connsiteY2" fmla="*/ 100916 h 1656827"/>
                  <a:gd name="connsiteX3" fmla="*/ 675631 w 2153652"/>
                  <a:gd name="connsiteY3" fmla="*/ 904 h 1656827"/>
                  <a:gd name="connsiteX4" fmla="*/ 1651943 w 2153652"/>
                  <a:gd name="connsiteY4" fmla="*/ 605742 h 1656827"/>
                  <a:gd name="connsiteX5" fmla="*/ 1648619 w 2153652"/>
                  <a:gd name="connsiteY5" fmla="*/ 206318 h 1656827"/>
                  <a:gd name="connsiteX6" fmla="*/ 335965 w 2153652"/>
                  <a:gd name="connsiteY6" fmla="*/ 1118522 h 1656827"/>
                  <a:gd name="connsiteX7" fmla="*/ 212140 w 2153652"/>
                  <a:gd name="connsiteY7" fmla="*/ 829596 h 1656827"/>
                  <a:gd name="connsiteX8" fmla="*/ 149225 w 2153652"/>
                  <a:gd name="connsiteY8" fmla="*/ 418249 h 1656827"/>
                  <a:gd name="connsiteX9" fmla="*/ 0 w 2153652"/>
                  <a:gd name="connsiteY9" fmla="*/ 313474 h 1656827"/>
                  <a:gd name="connsiteX0" fmla="*/ 0 w 2164280"/>
                  <a:gd name="connsiteY0" fmla="*/ 313474 h 1589484"/>
                  <a:gd name="connsiteX1" fmla="*/ 451793 w 2164280"/>
                  <a:gd name="connsiteY1" fmla="*/ 172353 h 1589484"/>
                  <a:gd name="connsiteX2" fmla="*/ 389881 w 2164280"/>
                  <a:gd name="connsiteY2" fmla="*/ 100916 h 1589484"/>
                  <a:gd name="connsiteX3" fmla="*/ 675631 w 2164280"/>
                  <a:gd name="connsiteY3" fmla="*/ 904 h 1589484"/>
                  <a:gd name="connsiteX4" fmla="*/ 1651943 w 2164280"/>
                  <a:gd name="connsiteY4" fmla="*/ 605742 h 1589484"/>
                  <a:gd name="connsiteX5" fmla="*/ 1648619 w 2164280"/>
                  <a:gd name="connsiteY5" fmla="*/ 206318 h 1589484"/>
                  <a:gd name="connsiteX6" fmla="*/ 335965 w 2164280"/>
                  <a:gd name="connsiteY6" fmla="*/ 1118522 h 1589484"/>
                  <a:gd name="connsiteX7" fmla="*/ 212140 w 2164280"/>
                  <a:gd name="connsiteY7" fmla="*/ 829596 h 1589484"/>
                  <a:gd name="connsiteX8" fmla="*/ 149225 w 2164280"/>
                  <a:gd name="connsiteY8" fmla="*/ 418249 h 1589484"/>
                  <a:gd name="connsiteX9" fmla="*/ 0 w 2164280"/>
                  <a:gd name="connsiteY9" fmla="*/ 313474 h 1589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64280" h="1589484">
                    <a:moveTo>
                      <a:pt x="0" y="313474"/>
                    </a:moveTo>
                    <a:cubicBezTo>
                      <a:pt x="95564" y="263259"/>
                      <a:pt x="273679" y="178118"/>
                      <a:pt x="451793" y="172353"/>
                    </a:cubicBezTo>
                    <a:cubicBezTo>
                      <a:pt x="535931" y="178703"/>
                      <a:pt x="305743" y="94566"/>
                      <a:pt x="389881" y="100916"/>
                    </a:cubicBezTo>
                    <a:cubicBezTo>
                      <a:pt x="501006" y="113616"/>
                      <a:pt x="564506" y="-11796"/>
                      <a:pt x="675631" y="904"/>
                    </a:cubicBezTo>
                    <a:cubicBezTo>
                      <a:pt x="1356667" y="154892"/>
                      <a:pt x="1256655" y="699405"/>
                      <a:pt x="1651943" y="605742"/>
                    </a:cubicBezTo>
                    <a:cubicBezTo>
                      <a:pt x="1707986" y="564941"/>
                      <a:pt x="1728308" y="486832"/>
                      <a:pt x="1648619" y="206318"/>
                    </a:cubicBezTo>
                    <a:cubicBezTo>
                      <a:pt x="3161938" y="1056350"/>
                      <a:pt x="919945" y="2268423"/>
                      <a:pt x="335965" y="1118522"/>
                    </a:cubicBezTo>
                    <a:cubicBezTo>
                      <a:pt x="167592" y="1153742"/>
                      <a:pt x="137959" y="1032033"/>
                      <a:pt x="212140" y="829596"/>
                    </a:cubicBezTo>
                    <a:cubicBezTo>
                      <a:pt x="151912" y="864226"/>
                      <a:pt x="-133448" y="1032378"/>
                      <a:pt x="149225" y="418249"/>
                    </a:cubicBezTo>
                    <a:cubicBezTo>
                      <a:pt x="99483" y="383324"/>
                      <a:pt x="49742" y="383324"/>
                      <a:pt x="0" y="313474"/>
                    </a:cubicBezTo>
                    <a:close/>
                  </a:path>
                </a:pathLst>
              </a:custGeom>
              <a:solidFill>
                <a:srgbClr val="FDBA6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61451FC3-6BB1-C689-6FBB-F708637CC2B0}"/>
                  </a:ext>
                </a:extLst>
              </p:cNvPr>
              <p:cNvGrpSpPr/>
              <p:nvPr/>
            </p:nvGrpSpPr>
            <p:grpSpPr>
              <a:xfrm rot="11553545" flipH="1">
                <a:off x="1168037" y="6483947"/>
                <a:ext cx="1945016" cy="1347478"/>
                <a:chOff x="2284554" y="3743727"/>
                <a:chExt cx="1945016" cy="1347478"/>
              </a:xfrm>
              <a:solidFill>
                <a:srgbClr val="F9B651"/>
              </a:solidFill>
            </p:grpSpPr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2DEB96E1-C826-8324-1136-0BB7889DD97C}"/>
                    </a:ext>
                  </a:extLst>
                </p:cNvPr>
                <p:cNvSpPr/>
                <p:nvPr/>
              </p:nvSpPr>
              <p:spPr>
                <a:xfrm flipH="1">
                  <a:off x="3369275" y="4485751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6A537618-EEBD-F521-1AAC-38FD8EEE6CC7}"/>
                    </a:ext>
                  </a:extLst>
                </p:cNvPr>
                <p:cNvSpPr/>
                <p:nvPr/>
              </p:nvSpPr>
              <p:spPr>
                <a:xfrm flipH="1">
                  <a:off x="3132651" y="4500562"/>
                  <a:ext cx="120110" cy="148037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F765C153-68DC-961E-8852-ADEEB3BC1FBD}"/>
                    </a:ext>
                  </a:extLst>
                </p:cNvPr>
                <p:cNvSpPr/>
                <p:nvPr/>
              </p:nvSpPr>
              <p:spPr>
                <a:xfrm flipH="1">
                  <a:off x="2933446" y="4412209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5CB098C9-6C78-2BEE-79E8-D3E1AEC99C1D}"/>
                    </a:ext>
                  </a:extLst>
                </p:cNvPr>
                <p:cNvSpPr/>
                <p:nvPr/>
              </p:nvSpPr>
              <p:spPr>
                <a:xfrm rot="19660011" flipH="1">
                  <a:off x="2582776" y="4301437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E2CD2AEE-94B4-682B-7282-6A1908205198}"/>
                    </a:ext>
                  </a:extLst>
                </p:cNvPr>
                <p:cNvSpPr/>
                <p:nvPr/>
              </p:nvSpPr>
              <p:spPr>
                <a:xfrm flipH="1">
                  <a:off x="3005327" y="4167691"/>
                  <a:ext cx="165825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93904092-AB3B-C6FE-E985-15CC997C1FB5}"/>
                    </a:ext>
                  </a:extLst>
                </p:cNvPr>
                <p:cNvSpPr/>
                <p:nvPr/>
              </p:nvSpPr>
              <p:spPr>
                <a:xfrm flipH="1">
                  <a:off x="2597581" y="3950384"/>
                  <a:ext cx="142564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8A5F0AA0-2C06-0655-B832-9A7DE4D91C49}"/>
                    </a:ext>
                  </a:extLst>
                </p:cNvPr>
                <p:cNvSpPr/>
                <p:nvPr/>
              </p:nvSpPr>
              <p:spPr>
                <a:xfrm flipH="1">
                  <a:off x="2787530" y="4196463"/>
                  <a:ext cx="101717" cy="11488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76C6578D-E3E0-3E80-B6EF-108013BF059F}"/>
                    </a:ext>
                  </a:extLst>
                </p:cNvPr>
                <p:cNvSpPr/>
                <p:nvPr/>
              </p:nvSpPr>
              <p:spPr>
                <a:xfrm flipH="1">
                  <a:off x="2868488" y="3999146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276DF78A-309D-ED97-4200-BA1A830C3C01}"/>
                    </a:ext>
                  </a:extLst>
                </p:cNvPr>
                <p:cNvSpPr/>
                <p:nvPr/>
              </p:nvSpPr>
              <p:spPr>
                <a:xfrm flipH="1">
                  <a:off x="2593878" y="4626204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42F25C1A-CA0D-24F5-842E-52F703EEBAC0}"/>
                    </a:ext>
                  </a:extLst>
                </p:cNvPr>
                <p:cNvSpPr/>
                <p:nvPr/>
              </p:nvSpPr>
              <p:spPr>
                <a:xfrm rot="182690" flipH="1">
                  <a:off x="2559414" y="4805671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CC8F5195-15B3-E782-44C7-C30543BB8860}"/>
                    </a:ext>
                  </a:extLst>
                </p:cNvPr>
                <p:cNvSpPr/>
                <p:nvPr/>
              </p:nvSpPr>
              <p:spPr>
                <a:xfrm flipH="1">
                  <a:off x="2739501" y="3743727"/>
                  <a:ext cx="165825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80D49AAA-D542-73B2-69A4-CB004A13BDD9}"/>
                    </a:ext>
                  </a:extLst>
                </p:cNvPr>
                <p:cNvSpPr/>
                <p:nvPr/>
              </p:nvSpPr>
              <p:spPr>
                <a:xfrm rot="15877307" flipH="1">
                  <a:off x="3413503" y="4180846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9C1477DE-33DB-84B8-03EC-40C2610F7E72}"/>
                    </a:ext>
                  </a:extLst>
                </p:cNvPr>
                <p:cNvSpPr/>
                <p:nvPr/>
              </p:nvSpPr>
              <p:spPr>
                <a:xfrm flipH="1">
                  <a:off x="3051391" y="3811638"/>
                  <a:ext cx="117564" cy="21962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348A427A-4D9D-1DEF-5F8D-7C9686B072B2}"/>
                    </a:ext>
                  </a:extLst>
                </p:cNvPr>
                <p:cNvSpPr/>
                <p:nvPr/>
              </p:nvSpPr>
              <p:spPr>
                <a:xfrm flipH="1">
                  <a:off x="3263041" y="4039399"/>
                  <a:ext cx="101717" cy="11488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6F1C52F5-68BF-DCE7-94AC-218F5F4917D4}"/>
                    </a:ext>
                  </a:extLst>
                </p:cNvPr>
                <p:cNvSpPr/>
                <p:nvPr/>
              </p:nvSpPr>
              <p:spPr>
                <a:xfrm flipH="1">
                  <a:off x="3306579" y="3756775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E985AFA4-251A-31BE-73C5-24A56A0BFEBB}"/>
                    </a:ext>
                  </a:extLst>
                </p:cNvPr>
                <p:cNvSpPr/>
                <p:nvPr/>
              </p:nvSpPr>
              <p:spPr>
                <a:xfrm flipH="1">
                  <a:off x="3957058" y="4216080"/>
                  <a:ext cx="135690" cy="96305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C9AD2BD1-882A-F0B2-B23D-659FB9FA81A8}"/>
                    </a:ext>
                  </a:extLst>
                </p:cNvPr>
                <p:cNvSpPr/>
                <p:nvPr/>
              </p:nvSpPr>
              <p:spPr>
                <a:xfrm flipH="1">
                  <a:off x="3579460" y="3845683"/>
                  <a:ext cx="135690" cy="96305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5047623C-78F0-61F3-DD46-4D6501C2AEF2}"/>
                    </a:ext>
                  </a:extLst>
                </p:cNvPr>
                <p:cNvSpPr/>
                <p:nvPr/>
              </p:nvSpPr>
              <p:spPr>
                <a:xfrm flipH="1">
                  <a:off x="3794388" y="4378471"/>
                  <a:ext cx="143088" cy="13391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5C7EDD13-9800-AF11-0E26-F0F0E0234E97}"/>
                    </a:ext>
                  </a:extLst>
                </p:cNvPr>
                <p:cNvSpPr/>
                <p:nvPr/>
              </p:nvSpPr>
              <p:spPr>
                <a:xfrm flipH="1">
                  <a:off x="3981611" y="4533922"/>
                  <a:ext cx="87154" cy="8156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C73D547D-D90F-3735-AB1D-664076681589}"/>
                    </a:ext>
                  </a:extLst>
                </p:cNvPr>
                <p:cNvSpPr/>
                <p:nvPr/>
              </p:nvSpPr>
              <p:spPr>
                <a:xfrm flipH="1">
                  <a:off x="4142416" y="4447704"/>
                  <a:ext cx="87154" cy="8156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B92ED7BB-A9CE-B7DA-D7A4-D5F073DAD578}"/>
                    </a:ext>
                  </a:extLst>
                </p:cNvPr>
                <p:cNvSpPr/>
                <p:nvPr/>
              </p:nvSpPr>
              <p:spPr>
                <a:xfrm flipH="1">
                  <a:off x="3658350" y="4028401"/>
                  <a:ext cx="184693" cy="168858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A616A65C-3A20-7B34-DB33-DA83119137F9}"/>
                    </a:ext>
                  </a:extLst>
                </p:cNvPr>
                <p:cNvSpPr/>
                <p:nvPr/>
              </p:nvSpPr>
              <p:spPr>
                <a:xfrm flipH="1">
                  <a:off x="2430400" y="4121564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B57B295A-47DA-F42D-7886-79F2E091006A}"/>
                    </a:ext>
                  </a:extLst>
                </p:cNvPr>
                <p:cNvSpPr/>
                <p:nvPr/>
              </p:nvSpPr>
              <p:spPr>
                <a:xfrm flipH="1">
                  <a:off x="2330420" y="4365158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733E7FD1-4F80-0564-B005-6915377262CF}"/>
                    </a:ext>
                  </a:extLst>
                </p:cNvPr>
                <p:cNvSpPr/>
                <p:nvPr/>
              </p:nvSpPr>
              <p:spPr>
                <a:xfrm flipH="1">
                  <a:off x="2284554" y="4610273"/>
                  <a:ext cx="101717" cy="11488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8D46414D-EE7B-47CD-1E51-DF742CDC1396}"/>
                    </a:ext>
                  </a:extLst>
                </p:cNvPr>
                <p:cNvSpPr/>
                <p:nvPr/>
              </p:nvSpPr>
              <p:spPr>
                <a:xfrm rot="4927778" flipH="1">
                  <a:off x="2920655" y="4731375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8D6D1D16-238C-E878-2E9E-29F1393F5ED5}"/>
                    </a:ext>
                  </a:extLst>
                </p:cNvPr>
                <p:cNvSpPr/>
                <p:nvPr/>
              </p:nvSpPr>
              <p:spPr>
                <a:xfrm flipH="1">
                  <a:off x="3173261" y="4733708"/>
                  <a:ext cx="87154" cy="81566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B1A681E8-F680-4608-C2D0-A492C9B4FA56}"/>
                    </a:ext>
                  </a:extLst>
                </p:cNvPr>
                <p:cNvSpPr/>
                <p:nvPr/>
              </p:nvSpPr>
              <p:spPr>
                <a:xfrm rot="3545375" flipH="1">
                  <a:off x="3805121" y="4706840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77" name="Group 376">
                <a:extLst>
                  <a:ext uri="{FF2B5EF4-FFF2-40B4-BE49-F238E27FC236}">
                    <a16:creationId xmlns:a16="http://schemas.microsoft.com/office/drawing/2014/main" id="{69F0604B-FC2E-AD49-416D-5F935CB08743}"/>
                  </a:ext>
                </a:extLst>
              </p:cNvPr>
              <p:cNvGrpSpPr/>
              <p:nvPr/>
            </p:nvGrpSpPr>
            <p:grpSpPr>
              <a:xfrm>
                <a:off x="-62066" y="6919266"/>
                <a:ext cx="516143" cy="700960"/>
                <a:chOff x="2736618" y="3947639"/>
                <a:chExt cx="516143" cy="700960"/>
              </a:xfrm>
              <a:solidFill>
                <a:srgbClr val="F9B651"/>
              </a:solidFill>
            </p:grpSpPr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E7CD3B12-0BB8-4DAB-1B52-11E2CA74A961}"/>
                    </a:ext>
                  </a:extLst>
                </p:cNvPr>
                <p:cNvSpPr/>
                <p:nvPr/>
              </p:nvSpPr>
              <p:spPr>
                <a:xfrm flipH="1">
                  <a:off x="3132652" y="4364383"/>
                  <a:ext cx="94850" cy="94850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F3509ECE-4AF4-3029-00E4-D9D786FAA27A}"/>
                    </a:ext>
                  </a:extLst>
                </p:cNvPr>
                <p:cNvSpPr/>
                <p:nvPr/>
              </p:nvSpPr>
              <p:spPr>
                <a:xfrm flipH="1">
                  <a:off x="3132651" y="4500562"/>
                  <a:ext cx="120110" cy="148037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0B005D68-41D9-2E49-FC5F-399F4E392D0F}"/>
                    </a:ext>
                  </a:extLst>
                </p:cNvPr>
                <p:cNvSpPr/>
                <p:nvPr/>
              </p:nvSpPr>
              <p:spPr>
                <a:xfrm flipH="1">
                  <a:off x="2933446" y="4412209"/>
                  <a:ext cx="135690" cy="167239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BEDEDA29-B8A5-E9F2-0440-39FD0D80DB39}"/>
                    </a:ext>
                  </a:extLst>
                </p:cNvPr>
                <p:cNvSpPr/>
                <p:nvPr/>
              </p:nvSpPr>
              <p:spPr>
                <a:xfrm rot="2012633" flipH="1">
                  <a:off x="2736618" y="4201986"/>
                  <a:ext cx="218968" cy="28553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78B71D4F-82C9-78E1-5CD4-428D839BC398}"/>
                    </a:ext>
                  </a:extLst>
                </p:cNvPr>
                <p:cNvSpPr/>
                <p:nvPr/>
              </p:nvSpPr>
              <p:spPr>
                <a:xfrm flipH="1">
                  <a:off x="3005327" y="4167691"/>
                  <a:ext cx="165825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176EDC1B-FFF5-255A-84C3-D9C86566082D}"/>
                    </a:ext>
                  </a:extLst>
                </p:cNvPr>
                <p:cNvSpPr/>
                <p:nvPr/>
              </p:nvSpPr>
              <p:spPr>
                <a:xfrm flipH="1">
                  <a:off x="2901215" y="3947639"/>
                  <a:ext cx="142564" cy="187294"/>
                </a:xfrm>
                <a:prstGeom prst="ellipse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F1124D5F-37EC-2A3E-BB02-3B4CF99A9A75}"/>
                </a:ext>
              </a:extLst>
            </p:cNvPr>
            <p:cNvSpPr/>
            <p:nvPr/>
          </p:nvSpPr>
          <p:spPr>
            <a:xfrm>
              <a:off x="14466" y="5010893"/>
              <a:ext cx="708094" cy="319775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094" h="319775">
                  <a:moveTo>
                    <a:pt x="685800" y="0"/>
                  </a:moveTo>
                  <a:cubicBezTo>
                    <a:pt x="828675" y="198438"/>
                    <a:pt x="247650" y="587375"/>
                    <a:pt x="0" y="38100"/>
                  </a:cubicBezTo>
                  <a:lnTo>
                    <a:pt x="0" y="3810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47F3D1B9-FAFA-1403-51DC-6765A140F28F}"/>
                </a:ext>
              </a:extLst>
            </p:cNvPr>
            <p:cNvGrpSpPr/>
            <p:nvPr/>
          </p:nvGrpSpPr>
          <p:grpSpPr>
            <a:xfrm>
              <a:off x="-711679" y="4696514"/>
              <a:ext cx="790575" cy="726088"/>
              <a:chOff x="3479143" y="4186184"/>
              <a:chExt cx="790575" cy="726088"/>
            </a:xfrm>
          </p:grpSpPr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4F5AB221-5FBB-2109-98FB-1BB613460465}"/>
                  </a:ext>
                </a:extLst>
              </p:cNvPr>
              <p:cNvSpPr/>
              <p:nvPr/>
            </p:nvSpPr>
            <p:spPr>
              <a:xfrm>
                <a:off x="3479143" y="4412209"/>
                <a:ext cx="790575" cy="50006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90575 w 790575"/>
                  <a:gd name="connsiteY0" fmla="*/ 0 h 500063"/>
                  <a:gd name="connsiteX1" fmla="*/ 0 w 790575"/>
                  <a:gd name="connsiteY1" fmla="*/ 500063 h 50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0575" h="500063">
                    <a:moveTo>
                      <a:pt x="790575" y="0"/>
                    </a:moveTo>
                    <a:cubicBezTo>
                      <a:pt x="539750" y="142875"/>
                      <a:pt x="350838" y="138113"/>
                      <a:pt x="0" y="50006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4772DE75-42DA-75C5-49C0-77378DC5DFC0}"/>
                  </a:ext>
                </a:extLst>
              </p:cNvPr>
              <p:cNvSpPr/>
              <p:nvPr/>
            </p:nvSpPr>
            <p:spPr>
              <a:xfrm rot="958855">
                <a:off x="3479183" y="4294280"/>
                <a:ext cx="730830" cy="521505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0830" h="521505">
                    <a:moveTo>
                      <a:pt x="730830" y="0"/>
                    </a:moveTo>
                    <a:cubicBezTo>
                      <a:pt x="480005" y="142875"/>
                      <a:pt x="271672" y="142595"/>
                      <a:pt x="0" y="521505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3541D6F4-C0D3-0C07-A321-0A825ECF9723}"/>
                  </a:ext>
                </a:extLst>
              </p:cNvPr>
              <p:cNvSpPr/>
              <p:nvPr/>
            </p:nvSpPr>
            <p:spPr>
              <a:xfrm rot="1915762">
                <a:off x="3585475" y="4186184"/>
                <a:ext cx="607113" cy="49491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7113" h="494913">
                    <a:moveTo>
                      <a:pt x="607113" y="0"/>
                    </a:moveTo>
                    <a:cubicBezTo>
                      <a:pt x="356288" y="142875"/>
                      <a:pt x="67643" y="175807"/>
                      <a:pt x="0" y="49491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680F1EF4-D723-F8C6-BA62-2B4DEAF483CF}"/>
                </a:ext>
              </a:extLst>
            </p:cNvPr>
            <p:cNvSpPr/>
            <p:nvPr/>
          </p:nvSpPr>
          <p:spPr>
            <a:xfrm flipH="1">
              <a:off x="718866" y="4989675"/>
              <a:ext cx="708094" cy="319775"/>
            </a:xfrm>
            <a:custGeom>
              <a:avLst/>
              <a:gdLst>
                <a:gd name="connsiteX0" fmla="*/ 685800 w 685800"/>
                <a:gd name="connsiteY0" fmla="*/ 0 h 38100"/>
                <a:gd name="connsiteX1" fmla="*/ 0 w 685800"/>
                <a:gd name="connsiteY1" fmla="*/ 38100 h 38100"/>
                <a:gd name="connsiteX2" fmla="*/ 0 w 685800"/>
                <a:gd name="connsiteY2" fmla="*/ 38100 h 38100"/>
                <a:gd name="connsiteX0" fmla="*/ 685800 w 685800"/>
                <a:gd name="connsiteY0" fmla="*/ 0 h 275379"/>
                <a:gd name="connsiteX1" fmla="*/ 0 w 685800"/>
                <a:gd name="connsiteY1" fmla="*/ 38100 h 275379"/>
                <a:gd name="connsiteX2" fmla="*/ 0 w 685800"/>
                <a:gd name="connsiteY2" fmla="*/ 38100 h 275379"/>
                <a:gd name="connsiteX0" fmla="*/ 685800 w 708094"/>
                <a:gd name="connsiteY0" fmla="*/ 0 h 319775"/>
                <a:gd name="connsiteX1" fmla="*/ 0 w 708094"/>
                <a:gd name="connsiteY1" fmla="*/ 38100 h 319775"/>
                <a:gd name="connsiteX2" fmla="*/ 0 w 708094"/>
                <a:gd name="connsiteY2" fmla="*/ 38100 h 31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094" h="319775">
                  <a:moveTo>
                    <a:pt x="685800" y="0"/>
                  </a:moveTo>
                  <a:cubicBezTo>
                    <a:pt x="828675" y="198438"/>
                    <a:pt x="247650" y="587375"/>
                    <a:pt x="0" y="38100"/>
                  </a:cubicBezTo>
                  <a:lnTo>
                    <a:pt x="0" y="3810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04" name="Group 503">
              <a:extLst>
                <a:ext uri="{FF2B5EF4-FFF2-40B4-BE49-F238E27FC236}">
                  <a16:creationId xmlns:a16="http://schemas.microsoft.com/office/drawing/2014/main" id="{C82FA5C2-CE41-0074-0BE2-801419A19712}"/>
                </a:ext>
              </a:extLst>
            </p:cNvPr>
            <p:cNvGrpSpPr/>
            <p:nvPr/>
          </p:nvGrpSpPr>
          <p:grpSpPr>
            <a:xfrm flipH="1">
              <a:off x="1379907" y="4615610"/>
              <a:ext cx="790575" cy="726088"/>
              <a:chOff x="3479143" y="4186184"/>
              <a:chExt cx="790575" cy="726088"/>
            </a:xfrm>
          </p:grpSpPr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7300067E-8FA5-1581-F758-F211528CB9F5}"/>
                  </a:ext>
                </a:extLst>
              </p:cNvPr>
              <p:cNvSpPr/>
              <p:nvPr/>
            </p:nvSpPr>
            <p:spPr>
              <a:xfrm>
                <a:off x="3479143" y="4412209"/>
                <a:ext cx="790575" cy="50006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90575 w 790575"/>
                  <a:gd name="connsiteY0" fmla="*/ 0 h 500063"/>
                  <a:gd name="connsiteX1" fmla="*/ 0 w 790575"/>
                  <a:gd name="connsiteY1" fmla="*/ 500063 h 50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0575" h="500063">
                    <a:moveTo>
                      <a:pt x="790575" y="0"/>
                    </a:moveTo>
                    <a:cubicBezTo>
                      <a:pt x="539750" y="142875"/>
                      <a:pt x="350838" y="138113"/>
                      <a:pt x="0" y="50006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EA8C6933-4D77-0A66-9217-E4FA4DB38911}"/>
                  </a:ext>
                </a:extLst>
              </p:cNvPr>
              <p:cNvSpPr/>
              <p:nvPr/>
            </p:nvSpPr>
            <p:spPr>
              <a:xfrm rot="958855">
                <a:off x="3479183" y="4294280"/>
                <a:ext cx="730830" cy="521505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0830" h="521505">
                    <a:moveTo>
                      <a:pt x="730830" y="0"/>
                    </a:moveTo>
                    <a:cubicBezTo>
                      <a:pt x="480005" y="142875"/>
                      <a:pt x="271672" y="142595"/>
                      <a:pt x="0" y="521505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E41880A2-D987-1486-6BEE-F536E12E38A6}"/>
                  </a:ext>
                </a:extLst>
              </p:cNvPr>
              <p:cNvSpPr/>
              <p:nvPr/>
            </p:nvSpPr>
            <p:spPr>
              <a:xfrm rot="1915762">
                <a:off x="3585475" y="4186184"/>
                <a:ext cx="607113" cy="494913"/>
              </a:xfrm>
              <a:custGeom>
                <a:avLst/>
                <a:gdLst>
                  <a:gd name="connsiteX0" fmla="*/ 685800 w 685800"/>
                  <a:gd name="connsiteY0" fmla="*/ 0 h 38100"/>
                  <a:gd name="connsiteX1" fmla="*/ 0 w 685800"/>
                  <a:gd name="connsiteY1" fmla="*/ 38100 h 38100"/>
                  <a:gd name="connsiteX2" fmla="*/ 0 w 685800"/>
                  <a:gd name="connsiteY2" fmla="*/ 38100 h 38100"/>
                  <a:gd name="connsiteX0" fmla="*/ 685800 w 685800"/>
                  <a:gd name="connsiteY0" fmla="*/ 0 h 275379"/>
                  <a:gd name="connsiteX1" fmla="*/ 0 w 685800"/>
                  <a:gd name="connsiteY1" fmla="*/ 38100 h 275379"/>
                  <a:gd name="connsiteX2" fmla="*/ 0 w 685800"/>
                  <a:gd name="connsiteY2" fmla="*/ 38100 h 275379"/>
                  <a:gd name="connsiteX0" fmla="*/ 685800 w 708094"/>
                  <a:gd name="connsiteY0" fmla="*/ 0 h 319775"/>
                  <a:gd name="connsiteX1" fmla="*/ 0 w 708094"/>
                  <a:gd name="connsiteY1" fmla="*/ 38100 h 319775"/>
                  <a:gd name="connsiteX2" fmla="*/ 0 w 708094"/>
                  <a:gd name="connsiteY2" fmla="*/ 38100 h 319775"/>
                  <a:gd name="connsiteX0" fmla="*/ 838200 w 856489"/>
                  <a:gd name="connsiteY0" fmla="*/ 85725 h 327117"/>
                  <a:gd name="connsiteX1" fmla="*/ 0 w 856489"/>
                  <a:gd name="connsiteY1" fmla="*/ 0 h 327117"/>
                  <a:gd name="connsiteX2" fmla="*/ 0 w 856489"/>
                  <a:gd name="connsiteY2" fmla="*/ 0 h 327117"/>
                  <a:gd name="connsiteX0" fmla="*/ 838200 w 856489"/>
                  <a:gd name="connsiteY0" fmla="*/ 85725 h 514350"/>
                  <a:gd name="connsiteX1" fmla="*/ 0 w 856489"/>
                  <a:gd name="connsiteY1" fmla="*/ 0 h 514350"/>
                  <a:gd name="connsiteX2" fmla="*/ 85725 w 856489"/>
                  <a:gd name="connsiteY2" fmla="*/ 514350 h 514350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52475 w 752475"/>
                  <a:gd name="connsiteY0" fmla="*/ 0 h 428625"/>
                  <a:gd name="connsiteX1" fmla="*/ 0 w 752475"/>
                  <a:gd name="connsiteY1" fmla="*/ 428625 h 42862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730830 w 730830"/>
                  <a:gd name="connsiteY0" fmla="*/ 0 h 521505"/>
                  <a:gd name="connsiteX1" fmla="*/ 0 w 730830"/>
                  <a:gd name="connsiteY1" fmla="*/ 521505 h 521505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  <a:gd name="connsiteX0" fmla="*/ 607113 w 607113"/>
                  <a:gd name="connsiteY0" fmla="*/ 0 h 494913"/>
                  <a:gd name="connsiteX1" fmla="*/ 0 w 607113"/>
                  <a:gd name="connsiteY1" fmla="*/ 494913 h 494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7113" h="494913">
                    <a:moveTo>
                      <a:pt x="607113" y="0"/>
                    </a:moveTo>
                    <a:cubicBezTo>
                      <a:pt x="356288" y="142875"/>
                      <a:pt x="67643" y="175807"/>
                      <a:pt x="0" y="494913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873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F490A81-092E-68E4-1F0D-C6A6D31B43E9}"/>
              </a:ext>
            </a:extLst>
          </p:cNvPr>
          <p:cNvSpPr/>
          <p:nvPr/>
        </p:nvSpPr>
        <p:spPr>
          <a:xfrm rot="19388233">
            <a:off x="10710518" y="1275399"/>
            <a:ext cx="445083" cy="151759"/>
          </a:xfrm>
          <a:custGeom>
            <a:avLst/>
            <a:gdLst>
              <a:gd name="connsiteX0" fmla="*/ 328891 w 695754"/>
              <a:gd name="connsiteY0" fmla="*/ 1225 h 237229"/>
              <a:gd name="connsiteX1" fmla="*/ 692384 w 695754"/>
              <a:gd name="connsiteY1" fmla="*/ 229777 h 237229"/>
              <a:gd name="connsiteX2" fmla="*/ 695754 w 695754"/>
              <a:gd name="connsiteY2" fmla="*/ 237229 h 237229"/>
              <a:gd name="connsiteX3" fmla="*/ 642699 w 695754"/>
              <a:gd name="connsiteY3" fmla="*/ 182579 h 237229"/>
              <a:gd name="connsiteX4" fmla="*/ 262316 w 695754"/>
              <a:gd name="connsiteY4" fmla="*/ 48668 h 237229"/>
              <a:gd name="connsiteX5" fmla="*/ 52924 w 695754"/>
              <a:gd name="connsiteY5" fmla="*/ 84597 h 237229"/>
              <a:gd name="connsiteX6" fmla="*/ 0 w 695754"/>
              <a:gd name="connsiteY6" fmla="*/ 109011 h 237229"/>
              <a:gd name="connsiteX7" fmla="*/ 68274 w 695754"/>
              <a:gd name="connsiteY7" fmla="*/ 60554 h 237229"/>
              <a:gd name="connsiteX8" fmla="*/ 328891 w 695754"/>
              <a:gd name="connsiteY8" fmla="*/ 1225 h 23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5754" h="237229">
                <a:moveTo>
                  <a:pt x="328891" y="1225"/>
                </a:moveTo>
                <a:cubicBezTo>
                  <a:pt x="486290" y="12676"/>
                  <a:pt x="619262" y="102520"/>
                  <a:pt x="692384" y="229777"/>
                </a:cubicBezTo>
                <a:lnTo>
                  <a:pt x="695754" y="237229"/>
                </a:lnTo>
                <a:lnTo>
                  <a:pt x="642699" y="182579"/>
                </a:lnTo>
                <a:cubicBezTo>
                  <a:pt x="545351" y="99842"/>
                  <a:pt x="410865" y="48668"/>
                  <a:pt x="262316" y="48668"/>
                </a:cubicBezTo>
                <a:cubicBezTo>
                  <a:pt x="188041" y="48668"/>
                  <a:pt x="117283" y="61461"/>
                  <a:pt x="52924" y="84597"/>
                </a:cubicBezTo>
                <a:lnTo>
                  <a:pt x="0" y="109011"/>
                </a:lnTo>
                <a:lnTo>
                  <a:pt x="68274" y="60554"/>
                </a:lnTo>
                <a:cubicBezTo>
                  <a:pt x="144628" y="16682"/>
                  <a:pt x="234451" y="-5645"/>
                  <a:pt x="328891" y="1225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CB6AB7F-4A7B-E2E9-CBD6-742844A30C33}"/>
              </a:ext>
            </a:extLst>
          </p:cNvPr>
          <p:cNvGrpSpPr/>
          <p:nvPr/>
        </p:nvGrpSpPr>
        <p:grpSpPr>
          <a:xfrm>
            <a:off x="2500470" y="885311"/>
            <a:ext cx="6266048" cy="5933551"/>
            <a:chOff x="2500470" y="1483024"/>
            <a:chExt cx="5057460" cy="4789095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A0AAB8A-1021-BBD0-6466-DC980A4160E4}"/>
                </a:ext>
              </a:extLst>
            </p:cNvPr>
            <p:cNvGrpSpPr/>
            <p:nvPr/>
          </p:nvGrpSpPr>
          <p:grpSpPr>
            <a:xfrm>
              <a:off x="2500470" y="2198067"/>
              <a:ext cx="1659584" cy="2193224"/>
              <a:chOff x="2500470" y="2198067"/>
              <a:chExt cx="1659584" cy="2193224"/>
            </a:xfrm>
          </p:grpSpPr>
          <p:sp>
            <p:nvSpPr>
              <p:cNvPr id="78" name="Rectangle 4">
                <a:extLst>
                  <a:ext uri="{FF2B5EF4-FFF2-40B4-BE49-F238E27FC236}">
                    <a16:creationId xmlns:a16="http://schemas.microsoft.com/office/drawing/2014/main" id="{7D422507-55FF-7858-1E73-FBABACC53094}"/>
                  </a:ext>
                </a:extLst>
              </p:cNvPr>
              <p:cNvSpPr/>
              <p:nvPr/>
            </p:nvSpPr>
            <p:spPr>
              <a:xfrm>
                <a:off x="2500470" y="2198067"/>
                <a:ext cx="1568144" cy="2193224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276350"/>
                  <a:gd name="connsiteY0" fmla="*/ 0 h 2457450"/>
                  <a:gd name="connsiteX1" fmla="*/ 914400 w 1276350"/>
                  <a:gd name="connsiteY1" fmla="*/ 0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352425 w 1276350"/>
                  <a:gd name="connsiteY3" fmla="*/ 2447925 h 2457450"/>
                  <a:gd name="connsiteX4" fmla="*/ 0 w 1276350"/>
                  <a:gd name="connsiteY4" fmla="*/ 0 h 2457450"/>
                  <a:gd name="connsiteX0" fmla="*/ 0 w 923925"/>
                  <a:gd name="connsiteY0" fmla="*/ 1809750 h 1819275"/>
                  <a:gd name="connsiteX1" fmla="*/ 647700 w 923925"/>
                  <a:gd name="connsiteY1" fmla="*/ 0 h 1819275"/>
                  <a:gd name="connsiteX2" fmla="*/ 923925 w 923925"/>
                  <a:gd name="connsiteY2" fmla="*/ 1819275 h 1819275"/>
                  <a:gd name="connsiteX3" fmla="*/ 0 w 923925"/>
                  <a:gd name="connsiteY3" fmla="*/ 1809750 h 1819275"/>
                  <a:gd name="connsiteX0" fmla="*/ 205766 w 1129691"/>
                  <a:gd name="connsiteY0" fmla="*/ 1909075 h 1918600"/>
                  <a:gd name="connsiteX1" fmla="*/ 853466 w 1129691"/>
                  <a:gd name="connsiteY1" fmla="*/ 99325 h 1918600"/>
                  <a:gd name="connsiteX2" fmla="*/ 1129691 w 1129691"/>
                  <a:gd name="connsiteY2" fmla="*/ 1918600 h 1918600"/>
                  <a:gd name="connsiteX3" fmla="*/ 205766 w 1129691"/>
                  <a:gd name="connsiteY3" fmla="*/ 1909075 h 1918600"/>
                  <a:gd name="connsiteX0" fmla="*/ 662165 w 1586090"/>
                  <a:gd name="connsiteY0" fmla="*/ 1884466 h 1893991"/>
                  <a:gd name="connsiteX1" fmla="*/ 1309865 w 1586090"/>
                  <a:gd name="connsiteY1" fmla="*/ 74716 h 1893991"/>
                  <a:gd name="connsiteX2" fmla="*/ 1586090 w 1586090"/>
                  <a:gd name="connsiteY2" fmla="*/ 1893991 h 1893991"/>
                  <a:gd name="connsiteX3" fmla="*/ 662165 w 1586090"/>
                  <a:gd name="connsiteY3" fmla="*/ 1884466 h 1893991"/>
                  <a:gd name="connsiteX0" fmla="*/ 662165 w 1586090"/>
                  <a:gd name="connsiteY0" fmla="*/ 1884466 h 2154353"/>
                  <a:gd name="connsiteX1" fmla="*/ 1309865 w 1586090"/>
                  <a:gd name="connsiteY1" fmla="*/ 74716 h 2154353"/>
                  <a:gd name="connsiteX2" fmla="*/ 1586090 w 1586090"/>
                  <a:gd name="connsiteY2" fmla="*/ 1893991 h 2154353"/>
                  <a:gd name="connsiteX3" fmla="*/ 662165 w 1586090"/>
                  <a:gd name="connsiteY3" fmla="*/ 1884466 h 2154353"/>
                  <a:gd name="connsiteX0" fmla="*/ 644219 w 1568144"/>
                  <a:gd name="connsiteY0" fmla="*/ 1923337 h 2193224"/>
                  <a:gd name="connsiteX1" fmla="*/ 1291919 w 1568144"/>
                  <a:gd name="connsiteY1" fmla="*/ 113587 h 2193224"/>
                  <a:gd name="connsiteX2" fmla="*/ 1568144 w 1568144"/>
                  <a:gd name="connsiteY2" fmla="*/ 1932862 h 2193224"/>
                  <a:gd name="connsiteX3" fmla="*/ 644219 w 1568144"/>
                  <a:gd name="connsiteY3" fmla="*/ 1923337 h 2193224"/>
                  <a:gd name="connsiteX0" fmla="*/ 1568144 w 1659584"/>
                  <a:gd name="connsiteY0" fmla="*/ 1932862 h 2193224"/>
                  <a:gd name="connsiteX1" fmla="*/ 644219 w 1659584"/>
                  <a:gd name="connsiteY1" fmla="*/ 1923337 h 2193224"/>
                  <a:gd name="connsiteX2" fmla="*/ 1291919 w 1659584"/>
                  <a:gd name="connsiteY2" fmla="*/ 113587 h 2193224"/>
                  <a:gd name="connsiteX3" fmla="*/ 1659584 w 1659584"/>
                  <a:gd name="connsiteY3" fmla="*/ 2024302 h 2193224"/>
                  <a:gd name="connsiteX0" fmla="*/ 1568144 w 1568144"/>
                  <a:gd name="connsiteY0" fmla="*/ 1932862 h 2193224"/>
                  <a:gd name="connsiteX1" fmla="*/ 644219 w 1568144"/>
                  <a:gd name="connsiteY1" fmla="*/ 1923337 h 2193224"/>
                  <a:gd name="connsiteX2" fmla="*/ 1291919 w 1568144"/>
                  <a:gd name="connsiteY2" fmla="*/ 113587 h 219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68144" h="2193224">
                    <a:moveTo>
                      <a:pt x="1568144" y="1932862"/>
                    </a:moveTo>
                    <a:cubicBezTo>
                      <a:pt x="1260169" y="1929687"/>
                      <a:pt x="1009344" y="2526587"/>
                      <a:pt x="644219" y="1923337"/>
                    </a:cubicBezTo>
                    <a:cubicBezTo>
                      <a:pt x="-349556" y="2053512"/>
                      <a:pt x="-238431" y="-569038"/>
                      <a:pt x="1291919" y="113587"/>
                    </a:cubicBezTo>
                  </a:path>
                </a:pathLst>
              </a:custGeom>
              <a:solidFill>
                <a:srgbClr val="C8D5FF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0CFE762-AFDF-CDE3-5C32-1E4D78105F60}"/>
                  </a:ext>
                </a:extLst>
              </p:cNvPr>
              <p:cNvSpPr/>
              <p:nvPr/>
            </p:nvSpPr>
            <p:spPr>
              <a:xfrm>
                <a:off x="2689048" y="2476435"/>
                <a:ext cx="1471006" cy="1914856"/>
              </a:xfrm>
              <a:custGeom>
                <a:avLst/>
                <a:gdLst>
                  <a:gd name="connsiteX0" fmla="*/ 711537 w 1379566"/>
                  <a:gd name="connsiteY0" fmla="*/ 335 h 1914856"/>
                  <a:gd name="connsiteX1" fmla="*/ 1105996 w 1379566"/>
                  <a:gd name="connsiteY1" fmla="*/ 61633 h 1914856"/>
                  <a:gd name="connsiteX2" fmla="*/ 1139525 w 1379566"/>
                  <a:gd name="connsiteY2" fmla="*/ 73536 h 1914856"/>
                  <a:gd name="connsiteX3" fmla="*/ 1379566 w 1379566"/>
                  <a:gd name="connsiteY3" fmla="*/ 1654494 h 1914856"/>
                  <a:gd name="connsiteX4" fmla="*/ 455641 w 1379566"/>
                  <a:gd name="connsiteY4" fmla="*/ 1644969 h 1914856"/>
                  <a:gd name="connsiteX5" fmla="*/ 135381 w 1379566"/>
                  <a:gd name="connsiteY5" fmla="*/ 1576582 h 1914856"/>
                  <a:gd name="connsiteX6" fmla="*/ 126917 w 1379566"/>
                  <a:gd name="connsiteY6" fmla="*/ 1570032 h 1914856"/>
                  <a:gd name="connsiteX7" fmla="*/ 63576 w 1379566"/>
                  <a:gd name="connsiteY7" fmla="*/ 1392781 h 1914856"/>
                  <a:gd name="connsiteX8" fmla="*/ 711537 w 1379566"/>
                  <a:gd name="connsiteY8" fmla="*/ 335 h 1914856"/>
                  <a:gd name="connsiteX0" fmla="*/ 1379566 w 1471006"/>
                  <a:gd name="connsiteY0" fmla="*/ 1654494 h 1914856"/>
                  <a:gd name="connsiteX1" fmla="*/ 455641 w 1471006"/>
                  <a:gd name="connsiteY1" fmla="*/ 1644969 h 1914856"/>
                  <a:gd name="connsiteX2" fmla="*/ 135381 w 1471006"/>
                  <a:gd name="connsiteY2" fmla="*/ 1576582 h 1914856"/>
                  <a:gd name="connsiteX3" fmla="*/ 126917 w 1471006"/>
                  <a:gd name="connsiteY3" fmla="*/ 1570032 h 1914856"/>
                  <a:gd name="connsiteX4" fmla="*/ 63576 w 1471006"/>
                  <a:gd name="connsiteY4" fmla="*/ 1392781 h 1914856"/>
                  <a:gd name="connsiteX5" fmla="*/ 711537 w 1471006"/>
                  <a:gd name="connsiteY5" fmla="*/ 335 h 1914856"/>
                  <a:gd name="connsiteX6" fmla="*/ 1105996 w 1471006"/>
                  <a:gd name="connsiteY6" fmla="*/ 61633 h 1914856"/>
                  <a:gd name="connsiteX7" fmla="*/ 1139525 w 1471006"/>
                  <a:gd name="connsiteY7" fmla="*/ 73536 h 1914856"/>
                  <a:gd name="connsiteX8" fmla="*/ 1471006 w 1471006"/>
                  <a:gd name="connsiteY8" fmla="*/ 174593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471006"/>
                  <a:gd name="connsiteY0" fmla="*/ 1654494 h 1914856"/>
                  <a:gd name="connsiteX1" fmla="*/ 455641 w 1471006"/>
                  <a:gd name="connsiteY1" fmla="*/ 1644969 h 1914856"/>
                  <a:gd name="connsiteX2" fmla="*/ 135381 w 1471006"/>
                  <a:gd name="connsiteY2" fmla="*/ 1576582 h 1914856"/>
                  <a:gd name="connsiteX3" fmla="*/ 126917 w 1471006"/>
                  <a:gd name="connsiteY3" fmla="*/ 1570032 h 1914856"/>
                  <a:gd name="connsiteX4" fmla="*/ 63576 w 1471006"/>
                  <a:gd name="connsiteY4" fmla="*/ 1392781 h 1914856"/>
                  <a:gd name="connsiteX5" fmla="*/ 711537 w 1471006"/>
                  <a:gd name="connsiteY5" fmla="*/ 335 h 1914856"/>
                  <a:gd name="connsiteX6" fmla="*/ 1105996 w 1471006"/>
                  <a:gd name="connsiteY6" fmla="*/ 61633 h 1914856"/>
                  <a:gd name="connsiteX7" fmla="*/ 1139525 w 1471006"/>
                  <a:gd name="connsiteY7" fmla="*/ 73536 h 1914856"/>
                  <a:gd name="connsiteX8" fmla="*/ 1471006 w 1471006"/>
                  <a:gd name="connsiteY8" fmla="*/ 1745934 h 1914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1006" h="1914856">
                    <a:moveTo>
                      <a:pt x="1379566" y="1654494"/>
                    </a:moveTo>
                    <a:cubicBezTo>
                      <a:pt x="1071591" y="1651319"/>
                      <a:pt x="820766" y="2248219"/>
                      <a:pt x="455641" y="1644969"/>
                    </a:cubicBezTo>
                    <a:cubicBezTo>
                      <a:pt x="331419" y="1661241"/>
                      <a:pt x="224461" y="1634502"/>
                      <a:pt x="135381" y="1576582"/>
                    </a:cubicBezTo>
                    <a:lnTo>
                      <a:pt x="126917" y="1570032"/>
                    </a:lnTo>
                    <a:lnTo>
                      <a:pt x="63576" y="1392781"/>
                    </a:lnTo>
                    <a:cubicBezTo>
                      <a:pt x="-96836" y="829178"/>
                      <a:pt x="20851" y="19200"/>
                      <a:pt x="711537" y="335"/>
                    </a:cubicBezTo>
                    <a:cubicBezTo>
                      <a:pt x="826652" y="-2809"/>
                      <a:pt x="957683" y="16023"/>
                      <a:pt x="1105996" y="61633"/>
                    </a:cubicBezTo>
                    <a:lnTo>
                      <a:pt x="1139525" y="73536"/>
                    </a:lnTo>
                    <a:cubicBezTo>
                      <a:pt x="962364" y="914847"/>
                      <a:pt x="1175727" y="1375158"/>
                      <a:pt x="1471006" y="1745934"/>
                    </a:cubicBezTo>
                  </a:path>
                </a:pathLst>
              </a:custGeom>
              <a:solidFill>
                <a:srgbClr val="FBA5D4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0FB53C6-20F4-655F-7F3C-53570A5EE1E3}"/>
                </a:ext>
              </a:extLst>
            </p:cNvPr>
            <p:cNvSpPr/>
            <p:nvPr/>
          </p:nvSpPr>
          <p:spPr>
            <a:xfrm>
              <a:off x="5334001" y="4076029"/>
              <a:ext cx="791830" cy="1263949"/>
            </a:xfrm>
            <a:custGeom>
              <a:avLst/>
              <a:gdLst>
                <a:gd name="connsiteX0" fmla="*/ 0 w 599108"/>
                <a:gd name="connsiteY0" fmla="*/ 0 h 839414"/>
                <a:gd name="connsiteX1" fmla="*/ 599108 w 599108"/>
                <a:gd name="connsiteY1" fmla="*/ 0 h 839414"/>
                <a:gd name="connsiteX2" fmla="*/ 599108 w 599108"/>
                <a:gd name="connsiteY2" fmla="*/ 839414 h 839414"/>
                <a:gd name="connsiteX3" fmla="*/ 0 w 599108"/>
                <a:gd name="connsiteY3" fmla="*/ 839414 h 839414"/>
                <a:gd name="connsiteX4" fmla="*/ 0 w 599108"/>
                <a:gd name="connsiteY4" fmla="*/ 0 h 839414"/>
                <a:gd name="connsiteX0" fmla="*/ 0 w 751508"/>
                <a:gd name="connsiteY0" fmla="*/ 0 h 866775"/>
                <a:gd name="connsiteX1" fmla="*/ 751508 w 751508"/>
                <a:gd name="connsiteY1" fmla="*/ 866775 h 866775"/>
                <a:gd name="connsiteX2" fmla="*/ 599108 w 751508"/>
                <a:gd name="connsiteY2" fmla="*/ 839414 h 866775"/>
                <a:gd name="connsiteX3" fmla="*/ 0 w 751508"/>
                <a:gd name="connsiteY3" fmla="*/ 839414 h 866775"/>
                <a:gd name="connsiteX4" fmla="*/ 0 w 751508"/>
                <a:gd name="connsiteY4" fmla="*/ 0 h 866775"/>
                <a:gd name="connsiteX0" fmla="*/ 0 w 751508"/>
                <a:gd name="connsiteY0" fmla="*/ 0 h 866775"/>
                <a:gd name="connsiteX1" fmla="*/ 619125 w 751508"/>
                <a:gd name="connsiteY1" fmla="*/ 438149 h 866775"/>
                <a:gd name="connsiteX2" fmla="*/ 751508 w 751508"/>
                <a:gd name="connsiteY2" fmla="*/ 866775 h 866775"/>
                <a:gd name="connsiteX3" fmla="*/ 599108 w 751508"/>
                <a:gd name="connsiteY3" fmla="*/ 839414 h 866775"/>
                <a:gd name="connsiteX4" fmla="*/ 0 w 751508"/>
                <a:gd name="connsiteY4" fmla="*/ 839414 h 866775"/>
                <a:gd name="connsiteX5" fmla="*/ 0 w 751508"/>
                <a:gd name="connsiteY5" fmla="*/ 0 h 866775"/>
                <a:gd name="connsiteX0" fmla="*/ 0 w 751508"/>
                <a:gd name="connsiteY0" fmla="*/ 43535 h 910310"/>
                <a:gd name="connsiteX1" fmla="*/ 342900 w 751508"/>
                <a:gd name="connsiteY1" fmla="*/ 134021 h 910310"/>
                <a:gd name="connsiteX2" fmla="*/ 619125 w 751508"/>
                <a:gd name="connsiteY2" fmla="*/ 481684 h 910310"/>
                <a:gd name="connsiteX3" fmla="*/ 751508 w 751508"/>
                <a:gd name="connsiteY3" fmla="*/ 910310 h 910310"/>
                <a:gd name="connsiteX4" fmla="*/ 599108 w 751508"/>
                <a:gd name="connsiteY4" fmla="*/ 882949 h 910310"/>
                <a:gd name="connsiteX5" fmla="*/ 0 w 751508"/>
                <a:gd name="connsiteY5" fmla="*/ 882949 h 910310"/>
                <a:gd name="connsiteX6" fmla="*/ 0 w 751508"/>
                <a:gd name="connsiteY6" fmla="*/ 43535 h 910310"/>
                <a:gd name="connsiteX0" fmla="*/ 0 w 751508"/>
                <a:gd name="connsiteY0" fmla="*/ 43535 h 1263949"/>
                <a:gd name="connsiteX1" fmla="*/ 342900 w 751508"/>
                <a:gd name="connsiteY1" fmla="*/ 134021 h 1263949"/>
                <a:gd name="connsiteX2" fmla="*/ 619125 w 751508"/>
                <a:gd name="connsiteY2" fmla="*/ 481684 h 1263949"/>
                <a:gd name="connsiteX3" fmla="*/ 751508 w 751508"/>
                <a:gd name="connsiteY3" fmla="*/ 910310 h 1263949"/>
                <a:gd name="connsiteX4" fmla="*/ 503858 w 751508"/>
                <a:gd name="connsiteY4" fmla="*/ 1263949 h 1263949"/>
                <a:gd name="connsiteX5" fmla="*/ 0 w 751508"/>
                <a:gd name="connsiteY5" fmla="*/ 882949 h 1263949"/>
                <a:gd name="connsiteX6" fmla="*/ 0 w 751508"/>
                <a:gd name="connsiteY6" fmla="*/ 43535 h 1263949"/>
                <a:gd name="connsiteX0" fmla="*/ 0 w 751508"/>
                <a:gd name="connsiteY0" fmla="*/ 43535 h 1263949"/>
                <a:gd name="connsiteX1" fmla="*/ 342900 w 751508"/>
                <a:gd name="connsiteY1" fmla="*/ 134021 h 1263949"/>
                <a:gd name="connsiteX2" fmla="*/ 619125 w 751508"/>
                <a:gd name="connsiteY2" fmla="*/ 481684 h 1263949"/>
                <a:gd name="connsiteX3" fmla="*/ 751508 w 751508"/>
                <a:gd name="connsiteY3" fmla="*/ 910310 h 1263949"/>
                <a:gd name="connsiteX4" fmla="*/ 503858 w 751508"/>
                <a:gd name="connsiteY4" fmla="*/ 1263949 h 1263949"/>
                <a:gd name="connsiteX5" fmla="*/ 0 w 751508"/>
                <a:gd name="connsiteY5" fmla="*/ 882949 h 1263949"/>
                <a:gd name="connsiteX6" fmla="*/ 0 w 751508"/>
                <a:gd name="connsiteY6" fmla="*/ 43535 h 1263949"/>
                <a:gd name="connsiteX0" fmla="*/ 0 w 774653"/>
                <a:gd name="connsiteY0" fmla="*/ 43535 h 1263949"/>
                <a:gd name="connsiteX1" fmla="*/ 342900 w 774653"/>
                <a:gd name="connsiteY1" fmla="*/ 134021 h 1263949"/>
                <a:gd name="connsiteX2" fmla="*/ 619125 w 774653"/>
                <a:gd name="connsiteY2" fmla="*/ 481684 h 1263949"/>
                <a:gd name="connsiteX3" fmla="*/ 751508 w 774653"/>
                <a:gd name="connsiteY3" fmla="*/ 910310 h 1263949"/>
                <a:gd name="connsiteX4" fmla="*/ 503858 w 774653"/>
                <a:gd name="connsiteY4" fmla="*/ 1263949 h 1263949"/>
                <a:gd name="connsiteX5" fmla="*/ 0 w 774653"/>
                <a:gd name="connsiteY5" fmla="*/ 882949 h 1263949"/>
                <a:gd name="connsiteX6" fmla="*/ 0 w 774653"/>
                <a:gd name="connsiteY6" fmla="*/ 43535 h 1263949"/>
                <a:gd name="connsiteX0" fmla="*/ 0 w 775955"/>
                <a:gd name="connsiteY0" fmla="*/ 43535 h 1263949"/>
                <a:gd name="connsiteX1" fmla="*/ 342900 w 775955"/>
                <a:gd name="connsiteY1" fmla="*/ 134021 h 1263949"/>
                <a:gd name="connsiteX2" fmla="*/ 619125 w 775955"/>
                <a:gd name="connsiteY2" fmla="*/ 481684 h 1263949"/>
                <a:gd name="connsiteX3" fmla="*/ 751508 w 775955"/>
                <a:gd name="connsiteY3" fmla="*/ 910310 h 1263949"/>
                <a:gd name="connsiteX4" fmla="*/ 503858 w 775955"/>
                <a:gd name="connsiteY4" fmla="*/ 1263949 h 1263949"/>
                <a:gd name="connsiteX5" fmla="*/ 0 w 775955"/>
                <a:gd name="connsiteY5" fmla="*/ 882949 h 1263949"/>
                <a:gd name="connsiteX6" fmla="*/ 0 w 775955"/>
                <a:gd name="connsiteY6" fmla="*/ 43535 h 1263949"/>
                <a:gd name="connsiteX0" fmla="*/ 0 w 791830"/>
                <a:gd name="connsiteY0" fmla="*/ 43535 h 1263949"/>
                <a:gd name="connsiteX1" fmla="*/ 342900 w 791830"/>
                <a:gd name="connsiteY1" fmla="*/ 134021 h 1263949"/>
                <a:gd name="connsiteX2" fmla="*/ 619125 w 791830"/>
                <a:gd name="connsiteY2" fmla="*/ 481684 h 1263949"/>
                <a:gd name="connsiteX3" fmla="*/ 751508 w 791830"/>
                <a:gd name="connsiteY3" fmla="*/ 910310 h 1263949"/>
                <a:gd name="connsiteX4" fmla="*/ 503858 w 791830"/>
                <a:gd name="connsiteY4" fmla="*/ 1263949 h 1263949"/>
                <a:gd name="connsiteX5" fmla="*/ 0 w 791830"/>
                <a:gd name="connsiteY5" fmla="*/ 882949 h 1263949"/>
                <a:gd name="connsiteX6" fmla="*/ 0 w 791830"/>
                <a:gd name="connsiteY6" fmla="*/ 43535 h 12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1830" h="1263949">
                  <a:moveTo>
                    <a:pt x="0" y="43535"/>
                  </a:moveTo>
                  <a:cubicBezTo>
                    <a:pt x="37306" y="-67793"/>
                    <a:pt x="239713" y="60996"/>
                    <a:pt x="342900" y="134021"/>
                  </a:cubicBezTo>
                  <a:cubicBezTo>
                    <a:pt x="446087" y="207046"/>
                    <a:pt x="531180" y="365796"/>
                    <a:pt x="619125" y="481684"/>
                  </a:cubicBezTo>
                  <a:cubicBezTo>
                    <a:pt x="939478" y="738860"/>
                    <a:pt x="707380" y="767435"/>
                    <a:pt x="751508" y="910310"/>
                  </a:cubicBezTo>
                  <a:cubicBezTo>
                    <a:pt x="811833" y="1037715"/>
                    <a:pt x="762620" y="1146069"/>
                    <a:pt x="503858" y="1263949"/>
                  </a:cubicBezTo>
                  <a:lnTo>
                    <a:pt x="0" y="882949"/>
                  </a:lnTo>
                  <a:lnTo>
                    <a:pt x="0" y="43535"/>
                  </a:lnTo>
                  <a:close/>
                </a:path>
              </a:pathLst>
            </a:custGeom>
            <a:solidFill>
              <a:srgbClr val="C8D5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ABFF1DC-7836-B551-AC30-E92865FD134C}"/>
                </a:ext>
              </a:extLst>
            </p:cNvPr>
            <p:cNvGrpSpPr/>
            <p:nvPr/>
          </p:nvGrpSpPr>
          <p:grpSpPr>
            <a:xfrm>
              <a:off x="3653402" y="5111444"/>
              <a:ext cx="921764" cy="451842"/>
              <a:chOff x="3653402" y="5111444"/>
              <a:chExt cx="921764" cy="451842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92C3154-B910-22A5-13AA-5D9594205A2E}"/>
                  </a:ext>
                </a:extLst>
              </p:cNvPr>
              <p:cNvSpPr/>
              <p:nvPr/>
            </p:nvSpPr>
            <p:spPr>
              <a:xfrm>
                <a:off x="3883241" y="5111444"/>
                <a:ext cx="691925" cy="451842"/>
              </a:xfrm>
              <a:custGeom>
                <a:avLst/>
                <a:gdLst>
                  <a:gd name="connsiteX0" fmla="*/ 0 w 210913"/>
                  <a:gd name="connsiteY0" fmla="*/ 0 h 161925"/>
                  <a:gd name="connsiteX1" fmla="*/ 210913 w 210913"/>
                  <a:gd name="connsiteY1" fmla="*/ 0 h 161925"/>
                  <a:gd name="connsiteX2" fmla="*/ 210913 w 210913"/>
                  <a:gd name="connsiteY2" fmla="*/ 161925 h 161925"/>
                  <a:gd name="connsiteX3" fmla="*/ 0 w 210913"/>
                  <a:gd name="connsiteY3" fmla="*/ 161925 h 161925"/>
                  <a:gd name="connsiteX4" fmla="*/ 0 w 210913"/>
                  <a:gd name="connsiteY4" fmla="*/ 0 h 161925"/>
                  <a:gd name="connsiteX0" fmla="*/ 0 w 668113"/>
                  <a:gd name="connsiteY0" fmla="*/ 0 h 466725"/>
                  <a:gd name="connsiteX1" fmla="*/ 668113 w 668113"/>
                  <a:gd name="connsiteY1" fmla="*/ 304800 h 466725"/>
                  <a:gd name="connsiteX2" fmla="*/ 668113 w 668113"/>
                  <a:gd name="connsiteY2" fmla="*/ 466725 h 466725"/>
                  <a:gd name="connsiteX3" fmla="*/ 457200 w 668113"/>
                  <a:gd name="connsiteY3" fmla="*/ 466725 h 466725"/>
                  <a:gd name="connsiteX4" fmla="*/ 0 w 668113"/>
                  <a:gd name="connsiteY4" fmla="*/ 0 h 466725"/>
                  <a:gd name="connsiteX0" fmla="*/ 0 w 668113"/>
                  <a:gd name="connsiteY0" fmla="*/ 0 h 490538"/>
                  <a:gd name="connsiteX1" fmla="*/ 668113 w 668113"/>
                  <a:gd name="connsiteY1" fmla="*/ 304800 h 490538"/>
                  <a:gd name="connsiteX2" fmla="*/ 668113 w 668113"/>
                  <a:gd name="connsiteY2" fmla="*/ 466725 h 490538"/>
                  <a:gd name="connsiteX3" fmla="*/ 514350 w 668113"/>
                  <a:gd name="connsiteY3" fmla="*/ 490538 h 490538"/>
                  <a:gd name="connsiteX4" fmla="*/ 0 w 668113"/>
                  <a:gd name="connsiteY4" fmla="*/ 0 h 490538"/>
                  <a:gd name="connsiteX0" fmla="*/ 0 w 668113"/>
                  <a:gd name="connsiteY0" fmla="*/ 0 h 490538"/>
                  <a:gd name="connsiteX1" fmla="*/ 668113 w 668113"/>
                  <a:gd name="connsiteY1" fmla="*/ 304800 h 490538"/>
                  <a:gd name="connsiteX2" fmla="*/ 514350 w 668113"/>
                  <a:gd name="connsiteY2" fmla="*/ 490538 h 490538"/>
                  <a:gd name="connsiteX3" fmla="*/ 0 w 668113"/>
                  <a:gd name="connsiteY3" fmla="*/ 0 h 490538"/>
                  <a:gd name="connsiteX0" fmla="*/ 0 w 668113"/>
                  <a:gd name="connsiteY0" fmla="*/ 41975 h 532513"/>
                  <a:gd name="connsiteX1" fmla="*/ 668113 w 668113"/>
                  <a:gd name="connsiteY1" fmla="*/ 346775 h 532513"/>
                  <a:gd name="connsiteX2" fmla="*/ 514350 w 668113"/>
                  <a:gd name="connsiteY2" fmla="*/ 532513 h 532513"/>
                  <a:gd name="connsiteX3" fmla="*/ 0 w 668113"/>
                  <a:gd name="connsiteY3" fmla="*/ 41975 h 532513"/>
                  <a:gd name="connsiteX0" fmla="*/ 0 w 668113"/>
                  <a:gd name="connsiteY0" fmla="*/ 39831 h 530369"/>
                  <a:gd name="connsiteX1" fmla="*/ 668113 w 668113"/>
                  <a:gd name="connsiteY1" fmla="*/ 344631 h 530369"/>
                  <a:gd name="connsiteX2" fmla="*/ 514350 w 668113"/>
                  <a:gd name="connsiteY2" fmla="*/ 530369 h 530369"/>
                  <a:gd name="connsiteX3" fmla="*/ 0 w 668113"/>
                  <a:gd name="connsiteY3" fmla="*/ 39831 h 530369"/>
                  <a:gd name="connsiteX0" fmla="*/ 0 w 668113"/>
                  <a:gd name="connsiteY0" fmla="*/ 50080 h 540618"/>
                  <a:gd name="connsiteX1" fmla="*/ 668113 w 668113"/>
                  <a:gd name="connsiteY1" fmla="*/ 354880 h 540618"/>
                  <a:gd name="connsiteX2" fmla="*/ 514350 w 668113"/>
                  <a:gd name="connsiteY2" fmla="*/ 540618 h 540618"/>
                  <a:gd name="connsiteX3" fmla="*/ 0 w 668113"/>
                  <a:gd name="connsiteY3" fmla="*/ 50080 h 540618"/>
                  <a:gd name="connsiteX0" fmla="*/ 0 w 668113"/>
                  <a:gd name="connsiteY0" fmla="*/ 48566 h 539104"/>
                  <a:gd name="connsiteX1" fmla="*/ 668113 w 668113"/>
                  <a:gd name="connsiteY1" fmla="*/ 353366 h 539104"/>
                  <a:gd name="connsiteX2" fmla="*/ 514350 w 668113"/>
                  <a:gd name="connsiteY2" fmla="*/ 539104 h 539104"/>
                  <a:gd name="connsiteX3" fmla="*/ 0 w 668113"/>
                  <a:gd name="connsiteY3" fmla="*/ 48566 h 539104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50673"/>
                  <a:gd name="connsiteX1" fmla="*/ 691925 w 691925"/>
                  <a:gd name="connsiteY1" fmla="*/ 331610 h 450673"/>
                  <a:gd name="connsiteX2" fmla="*/ 561974 w 691925"/>
                  <a:gd name="connsiteY2" fmla="*/ 450673 h 450673"/>
                  <a:gd name="connsiteX3" fmla="*/ 0 w 691925"/>
                  <a:gd name="connsiteY3" fmla="*/ 50622 h 450673"/>
                  <a:gd name="connsiteX0" fmla="*/ 0 w 691925"/>
                  <a:gd name="connsiteY0" fmla="*/ 50622 h 451842"/>
                  <a:gd name="connsiteX1" fmla="*/ 691925 w 691925"/>
                  <a:gd name="connsiteY1" fmla="*/ 331610 h 451842"/>
                  <a:gd name="connsiteX2" fmla="*/ 561974 w 691925"/>
                  <a:gd name="connsiteY2" fmla="*/ 450673 h 451842"/>
                  <a:gd name="connsiteX3" fmla="*/ 0 w 691925"/>
                  <a:gd name="connsiteY3" fmla="*/ 50622 h 451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1925" h="451842">
                    <a:moveTo>
                      <a:pt x="0" y="50622"/>
                    </a:moveTo>
                    <a:cubicBezTo>
                      <a:pt x="194129" y="-143053"/>
                      <a:pt x="326346" y="277635"/>
                      <a:pt x="691925" y="331610"/>
                    </a:cubicBezTo>
                    <a:lnTo>
                      <a:pt x="561974" y="450673"/>
                    </a:lnTo>
                    <a:cubicBezTo>
                      <a:pt x="239713" y="477659"/>
                      <a:pt x="222250" y="28398"/>
                      <a:pt x="0" y="50622"/>
                    </a:cubicBezTo>
                    <a:close/>
                  </a:path>
                </a:pathLst>
              </a:custGeom>
              <a:solidFill>
                <a:srgbClr val="C8D5FF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B841FCE-0B88-42D3-8865-FD4CFEBB5272}"/>
                  </a:ext>
                </a:extLst>
              </p:cNvPr>
              <p:cNvSpPr/>
              <p:nvPr/>
            </p:nvSpPr>
            <p:spPr>
              <a:xfrm>
                <a:off x="3653402" y="5128784"/>
                <a:ext cx="280907" cy="390952"/>
              </a:xfrm>
              <a:custGeom>
                <a:avLst/>
                <a:gdLst>
                  <a:gd name="connsiteX0" fmla="*/ 0 w 100298"/>
                  <a:gd name="connsiteY0" fmla="*/ 0 h 190500"/>
                  <a:gd name="connsiteX1" fmla="*/ 100298 w 100298"/>
                  <a:gd name="connsiteY1" fmla="*/ 0 h 190500"/>
                  <a:gd name="connsiteX2" fmla="*/ 100298 w 100298"/>
                  <a:gd name="connsiteY2" fmla="*/ 190500 h 190500"/>
                  <a:gd name="connsiteX3" fmla="*/ 0 w 100298"/>
                  <a:gd name="connsiteY3" fmla="*/ 190500 h 190500"/>
                  <a:gd name="connsiteX4" fmla="*/ 0 w 100298"/>
                  <a:gd name="connsiteY4" fmla="*/ 0 h 190500"/>
                  <a:gd name="connsiteX0" fmla="*/ 0 w 100298"/>
                  <a:gd name="connsiteY0" fmla="*/ 119063 h 309563"/>
                  <a:gd name="connsiteX1" fmla="*/ 95536 w 100298"/>
                  <a:gd name="connsiteY1" fmla="*/ 0 h 309563"/>
                  <a:gd name="connsiteX2" fmla="*/ 100298 w 100298"/>
                  <a:gd name="connsiteY2" fmla="*/ 309563 h 309563"/>
                  <a:gd name="connsiteX3" fmla="*/ 0 w 100298"/>
                  <a:gd name="connsiteY3" fmla="*/ 309563 h 309563"/>
                  <a:gd name="connsiteX4" fmla="*/ 0 w 100298"/>
                  <a:gd name="connsiteY4" fmla="*/ 119063 h 309563"/>
                  <a:gd name="connsiteX0" fmla="*/ 0 w 100298"/>
                  <a:gd name="connsiteY0" fmla="*/ 309563 h 309563"/>
                  <a:gd name="connsiteX1" fmla="*/ 95536 w 100298"/>
                  <a:gd name="connsiteY1" fmla="*/ 0 h 309563"/>
                  <a:gd name="connsiteX2" fmla="*/ 100298 w 100298"/>
                  <a:gd name="connsiteY2" fmla="*/ 309563 h 309563"/>
                  <a:gd name="connsiteX3" fmla="*/ 0 w 100298"/>
                  <a:gd name="connsiteY3" fmla="*/ 309563 h 309563"/>
                  <a:gd name="connsiteX0" fmla="*/ 0 w 257460"/>
                  <a:gd name="connsiteY0" fmla="*/ 390525 h 390525"/>
                  <a:gd name="connsiteX1" fmla="*/ 252698 w 257460"/>
                  <a:gd name="connsiteY1" fmla="*/ 0 h 390525"/>
                  <a:gd name="connsiteX2" fmla="*/ 257460 w 257460"/>
                  <a:gd name="connsiteY2" fmla="*/ 309563 h 390525"/>
                  <a:gd name="connsiteX3" fmla="*/ 0 w 257460"/>
                  <a:gd name="connsiteY3" fmla="*/ 390525 h 390525"/>
                  <a:gd name="connsiteX0" fmla="*/ 17884 w 275344"/>
                  <a:gd name="connsiteY0" fmla="*/ 390525 h 390525"/>
                  <a:gd name="connsiteX1" fmla="*/ 270582 w 275344"/>
                  <a:gd name="connsiteY1" fmla="*/ 0 h 390525"/>
                  <a:gd name="connsiteX2" fmla="*/ 275344 w 275344"/>
                  <a:gd name="connsiteY2" fmla="*/ 309563 h 390525"/>
                  <a:gd name="connsiteX3" fmla="*/ 17884 w 275344"/>
                  <a:gd name="connsiteY3" fmla="*/ 390525 h 390525"/>
                  <a:gd name="connsiteX0" fmla="*/ 26788 w 284248"/>
                  <a:gd name="connsiteY0" fmla="*/ 390952 h 390952"/>
                  <a:gd name="connsiteX1" fmla="*/ 279486 w 284248"/>
                  <a:gd name="connsiteY1" fmla="*/ 427 h 390952"/>
                  <a:gd name="connsiteX2" fmla="*/ 284248 w 284248"/>
                  <a:gd name="connsiteY2" fmla="*/ 309990 h 390952"/>
                  <a:gd name="connsiteX3" fmla="*/ 26788 w 284248"/>
                  <a:gd name="connsiteY3" fmla="*/ 390952 h 390952"/>
                  <a:gd name="connsiteX0" fmla="*/ 26788 w 279486"/>
                  <a:gd name="connsiteY0" fmla="*/ 390952 h 390952"/>
                  <a:gd name="connsiteX1" fmla="*/ 279486 w 279486"/>
                  <a:gd name="connsiteY1" fmla="*/ 427 h 390952"/>
                  <a:gd name="connsiteX2" fmla="*/ 26788 w 279486"/>
                  <a:gd name="connsiteY2" fmla="*/ 390952 h 390952"/>
                  <a:gd name="connsiteX0" fmla="*/ 26788 w 279486"/>
                  <a:gd name="connsiteY0" fmla="*/ 390952 h 390952"/>
                  <a:gd name="connsiteX1" fmla="*/ 279486 w 279486"/>
                  <a:gd name="connsiteY1" fmla="*/ 427 h 390952"/>
                  <a:gd name="connsiteX2" fmla="*/ 26788 w 279486"/>
                  <a:gd name="connsiteY2" fmla="*/ 390952 h 390952"/>
                  <a:gd name="connsiteX0" fmla="*/ 26788 w 280907"/>
                  <a:gd name="connsiteY0" fmla="*/ 390952 h 390952"/>
                  <a:gd name="connsiteX1" fmla="*/ 279486 w 280907"/>
                  <a:gd name="connsiteY1" fmla="*/ 427 h 390952"/>
                  <a:gd name="connsiteX2" fmla="*/ 26788 w 280907"/>
                  <a:gd name="connsiteY2" fmla="*/ 390952 h 39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0907" h="390952">
                    <a:moveTo>
                      <a:pt x="26788" y="390952"/>
                    </a:moveTo>
                    <a:cubicBezTo>
                      <a:pt x="-60429" y="94089"/>
                      <a:pt x="76191" y="-7511"/>
                      <a:pt x="279486" y="427"/>
                    </a:cubicBezTo>
                    <a:cubicBezTo>
                      <a:pt x="295265" y="221090"/>
                      <a:pt x="177696" y="279827"/>
                      <a:pt x="26788" y="39095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C9E3789-C2A0-D410-26CA-B4149D1CB6EF}"/>
                </a:ext>
              </a:extLst>
            </p:cNvPr>
            <p:cNvSpPr/>
            <p:nvPr/>
          </p:nvSpPr>
          <p:spPr>
            <a:xfrm>
              <a:off x="3757888" y="4119564"/>
              <a:ext cx="2175220" cy="2152555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695450"/>
                <a:gd name="connsiteY0" fmla="*/ 314325 h 914400"/>
                <a:gd name="connsiteX1" fmla="*/ 1695450 w 1695450"/>
                <a:gd name="connsiteY1" fmla="*/ 0 h 914400"/>
                <a:gd name="connsiteX2" fmla="*/ 1695450 w 1695450"/>
                <a:gd name="connsiteY2" fmla="*/ 914400 h 914400"/>
                <a:gd name="connsiteX3" fmla="*/ 781050 w 1695450"/>
                <a:gd name="connsiteY3" fmla="*/ 914400 h 914400"/>
                <a:gd name="connsiteX4" fmla="*/ 0 w 1695450"/>
                <a:gd name="connsiteY4" fmla="*/ 314325 h 914400"/>
                <a:gd name="connsiteX0" fmla="*/ 133350 w 1828800"/>
                <a:gd name="connsiteY0" fmla="*/ 314325 h 1038225"/>
                <a:gd name="connsiteX1" fmla="*/ 1828800 w 1828800"/>
                <a:gd name="connsiteY1" fmla="*/ 0 h 1038225"/>
                <a:gd name="connsiteX2" fmla="*/ 1828800 w 1828800"/>
                <a:gd name="connsiteY2" fmla="*/ 914400 h 1038225"/>
                <a:gd name="connsiteX3" fmla="*/ 0 w 1828800"/>
                <a:gd name="connsiteY3" fmla="*/ 1038225 h 1038225"/>
                <a:gd name="connsiteX4" fmla="*/ 133350 w 1828800"/>
                <a:gd name="connsiteY4" fmla="*/ 314325 h 1038225"/>
                <a:gd name="connsiteX0" fmla="*/ 133350 w 1828800"/>
                <a:gd name="connsiteY0" fmla="*/ 314325 h 1038225"/>
                <a:gd name="connsiteX1" fmla="*/ 1828800 w 1828800"/>
                <a:gd name="connsiteY1" fmla="*/ 0 h 1038225"/>
                <a:gd name="connsiteX2" fmla="*/ 1828800 w 1828800"/>
                <a:gd name="connsiteY2" fmla="*/ 914400 h 1038225"/>
                <a:gd name="connsiteX3" fmla="*/ 927110 w 1828800"/>
                <a:gd name="connsiteY3" fmla="*/ 914400 h 1038225"/>
                <a:gd name="connsiteX4" fmla="*/ 0 w 1828800"/>
                <a:gd name="connsiteY4" fmla="*/ 1038225 h 1038225"/>
                <a:gd name="connsiteX5" fmla="*/ 133350 w 1828800"/>
                <a:gd name="connsiteY5" fmla="*/ 314325 h 1038225"/>
                <a:gd name="connsiteX0" fmla="*/ 133350 w 1828800"/>
                <a:gd name="connsiteY0" fmla="*/ 66675 h 790575"/>
                <a:gd name="connsiteX1" fmla="*/ 1685925 w 1828800"/>
                <a:gd name="connsiteY1" fmla="*/ 0 h 790575"/>
                <a:gd name="connsiteX2" fmla="*/ 1828800 w 1828800"/>
                <a:gd name="connsiteY2" fmla="*/ 666750 h 790575"/>
                <a:gd name="connsiteX3" fmla="*/ 927110 w 1828800"/>
                <a:gd name="connsiteY3" fmla="*/ 666750 h 790575"/>
                <a:gd name="connsiteX4" fmla="*/ 0 w 1828800"/>
                <a:gd name="connsiteY4" fmla="*/ 790575 h 790575"/>
                <a:gd name="connsiteX5" fmla="*/ 133350 w 1828800"/>
                <a:gd name="connsiteY5" fmla="*/ 66675 h 790575"/>
                <a:gd name="connsiteX0" fmla="*/ 133350 w 1828800"/>
                <a:gd name="connsiteY0" fmla="*/ 66675 h 1409700"/>
                <a:gd name="connsiteX1" fmla="*/ 1685925 w 1828800"/>
                <a:gd name="connsiteY1" fmla="*/ 0 h 1409700"/>
                <a:gd name="connsiteX2" fmla="*/ 1828800 w 1828800"/>
                <a:gd name="connsiteY2" fmla="*/ 666750 h 1409700"/>
                <a:gd name="connsiteX3" fmla="*/ 603260 w 1828800"/>
                <a:gd name="connsiteY3" fmla="*/ 1409700 h 1409700"/>
                <a:gd name="connsiteX4" fmla="*/ 927110 w 1828800"/>
                <a:gd name="connsiteY4" fmla="*/ 666750 h 1409700"/>
                <a:gd name="connsiteX5" fmla="*/ 0 w 1828800"/>
                <a:gd name="connsiteY5" fmla="*/ 790575 h 1409700"/>
                <a:gd name="connsiteX6" fmla="*/ 133350 w 1828800"/>
                <a:gd name="connsiteY6" fmla="*/ 66675 h 1409700"/>
                <a:gd name="connsiteX0" fmla="*/ 133350 w 1828800"/>
                <a:gd name="connsiteY0" fmla="*/ 66675 h 2091169"/>
                <a:gd name="connsiteX1" fmla="*/ 1685925 w 1828800"/>
                <a:gd name="connsiteY1" fmla="*/ 0 h 2091169"/>
                <a:gd name="connsiteX2" fmla="*/ 1828800 w 1828800"/>
                <a:gd name="connsiteY2" fmla="*/ 666750 h 2091169"/>
                <a:gd name="connsiteX3" fmla="*/ 460385 w 1828800"/>
                <a:gd name="connsiteY3" fmla="*/ 2076449 h 2091169"/>
                <a:gd name="connsiteX4" fmla="*/ 603260 w 1828800"/>
                <a:gd name="connsiteY4" fmla="*/ 1409700 h 2091169"/>
                <a:gd name="connsiteX5" fmla="*/ 927110 w 1828800"/>
                <a:gd name="connsiteY5" fmla="*/ 666750 h 2091169"/>
                <a:gd name="connsiteX6" fmla="*/ 0 w 1828800"/>
                <a:gd name="connsiteY6" fmla="*/ 790575 h 2091169"/>
                <a:gd name="connsiteX7" fmla="*/ 133350 w 1828800"/>
                <a:gd name="connsiteY7" fmla="*/ 66675 h 2091169"/>
                <a:gd name="connsiteX0" fmla="*/ 133350 w 1828800"/>
                <a:gd name="connsiteY0" fmla="*/ 66675 h 2083537"/>
                <a:gd name="connsiteX1" fmla="*/ 1685925 w 1828800"/>
                <a:gd name="connsiteY1" fmla="*/ 0 h 2083537"/>
                <a:gd name="connsiteX2" fmla="*/ 1828800 w 1828800"/>
                <a:gd name="connsiteY2" fmla="*/ 666750 h 2083537"/>
                <a:gd name="connsiteX3" fmla="*/ 1108085 w 1828800"/>
                <a:gd name="connsiteY3" fmla="*/ 1809749 h 2083537"/>
                <a:gd name="connsiteX4" fmla="*/ 460385 w 1828800"/>
                <a:gd name="connsiteY4" fmla="*/ 2076449 h 2083537"/>
                <a:gd name="connsiteX5" fmla="*/ 603260 w 1828800"/>
                <a:gd name="connsiteY5" fmla="*/ 1409700 h 2083537"/>
                <a:gd name="connsiteX6" fmla="*/ 927110 w 1828800"/>
                <a:gd name="connsiteY6" fmla="*/ 666750 h 2083537"/>
                <a:gd name="connsiteX7" fmla="*/ 0 w 1828800"/>
                <a:gd name="connsiteY7" fmla="*/ 790575 h 2083537"/>
                <a:gd name="connsiteX8" fmla="*/ 133350 w 1828800"/>
                <a:gd name="connsiteY8" fmla="*/ 66675 h 2083537"/>
                <a:gd name="connsiteX0" fmla="*/ 133350 w 1828800"/>
                <a:gd name="connsiteY0" fmla="*/ 66675 h 2079789"/>
                <a:gd name="connsiteX1" fmla="*/ 1685925 w 1828800"/>
                <a:gd name="connsiteY1" fmla="*/ 0 h 2079789"/>
                <a:gd name="connsiteX2" fmla="*/ 1828800 w 1828800"/>
                <a:gd name="connsiteY2" fmla="*/ 666750 h 2079789"/>
                <a:gd name="connsiteX3" fmla="*/ 1412885 w 1828800"/>
                <a:gd name="connsiteY3" fmla="*/ 1562099 h 2079789"/>
                <a:gd name="connsiteX4" fmla="*/ 1108085 w 1828800"/>
                <a:gd name="connsiteY4" fmla="*/ 1809749 h 2079789"/>
                <a:gd name="connsiteX5" fmla="*/ 460385 w 1828800"/>
                <a:gd name="connsiteY5" fmla="*/ 2076449 h 2079789"/>
                <a:gd name="connsiteX6" fmla="*/ 603260 w 1828800"/>
                <a:gd name="connsiteY6" fmla="*/ 1409700 h 2079789"/>
                <a:gd name="connsiteX7" fmla="*/ 927110 w 1828800"/>
                <a:gd name="connsiteY7" fmla="*/ 666750 h 2079789"/>
                <a:gd name="connsiteX8" fmla="*/ 0 w 1828800"/>
                <a:gd name="connsiteY8" fmla="*/ 790575 h 2079789"/>
                <a:gd name="connsiteX9" fmla="*/ 133350 w 1828800"/>
                <a:gd name="connsiteY9" fmla="*/ 66675 h 2079789"/>
                <a:gd name="connsiteX0" fmla="*/ 133350 w 1828800"/>
                <a:gd name="connsiteY0" fmla="*/ 66675 h 2079789"/>
                <a:gd name="connsiteX1" fmla="*/ 1685925 w 1828800"/>
                <a:gd name="connsiteY1" fmla="*/ 0 h 2079789"/>
                <a:gd name="connsiteX2" fmla="*/ 1828800 w 1828800"/>
                <a:gd name="connsiteY2" fmla="*/ 666750 h 2079789"/>
                <a:gd name="connsiteX3" fmla="*/ 1384310 w 1828800"/>
                <a:gd name="connsiteY3" fmla="*/ 1857374 h 2079789"/>
                <a:gd name="connsiteX4" fmla="*/ 1412885 w 1828800"/>
                <a:gd name="connsiteY4" fmla="*/ 1562099 h 2079789"/>
                <a:gd name="connsiteX5" fmla="*/ 1108085 w 1828800"/>
                <a:gd name="connsiteY5" fmla="*/ 1809749 h 2079789"/>
                <a:gd name="connsiteX6" fmla="*/ 460385 w 1828800"/>
                <a:gd name="connsiteY6" fmla="*/ 2076449 h 2079789"/>
                <a:gd name="connsiteX7" fmla="*/ 603260 w 1828800"/>
                <a:gd name="connsiteY7" fmla="*/ 1409700 h 2079789"/>
                <a:gd name="connsiteX8" fmla="*/ 927110 w 1828800"/>
                <a:gd name="connsiteY8" fmla="*/ 666750 h 2079789"/>
                <a:gd name="connsiteX9" fmla="*/ 0 w 1828800"/>
                <a:gd name="connsiteY9" fmla="*/ 790575 h 2079789"/>
                <a:gd name="connsiteX10" fmla="*/ 133350 w 1828800"/>
                <a:gd name="connsiteY10" fmla="*/ 66675 h 2079789"/>
                <a:gd name="connsiteX0" fmla="*/ 133350 w 1953454"/>
                <a:gd name="connsiteY0" fmla="*/ 66675 h 2101146"/>
                <a:gd name="connsiteX1" fmla="*/ 1685925 w 1953454"/>
                <a:gd name="connsiteY1" fmla="*/ 0 h 2101146"/>
                <a:gd name="connsiteX2" fmla="*/ 1828800 w 1953454"/>
                <a:gd name="connsiteY2" fmla="*/ 666750 h 2101146"/>
                <a:gd name="connsiteX3" fmla="*/ 1936760 w 1953454"/>
                <a:gd name="connsiteY3" fmla="*/ 2047874 h 2101146"/>
                <a:gd name="connsiteX4" fmla="*/ 1384310 w 1953454"/>
                <a:gd name="connsiteY4" fmla="*/ 1857374 h 2101146"/>
                <a:gd name="connsiteX5" fmla="*/ 1412885 w 1953454"/>
                <a:gd name="connsiteY5" fmla="*/ 1562099 h 2101146"/>
                <a:gd name="connsiteX6" fmla="*/ 1108085 w 1953454"/>
                <a:gd name="connsiteY6" fmla="*/ 1809749 h 2101146"/>
                <a:gd name="connsiteX7" fmla="*/ 460385 w 1953454"/>
                <a:gd name="connsiteY7" fmla="*/ 2076449 h 2101146"/>
                <a:gd name="connsiteX8" fmla="*/ 603260 w 1953454"/>
                <a:gd name="connsiteY8" fmla="*/ 1409700 h 2101146"/>
                <a:gd name="connsiteX9" fmla="*/ 927110 w 1953454"/>
                <a:gd name="connsiteY9" fmla="*/ 666750 h 2101146"/>
                <a:gd name="connsiteX10" fmla="*/ 0 w 1953454"/>
                <a:gd name="connsiteY10" fmla="*/ 790575 h 2101146"/>
                <a:gd name="connsiteX11" fmla="*/ 133350 w 1953454"/>
                <a:gd name="connsiteY11" fmla="*/ 66675 h 2101146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28800 w 2046200"/>
                <a:gd name="connsiteY2" fmla="*/ 66675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47850 w 2046200"/>
                <a:gd name="connsiteY2" fmla="*/ 22860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85950 w 2046200"/>
                <a:gd name="connsiteY2" fmla="*/ 49530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105837"/>
                <a:gd name="connsiteY0" fmla="*/ 66675 h 2079789"/>
                <a:gd name="connsiteX1" fmla="*/ 1685925 w 2105837"/>
                <a:gd name="connsiteY1" fmla="*/ 0 h 2079789"/>
                <a:gd name="connsiteX2" fmla="*/ 1885950 w 2105837"/>
                <a:gd name="connsiteY2" fmla="*/ 495300 h 2079789"/>
                <a:gd name="connsiteX3" fmla="*/ 2041535 w 2105837"/>
                <a:gd name="connsiteY3" fmla="*/ 1571623 h 2079789"/>
                <a:gd name="connsiteX4" fmla="*/ 1936760 w 2105837"/>
                <a:gd name="connsiteY4" fmla="*/ 2047874 h 2079789"/>
                <a:gd name="connsiteX5" fmla="*/ 1384310 w 2105837"/>
                <a:gd name="connsiteY5" fmla="*/ 1857374 h 2079789"/>
                <a:gd name="connsiteX6" fmla="*/ 1412885 w 2105837"/>
                <a:gd name="connsiteY6" fmla="*/ 1562099 h 2079789"/>
                <a:gd name="connsiteX7" fmla="*/ 1108085 w 2105837"/>
                <a:gd name="connsiteY7" fmla="*/ 1809749 h 2079789"/>
                <a:gd name="connsiteX8" fmla="*/ 460385 w 2105837"/>
                <a:gd name="connsiteY8" fmla="*/ 2076449 h 2079789"/>
                <a:gd name="connsiteX9" fmla="*/ 603260 w 2105837"/>
                <a:gd name="connsiteY9" fmla="*/ 1409700 h 2079789"/>
                <a:gd name="connsiteX10" fmla="*/ 927110 w 2105837"/>
                <a:gd name="connsiteY10" fmla="*/ 666750 h 2079789"/>
                <a:gd name="connsiteX11" fmla="*/ 0 w 2105837"/>
                <a:gd name="connsiteY11" fmla="*/ 790575 h 2079789"/>
                <a:gd name="connsiteX12" fmla="*/ 133350 w 210583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8114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603260 w 2135817"/>
                <a:gd name="connsiteY9" fmla="*/ 1409700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603260 w 2135817"/>
                <a:gd name="connsiteY9" fmla="*/ 1409700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54328 w 2156795"/>
                <a:gd name="connsiteY0" fmla="*/ 66675 h 2138268"/>
                <a:gd name="connsiteX1" fmla="*/ 1706903 w 2156795"/>
                <a:gd name="connsiteY1" fmla="*/ 0 h 2138268"/>
                <a:gd name="connsiteX2" fmla="*/ 1906928 w 2156795"/>
                <a:gd name="connsiteY2" fmla="*/ 495300 h 2138268"/>
                <a:gd name="connsiteX3" fmla="*/ 2062513 w 2156795"/>
                <a:gd name="connsiteY3" fmla="*/ 1571623 h 2138268"/>
                <a:gd name="connsiteX4" fmla="*/ 1957738 w 2156795"/>
                <a:gd name="connsiteY4" fmla="*/ 2047874 h 2138268"/>
                <a:gd name="connsiteX5" fmla="*/ 1405288 w 2156795"/>
                <a:gd name="connsiteY5" fmla="*/ 1857374 h 2138268"/>
                <a:gd name="connsiteX6" fmla="*/ 1433863 w 2156795"/>
                <a:gd name="connsiteY6" fmla="*/ 1581149 h 2138268"/>
                <a:gd name="connsiteX7" fmla="*/ 1129063 w 2156795"/>
                <a:gd name="connsiteY7" fmla="*/ 1809749 h 2138268"/>
                <a:gd name="connsiteX8" fmla="*/ 481363 w 2156795"/>
                <a:gd name="connsiteY8" fmla="*/ 2076449 h 2138268"/>
                <a:gd name="connsiteX9" fmla="*/ 581376 w 2156795"/>
                <a:gd name="connsiteY9" fmla="*/ 1452562 h 2138268"/>
                <a:gd name="connsiteX10" fmla="*/ 948088 w 2156795"/>
                <a:gd name="connsiteY10" fmla="*/ 666750 h 2138268"/>
                <a:gd name="connsiteX11" fmla="*/ 20978 w 2156795"/>
                <a:gd name="connsiteY11" fmla="*/ 790575 h 2138268"/>
                <a:gd name="connsiteX12" fmla="*/ 154328 w 2156795"/>
                <a:gd name="connsiteY12" fmla="*/ 66675 h 2138268"/>
                <a:gd name="connsiteX0" fmla="*/ 145709 w 2148176"/>
                <a:gd name="connsiteY0" fmla="*/ 66675 h 2138268"/>
                <a:gd name="connsiteX1" fmla="*/ 1698284 w 2148176"/>
                <a:gd name="connsiteY1" fmla="*/ 0 h 2138268"/>
                <a:gd name="connsiteX2" fmla="*/ 1898309 w 2148176"/>
                <a:gd name="connsiteY2" fmla="*/ 495300 h 2138268"/>
                <a:gd name="connsiteX3" fmla="*/ 2053894 w 2148176"/>
                <a:gd name="connsiteY3" fmla="*/ 1571623 h 2138268"/>
                <a:gd name="connsiteX4" fmla="*/ 1949119 w 2148176"/>
                <a:gd name="connsiteY4" fmla="*/ 2047874 h 2138268"/>
                <a:gd name="connsiteX5" fmla="*/ 1396669 w 2148176"/>
                <a:gd name="connsiteY5" fmla="*/ 1857374 h 2138268"/>
                <a:gd name="connsiteX6" fmla="*/ 1425244 w 2148176"/>
                <a:gd name="connsiteY6" fmla="*/ 1581149 h 2138268"/>
                <a:gd name="connsiteX7" fmla="*/ 1120444 w 2148176"/>
                <a:gd name="connsiteY7" fmla="*/ 1809749 h 2138268"/>
                <a:gd name="connsiteX8" fmla="*/ 472744 w 2148176"/>
                <a:gd name="connsiteY8" fmla="*/ 2076449 h 2138268"/>
                <a:gd name="connsiteX9" fmla="*/ 572757 w 2148176"/>
                <a:gd name="connsiteY9" fmla="*/ 1452562 h 2138268"/>
                <a:gd name="connsiteX10" fmla="*/ 939469 w 2148176"/>
                <a:gd name="connsiteY10" fmla="*/ 666750 h 2138268"/>
                <a:gd name="connsiteX11" fmla="*/ 21884 w 2148176"/>
                <a:gd name="connsiteY11" fmla="*/ 762000 h 2138268"/>
                <a:gd name="connsiteX12" fmla="*/ 145709 w 2148176"/>
                <a:gd name="connsiteY12" fmla="*/ 66675 h 2138268"/>
                <a:gd name="connsiteX0" fmla="*/ 145709 w 2148176"/>
                <a:gd name="connsiteY0" fmla="*/ 66675 h 2138268"/>
                <a:gd name="connsiteX1" fmla="*/ 1698284 w 2148176"/>
                <a:gd name="connsiteY1" fmla="*/ 0 h 2138268"/>
                <a:gd name="connsiteX2" fmla="*/ 1898309 w 2148176"/>
                <a:gd name="connsiteY2" fmla="*/ 495300 h 2138268"/>
                <a:gd name="connsiteX3" fmla="*/ 2053894 w 2148176"/>
                <a:gd name="connsiteY3" fmla="*/ 1571623 h 2138268"/>
                <a:gd name="connsiteX4" fmla="*/ 1949119 w 2148176"/>
                <a:gd name="connsiteY4" fmla="*/ 2047874 h 2138268"/>
                <a:gd name="connsiteX5" fmla="*/ 1396669 w 2148176"/>
                <a:gd name="connsiteY5" fmla="*/ 1857374 h 2138268"/>
                <a:gd name="connsiteX6" fmla="*/ 1425244 w 2148176"/>
                <a:gd name="connsiteY6" fmla="*/ 1581149 h 2138268"/>
                <a:gd name="connsiteX7" fmla="*/ 1120444 w 2148176"/>
                <a:gd name="connsiteY7" fmla="*/ 1809749 h 2138268"/>
                <a:gd name="connsiteX8" fmla="*/ 472744 w 2148176"/>
                <a:gd name="connsiteY8" fmla="*/ 2076449 h 2138268"/>
                <a:gd name="connsiteX9" fmla="*/ 572757 w 2148176"/>
                <a:gd name="connsiteY9" fmla="*/ 1452562 h 2138268"/>
                <a:gd name="connsiteX10" fmla="*/ 939469 w 2148176"/>
                <a:gd name="connsiteY10" fmla="*/ 666750 h 2138268"/>
                <a:gd name="connsiteX11" fmla="*/ 21884 w 2148176"/>
                <a:gd name="connsiteY11" fmla="*/ 762000 h 2138268"/>
                <a:gd name="connsiteX12" fmla="*/ 145709 w 2148176"/>
                <a:gd name="connsiteY12" fmla="*/ 66675 h 2138268"/>
                <a:gd name="connsiteX0" fmla="*/ 167387 w 2169854"/>
                <a:gd name="connsiteY0" fmla="*/ 66675 h 2138268"/>
                <a:gd name="connsiteX1" fmla="*/ 1719962 w 2169854"/>
                <a:gd name="connsiteY1" fmla="*/ 0 h 2138268"/>
                <a:gd name="connsiteX2" fmla="*/ 1919987 w 2169854"/>
                <a:gd name="connsiteY2" fmla="*/ 495300 h 2138268"/>
                <a:gd name="connsiteX3" fmla="*/ 2075572 w 2169854"/>
                <a:gd name="connsiteY3" fmla="*/ 1571623 h 2138268"/>
                <a:gd name="connsiteX4" fmla="*/ 1970797 w 2169854"/>
                <a:gd name="connsiteY4" fmla="*/ 2047874 h 2138268"/>
                <a:gd name="connsiteX5" fmla="*/ 1418347 w 2169854"/>
                <a:gd name="connsiteY5" fmla="*/ 1857374 h 2138268"/>
                <a:gd name="connsiteX6" fmla="*/ 1446922 w 2169854"/>
                <a:gd name="connsiteY6" fmla="*/ 1581149 h 2138268"/>
                <a:gd name="connsiteX7" fmla="*/ 1142122 w 2169854"/>
                <a:gd name="connsiteY7" fmla="*/ 1809749 h 2138268"/>
                <a:gd name="connsiteX8" fmla="*/ 494422 w 2169854"/>
                <a:gd name="connsiteY8" fmla="*/ 2076449 h 2138268"/>
                <a:gd name="connsiteX9" fmla="*/ 594435 w 2169854"/>
                <a:gd name="connsiteY9" fmla="*/ 1452562 h 2138268"/>
                <a:gd name="connsiteX10" fmla="*/ 961147 w 2169854"/>
                <a:gd name="connsiteY10" fmla="*/ 666750 h 2138268"/>
                <a:gd name="connsiteX11" fmla="*/ 19750 w 2169854"/>
                <a:gd name="connsiteY11" fmla="*/ 752475 h 2138268"/>
                <a:gd name="connsiteX12" fmla="*/ 167387 w 2169854"/>
                <a:gd name="connsiteY12" fmla="*/ 66675 h 2138268"/>
                <a:gd name="connsiteX0" fmla="*/ 120365 w 2175220"/>
                <a:gd name="connsiteY0" fmla="*/ 66675 h 2138268"/>
                <a:gd name="connsiteX1" fmla="*/ 1725328 w 2175220"/>
                <a:gd name="connsiteY1" fmla="*/ 0 h 2138268"/>
                <a:gd name="connsiteX2" fmla="*/ 1925353 w 2175220"/>
                <a:gd name="connsiteY2" fmla="*/ 495300 h 2138268"/>
                <a:gd name="connsiteX3" fmla="*/ 2080938 w 2175220"/>
                <a:gd name="connsiteY3" fmla="*/ 1571623 h 2138268"/>
                <a:gd name="connsiteX4" fmla="*/ 1976163 w 2175220"/>
                <a:gd name="connsiteY4" fmla="*/ 2047874 h 2138268"/>
                <a:gd name="connsiteX5" fmla="*/ 1423713 w 2175220"/>
                <a:gd name="connsiteY5" fmla="*/ 1857374 h 2138268"/>
                <a:gd name="connsiteX6" fmla="*/ 1452288 w 2175220"/>
                <a:gd name="connsiteY6" fmla="*/ 1581149 h 2138268"/>
                <a:gd name="connsiteX7" fmla="*/ 1147488 w 2175220"/>
                <a:gd name="connsiteY7" fmla="*/ 1809749 h 2138268"/>
                <a:gd name="connsiteX8" fmla="*/ 499788 w 2175220"/>
                <a:gd name="connsiteY8" fmla="*/ 2076449 h 2138268"/>
                <a:gd name="connsiteX9" fmla="*/ 599801 w 2175220"/>
                <a:gd name="connsiteY9" fmla="*/ 1452562 h 2138268"/>
                <a:gd name="connsiteX10" fmla="*/ 966513 w 2175220"/>
                <a:gd name="connsiteY10" fmla="*/ 666750 h 2138268"/>
                <a:gd name="connsiteX11" fmla="*/ 25116 w 2175220"/>
                <a:gd name="connsiteY11" fmla="*/ 752475 h 2138268"/>
                <a:gd name="connsiteX12" fmla="*/ 120365 w 2175220"/>
                <a:gd name="connsiteY12" fmla="*/ 66675 h 2138268"/>
                <a:gd name="connsiteX0" fmla="*/ 120365 w 2175220"/>
                <a:gd name="connsiteY0" fmla="*/ 66675 h 2138268"/>
                <a:gd name="connsiteX1" fmla="*/ 1725328 w 2175220"/>
                <a:gd name="connsiteY1" fmla="*/ 0 h 2138268"/>
                <a:gd name="connsiteX2" fmla="*/ 1925353 w 2175220"/>
                <a:gd name="connsiteY2" fmla="*/ 495300 h 2138268"/>
                <a:gd name="connsiteX3" fmla="*/ 2080938 w 2175220"/>
                <a:gd name="connsiteY3" fmla="*/ 1571623 h 2138268"/>
                <a:gd name="connsiteX4" fmla="*/ 1976163 w 2175220"/>
                <a:gd name="connsiteY4" fmla="*/ 2047874 h 2138268"/>
                <a:gd name="connsiteX5" fmla="*/ 1423713 w 2175220"/>
                <a:gd name="connsiteY5" fmla="*/ 1857374 h 2138268"/>
                <a:gd name="connsiteX6" fmla="*/ 1452288 w 2175220"/>
                <a:gd name="connsiteY6" fmla="*/ 1581149 h 2138268"/>
                <a:gd name="connsiteX7" fmla="*/ 1147488 w 2175220"/>
                <a:gd name="connsiteY7" fmla="*/ 1809749 h 2138268"/>
                <a:gd name="connsiteX8" fmla="*/ 499788 w 2175220"/>
                <a:gd name="connsiteY8" fmla="*/ 2076449 h 2138268"/>
                <a:gd name="connsiteX9" fmla="*/ 599801 w 2175220"/>
                <a:gd name="connsiteY9" fmla="*/ 1452562 h 2138268"/>
                <a:gd name="connsiteX10" fmla="*/ 966513 w 2175220"/>
                <a:gd name="connsiteY10" fmla="*/ 666750 h 2138268"/>
                <a:gd name="connsiteX11" fmla="*/ 25116 w 2175220"/>
                <a:gd name="connsiteY11" fmla="*/ 752475 h 2138268"/>
                <a:gd name="connsiteX12" fmla="*/ 120365 w 2175220"/>
                <a:gd name="connsiteY12" fmla="*/ 66675 h 2138268"/>
                <a:gd name="connsiteX0" fmla="*/ 120365 w 2175220"/>
                <a:gd name="connsiteY0" fmla="*/ 80962 h 2152555"/>
                <a:gd name="connsiteX1" fmla="*/ 1782478 w 2175220"/>
                <a:gd name="connsiteY1" fmla="*/ 0 h 2152555"/>
                <a:gd name="connsiteX2" fmla="*/ 1925353 w 2175220"/>
                <a:gd name="connsiteY2" fmla="*/ 509587 h 2152555"/>
                <a:gd name="connsiteX3" fmla="*/ 2080938 w 2175220"/>
                <a:gd name="connsiteY3" fmla="*/ 1585910 h 2152555"/>
                <a:gd name="connsiteX4" fmla="*/ 1976163 w 2175220"/>
                <a:gd name="connsiteY4" fmla="*/ 2062161 h 2152555"/>
                <a:gd name="connsiteX5" fmla="*/ 1423713 w 2175220"/>
                <a:gd name="connsiteY5" fmla="*/ 1871661 h 2152555"/>
                <a:gd name="connsiteX6" fmla="*/ 1452288 w 2175220"/>
                <a:gd name="connsiteY6" fmla="*/ 1595436 h 2152555"/>
                <a:gd name="connsiteX7" fmla="*/ 1147488 w 2175220"/>
                <a:gd name="connsiteY7" fmla="*/ 1824036 h 2152555"/>
                <a:gd name="connsiteX8" fmla="*/ 499788 w 2175220"/>
                <a:gd name="connsiteY8" fmla="*/ 2090736 h 2152555"/>
                <a:gd name="connsiteX9" fmla="*/ 599801 w 2175220"/>
                <a:gd name="connsiteY9" fmla="*/ 1466849 h 2152555"/>
                <a:gd name="connsiteX10" fmla="*/ 966513 w 2175220"/>
                <a:gd name="connsiteY10" fmla="*/ 681037 h 2152555"/>
                <a:gd name="connsiteX11" fmla="*/ 25116 w 2175220"/>
                <a:gd name="connsiteY11" fmla="*/ 766762 h 2152555"/>
                <a:gd name="connsiteX12" fmla="*/ 120365 w 2175220"/>
                <a:gd name="connsiteY12" fmla="*/ 80962 h 215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220" h="2152555">
                  <a:moveTo>
                    <a:pt x="120365" y="80962"/>
                  </a:moveTo>
                  <a:lnTo>
                    <a:pt x="1782478" y="0"/>
                  </a:lnTo>
                  <a:lnTo>
                    <a:pt x="1925353" y="509587"/>
                  </a:lnTo>
                  <a:cubicBezTo>
                    <a:pt x="2316409" y="944562"/>
                    <a:pt x="2148670" y="1384298"/>
                    <a:pt x="2080938" y="1585910"/>
                  </a:cubicBezTo>
                  <a:cubicBezTo>
                    <a:pt x="2008444" y="1782759"/>
                    <a:pt x="2336525" y="1944686"/>
                    <a:pt x="1976163" y="2062161"/>
                  </a:cubicBezTo>
                  <a:cubicBezTo>
                    <a:pt x="1539600" y="2189162"/>
                    <a:pt x="1301475" y="2038349"/>
                    <a:pt x="1423713" y="1871661"/>
                  </a:cubicBezTo>
                  <a:cubicBezTo>
                    <a:pt x="1498326" y="1804985"/>
                    <a:pt x="1569762" y="1619249"/>
                    <a:pt x="1452288" y="1595436"/>
                  </a:cubicBezTo>
                  <a:cubicBezTo>
                    <a:pt x="1272901" y="1609723"/>
                    <a:pt x="1179238" y="1727199"/>
                    <a:pt x="1147488" y="1824036"/>
                  </a:cubicBezTo>
                  <a:cubicBezTo>
                    <a:pt x="1110976" y="2311398"/>
                    <a:pt x="563288" y="2120898"/>
                    <a:pt x="499788" y="2090736"/>
                  </a:cubicBezTo>
                  <a:cubicBezTo>
                    <a:pt x="-125687" y="1927224"/>
                    <a:pt x="606151" y="1562099"/>
                    <a:pt x="599801" y="1466849"/>
                  </a:cubicBezTo>
                  <a:cubicBezTo>
                    <a:pt x="593451" y="1371599"/>
                    <a:pt x="576519" y="831849"/>
                    <a:pt x="966513" y="681037"/>
                  </a:cubicBezTo>
                  <a:cubicBezTo>
                    <a:pt x="324101" y="917574"/>
                    <a:pt x="100791" y="796924"/>
                    <a:pt x="25116" y="766762"/>
                  </a:cubicBezTo>
                  <a:cubicBezTo>
                    <a:pt x="-54259" y="430212"/>
                    <a:pt x="75915" y="322262"/>
                    <a:pt x="120365" y="80962"/>
                  </a:cubicBezTo>
                  <a:close/>
                </a:path>
              </a:pathLst>
            </a:custGeom>
            <a:solidFill>
              <a:srgbClr val="C8D5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DF793C-7873-4CA2-8547-C284D1F51115}"/>
                </a:ext>
              </a:extLst>
            </p:cNvPr>
            <p:cNvGrpSpPr/>
            <p:nvPr/>
          </p:nvGrpSpPr>
          <p:grpSpPr>
            <a:xfrm>
              <a:off x="3668204" y="1483024"/>
              <a:ext cx="3889726" cy="2825513"/>
              <a:chOff x="3647715" y="1514520"/>
              <a:chExt cx="3889726" cy="2825513"/>
            </a:xfrm>
          </p:grpSpPr>
          <p:sp>
            <p:nvSpPr>
              <p:cNvPr id="14" name="Rectangle 4">
                <a:extLst>
                  <a:ext uri="{FF2B5EF4-FFF2-40B4-BE49-F238E27FC236}">
                    <a16:creationId xmlns:a16="http://schemas.microsoft.com/office/drawing/2014/main" id="{B2EFD4AF-83F2-BD06-6F8F-032F58199327}"/>
                  </a:ext>
                </a:extLst>
              </p:cNvPr>
              <p:cNvSpPr/>
              <p:nvPr/>
            </p:nvSpPr>
            <p:spPr>
              <a:xfrm rot="19681022" flipH="1">
                <a:off x="5585384" y="1547109"/>
                <a:ext cx="1952057" cy="2139341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276350"/>
                  <a:gd name="connsiteY0" fmla="*/ 0 h 2457450"/>
                  <a:gd name="connsiteX1" fmla="*/ 914400 w 1276350"/>
                  <a:gd name="connsiteY1" fmla="*/ 0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352425 w 1276350"/>
                  <a:gd name="connsiteY3" fmla="*/ 2447925 h 2457450"/>
                  <a:gd name="connsiteX4" fmla="*/ 0 w 1276350"/>
                  <a:gd name="connsiteY4" fmla="*/ 0 h 2457450"/>
                  <a:gd name="connsiteX0" fmla="*/ 0 w 923925"/>
                  <a:gd name="connsiteY0" fmla="*/ 1809750 h 1819275"/>
                  <a:gd name="connsiteX1" fmla="*/ 647700 w 923925"/>
                  <a:gd name="connsiteY1" fmla="*/ 0 h 1819275"/>
                  <a:gd name="connsiteX2" fmla="*/ 923925 w 923925"/>
                  <a:gd name="connsiteY2" fmla="*/ 1819275 h 1819275"/>
                  <a:gd name="connsiteX3" fmla="*/ 0 w 923925"/>
                  <a:gd name="connsiteY3" fmla="*/ 1809750 h 1819275"/>
                  <a:gd name="connsiteX0" fmla="*/ 205766 w 1129691"/>
                  <a:gd name="connsiteY0" fmla="*/ 1909075 h 1918600"/>
                  <a:gd name="connsiteX1" fmla="*/ 853466 w 1129691"/>
                  <a:gd name="connsiteY1" fmla="*/ 99325 h 1918600"/>
                  <a:gd name="connsiteX2" fmla="*/ 1129691 w 1129691"/>
                  <a:gd name="connsiteY2" fmla="*/ 1918600 h 1918600"/>
                  <a:gd name="connsiteX3" fmla="*/ 205766 w 1129691"/>
                  <a:gd name="connsiteY3" fmla="*/ 1909075 h 1918600"/>
                  <a:gd name="connsiteX0" fmla="*/ 662165 w 1586090"/>
                  <a:gd name="connsiteY0" fmla="*/ 1884466 h 1893991"/>
                  <a:gd name="connsiteX1" fmla="*/ 1309865 w 1586090"/>
                  <a:gd name="connsiteY1" fmla="*/ 74716 h 1893991"/>
                  <a:gd name="connsiteX2" fmla="*/ 1586090 w 1586090"/>
                  <a:gd name="connsiteY2" fmla="*/ 1893991 h 1893991"/>
                  <a:gd name="connsiteX3" fmla="*/ 662165 w 1586090"/>
                  <a:gd name="connsiteY3" fmla="*/ 1884466 h 1893991"/>
                  <a:gd name="connsiteX0" fmla="*/ 662165 w 1586090"/>
                  <a:gd name="connsiteY0" fmla="*/ 1884466 h 2154353"/>
                  <a:gd name="connsiteX1" fmla="*/ 1309865 w 1586090"/>
                  <a:gd name="connsiteY1" fmla="*/ 74716 h 2154353"/>
                  <a:gd name="connsiteX2" fmla="*/ 1586090 w 1586090"/>
                  <a:gd name="connsiteY2" fmla="*/ 1893991 h 2154353"/>
                  <a:gd name="connsiteX3" fmla="*/ 662165 w 1586090"/>
                  <a:gd name="connsiteY3" fmla="*/ 1884466 h 2154353"/>
                  <a:gd name="connsiteX0" fmla="*/ 644219 w 1568144"/>
                  <a:gd name="connsiteY0" fmla="*/ 1923337 h 2193224"/>
                  <a:gd name="connsiteX1" fmla="*/ 1291919 w 1568144"/>
                  <a:gd name="connsiteY1" fmla="*/ 113587 h 2193224"/>
                  <a:gd name="connsiteX2" fmla="*/ 1568144 w 1568144"/>
                  <a:gd name="connsiteY2" fmla="*/ 1932862 h 2193224"/>
                  <a:gd name="connsiteX3" fmla="*/ 644219 w 1568144"/>
                  <a:gd name="connsiteY3" fmla="*/ 1923337 h 2193224"/>
                  <a:gd name="connsiteX0" fmla="*/ 644219 w 2175880"/>
                  <a:gd name="connsiteY0" fmla="*/ 1923337 h 2251027"/>
                  <a:gd name="connsiteX1" fmla="*/ 1291919 w 2175880"/>
                  <a:gd name="connsiteY1" fmla="*/ 113587 h 2251027"/>
                  <a:gd name="connsiteX2" fmla="*/ 2175880 w 2175880"/>
                  <a:gd name="connsiteY2" fmla="*/ 2114836 h 2251027"/>
                  <a:gd name="connsiteX3" fmla="*/ 644219 w 2175880"/>
                  <a:gd name="connsiteY3" fmla="*/ 1923337 h 2251027"/>
                  <a:gd name="connsiteX0" fmla="*/ 716755 w 2072721"/>
                  <a:gd name="connsiteY0" fmla="*/ 1882587 h 2227320"/>
                  <a:gd name="connsiteX1" fmla="*/ 1188760 w 2072721"/>
                  <a:gd name="connsiteY1" fmla="*/ 115173 h 2227320"/>
                  <a:gd name="connsiteX2" fmla="*/ 2072721 w 2072721"/>
                  <a:gd name="connsiteY2" fmla="*/ 2116422 h 2227320"/>
                  <a:gd name="connsiteX3" fmla="*/ 716755 w 2072721"/>
                  <a:gd name="connsiteY3" fmla="*/ 1882587 h 2227320"/>
                  <a:gd name="connsiteX0" fmla="*/ 716755 w 1901224"/>
                  <a:gd name="connsiteY0" fmla="*/ 1882587 h 2119981"/>
                  <a:gd name="connsiteX1" fmla="*/ 1188760 w 1901224"/>
                  <a:gd name="connsiteY1" fmla="*/ 115173 h 2119981"/>
                  <a:gd name="connsiteX2" fmla="*/ 1901224 w 1901224"/>
                  <a:gd name="connsiteY2" fmla="*/ 1751872 h 2119981"/>
                  <a:gd name="connsiteX3" fmla="*/ 716755 w 1901224"/>
                  <a:gd name="connsiteY3" fmla="*/ 1882587 h 2119981"/>
                  <a:gd name="connsiteX0" fmla="*/ 716755 w 1901224"/>
                  <a:gd name="connsiteY0" fmla="*/ 1882587 h 2143657"/>
                  <a:gd name="connsiteX1" fmla="*/ 1188760 w 1901224"/>
                  <a:gd name="connsiteY1" fmla="*/ 115173 h 2143657"/>
                  <a:gd name="connsiteX2" fmla="*/ 1901224 w 1901224"/>
                  <a:gd name="connsiteY2" fmla="*/ 1751872 h 2143657"/>
                  <a:gd name="connsiteX3" fmla="*/ 716755 w 1901224"/>
                  <a:gd name="connsiteY3" fmla="*/ 1882587 h 2143657"/>
                  <a:gd name="connsiteX0" fmla="*/ 767588 w 1952057"/>
                  <a:gd name="connsiteY0" fmla="*/ 1878271 h 2139341"/>
                  <a:gd name="connsiteX1" fmla="*/ 1239593 w 1952057"/>
                  <a:gd name="connsiteY1" fmla="*/ 110857 h 2139341"/>
                  <a:gd name="connsiteX2" fmla="*/ 1952057 w 1952057"/>
                  <a:gd name="connsiteY2" fmla="*/ 1747556 h 2139341"/>
                  <a:gd name="connsiteX3" fmla="*/ 767588 w 1952057"/>
                  <a:gd name="connsiteY3" fmla="*/ 1878271 h 2139341"/>
                  <a:gd name="connsiteX0" fmla="*/ 1952057 w 2043497"/>
                  <a:gd name="connsiteY0" fmla="*/ 1747556 h 2139341"/>
                  <a:gd name="connsiteX1" fmla="*/ 767588 w 2043497"/>
                  <a:gd name="connsiteY1" fmla="*/ 1878271 h 2139341"/>
                  <a:gd name="connsiteX2" fmla="*/ 1239593 w 2043497"/>
                  <a:gd name="connsiteY2" fmla="*/ 110857 h 2139341"/>
                  <a:gd name="connsiteX3" fmla="*/ 2043497 w 2043497"/>
                  <a:gd name="connsiteY3" fmla="*/ 1838996 h 2139341"/>
                  <a:gd name="connsiteX0" fmla="*/ 1952057 w 1952057"/>
                  <a:gd name="connsiteY0" fmla="*/ 1747556 h 2139341"/>
                  <a:gd name="connsiteX1" fmla="*/ 767588 w 1952057"/>
                  <a:gd name="connsiteY1" fmla="*/ 1878271 h 2139341"/>
                  <a:gd name="connsiteX2" fmla="*/ 1239593 w 1952057"/>
                  <a:gd name="connsiteY2" fmla="*/ 110857 h 2139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52057" h="2139341">
                    <a:moveTo>
                      <a:pt x="1952057" y="1747556"/>
                    </a:moveTo>
                    <a:cubicBezTo>
                      <a:pt x="1843945" y="1866626"/>
                      <a:pt x="1132713" y="2481521"/>
                      <a:pt x="767588" y="1878271"/>
                    </a:cubicBezTo>
                    <a:cubicBezTo>
                      <a:pt x="-351431" y="2131573"/>
                      <a:pt x="-290757" y="-571768"/>
                      <a:pt x="1239593" y="110857"/>
                    </a:cubicBezTo>
                  </a:path>
                </a:pathLst>
              </a:custGeom>
              <a:solidFill>
                <a:srgbClr val="C8D5FF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89061CE-61FE-23D7-B794-D232AC1B477F}"/>
                  </a:ext>
                </a:extLst>
              </p:cNvPr>
              <p:cNvSpPr/>
              <p:nvPr/>
            </p:nvSpPr>
            <p:spPr>
              <a:xfrm rot="19681022" flipH="1">
                <a:off x="5678030" y="1806287"/>
                <a:ext cx="1747619" cy="1883796"/>
              </a:xfrm>
              <a:custGeom>
                <a:avLst/>
                <a:gdLst>
                  <a:gd name="connsiteX0" fmla="*/ 247463 w 1747619"/>
                  <a:gd name="connsiteY0" fmla="*/ 61458 h 1883796"/>
                  <a:gd name="connsiteX1" fmla="*/ 385419 w 1747619"/>
                  <a:gd name="connsiteY1" fmla="*/ 1617277 h 1883796"/>
                  <a:gd name="connsiteX2" fmla="*/ 402895 w 1747619"/>
                  <a:gd name="connsiteY2" fmla="*/ 1637454 h 1883796"/>
                  <a:gd name="connsiteX3" fmla="*/ 461708 w 1747619"/>
                  <a:gd name="connsiteY3" fmla="*/ 1638004 h 1883796"/>
                  <a:gd name="connsiteX4" fmla="*/ 563151 w 1747619"/>
                  <a:gd name="connsiteY4" fmla="*/ 1622726 h 1883796"/>
                  <a:gd name="connsiteX5" fmla="*/ 1747619 w 1747619"/>
                  <a:gd name="connsiteY5" fmla="*/ 1492011 h 1883796"/>
                  <a:gd name="connsiteX6" fmla="*/ 1747057 w 1747619"/>
                  <a:gd name="connsiteY6" fmla="*/ 1490720 h 1883796"/>
                  <a:gd name="connsiteX7" fmla="*/ 1089279 w 1747619"/>
                  <a:gd name="connsiteY7" fmla="*/ 145992 h 1883796"/>
                  <a:gd name="connsiteX8" fmla="*/ 247463 w 1747619"/>
                  <a:gd name="connsiteY8" fmla="*/ 61458 h 1883796"/>
                  <a:gd name="connsiteX0" fmla="*/ 1747057 w 1838497"/>
                  <a:gd name="connsiteY0" fmla="*/ 1490720 h 1883796"/>
                  <a:gd name="connsiteX1" fmla="*/ 1089279 w 1838497"/>
                  <a:gd name="connsiteY1" fmla="*/ 145992 h 1883796"/>
                  <a:gd name="connsiteX2" fmla="*/ 247463 w 1838497"/>
                  <a:gd name="connsiteY2" fmla="*/ 61458 h 1883796"/>
                  <a:gd name="connsiteX3" fmla="*/ 385419 w 1838497"/>
                  <a:gd name="connsiteY3" fmla="*/ 1617277 h 1883796"/>
                  <a:gd name="connsiteX4" fmla="*/ 402895 w 1838497"/>
                  <a:gd name="connsiteY4" fmla="*/ 1637454 h 1883796"/>
                  <a:gd name="connsiteX5" fmla="*/ 461708 w 1838497"/>
                  <a:gd name="connsiteY5" fmla="*/ 1638004 h 1883796"/>
                  <a:gd name="connsiteX6" fmla="*/ 563151 w 1838497"/>
                  <a:gd name="connsiteY6" fmla="*/ 1622726 h 1883796"/>
                  <a:gd name="connsiteX7" fmla="*/ 1747619 w 1838497"/>
                  <a:gd name="connsiteY7" fmla="*/ 1492011 h 1883796"/>
                  <a:gd name="connsiteX8" fmla="*/ 1838497 w 1838497"/>
                  <a:gd name="connsiteY8" fmla="*/ 1582160 h 1883796"/>
                  <a:gd name="connsiteX0" fmla="*/ 1747057 w 1747619"/>
                  <a:gd name="connsiteY0" fmla="*/ 1490720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0" fmla="*/ 1747057 w 1747619"/>
                  <a:gd name="connsiteY0" fmla="*/ 1490720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8" fmla="*/ 1747057 w 1747619"/>
                  <a:gd name="connsiteY8" fmla="*/ 1490720 h 1883796"/>
                  <a:gd name="connsiteX0" fmla="*/ 1747619 w 1747619"/>
                  <a:gd name="connsiteY0" fmla="*/ 1492011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0" fmla="*/ 1089279 w 1747619"/>
                  <a:gd name="connsiteY0" fmla="*/ 145992 h 1883796"/>
                  <a:gd name="connsiteX1" fmla="*/ 247463 w 1747619"/>
                  <a:gd name="connsiteY1" fmla="*/ 61458 h 1883796"/>
                  <a:gd name="connsiteX2" fmla="*/ 385419 w 1747619"/>
                  <a:gd name="connsiteY2" fmla="*/ 1617277 h 1883796"/>
                  <a:gd name="connsiteX3" fmla="*/ 402895 w 1747619"/>
                  <a:gd name="connsiteY3" fmla="*/ 1637454 h 1883796"/>
                  <a:gd name="connsiteX4" fmla="*/ 461708 w 1747619"/>
                  <a:gd name="connsiteY4" fmla="*/ 1638004 h 1883796"/>
                  <a:gd name="connsiteX5" fmla="*/ 563151 w 1747619"/>
                  <a:gd name="connsiteY5" fmla="*/ 1622726 h 1883796"/>
                  <a:gd name="connsiteX6" fmla="*/ 1747619 w 1747619"/>
                  <a:gd name="connsiteY6" fmla="*/ 1492011 h 1883796"/>
                  <a:gd name="connsiteX7" fmla="*/ 1180719 w 1747619"/>
                  <a:gd name="connsiteY7" fmla="*/ 237432 h 1883796"/>
                  <a:gd name="connsiteX0" fmla="*/ 1089279 w 1747619"/>
                  <a:gd name="connsiteY0" fmla="*/ 145992 h 1883796"/>
                  <a:gd name="connsiteX1" fmla="*/ 247463 w 1747619"/>
                  <a:gd name="connsiteY1" fmla="*/ 61458 h 1883796"/>
                  <a:gd name="connsiteX2" fmla="*/ 385419 w 1747619"/>
                  <a:gd name="connsiteY2" fmla="*/ 1617277 h 1883796"/>
                  <a:gd name="connsiteX3" fmla="*/ 402895 w 1747619"/>
                  <a:gd name="connsiteY3" fmla="*/ 1637454 h 1883796"/>
                  <a:gd name="connsiteX4" fmla="*/ 461708 w 1747619"/>
                  <a:gd name="connsiteY4" fmla="*/ 1638004 h 1883796"/>
                  <a:gd name="connsiteX5" fmla="*/ 563151 w 1747619"/>
                  <a:gd name="connsiteY5" fmla="*/ 1622726 h 1883796"/>
                  <a:gd name="connsiteX6" fmla="*/ 1747619 w 1747619"/>
                  <a:gd name="connsiteY6" fmla="*/ 1492011 h 1883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47619" h="1883796">
                    <a:moveTo>
                      <a:pt x="1089279" y="145992"/>
                    </a:moveTo>
                    <a:cubicBezTo>
                      <a:pt x="693245" y="-27499"/>
                      <a:pt x="420825" y="-33857"/>
                      <a:pt x="247463" y="61458"/>
                    </a:cubicBezTo>
                    <a:cubicBezTo>
                      <a:pt x="-173557" y="292938"/>
                      <a:pt x="-10332" y="1124081"/>
                      <a:pt x="385419" y="1617277"/>
                    </a:cubicBezTo>
                    <a:lnTo>
                      <a:pt x="402895" y="1637454"/>
                    </a:lnTo>
                    <a:lnTo>
                      <a:pt x="461708" y="1638004"/>
                    </a:lnTo>
                    <a:cubicBezTo>
                      <a:pt x="494365" y="1635670"/>
                      <a:pt x="528182" y="1630642"/>
                      <a:pt x="563151" y="1622726"/>
                    </a:cubicBezTo>
                    <a:cubicBezTo>
                      <a:pt x="928276" y="2225977"/>
                      <a:pt x="1639508" y="1611081"/>
                      <a:pt x="1747619" y="1492011"/>
                    </a:cubicBezTo>
                  </a:path>
                </a:pathLst>
              </a:custGeom>
              <a:solidFill>
                <a:srgbClr val="FBA5D4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243B758-ADF5-6F4D-FD87-2C73CF8C1DD7}"/>
                  </a:ext>
                </a:extLst>
              </p:cNvPr>
              <p:cNvSpPr/>
              <p:nvPr/>
            </p:nvSpPr>
            <p:spPr>
              <a:xfrm>
                <a:off x="3647715" y="1514520"/>
                <a:ext cx="2816358" cy="2825513"/>
              </a:xfrm>
              <a:custGeom>
                <a:avLst/>
                <a:gdLst>
                  <a:gd name="connsiteX0" fmla="*/ 0 w 2479729"/>
                  <a:gd name="connsiteY0" fmla="*/ 0 h 2355742"/>
                  <a:gd name="connsiteX1" fmla="*/ 247972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0 w 2479729"/>
                  <a:gd name="connsiteY4" fmla="*/ 0 h 2355742"/>
                  <a:gd name="connsiteX0" fmla="*/ 257175 w 2479729"/>
                  <a:gd name="connsiteY0" fmla="*/ 438150 h 2355742"/>
                  <a:gd name="connsiteX1" fmla="*/ 247972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257175 w 2479729"/>
                  <a:gd name="connsiteY4" fmla="*/ 438150 h 2355742"/>
                  <a:gd name="connsiteX0" fmla="*/ 257175 w 2479729"/>
                  <a:gd name="connsiteY0" fmla="*/ 438150 h 2355742"/>
                  <a:gd name="connsiteX1" fmla="*/ 246067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257175 w 2479729"/>
                  <a:gd name="connsiteY4" fmla="*/ 438150 h 2355742"/>
                  <a:gd name="connsiteX0" fmla="*/ 257175 w 2460679"/>
                  <a:gd name="connsiteY0" fmla="*/ 438150 h 2565292"/>
                  <a:gd name="connsiteX1" fmla="*/ 2460679 w 2460679"/>
                  <a:gd name="connsiteY1" fmla="*/ 0 h 2565292"/>
                  <a:gd name="connsiteX2" fmla="*/ 2165404 w 2460679"/>
                  <a:gd name="connsiteY2" fmla="*/ 2565292 h 2565292"/>
                  <a:gd name="connsiteX3" fmla="*/ 0 w 2460679"/>
                  <a:gd name="connsiteY3" fmla="*/ 2355742 h 2565292"/>
                  <a:gd name="connsiteX4" fmla="*/ 257175 w 2460679"/>
                  <a:gd name="connsiteY4" fmla="*/ 438150 h 2565292"/>
                  <a:gd name="connsiteX0" fmla="*/ 0 w 2203504"/>
                  <a:gd name="connsiteY0" fmla="*/ 438150 h 2565292"/>
                  <a:gd name="connsiteX1" fmla="*/ 2203504 w 2203504"/>
                  <a:gd name="connsiteY1" fmla="*/ 0 h 2565292"/>
                  <a:gd name="connsiteX2" fmla="*/ 1908229 w 2203504"/>
                  <a:gd name="connsiteY2" fmla="*/ 2565292 h 2565292"/>
                  <a:gd name="connsiteX3" fmla="*/ 209550 w 2203504"/>
                  <a:gd name="connsiteY3" fmla="*/ 2231917 h 2565292"/>
                  <a:gd name="connsiteX4" fmla="*/ 0 w 2203504"/>
                  <a:gd name="connsiteY4" fmla="*/ 438150 h 2565292"/>
                  <a:gd name="connsiteX0" fmla="*/ 112382 w 2315886"/>
                  <a:gd name="connsiteY0" fmla="*/ 438150 h 2565292"/>
                  <a:gd name="connsiteX1" fmla="*/ 2315886 w 2315886"/>
                  <a:gd name="connsiteY1" fmla="*/ 0 h 2565292"/>
                  <a:gd name="connsiteX2" fmla="*/ 2020611 w 2315886"/>
                  <a:gd name="connsiteY2" fmla="*/ 2565292 h 2565292"/>
                  <a:gd name="connsiteX3" fmla="*/ 321932 w 2315886"/>
                  <a:gd name="connsiteY3" fmla="*/ 2231917 h 2565292"/>
                  <a:gd name="connsiteX4" fmla="*/ 112382 w 2315886"/>
                  <a:gd name="connsiteY4" fmla="*/ 438150 h 2565292"/>
                  <a:gd name="connsiteX0" fmla="*/ 127576 w 2331080"/>
                  <a:gd name="connsiteY0" fmla="*/ 438150 h 2565292"/>
                  <a:gd name="connsiteX1" fmla="*/ 2331080 w 2331080"/>
                  <a:gd name="connsiteY1" fmla="*/ 0 h 2565292"/>
                  <a:gd name="connsiteX2" fmla="*/ 2035805 w 2331080"/>
                  <a:gd name="connsiteY2" fmla="*/ 2565292 h 2565292"/>
                  <a:gd name="connsiteX3" fmla="*/ 337126 w 2331080"/>
                  <a:gd name="connsiteY3" fmla="*/ 2231917 h 2565292"/>
                  <a:gd name="connsiteX4" fmla="*/ 127576 w 2331080"/>
                  <a:gd name="connsiteY4" fmla="*/ 438150 h 2565292"/>
                  <a:gd name="connsiteX0" fmla="*/ 127576 w 2331080"/>
                  <a:gd name="connsiteY0" fmla="*/ 438150 h 2565292"/>
                  <a:gd name="connsiteX1" fmla="*/ 2331080 w 2331080"/>
                  <a:gd name="connsiteY1" fmla="*/ 0 h 2565292"/>
                  <a:gd name="connsiteX2" fmla="*/ 2035805 w 2331080"/>
                  <a:gd name="connsiteY2" fmla="*/ 2565292 h 2565292"/>
                  <a:gd name="connsiteX3" fmla="*/ 337126 w 2331080"/>
                  <a:gd name="connsiteY3" fmla="*/ 2231917 h 2565292"/>
                  <a:gd name="connsiteX4" fmla="*/ 127576 w 2331080"/>
                  <a:gd name="connsiteY4" fmla="*/ 438150 h 2565292"/>
                  <a:gd name="connsiteX0" fmla="*/ 127576 w 2331080"/>
                  <a:gd name="connsiteY0" fmla="*/ 735210 h 2862352"/>
                  <a:gd name="connsiteX1" fmla="*/ 2331080 w 2331080"/>
                  <a:gd name="connsiteY1" fmla="*/ 297060 h 2862352"/>
                  <a:gd name="connsiteX2" fmla="*/ 2035805 w 2331080"/>
                  <a:gd name="connsiteY2" fmla="*/ 2862352 h 2862352"/>
                  <a:gd name="connsiteX3" fmla="*/ 337126 w 2331080"/>
                  <a:gd name="connsiteY3" fmla="*/ 2528977 h 2862352"/>
                  <a:gd name="connsiteX4" fmla="*/ 127576 w 2331080"/>
                  <a:gd name="connsiteY4" fmla="*/ 735210 h 2862352"/>
                  <a:gd name="connsiteX0" fmla="*/ 127576 w 2331080"/>
                  <a:gd name="connsiteY0" fmla="*/ 790826 h 2917968"/>
                  <a:gd name="connsiteX1" fmla="*/ 2331080 w 2331080"/>
                  <a:gd name="connsiteY1" fmla="*/ 352676 h 2917968"/>
                  <a:gd name="connsiteX2" fmla="*/ 2035805 w 2331080"/>
                  <a:gd name="connsiteY2" fmla="*/ 2917968 h 2917968"/>
                  <a:gd name="connsiteX3" fmla="*/ 337126 w 2331080"/>
                  <a:gd name="connsiteY3" fmla="*/ 2584593 h 2917968"/>
                  <a:gd name="connsiteX4" fmla="*/ 127576 w 2331080"/>
                  <a:gd name="connsiteY4" fmla="*/ 790826 h 2917968"/>
                  <a:gd name="connsiteX0" fmla="*/ 127576 w 2847375"/>
                  <a:gd name="connsiteY0" fmla="*/ 790826 h 2917968"/>
                  <a:gd name="connsiteX1" fmla="*/ 2331080 w 2847375"/>
                  <a:gd name="connsiteY1" fmla="*/ 352676 h 2917968"/>
                  <a:gd name="connsiteX2" fmla="*/ 2035805 w 2847375"/>
                  <a:gd name="connsiteY2" fmla="*/ 2917968 h 2917968"/>
                  <a:gd name="connsiteX3" fmla="*/ 337126 w 2847375"/>
                  <a:gd name="connsiteY3" fmla="*/ 2584593 h 2917968"/>
                  <a:gd name="connsiteX4" fmla="*/ 127576 w 2847375"/>
                  <a:gd name="connsiteY4" fmla="*/ 790826 h 2917968"/>
                  <a:gd name="connsiteX0" fmla="*/ 127576 w 2825016"/>
                  <a:gd name="connsiteY0" fmla="*/ 747383 h 2874525"/>
                  <a:gd name="connsiteX1" fmla="*/ 2302505 w 2825016"/>
                  <a:gd name="connsiteY1" fmla="*/ 366383 h 2874525"/>
                  <a:gd name="connsiteX2" fmla="*/ 2035805 w 2825016"/>
                  <a:gd name="connsiteY2" fmla="*/ 2874525 h 2874525"/>
                  <a:gd name="connsiteX3" fmla="*/ 337126 w 2825016"/>
                  <a:gd name="connsiteY3" fmla="*/ 2541150 h 2874525"/>
                  <a:gd name="connsiteX4" fmla="*/ 127576 w 2825016"/>
                  <a:gd name="connsiteY4" fmla="*/ 747383 h 2874525"/>
                  <a:gd name="connsiteX0" fmla="*/ 127576 w 2825016"/>
                  <a:gd name="connsiteY0" fmla="*/ 764308 h 2891450"/>
                  <a:gd name="connsiteX1" fmla="*/ 2302505 w 2825016"/>
                  <a:gd name="connsiteY1" fmla="*/ 383308 h 2891450"/>
                  <a:gd name="connsiteX2" fmla="*/ 2035805 w 2825016"/>
                  <a:gd name="connsiteY2" fmla="*/ 2891450 h 2891450"/>
                  <a:gd name="connsiteX3" fmla="*/ 337126 w 2825016"/>
                  <a:gd name="connsiteY3" fmla="*/ 2558075 h 2891450"/>
                  <a:gd name="connsiteX4" fmla="*/ 127576 w 2825016"/>
                  <a:gd name="connsiteY4" fmla="*/ 764308 h 2891450"/>
                  <a:gd name="connsiteX0" fmla="*/ 127576 w 2825016"/>
                  <a:gd name="connsiteY0" fmla="*/ 798924 h 2926066"/>
                  <a:gd name="connsiteX1" fmla="*/ 2302505 w 2825016"/>
                  <a:gd name="connsiteY1" fmla="*/ 417924 h 2926066"/>
                  <a:gd name="connsiteX2" fmla="*/ 2035805 w 2825016"/>
                  <a:gd name="connsiteY2" fmla="*/ 2926066 h 2926066"/>
                  <a:gd name="connsiteX3" fmla="*/ 337126 w 2825016"/>
                  <a:gd name="connsiteY3" fmla="*/ 2592691 h 2926066"/>
                  <a:gd name="connsiteX4" fmla="*/ 127576 w 2825016"/>
                  <a:gd name="connsiteY4" fmla="*/ 798924 h 2926066"/>
                  <a:gd name="connsiteX0" fmla="*/ 127576 w 2839985"/>
                  <a:gd name="connsiteY0" fmla="*/ 798924 h 2926066"/>
                  <a:gd name="connsiteX1" fmla="*/ 2302505 w 2839985"/>
                  <a:gd name="connsiteY1" fmla="*/ 417924 h 2926066"/>
                  <a:gd name="connsiteX2" fmla="*/ 2035805 w 2839985"/>
                  <a:gd name="connsiteY2" fmla="*/ 2926066 h 2926066"/>
                  <a:gd name="connsiteX3" fmla="*/ 337126 w 2839985"/>
                  <a:gd name="connsiteY3" fmla="*/ 2592691 h 2926066"/>
                  <a:gd name="connsiteX4" fmla="*/ 127576 w 2839985"/>
                  <a:gd name="connsiteY4" fmla="*/ 798924 h 2926066"/>
                  <a:gd name="connsiteX0" fmla="*/ 127576 w 2795442"/>
                  <a:gd name="connsiteY0" fmla="*/ 798924 h 2773666"/>
                  <a:gd name="connsiteX1" fmla="*/ 2302505 w 2795442"/>
                  <a:gd name="connsiteY1" fmla="*/ 417924 h 2773666"/>
                  <a:gd name="connsiteX2" fmla="*/ 1826255 w 2795442"/>
                  <a:gd name="connsiteY2" fmla="*/ 2773666 h 2773666"/>
                  <a:gd name="connsiteX3" fmla="*/ 337126 w 2795442"/>
                  <a:gd name="connsiteY3" fmla="*/ 2592691 h 2773666"/>
                  <a:gd name="connsiteX4" fmla="*/ 127576 w 2795442"/>
                  <a:gd name="connsiteY4" fmla="*/ 798924 h 2773666"/>
                  <a:gd name="connsiteX0" fmla="*/ 127576 w 2795442"/>
                  <a:gd name="connsiteY0" fmla="*/ 798924 h 2835735"/>
                  <a:gd name="connsiteX1" fmla="*/ 2302505 w 2795442"/>
                  <a:gd name="connsiteY1" fmla="*/ 417924 h 2835735"/>
                  <a:gd name="connsiteX2" fmla="*/ 1826255 w 2795442"/>
                  <a:gd name="connsiteY2" fmla="*/ 2773666 h 2835735"/>
                  <a:gd name="connsiteX3" fmla="*/ 337126 w 2795442"/>
                  <a:gd name="connsiteY3" fmla="*/ 2592691 h 2835735"/>
                  <a:gd name="connsiteX4" fmla="*/ 127576 w 2795442"/>
                  <a:gd name="connsiteY4" fmla="*/ 798924 h 2835735"/>
                  <a:gd name="connsiteX0" fmla="*/ 127576 w 2786300"/>
                  <a:gd name="connsiteY0" fmla="*/ 798924 h 2814300"/>
                  <a:gd name="connsiteX1" fmla="*/ 2302505 w 2786300"/>
                  <a:gd name="connsiteY1" fmla="*/ 417924 h 2814300"/>
                  <a:gd name="connsiteX2" fmla="*/ 1778630 w 2786300"/>
                  <a:gd name="connsiteY2" fmla="*/ 2735566 h 2814300"/>
                  <a:gd name="connsiteX3" fmla="*/ 337126 w 2786300"/>
                  <a:gd name="connsiteY3" fmla="*/ 2592691 h 2814300"/>
                  <a:gd name="connsiteX4" fmla="*/ 127576 w 2786300"/>
                  <a:gd name="connsiteY4" fmla="*/ 798924 h 2814300"/>
                  <a:gd name="connsiteX0" fmla="*/ 127576 w 2816358"/>
                  <a:gd name="connsiteY0" fmla="*/ 798924 h 2814300"/>
                  <a:gd name="connsiteX1" fmla="*/ 2302505 w 2816358"/>
                  <a:gd name="connsiteY1" fmla="*/ 417924 h 2814300"/>
                  <a:gd name="connsiteX2" fmla="*/ 1778630 w 2816358"/>
                  <a:gd name="connsiteY2" fmla="*/ 2735566 h 2814300"/>
                  <a:gd name="connsiteX3" fmla="*/ 337126 w 2816358"/>
                  <a:gd name="connsiteY3" fmla="*/ 2592691 h 2814300"/>
                  <a:gd name="connsiteX4" fmla="*/ 127576 w 2816358"/>
                  <a:gd name="connsiteY4" fmla="*/ 798924 h 2814300"/>
                  <a:gd name="connsiteX0" fmla="*/ 127576 w 2816358"/>
                  <a:gd name="connsiteY0" fmla="*/ 798924 h 2825513"/>
                  <a:gd name="connsiteX1" fmla="*/ 2302505 w 2816358"/>
                  <a:gd name="connsiteY1" fmla="*/ 417924 h 2825513"/>
                  <a:gd name="connsiteX2" fmla="*/ 1778630 w 2816358"/>
                  <a:gd name="connsiteY2" fmla="*/ 2735566 h 2825513"/>
                  <a:gd name="connsiteX3" fmla="*/ 337126 w 2816358"/>
                  <a:gd name="connsiteY3" fmla="*/ 2592691 h 2825513"/>
                  <a:gd name="connsiteX4" fmla="*/ 127576 w 2816358"/>
                  <a:gd name="connsiteY4" fmla="*/ 798924 h 2825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6358" h="2825513">
                    <a:moveTo>
                      <a:pt x="127576" y="798924"/>
                    </a:moveTo>
                    <a:cubicBezTo>
                      <a:pt x="328677" y="186149"/>
                      <a:pt x="1444179" y="-436151"/>
                      <a:pt x="2302505" y="417924"/>
                    </a:cubicBezTo>
                    <a:cubicBezTo>
                      <a:pt x="3575680" y="2120746"/>
                      <a:pt x="2124705" y="2575794"/>
                      <a:pt x="1778630" y="2735566"/>
                    </a:cubicBezTo>
                    <a:cubicBezTo>
                      <a:pt x="1269554" y="2833991"/>
                      <a:pt x="731902" y="2922891"/>
                      <a:pt x="337126" y="2592691"/>
                    </a:cubicBezTo>
                    <a:cubicBezTo>
                      <a:pt x="172026" y="2471019"/>
                      <a:pt x="-193099" y="2130271"/>
                      <a:pt x="127576" y="798924"/>
                    </a:cubicBezTo>
                    <a:close/>
                  </a:path>
                </a:pathLst>
              </a:custGeom>
              <a:solidFill>
                <a:srgbClr val="C8D5FF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2C7A3E7B-28ED-BBF1-9F79-4691A3C71C41}"/>
                </a:ext>
              </a:extLst>
            </p:cNvPr>
            <p:cNvSpPr/>
            <p:nvPr/>
          </p:nvSpPr>
          <p:spPr>
            <a:xfrm>
              <a:off x="4861560" y="3826017"/>
              <a:ext cx="669082" cy="839414"/>
            </a:xfrm>
            <a:custGeom>
              <a:avLst/>
              <a:gdLst>
                <a:gd name="connsiteX0" fmla="*/ 0 w 647700"/>
                <a:gd name="connsiteY0" fmla="*/ 0 h 304800"/>
                <a:gd name="connsiteX1" fmla="*/ 647700 w 647700"/>
                <a:gd name="connsiteY1" fmla="*/ 0 h 304800"/>
                <a:gd name="connsiteX2" fmla="*/ 647700 w 647700"/>
                <a:gd name="connsiteY2" fmla="*/ 304800 h 304800"/>
                <a:gd name="connsiteX3" fmla="*/ 0 w 647700"/>
                <a:gd name="connsiteY3" fmla="*/ 304800 h 304800"/>
                <a:gd name="connsiteX4" fmla="*/ 0 w 647700"/>
                <a:gd name="connsiteY4" fmla="*/ 0 h 304800"/>
                <a:gd name="connsiteX0" fmla="*/ 0 w 883920"/>
                <a:gd name="connsiteY0" fmla="*/ 342900 h 342900"/>
                <a:gd name="connsiteX1" fmla="*/ 883920 w 883920"/>
                <a:gd name="connsiteY1" fmla="*/ 0 h 342900"/>
                <a:gd name="connsiteX2" fmla="*/ 883920 w 883920"/>
                <a:gd name="connsiteY2" fmla="*/ 304800 h 342900"/>
                <a:gd name="connsiteX3" fmla="*/ 236220 w 883920"/>
                <a:gd name="connsiteY3" fmla="*/ 304800 h 342900"/>
                <a:gd name="connsiteX4" fmla="*/ 0 w 883920"/>
                <a:gd name="connsiteY4" fmla="*/ 342900 h 342900"/>
                <a:gd name="connsiteX0" fmla="*/ 0 w 937260"/>
                <a:gd name="connsiteY0" fmla="*/ 556260 h 556260"/>
                <a:gd name="connsiteX1" fmla="*/ 937260 w 937260"/>
                <a:gd name="connsiteY1" fmla="*/ 0 h 556260"/>
                <a:gd name="connsiteX2" fmla="*/ 883920 w 937260"/>
                <a:gd name="connsiteY2" fmla="*/ 518160 h 556260"/>
                <a:gd name="connsiteX3" fmla="*/ 236220 w 937260"/>
                <a:gd name="connsiteY3" fmla="*/ 518160 h 556260"/>
                <a:gd name="connsiteX4" fmla="*/ 0 w 937260"/>
                <a:gd name="connsiteY4" fmla="*/ 556260 h 556260"/>
                <a:gd name="connsiteX0" fmla="*/ 0 w 937260"/>
                <a:gd name="connsiteY0" fmla="*/ 556260 h 701040"/>
                <a:gd name="connsiteX1" fmla="*/ 937260 w 937260"/>
                <a:gd name="connsiteY1" fmla="*/ 0 h 701040"/>
                <a:gd name="connsiteX2" fmla="*/ 883920 w 937260"/>
                <a:gd name="connsiteY2" fmla="*/ 518160 h 701040"/>
                <a:gd name="connsiteX3" fmla="*/ 335280 w 937260"/>
                <a:gd name="connsiteY3" fmla="*/ 701040 h 701040"/>
                <a:gd name="connsiteX4" fmla="*/ 0 w 937260"/>
                <a:gd name="connsiteY4" fmla="*/ 556260 h 701040"/>
                <a:gd name="connsiteX0" fmla="*/ 0 w 2194560"/>
                <a:gd name="connsiteY0" fmla="*/ 556260 h 701040"/>
                <a:gd name="connsiteX1" fmla="*/ 937260 w 2194560"/>
                <a:gd name="connsiteY1" fmla="*/ 0 h 701040"/>
                <a:gd name="connsiteX2" fmla="*/ 2194560 w 2194560"/>
                <a:gd name="connsiteY2" fmla="*/ 266700 h 701040"/>
                <a:gd name="connsiteX3" fmla="*/ 335280 w 2194560"/>
                <a:gd name="connsiteY3" fmla="*/ 701040 h 701040"/>
                <a:gd name="connsiteX4" fmla="*/ 0 w 2194560"/>
                <a:gd name="connsiteY4" fmla="*/ 556260 h 701040"/>
                <a:gd name="connsiteX0" fmla="*/ 0 w 2456180"/>
                <a:gd name="connsiteY0" fmla="*/ 556260 h 701040"/>
                <a:gd name="connsiteX1" fmla="*/ 937260 w 2456180"/>
                <a:gd name="connsiteY1" fmla="*/ 0 h 701040"/>
                <a:gd name="connsiteX2" fmla="*/ 2456180 w 2456180"/>
                <a:gd name="connsiteY2" fmla="*/ 83820 h 701040"/>
                <a:gd name="connsiteX3" fmla="*/ 2194560 w 2456180"/>
                <a:gd name="connsiteY3" fmla="*/ 266700 h 701040"/>
                <a:gd name="connsiteX4" fmla="*/ 335280 w 2456180"/>
                <a:gd name="connsiteY4" fmla="*/ 701040 h 701040"/>
                <a:gd name="connsiteX5" fmla="*/ 0 w 2456180"/>
                <a:gd name="connsiteY5" fmla="*/ 556260 h 701040"/>
                <a:gd name="connsiteX0" fmla="*/ 0 w 2469922"/>
                <a:gd name="connsiteY0" fmla="*/ 601891 h 746671"/>
                <a:gd name="connsiteX1" fmla="*/ 937260 w 2469922"/>
                <a:gd name="connsiteY1" fmla="*/ 45631 h 746671"/>
                <a:gd name="connsiteX2" fmla="*/ 2303780 w 2469922"/>
                <a:gd name="connsiteY2" fmla="*/ 30391 h 746671"/>
                <a:gd name="connsiteX3" fmla="*/ 2456180 w 2469922"/>
                <a:gd name="connsiteY3" fmla="*/ 129451 h 746671"/>
                <a:gd name="connsiteX4" fmla="*/ 2194560 w 2469922"/>
                <a:gd name="connsiteY4" fmla="*/ 312331 h 746671"/>
                <a:gd name="connsiteX5" fmla="*/ 335280 w 2469922"/>
                <a:gd name="connsiteY5" fmla="*/ 746671 h 746671"/>
                <a:gd name="connsiteX6" fmla="*/ 0 w 2469922"/>
                <a:gd name="connsiteY6" fmla="*/ 601891 h 746671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19 h 876299"/>
                <a:gd name="connsiteX1" fmla="*/ 937260 w 2456180"/>
                <a:gd name="connsiteY1" fmla="*/ 175259 h 876299"/>
                <a:gd name="connsiteX2" fmla="*/ 2258060 w 2456180"/>
                <a:gd name="connsiteY2" fmla="*/ 0 h 876299"/>
                <a:gd name="connsiteX3" fmla="*/ 2303780 w 2456180"/>
                <a:gd name="connsiteY3" fmla="*/ 160019 h 876299"/>
                <a:gd name="connsiteX4" fmla="*/ 2456180 w 2456180"/>
                <a:gd name="connsiteY4" fmla="*/ 259079 h 876299"/>
                <a:gd name="connsiteX5" fmla="*/ 2194560 w 2456180"/>
                <a:gd name="connsiteY5" fmla="*/ 441959 h 876299"/>
                <a:gd name="connsiteX6" fmla="*/ 335280 w 2456180"/>
                <a:gd name="connsiteY6" fmla="*/ 876299 h 876299"/>
                <a:gd name="connsiteX7" fmla="*/ 0 w 2456180"/>
                <a:gd name="connsiteY7" fmla="*/ 731519 h 87629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1009753"/>
                <a:gd name="connsiteX1" fmla="*/ 937260 w 2413318"/>
                <a:gd name="connsiteY1" fmla="*/ 167639 h 1009753"/>
                <a:gd name="connsiteX2" fmla="*/ 2212340 w 2413318"/>
                <a:gd name="connsiteY2" fmla="*/ 0 h 1009753"/>
                <a:gd name="connsiteX3" fmla="*/ 2303780 w 2413318"/>
                <a:gd name="connsiteY3" fmla="*/ 152399 h 1009753"/>
                <a:gd name="connsiteX4" fmla="*/ 2413318 w 2413318"/>
                <a:gd name="connsiteY4" fmla="*/ 270509 h 1009753"/>
                <a:gd name="connsiteX5" fmla="*/ 2194560 w 2413318"/>
                <a:gd name="connsiteY5" fmla="*/ 434339 h 1009753"/>
                <a:gd name="connsiteX6" fmla="*/ 335280 w 2413318"/>
                <a:gd name="connsiteY6" fmla="*/ 868679 h 1009753"/>
                <a:gd name="connsiteX7" fmla="*/ 0 w 2413318"/>
                <a:gd name="connsiteY7" fmla="*/ 723899 h 1009753"/>
                <a:gd name="connsiteX0" fmla="*/ 0 w 2413318"/>
                <a:gd name="connsiteY0" fmla="*/ 723899 h 1242328"/>
                <a:gd name="connsiteX1" fmla="*/ 937260 w 2413318"/>
                <a:gd name="connsiteY1" fmla="*/ 167639 h 1242328"/>
                <a:gd name="connsiteX2" fmla="*/ 2212340 w 2413318"/>
                <a:gd name="connsiteY2" fmla="*/ 0 h 1242328"/>
                <a:gd name="connsiteX3" fmla="*/ 2303780 w 2413318"/>
                <a:gd name="connsiteY3" fmla="*/ 152399 h 1242328"/>
                <a:gd name="connsiteX4" fmla="*/ 2413318 w 2413318"/>
                <a:gd name="connsiteY4" fmla="*/ 270509 h 1242328"/>
                <a:gd name="connsiteX5" fmla="*/ 2194560 w 2413318"/>
                <a:gd name="connsiteY5" fmla="*/ 434339 h 1242328"/>
                <a:gd name="connsiteX6" fmla="*/ 335280 w 2413318"/>
                <a:gd name="connsiteY6" fmla="*/ 868679 h 1242328"/>
                <a:gd name="connsiteX7" fmla="*/ 0 w 2413318"/>
                <a:gd name="connsiteY7" fmla="*/ 723899 h 1242328"/>
                <a:gd name="connsiteX0" fmla="*/ 0 w 2413318"/>
                <a:gd name="connsiteY0" fmla="*/ 723899 h 1233835"/>
                <a:gd name="connsiteX1" fmla="*/ 937260 w 2413318"/>
                <a:gd name="connsiteY1" fmla="*/ 167639 h 1233835"/>
                <a:gd name="connsiteX2" fmla="*/ 2212340 w 2413318"/>
                <a:gd name="connsiteY2" fmla="*/ 0 h 1233835"/>
                <a:gd name="connsiteX3" fmla="*/ 2303780 w 2413318"/>
                <a:gd name="connsiteY3" fmla="*/ 152399 h 1233835"/>
                <a:gd name="connsiteX4" fmla="*/ 2413318 w 2413318"/>
                <a:gd name="connsiteY4" fmla="*/ 270509 h 1233835"/>
                <a:gd name="connsiteX5" fmla="*/ 2194560 w 2413318"/>
                <a:gd name="connsiteY5" fmla="*/ 434339 h 1233835"/>
                <a:gd name="connsiteX6" fmla="*/ 335280 w 2413318"/>
                <a:gd name="connsiteY6" fmla="*/ 868679 h 1233835"/>
                <a:gd name="connsiteX7" fmla="*/ 0 w 2413318"/>
                <a:gd name="connsiteY7" fmla="*/ 723899 h 1233835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49899 w 2127937"/>
                <a:gd name="connsiteY0" fmla="*/ 868679 h 1244469"/>
                <a:gd name="connsiteX1" fmla="*/ 651879 w 2127937"/>
                <a:gd name="connsiteY1" fmla="*/ 167639 h 1244469"/>
                <a:gd name="connsiteX2" fmla="*/ 1926959 w 2127937"/>
                <a:gd name="connsiteY2" fmla="*/ 0 h 1244469"/>
                <a:gd name="connsiteX3" fmla="*/ 2018399 w 2127937"/>
                <a:gd name="connsiteY3" fmla="*/ 152399 h 1244469"/>
                <a:gd name="connsiteX4" fmla="*/ 2127937 w 2127937"/>
                <a:gd name="connsiteY4" fmla="*/ 270509 h 1244469"/>
                <a:gd name="connsiteX5" fmla="*/ 1909179 w 2127937"/>
                <a:gd name="connsiteY5" fmla="*/ 434339 h 1244469"/>
                <a:gd name="connsiteX6" fmla="*/ 49899 w 2127937"/>
                <a:gd name="connsiteY6" fmla="*/ 868679 h 1244469"/>
                <a:gd name="connsiteX0" fmla="*/ 49899 w 2127937"/>
                <a:gd name="connsiteY0" fmla="*/ 868679 h 869112"/>
                <a:gd name="connsiteX1" fmla="*/ 651879 w 2127937"/>
                <a:gd name="connsiteY1" fmla="*/ 167639 h 869112"/>
                <a:gd name="connsiteX2" fmla="*/ 1926959 w 2127937"/>
                <a:gd name="connsiteY2" fmla="*/ 0 h 869112"/>
                <a:gd name="connsiteX3" fmla="*/ 2018399 w 2127937"/>
                <a:gd name="connsiteY3" fmla="*/ 152399 h 869112"/>
                <a:gd name="connsiteX4" fmla="*/ 2127937 w 2127937"/>
                <a:gd name="connsiteY4" fmla="*/ 270509 h 869112"/>
                <a:gd name="connsiteX5" fmla="*/ 49899 w 2127937"/>
                <a:gd name="connsiteY5" fmla="*/ 868679 h 869112"/>
                <a:gd name="connsiteX0" fmla="*/ 49899 w 2021520"/>
                <a:gd name="connsiteY0" fmla="*/ 868679 h 1230668"/>
                <a:gd name="connsiteX1" fmla="*/ 651879 w 2021520"/>
                <a:gd name="connsiteY1" fmla="*/ 167639 h 1230668"/>
                <a:gd name="connsiteX2" fmla="*/ 1926959 w 2021520"/>
                <a:gd name="connsiteY2" fmla="*/ 0 h 1230668"/>
                <a:gd name="connsiteX3" fmla="*/ 2018399 w 2021520"/>
                <a:gd name="connsiteY3" fmla="*/ 152399 h 1230668"/>
                <a:gd name="connsiteX4" fmla="*/ 515037 w 2021520"/>
                <a:gd name="connsiteY4" fmla="*/ 1210309 h 1230668"/>
                <a:gd name="connsiteX5" fmla="*/ 49899 w 2021520"/>
                <a:gd name="connsiteY5" fmla="*/ 868679 h 1230668"/>
                <a:gd name="connsiteX0" fmla="*/ 49899 w 1926959"/>
                <a:gd name="connsiteY0" fmla="*/ 868679 h 1230668"/>
                <a:gd name="connsiteX1" fmla="*/ 651879 w 1926959"/>
                <a:gd name="connsiteY1" fmla="*/ 167639 h 1230668"/>
                <a:gd name="connsiteX2" fmla="*/ 1926959 w 1926959"/>
                <a:gd name="connsiteY2" fmla="*/ 0 h 1230668"/>
                <a:gd name="connsiteX3" fmla="*/ 515037 w 1926959"/>
                <a:gd name="connsiteY3" fmla="*/ 1210309 h 1230668"/>
                <a:gd name="connsiteX4" fmla="*/ 49899 w 1926959"/>
                <a:gd name="connsiteY4" fmla="*/ 868679 h 1230668"/>
                <a:gd name="connsiteX0" fmla="*/ 49899 w 677467"/>
                <a:gd name="connsiteY0" fmla="*/ 701040 h 1063029"/>
                <a:gd name="connsiteX1" fmla="*/ 651879 w 677467"/>
                <a:gd name="connsiteY1" fmla="*/ 0 h 1063029"/>
                <a:gd name="connsiteX2" fmla="*/ 515037 w 677467"/>
                <a:gd name="connsiteY2" fmla="*/ 1042670 h 1063029"/>
                <a:gd name="connsiteX3" fmla="*/ 49899 w 677467"/>
                <a:gd name="connsiteY3" fmla="*/ 701040 h 1063029"/>
                <a:gd name="connsiteX0" fmla="*/ 49441 w 682525"/>
                <a:gd name="connsiteY0" fmla="*/ 281940 h 643929"/>
                <a:gd name="connsiteX1" fmla="*/ 657771 w 682525"/>
                <a:gd name="connsiteY1" fmla="*/ 0 h 643929"/>
                <a:gd name="connsiteX2" fmla="*/ 514579 w 682525"/>
                <a:gd name="connsiteY2" fmla="*/ 623570 h 643929"/>
                <a:gd name="connsiteX3" fmla="*/ 49441 w 682525"/>
                <a:gd name="connsiteY3" fmla="*/ 281940 h 643929"/>
                <a:gd name="connsiteX0" fmla="*/ 49441 w 700055"/>
                <a:gd name="connsiteY0" fmla="*/ 281940 h 643929"/>
                <a:gd name="connsiteX1" fmla="*/ 657771 w 700055"/>
                <a:gd name="connsiteY1" fmla="*/ 0 h 643929"/>
                <a:gd name="connsiteX2" fmla="*/ 514579 w 700055"/>
                <a:gd name="connsiteY2" fmla="*/ 623570 h 643929"/>
                <a:gd name="connsiteX3" fmla="*/ 49441 w 700055"/>
                <a:gd name="connsiteY3" fmla="*/ 281940 h 643929"/>
                <a:gd name="connsiteX0" fmla="*/ 49441 w 700055"/>
                <a:gd name="connsiteY0" fmla="*/ 281940 h 643696"/>
                <a:gd name="connsiteX1" fmla="*/ 657771 w 700055"/>
                <a:gd name="connsiteY1" fmla="*/ 0 h 643696"/>
                <a:gd name="connsiteX2" fmla="*/ 514579 w 700055"/>
                <a:gd name="connsiteY2" fmla="*/ 623570 h 643696"/>
                <a:gd name="connsiteX3" fmla="*/ 49441 w 700055"/>
                <a:gd name="connsiteY3" fmla="*/ 281940 h 643696"/>
                <a:gd name="connsiteX0" fmla="*/ 50840 w 682404"/>
                <a:gd name="connsiteY0" fmla="*/ 313690 h 644972"/>
                <a:gd name="connsiteX1" fmla="*/ 640120 w 682404"/>
                <a:gd name="connsiteY1" fmla="*/ 0 h 644972"/>
                <a:gd name="connsiteX2" fmla="*/ 496928 w 682404"/>
                <a:gd name="connsiteY2" fmla="*/ 623570 h 644972"/>
                <a:gd name="connsiteX3" fmla="*/ 50840 w 682404"/>
                <a:gd name="connsiteY3" fmla="*/ 313690 h 644972"/>
                <a:gd name="connsiteX0" fmla="*/ 47684 w 723698"/>
                <a:gd name="connsiteY0" fmla="*/ 250190 h 642564"/>
                <a:gd name="connsiteX1" fmla="*/ 681414 w 723698"/>
                <a:gd name="connsiteY1" fmla="*/ 0 h 642564"/>
                <a:gd name="connsiteX2" fmla="*/ 538222 w 723698"/>
                <a:gd name="connsiteY2" fmla="*/ 623570 h 642564"/>
                <a:gd name="connsiteX3" fmla="*/ 47684 w 723698"/>
                <a:gd name="connsiteY3" fmla="*/ 250190 h 642564"/>
                <a:gd name="connsiteX0" fmla="*/ 54419 w 676981"/>
                <a:gd name="connsiteY0" fmla="*/ 447040 h 839414"/>
                <a:gd name="connsiteX1" fmla="*/ 599249 w 676981"/>
                <a:gd name="connsiteY1" fmla="*/ 0 h 839414"/>
                <a:gd name="connsiteX2" fmla="*/ 544957 w 676981"/>
                <a:gd name="connsiteY2" fmla="*/ 820420 h 839414"/>
                <a:gd name="connsiteX3" fmla="*/ 54419 w 676981"/>
                <a:gd name="connsiteY3" fmla="*/ 447040 h 839414"/>
                <a:gd name="connsiteX0" fmla="*/ 54419 w 723501"/>
                <a:gd name="connsiteY0" fmla="*/ 447040 h 839414"/>
                <a:gd name="connsiteX1" fmla="*/ 599249 w 723501"/>
                <a:gd name="connsiteY1" fmla="*/ 0 h 839414"/>
                <a:gd name="connsiteX2" fmla="*/ 544957 w 723501"/>
                <a:gd name="connsiteY2" fmla="*/ 820420 h 839414"/>
                <a:gd name="connsiteX3" fmla="*/ 54419 w 723501"/>
                <a:gd name="connsiteY3" fmla="*/ 447040 h 839414"/>
                <a:gd name="connsiteX0" fmla="*/ 598725 w 722977"/>
                <a:gd name="connsiteY0" fmla="*/ 0 h 839414"/>
                <a:gd name="connsiteX1" fmla="*/ 544433 w 722977"/>
                <a:gd name="connsiteY1" fmla="*/ 820420 h 839414"/>
                <a:gd name="connsiteX2" fmla="*/ 53895 w 722977"/>
                <a:gd name="connsiteY2" fmla="*/ 447040 h 839414"/>
                <a:gd name="connsiteX3" fmla="*/ 690165 w 722977"/>
                <a:gd name="connsiteY3" fmla="*/ 91440 h 839414"/>
                <a:gd name="connsiteX0" fmla="*/ 544830 w 669082"/>
                <a:gd name="connsiteY0" fmla="*/ 0 h 839414"/>
                <a:gd name="connsiteX1" fmla="*/ 490538 w 669082"/>
                <a:gd name="connsiteY1" fmla="*/ 820420 h 839414"/>
                <a:gd name="connsiteX2" fmla="*/ 0 w 669082"/>
                <a:gd name="connsiteY2" fmla="*/ 447040 h 83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9082" h="839414">
                  <a:moveTo>
                    <a:pt x="544830" y="0"/>
                  </a:moveTo>
                  <a:cubicBezTo>
                    <a:pt x="622353" y="56938"/>
                    <a:pt x="806768" y="551180"/>
                    <a:pt x="490538" y="820420"/>
                  </a:cubicBezTo>
                  <a:cubicBezTo>
                    <a:pt x="162455" y="939800"/>
                    <a:pt x="176160" y="457835"/>
                    <a:pt x="0" y="447040"/>
                  </a:cubicBezTo>
                </a:path>
              </a:pathLst>
            </a:custGeom>
            <a:solidFill>
              <a:srgbClr val="C8D5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2156E69-5246-0CF0-6383-67A1C81B5062}"/>
                </a:ext>
              </a:extLst>
            </p:cNvPr>
            <p:cNvSpPr/>
            <p:nvPr/>
          </p:nvSpPr>
          <p:spPr>
            <a:xfrm>
              <a:off x="4977719" y="3886200"/>
              <a:ext cx="435216" cy="620000"/>
            </a:xfrm>
            <a:custGeom>
              <a:avLst/>
              <a:gdLst>
                <a:gd name="connsiteX0" fmla="*/ 322477 w 435216"/>
                <a:gd name="connsiteY0" fmla="*/ 0 h 620000"/>
                <a:gd name="connsiteX1" fmla="*/ 353319 w 435216"/>
                <a:gd name="connsiteY1" fmla="*/ 59483 h 620000"/>
                <a:gd name="connsiteX2" fmla="*/ 383994 w 435216"/>
                <a:gd name="connsiteY2" fmla="*/ 142335 h 620000"/>
                <a:gd name="connsiteX3" fmla="*/ 325757 w 435216"/>
                <a:gd name="connsiteY3" fmla="*/ 618931 h 620000"/>
                <a:gd name="connsiteX4" fmla="*/ 26759 w 435216"/>
                <a:gd name="connsiteY4" fmla="*/ 276276 h 620000"/>
                <a:gd name="connsiteX5" fmla="*/ 0 w 435216"/>
                <a:gd name="connsiteY5" fmla="*/ 184892 h 620000"/>
                <a:gd name="connsiteX6" fmla="*/ 70363 w 435216"/>
                <a:gd name="connsiteY6" fmla="*/ 138665 h 620000"/>
                <a:gd name="connsiteX7" fmla="*/ 313657 w 435216"/>
                <a:gd name="connsiteY7" fmla="*/ 4268 h 620000"/>
                <a:gd name="connsiteX8" fmla="*/ 322477 w 435216"/>
                <a:gd name="connsiteY8" fmla="*/ 0 h 6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216" h="620000">
                  <a:moveTo>
                    <a:pt x="322477" y="0"/>
                  </a:moveTo>
                  <a:lnTo>
                    <a:pt x="353319" y="59483"/>
                  </a:lnTo>
                  <a:cubicBezTo>
                    <a:pt x="364929" y="85582"/>
                    <a:pt x="375296" y="113235"/>
                    <a:pt x="383994" y="142335"/>
                  </a:cubicBezTo>
                  <a:cubicBezTo>
                    <a:pt x="453577" y="375141"/>
                    <a:pt x="468128" y="563667"/>
                    <a:pt x="325757" y="618931"/>
                  </a:cubicBezTo>
                  <a:cubicBezTo>
                    <a:pt x="194931" y="633950"/>
                    <a:pt x="96051" y="489359"/>
                    <a:pt x="26759" y="276276"/>
                  </a:cubicBezTo>
                  <a:lnTo>
                    <a:pt x="0" y="184892"/>
                  </a:lnTo>
                  <a:lnTo>
                    <a:pt x="70363" y="138665"/>
                  </a:lnTo>
                  <a:cubicBezTo>
                    <a:pt x="145290" y="92752"/>
                    <a:pt x="230449" y="46253"/>
                    <a:pt x="313657" y="4268"/>
                  </a:cubicBezTo>
                  <a:lnTo>
                    <a:pt x="322477" y="0"/>
                  </a:lnTo>
                  <a:close/>
                </a:path>
              </a:pathLst>
            </a:custGeom>
            <a:solidFill>
              <a:srgbClr val="FD486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5A6368-0EA9-BC7C-CB29-C0E18391964D}"/>
                </a:ext>
              </a:extLst>
            </p:cNvPr>
            <p:cNvGrpSpPr/>
            <p:nvPr/>
          </p:nvGrpSpPr>
          <p:grpSpPr>
            <a:xfrm>
              <a:off x="4040075" y="2805539"/>
              <a:ext cx="782870" cy="947334"/>
              <a:chOff x="4040075" y="2805539"/>
              <a:chExt cx="782870" cy="94733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28E3375-E731-C745-3CF0-25242E3B055B}"/>
                  </a:ext>
                </a:extLst>
              </p:cNvPr>
              <p:cNvSpPr/>
              <p:nvPr/>
            </p:nvSpPr>
            <p:spPr>
              <a:xfrm>
                <a:off x="4048124" y="3139374"/>
                <a:ext cx="295465" cy="589906"/>
              </a:xfrm>
              <a:custGeom>
                <a:avLst/>
                <a:gdLst>
                  <a:gd name="connsiteX0" fmla="*/ 0 w 349440"/>
                  <a:gd name="connsiteY0" fmla="*/ 0 h 354956"/>
                  <a:gd name="connsiteX1" fmla="*/ 349440 w 349440"/>
                  <a:gd name="connsiteY1" fmla="*/ 0 h 354956"/>
                  <a:gd name="connsiteX2" fmla="*/ 349440 w 349440"/>
                  <a:gd name="connsiteY2" fmla="*/ 354956 h 354956"/>
                  <a:gd name="connsiteX3" fmla="*/ 0 w 349440"/>
                  <a:gd name="connsiteY3" fmla="*/ 354956 h 354956"/>
                  <a:gd name="connsiteX4" fmla="*/ 0 w 349440"/>
                  <a:gd name="connsiteY4" fmla="*/ 0 h 354956"/>
                  <a:gd name="connsiteX0" fmla="*/ 409575 w 759015"/>
                  <a:gd name="connsiteY0" fmla="*/ 0 h 354956"/>
                  <a:gd name="connsiteX1" fmla="*/ 759015 w 759015"/>
                  <a:gd name="connsiteY1" fmla="*/ 0 h 354956"/>
                  <a:gd name="connsiteX2" fmla="*/ 759015 w 759015"/>
                  <a:gd name="connsiteY2" fmla="*/ 354956 h 354956"/>
                  <a:gd name="connsiteX3" fmla="*/ 0 w 759015"/>
                  <a:gd name="connsiteY3" fmla="*/ 272406 h 354956"/>
                  <a:gd name="connsiteX4" fmla="*/ 409575 w 759015"/>
                  <a:gd name="connsiteY4" fmla="*/ 0 h 354956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295465"/>
                  <a:gd name="connsiteY0" fmla="*/ 0 h 589906"/>
                  <a:gd name="connsiteX1" fmla="*/ 295465 w 295465"/>
                  <a:gd name="connsiteY1" fmla="*/ 589906 h 589906"/>
                  <a:gd name="connsiteX2" fmla="*/ 0 w 295465"/>
                  <a:gd name="connsiteY2" fmla="*/ 383531 h 589906"/>
                  <a:gd name="connsiteX3" fmla="*/ 215900 w 295465"/>
                  <a:gd name="connsiteY3" fmla="*/ 0 h 58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65" h="589906">
                    <a:moveTo>
                      <a:pt x="215900" y="0"/>
                    </a:moveTo>
                    <a:lnTo>
                      <a:pt x="295465" y="589906"/>
                    </a:lnTo>
                    <a:cubicBezTo>
                      <a:pt x="108077" y="543339"/>
                      <a:pt x="98488" y="452323"/>
                      <a:pt x="0" y="383531"/>
                    </a:cubicBezTo>
                    <a:cubicBezTo>
                      <a:pt x="56092" y="281087"/>
                      <a:pt x="58208" y="102444"/>
                      <a:pt x="2159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F805DBA-83F4-30F0-4929-C07C6C4FE0D3}"/>
                  </a:ext>
                </a:extLst>
              </p:cNvPr>
              <p:cNvSpPr/>
              <p:nvPr/>
            </p:nvSpPr>
            <p:spPr>
              <a:xfrm>
                <a:off x="4122919" y="3052847"/>
                <a:ext cx="700026" cy="70002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75904AE-FF30-7EAB-FB5B-59A7F449BEAB}"/>
                  </a:ext>
                </a:extLst>
              </p:cNvPr>
              <p:cNvSpPr/>
              <p:nvPr/>
            </p:nvSpPr>
            <p:spPr>
              <a:xfrm>
                <a:off x="4242597" y="3215167"/>
                <a:ext cx="256303" cy="25630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415BC8F-6BCE-CD41-4339-7A58800FAB50}"/>
                  </a:ext>
                </a:extLst>
              </p:cNvPr>
              <p:cNvSpPr/>
              <p:nvPr/>
            </p:nvSpPr>
            <p:spPr>
              <a:xfrm>
                <a:off x="4554502" y="3384594"/>
                <a:ext cx="128152" cy="12815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2E8C5E9-1B00-EBD1-89CC-B2AF6DEE498A}"/>
                  </a:ext>
                </a:extLst>
              </p:cNvPr>
              <p:cNvSpPr/>
              <p:nvPr/>
            </p:nvSpPr>
            <p:spPr>
              <a:xfrm rot="19388233">
                <a:off x="4040075" y="2805539"/>
                <a:ext cx="437683" cy="119031"/>
              </a:xfrm>
              <a:custGeom>
                <a:avLst/>
                <a:gdLst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642699 w 695754"/>
                  <a:gd name="connsiteY3" fmla="*/ 182579 h 237229"/>
                  <a:gd name="connsiteX4" fmla="*/ 262316 w 695754"/>
                  <a:gd name="connsiteY4" fmla="*/ 48668 h 237229"/>
                  <a:gd name="connsiteX5" fmla="*/ 52924 w 695754"/>
                  <a:gd name="connsiteY5" fmla="*/ 84597 h 237229"/>
                  <a:gd name="connsiteX6" fmla="*/ 0 w 695754"/>
                  <a:gd name="connsiteY6" fmla="*/ 109011 h 237229"/>
                  <a:gd name="connsiteX7" fmla="*/ 68274 w 695754"/>
                  <a:gd name="connsiteY7" fmla="*/ 60554 h 237229"/>
                  <a:gd name="connsiteX8" fmla="*/ 328891 w 695754"/>
                  <a:gd name="connsiteY8" fmla="*/ 1225 h 237229"/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262316 w 695754"/>
                  <a:gd name="connsiteY3" fmla="*/ 48668 h 237229"/>
                  <a:gd name="connsiteX4" fmla="*/ 52924 w 695754"/>
                  <a:gd name="connsiteY4" fmla="*/ 84597 h 237229"/>
                  <a:gd name="connsiteX5" fmla="*/ 0 w 695754"/>
                  <a:gd name="connsiteY5" fmla="*/ 109011 h 237229"/>
                  <a:gd name="connsiteX6" fmla="*/ 68274 w 695754"/>
                  <a:gd name="connsiteY6" fmla="*/ 60554 h 237229"/>
                  <a:gd name="connsiteX7" fmla="*/ 328891 w 695754"/>
                  <a:gd name="connsiteY7" fmla="*/ 1225 h 237229"/>
                  <a:gd name="connsiteX0" fmla="*/ 328891 w 692384"/>
                  <a:gd name="connsiteY0" fmla="*/ 1225 h 229777"/>
                  <a:gd name="connsiteX1" fmla="*/ 692384 w 692384"/>
                  <a:gd name="connsiteY1" fmla="*/ 229777 h 229777"/>
                  <a:gd name="connsiteX2" fmla="*/ 689787 w 692384"/>
                  <a:gd name="connsiteY2" fmla="*/ 139703 h 229777"/>
                  <a:gd name="connsiteX3" fmla="*/ 262316 w 692384"/>
                  <a:gd name="connsiteY3" fmla="*/ 48668 h 229777"/>
                  <a:gd name="connsiteX4" fmla="*/ 52924 w 692384"/>
                  <a:gd name="connsiteY4" fmla="*/ 84597 h 229777"/>
                  <a:gd name="connsiteX5" fmla="*/ 0 w 692384"/>
                  <a:gd name="connsiteY5" fmla="*/ 109011 h 229777"/>
                  <a:gd name="connsiteX6" fmla="*/ 68274 w 692384"/>
                  <a:gd name="connsiteY6" fmla="*/ 60554 h 229777"/>
                  <a:gd name="connsiteX7" fmla="*/ 328891 w 692384"/>
                  <a:gd name="connsiteY7" fmla="*/ 1225 h 229777"/>
                  <a:gd name="connsiteX0" fmla="*/ 328891 w 692384"/>
                  <a:gd name="connsiteY0" fmla="*/ 1225 h 230052"/>
                  <a:gd name="connsiteX1" fmla="*/ 692384 w 692384"/>
                  <a:gd name="connsiteY1" fmla="*/ 229777 h 230052"/>
                  <a:gd name="connsiteX2" fmla="*/ 262316 w 692384"/>
                  <a:gd name="connsiteY2" fmla="*/ 48668 h 230052"/>
                  <a:gd name="connsiteX3" fmla="*/ 52924 w 692384"/>
                  <a:gd name="connsiteY3" fmla="*/ 84597 h 230052"/>
                  <a:gd name="connsiteX4" fmla="*/ 0 w 692384"/>
                  <a:gd name="connsiteY4" fmla="*/ 109011 h 230052"/>
                  <a:gd name="connsiteX5" fmla="*/ 68274 w 692384"/>
                  <a:gd name="connsiteY5" fmla="*/ 60554 h 230052"/>
                  <a:gd name="connsiteX6" fmla="*/ 328891 w 692384"/>
                  <a:gd name="connsiteY6" fmla="*/ 1225 h 230052"/>
                  <a:gd name="connsiteX0" fmla="*/ 328891 w 684187"/>
                  <a:gd name="connsiteY0" fmla="*/ 1225 h 154279"/>
                  <a:gd name="connsiteX1" fmla="*/ 684187 w 684187"/>
                  <a:gd name="connsiteY1" fmla="*/ 153841 h 154279"/>
                  <a:gd name="connsiteX2" fmla="*/ 262316 w 684187"/>
                  <a:gd name="connsiteY2" fmla="*/ 48668 h 154279"/>
                  <a:gd name="connsiteX3" fmla="*/ 52924 w 684187"/>
                  <a:gd name="connsiteY3" fmla="*/ 84597 h 154279"/>
                  <a:gd name="connsiteX4" fmla="*/ 0 w 684187"/>
                  <a:gd name="connsiteY4" fmla="*/ 109011 h 154279"/>
                  <a:gd name="connsiteX5" fmla="*/ 68274 w 684187"/>
                  <a:gd name="connsiteY5" fmla="*/ 60554 h 154279"/>
                  <a:gd name="connsiteX6" fmla="*/ 328891 w 684187"/>
                  <a:gd name="connsiteY6" fmla="*/ 1225 h 154279"/>
                  <a:gd name="connsiteX0" fmla="*/ 328891 w 684187"/>
                  <a:gd name="connsiteY0" fmla="*/ 1225 h 155540"/>
                  <a:gd name="connsiteX1" fmla="*/ 684187 w 684187"/>
                  <a:gd name="connsiteY1" fmla="*/ 153841 h 155540"/>
                  <a:gd name="connsiteX2" fmla="*/ 52924 w 684187"/>
                  <a:gd name="connsiteY2" fmla="*/ 84597 h 155540"/>
                  <a:gd name="connsiteX3" fmla="*/ 0 w 684187"/>
                  <a:gd name="connsiteY3" fmla="*/ 109011 h 155540"/>
                  <a:gd name="connsiteX4" fmla="*/ 68274 w 684187"/>
                  <a:gd name="connsiteY4" fmla="*/ 60554 h 155540"/>
                  <a:gd name="connsiteX5" fmla="*/ 328891 w 684187"/>
                  <a:gd name="connsiteY5" fmla="*/ 1225 h 155540"/>
                  <a:gd name="connsiteX0" fmla="*/ 328891 w 684187"/>
                  <a:gd name="connsiteY0" fmla="*/ 1225 h 183415"/>
                  <a:gd name="connsiteX1" fmla="*/ 684187 w 684187"/>
                  <a:gd name="connsiteY1" fmla="*/ 153841 h 183415"/>
                  <a:gd name="connsiteX2" fmla="*/ 52924 w 684187"/>
                  <a:gd name="connsiteY2" fmla="*/ 84597 h 183415"/>
                  <a:gd name="connsiteX3" fmla="*/ 0 w 684187"/>
                  <a:gd name="connsiteY3" fmla="*/ 109011 h 183415"/>
                  <a:gd name="connsiteX4" fmla="*/ 68274 w 684187"/>
                  <a:gd name="connsiteY4" fmla="*/ 60554 h 183415"/>
                  <a:gd name="connsiteX5" fmla="*/ 328891 w 684187"/>
                  <a:gd name="connsiteY5" fmla="*/ 1225 h 183415"/>
                  <a:gd name="connsiteX0" fmla="*/ 328891 w 684187"/>
                  <a:gd name="connsiteY0" fmla="*/ 1225 h 157855"/>
                  <a:gd name="connsiteX1" fmla="*/ 684187 w 684187"/>
                  <a:gd name="connsiteY1" fmla="*/ 153841 h 157855"/>
                  <a:gd name="connsiteX2" fmla="*/ 0 w 684187"/>
                  <a:gd name="connsiteY2" fmla="*/ 109011 h 157855"/>
                  <a:gd name="connsiteX3" fmla="*/ 68274 w 684187"/>
                  <a:gd name="connsiteY3" fmla="*/ 60554 h 157855"/>
                  <a:gd name="connsiteX4" fmla="*/ 328891 w 684187"/>
                  <a:gd name="connsiteY4" fmla="*/ 1225 h 157855"/>
                  <a:gd name="connsiteX0" fmla="*/ 328891 w 684187"/>
                  <a:gd name="connsiteY0" fmla="*/ 1225 h 188492"/>
                  <a:gd name="connsiteX1" fmla="*/ 684187 w 684187"/>
                  <a:gd name="connsiteY1" fmla="*/ 153841 h 188492"/>
                  <a:gd name="connsiteX2" fmla="*/ 0 w 684187"/>
                  <a:gd name="connsiteY2" fmla="*/ 109011 h 188492"/>
                  <a:gd name="connsiteX3" fmla="*/ 68274 w 684187"/>
                  <a:gd name="connsiteY3" fmla="*/ 60554 h 188492"/>
                  <a:gd name="connsiteX4" fmla="*/ 328891 w 684187"/>
                  <a:gd name="connsiteY4" fmla="*/ 1225 h 188492"/>
                  <a:gd name="connsiteX0" fmla="*/ 328891 w 684207"/>
                  <a:gd name="connsiteY0" fmla="*/ 1225 h 160133"/>
                  <a:gd name="connsiteX1" fmla="*/ 684187 w 684207"/>
                  <a:gd name="connsiteY1" fmla="*/ 153841 h 160133"/>
                  <a:gd name="connsiteX2" fmla="*/ 332811 w 684207"/>
                  <a:gd name="connsiteY2" fmla="*/ 102174 h 160133"/>
                  <a:gd name="connsiteX3" fmla="*/ 0 w 684207"/>
                  <a:gd name="connsiteY3" fmla="*/ 109011 h 160133"/>
                  <a:gd name="connsiteX4" fmla="*/ 68274 w 684207"/>
                  <a:gd name="connsiteY4" fmla="*/ 60554 h 160133"/>
                  <a:gd name="connsiteX5" fmla="*/ 328891 w 684207"/>
                  <a:gd name="connsiteY5" fmla="*/ 1225 h 160133"/>
                  <a:gd name="connsiteX0" fmla="*/ 328891 w 684209"/>
                  <a:gd name="connsiteY0" fmla="*/ 1225 h 159104"/>
                  <a:gd name="connsiteX1" fmla="*/ 684187 w 684209"/>
                  <a:gd name="connsiteY1" fmla="*/ 153841 h 159104"/>
                  <a:gd name="connsiteX2" fmla="*/ 346209 w 684209"/>
                  <a:gd name="connsiteY2" fmla="*/ 84305 h 159104"/>
                  <a:gd name="connsiteX3" fmla="*/ 0 w 684209"/>
                  <a:gd name="connsiteY3" fmla="*/ 109011 h 159104"/>
                  <a:gd name="connsiteX4" fmla="*/ 68274 w 684209"/>
                  <a:gd name="connsiteY4" fmla="*/ 60554 h 159104"/>
                  <a:gd name="connsiteX5" fmla="*/ 328891 w 684209"/>
                  <a:gd name="connsiteY5" fmla="*/ 1225 h 159104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4187" h="186068">
                    <a:moveTo>
                      <a:pt x="328891" y="1225"/>
                    </a:moveTo>
                    <a:cubicBezTo>
                      <a:pt x="486290" y="12676"/>
                      <a:pt x="639353" y="19881"/>
                      <a:pt x="684187" y="153841"/>
                    </a:cubicBezTo>
                    <a:cubicBezTo>
                      <a:pt x="672689" y="249953"/>
                      <a:pt x="517566" y="102193"/>
                      <a:pt x="346209" y="84305"/>
                    </a:cubicBezTo>
                    <a:cubicBezTo>
                      <a:pt x="232178" y="76833"/>
                      <a:pt x="93717" y="88023"/>
                      <a:pt x="0" y="109011"/>
                    </a:cubicBezTo>
                    <a:lnTo>
                      <a:pt x="68274" y="60554"/>
                    </a:lnTo>
                    <a:cubicBezTo>
                      <a:pt x="144628" y="16682"/>
                      <a:pt x="234451" y="-5645"/>
                      <a:pt x="328891" y="122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A0E4D57-C2D0-6D46-180D-8B7249D9E4CD}"/>
                </a:ext>
              </a:extLst>
            </p:cNvPr>
            <p:cNvSpPr/>
            <p:nvPr/>
          </p:nvSpPr>
          <p:spPr>
            <a:xfrm>
              <a:off x="4005298" y="5987295"/>
              <a:ext cx="124811" cy="158367"/>
            </a:xfrm>
            <a:custGeom>
              <a:avLst/>
              <a:gdLst>
                <a:gd name="connsiteX0" fmla="*/ 4514 w 124811"/>
                <a:gd name="connsiteY0" fmla="*/ 0 h 158367"/>
                <a:gd name="connsiteX1" fmla="*/ 5421 w 124811"/>
                <a:gd name="connsiteY1" fmla="*/ 2 h 158367"/>
                <a:gd name="connsiteX2" fmla="*/ 124065 w 124811"/>
                <a:gd name="connsiteY2" fmla="*/ 93522 h 158367"/>
                <a:gd name="connsiteX3" fmla="*/ 116841 w 124811"/>
                <a:gd name="connsiteY3" fmla="*/ 140804 h 158367"/>
                <a:gd name="connsiteX4" fmla="*/ 103703 w 124811"/>
                <a:gd name="connsiteY4" fmla="*/ 158367 h 158367"/>
                <a:gd name="connsiteX5" fmla="*/ 78010 w 124811"/>
                <a:gd name="connsiteY5" fmla="*/ 145390 h 158367"/>
                <a:gd name="connsiteX6" fmla="*/ 350 w 124811"/>
                <a:gd name="connsiteY6" fmla="*/ 17267 h 158367"/>
                <a:gd name="connsiteX7" fmla="*/ 4514 w 124811"/>
                <a:gd name="connsiteY7" fmla="*/ 0 h 158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811" h="158367">
                  <a:moveTo>
                    <a:pt x="4514" y="0"/>
                  </a:moveTo>
                  <a:lnTo>
                    <a:pt x="5421" y="2"/>
                  </a:lnTo>
                  <a:cubicBezTo>
                    <a:pt x="68972" y="9444"/>
                    <a:pt x="117506" y="45139"/>
                    <a:pt x="124065" y="93522"/>
                  </a:cubicBezTo>
                  <a:cubicBezTo>
                    <a:pt x="126252" y="109650"/>
                    <a:pt x="123568" y="125661"/>
                    <a:pt x="116841" y="140804"/>
                  </a:cubicBezTo>
                  <a:lnTo>
                    <a:pt x="103703" y="158367"/>
                  </a:lnTo>
                  <a:lnTo>
                    <a:pt x="78010" y="145390"/>
                  </a:lnTo>
                  <a:cubicBezTo>
                    <a:pt x="18219" y="106663"/>
                    <a:pt x="-3064" y="62919"/>
                    <a:pt x="350" y="17267"/>
                  </a:cubicBezTo>
                  <a:lnTo>
                    <a:pt x="4514" y="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F0DD25B-C95F-05C5-90D4-2BB9D1BF9F5E}"/>
                </a:ext>
              </a:extLst>
            </p:cNvPr>
            <p:cNvSpPr/>
            <p:nvPr/>
          </p:nvSpPr>
          <p:spPr>
            <a:xfrm>
              <a:off x="4095650" y="6066478"/>
              <a:ext cx="237241" cy="154463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371B3BE-E2DB-4F76-CD2D-8CE14CBAED11}"/>
                </a:ext>
              </a:extLst>
            </p:cNvPr>
            <p:cNvSpPr/>
            <p:nvPr/>
          </p:nvSpPr>
          <p:spPr>
            <a:xfrm rot="1865044" flipH="1">
              <a:off x="4339231" y="6150769"/>
              <a:ext cx="182806" cy="119021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CD333C8-01E4-B534-3FC1-C0AA192E39D9}"/>
                </a:ext>
              </a:extLst>
            </p:cNvPr>
            <p:cNvSpPr/>
            <p:nvPr/>
          </p:nvSpPr>
          <p:spPr>
            <a:xfrm rot="1311226" flipH="1">
              <a:off x="5751463" y="6004835"/>
              <a:ext cx="124811" cy="158367"/>
            </a:xfrm>
            <a:custGeom>
              <a:avLst/>
              <a:gdLst>
                <a:gd name="connsiteX0" fmla="*/ 4514 w 124811"/>
                <a:gd name="connsiteY0" fmla="*/ 0 h 158367"/>
                <a:gd name="connsiteX1" fmla="*/ 5421 w 124811"/>
                <a:gd name="connsiteY1" fmla="*/ 2 h 158367"/>
                <a:gd name="connsiteX2" fmla="*/ 124065 w 124811"/>
                <a:gd name="connsiteY2" fmla="*/ 93522 h 158367"/>
                <a:gd name="connsiteX3" fmla="*/ 116841 w 124811"/>
                <a:gd name="connsiteY3" fmla="*/ 140804 h 158367"/>
                <a:gd name="connsiteX4" fmla="*/ 103703 w 124811"/>
                <a:gd name="connsiteY4" fmla="*/ 158367 h 158367"/>
                <a:gd name="connsiteX5" fmla="*/ 78010 w 124811"/>
                <a:gd name="connsiteY5" fmla="*/ 145390 h 158367"/>
                <a:gd name="connsiteX6" fmla="*/ 350 w 124811"/>
                <a:gd name="connsiteY6" fmla="*/ 17267 h 158367"/>
                <a:gd name="connsiteX7" fmla="*/ 4514 w 124811"/>
                <a:gd name="connsiteY7" fmla="*/ 0 h 158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811" h="158367">
                  <a:moveTo>
                    <a:pt x="4514" y="0"/>
                  </a:moveTo>
                  <a:lnTo>
                    <a:pt x="5421" y="2"/>
                  </a:lnTo>
                  <a:cubicBezTo>
                    <a:pt x="68972" y="9444"/>
                    <a:pt x="117506" y="45139"/>
                    <a:pt x="124065" y="93522"/>
                  </a:cubicBezTo>
                  <a:cubicBezTo>
                    <a:pt x="126252" y="109650"/>
                    <a:pt x="123568" y="125661"/>
                    <a:pt x="116841" y="140804"/>
                  </a:cubicBezTo>
                  <a:lnTo>
                    <a:pt x="103703" y="158367"/>
                  </a:lnTo>
                  <a:lnTo>
                    <a:pt x="78010" y="145390"/>
                  </a:lnTo>
                  <a:cubicBezTo>
                    <a:pt x="18219" y="106663"/>
                    <a:pt x="-3064" y="62919"/>
                    <a:pt x="350" y="17267"/>
                  </a:cubicBezTo>
                  <a:lnTo>
                    <a:pt x="4514" y="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8151EF8-6C6B-0A93-D030-D035FC481773}"/>
                </a:ext>
              </a:extLst>
            </p:cNvPr>
            <p:cNvSpPr/>
            <p:nvPr/>
          </p:nvSpPr>
          <p:spPr>
            <a:xfrm>
              <a:off x="4653280" y="3200400"/>
              <a:ext cx="2413318" cy="1244469"/>
            </a:xfrm>
            <a:custGeom>
              <a:avLst/>
              <a:gdLst>
                <a:gd name="connsiteX0" fmla="*/ 0 w 647700"/>
                <a:gd name="connsiteY0" fmla="*/ 0 h 304800"/>
                <a:gd name="connsiteX1" fmla="*/ 647700 w 647700"/>
                <a:gd name="connsiteY1" fmla="*/ 0 h 304800"/>
                <a:gd name="connsiteX2" fmla="*/ 647700 w 647700"/>
                <a:gd name="connsiteY2" fmla="*/ 304800 h 304800"/>
                <a:gd name="connsiteX3" fmla="*/ 0 w 647700"/>
                <a:gd name="connsiteY3" fmla="*/ 304800 h 304800"/>
                <a:gd name="connsiteX4" fmla="*/ 0 w 647700"/>
                <a:gd name="connsiteY4" fmla="*/ 0 h 304800"/>
                <a:gd name="connsiteX0" fmla="*/ 0 w 883920"/>
                <a:gd name="connsiteY0" fmla="*/ 342900 h 342900"/>
                <a:gd name="connsiteX1" fmla="*/ 883920 w 883920"/>
                <a:gd name="connsiteY1" fmla="*/ 0 h 342900"/>
                <a:gd name="connsiteX2" fmla="*/ 883920 w 883920"/>
                <a:gd name="connsiteY2" fmla="*/ 304800 h 342900"/>
                <a:gd name="connsiteX3" fmla="*/ 236220 w 883920"/>
                <a:gd name="connsiteY3" fmla="*/ 304800 h 342900"/>
                <a:gd name="connsiteX4" fmla="*/ 0 w 883920"/>
                <a:gd name="connsiteY4" fmla="*/ 342900 h 342900"/>
                <a:gd name="connsiteX0" fmla="*/ 0 w 937260"/>
                <a:gd name="connsiteY0" fmla="*/ 556260 h 556260"/>
                <a:gd name="connsiteX1" fmla="*/ 937260 w 937260"/>
                <a:gd name="connsiteY1" fmla="*/ 0 h 556260"/>
                <a:gd name="connsiteX2" fmla="*/ 883920 w 937260"/>
                <a:gd name="connsiteY2" fmla="*/ 518160 h 556260"/>
                <a:gd name="connsiteX3" fmla="*/ 236220 w 937260"/>
                <a:gd name="connsiteY3" fmla="*/ 518160 h 556260"/>
                <a:gd name="connsiteX4" fmla="*/ 0 w 937260"/>
                <a:gd name="connsiteY4" fmla="*/ 556260 h 556260"/>
                <a:gd name="connsiteX0" fmla="*/ 0 w 937260"/>
                <a:gd name="connsiteY0" fmla="*/ 556260 h 701040"/>
                <a:gd name="connsiteX1" fmla="*/ 937260 w 937260"/>
                <a:gd name="connsiteY1" fmla="*/ 0 h 701040"/>
                <a:gd name="connsiteX2" fmla="*/ 883920 w 937260"/>
                <a:gd name="connsiteY2" fmla="*/ 518160 h 701040"/>
                <a:gd name="connsiteX3" fmla="*/ 335280 w 937260"/>
                <a:gd name="connsiteY3" fmla="*/ 701040 h 701040"/>
                <a:gd name="connsiteX4" fmla="*/ 0 w 937260"/>
                <a:gd name="connsiteY4" fmla="*/ 556260 h 701040"/>
                <a:gd name="connsiteX0" fmla="*/ 0 w 2194560"/>
                <a:gd name="connsiteY0" fmla="*/ 556260 h 701040"/>
                <a:gd name="connsiteX1" fmla="*/ 937260 w 2194560"/>
                <a:gd name="connsiteY1" fmla="*/ 0 h 701040"/>
                <a:gd name="connsiteX2" fmla="*/ 2194560 w 2194560"/>
                <a:gd name="connsiteY2" fmla="*/ 266700 h 701040"/>
                <a:gd name="connsiteX3" fmla="*/ 335280 w 2194560"/>
                <a:gd name="connsiteY3" fmla="*/ 701040 h 701040"/>
                <a:gd name="connsiteX4" fmla="*/ 0 w 2194560"/>
                <a:gd name="connsiteY4" fmla="*/ 556260 h 701040"/>
                <a:gd name="connsiteX0" fmla="*/ 0 w 2456180"/>
                <a:gd name="connsiteY0" fmla="*/ 556260 h 701040"/>
                <a:gd name="connsiteX1" fmla="*/ 937260 w 2456180"/>
                <a:gd name="connsiteY1" fmla="*/ 0 h 701040"/>
                <a:gd name="connsiteX2" fmla="*/ 2456180 w 2456180"/>
                <a:gd name="connsiteY2" fmla="*/ 83820 h 701040"/>
                <a:gd name="connsiteX3" fmla="*/ 2194560 w 2456180"/>
                <a:gd name="connsiteY3" fmla="*/ 266700 h 701040"/>
                <a:gd name="connsiteX4" fmla="*/ 335280 w 2456180"/>
                <a:gd name="connsiteY4" fmla="*/ 701040 h 701040"/>
                <a:gd name="connsiteX5" fmla="*/ 0 w 2456180"/>
                <a:gd name="connsiteY5" fmla="*/ 556260 h 701040"/>
                <a:gd name="connsiteX0" fmla="*/ 0 w 2469922"/>
                <a:gd name="connsiteY0" fmla="*/ 601891 h 746671"/>
                <a:gd name="connsiteX1" fmla="*/ 937260 w 2469922"/>
                <a:gd name="connsiteY1" fmla="*/ 45631 h 746671"/>
                <a:gd name="connsiteX2" fmla="*/ 2303780 w 2469922"/>
                <a:gd name="connsiteY2" fmla="*/ 30391 h 746671"/>
                <a:gd name="connsiteX3" fmla="*/ 2456180 w 2469922"/>
                <a:gd name="connsiteY3" fmla="*/ 129451 h 746671"/>
                <a:gd name="connsiteX4" fmla="*/ 2194560 w 2469922"/>
                <a:gd name="connsiteY4" fmla="*/ 312331 h 746671"/>
                <a:gd name="connsiteX5" fmla="*/ 335280 w 2469922"/>
                <a:gd name="connsiteY5" fmla="*/ 746671 h 746671"/>
                <a:gd name="connsiteX6" fmla="*/ 0 w 2469922"/>
                <a:gd name="connsiteY6" fmla="*/ 601891 h 746671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19 h 876299"/>
                <a:gd name="connsiteX1" fmla="*/ 937260 w 2456180"/>
                <a:gd name="connsiteY1" fmla="*/ 175259 h 876299"/>
                <a:gd name="connsiteX2" fmla="*/ 2258060 w 2456180"/>
                <a:gd name="connsiteY2" fmla="*/ 0 h 876299"/>
                <a:gd name="connsiteX3" fmla="*/ 2303780 w 2456180"/>
                <a:gd name="connsiteY3" fmla="*/ 160019 h 876299"/>
                <a:gd name="connsiteX4" fmla="*/ 2456180 w 2456180"/>
                <a:gd name="connsiteY4" fmla="*/ 259079 h 876299"/>
                <a:gd name="connsiteX5" fmla="*/ 2194560 w 2456180"/>
                <a:gd name="connsiteY5" fmla="*/ 441959 h 876299"/>
                <a:gd name="connsiteX6" fmla="*/ 335280 w 2456180"/>
                <a:gd name="connsiteY6" fmla="*/ 876299 h 876299"/>
                <a:gd name="connsiteX7" fmla="*/ 0 w 2456180"/>
                <a:gd name="connsiteY7" fmla="*/ 731519 h 87629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1009753"/>
                <a:gd name="connsiteX1" fmla="*/ 937260 w 2413318"/>
                <a:gd name="connsiteY1" fmla="*/ 167639 h 1009753"/>
                <a:gd name="connsiteX2" fmla="*/ 2212340 w 2413318"/>
                <a:gd name="connsiteY2" fmla="*/ 0 h 1009753"/>
                <a:gd name="connsiteX3" fmla="*/ 2303780 w 2413318"/>
                <a:gd name="connsiteY3" fmla="*/ 152399 h 1009753"/>
                <a:gd name="connsiteX4" fmla="*/ 2413318 w 2413318"/>
                <a:gd name="connsiteY4" fmla="*/ 270509 h 1009753"/>
                <a:gd name="connsiteX5" fmla="*/ 2194560 w 2413318"/>
                <a:gd name="connsiteY5" fmla="*/ 434339 h 1009753"/>
                <a:gd name="connsiteX6" fmla="*/ 335280 w 2413318"/>
                <a:gd name="connsiteY6" fmla="*/ 868679 h 1009753"/>
                <a:gd name="connsiteX7" fmla="*/ 0 w 2413318"/>
                <a:gd name="connsiteY7" fmla="*/ 723899 h 1009753"/>
                <a:gd name="connsiteX0" fmla="*/ 0 w 2413318"/>
                <a:gd name="connsiteY0" fmla="*/ 723899 h 1242328"/>
                <a:gd name="connsiteX1" fmla="*/ 937260 w 2413318"/>
                <a:gd name="connsiteY1" fmla="*/ 167639 h 1242328"/>
                <a:gd name="connsiteX2" fmla="*/ 2212340 w 2413318"/>
                <a:gd name="connsiteY2" fmla="*/ 0 h 1242328"/>
                <a:gd name="connsiteX3" fmla="*/ 2303780 w 2413318"/>
                <a:gd name="connsiteY3" fmla="*/ 152399 h 1242328"/>
                <a:gd name="connsiteX4" fmla="*/ 2413318 w 2413318"/>
                <a:gd name="connsiteY4" fmla="*/ 270509 h 1242328"/>
                <a:gd name="connsiteX5" fmla="*/ 2194560 w 2413318"/>
                <a:gd name="connsiteY5" fmla="*/ 434339 h 1242328"/>
                <a:gd name="connsiteX6" fmla="*/ 335280 w 2413318"/>
                <a:gd name="connsiteY6" fmla="*/ 868679 h 1242328"/>
                <a:gd name="connsiteX7" fmla="*/ 0 w 2413318"/>
                <a:gd name="connsiteY7" fmla="*/ 723899 h 1242328"/>
                <a:gd name="connsiteX0" fmla="*/ 0 w 2413318"/>
                <a:gd name="connsiteY0" fmla="*/ 723899 h 1233835"/>
                <a:gd name="connsiteX1" fmla="*/ 937260 w 2413318"/>
                <a:gd name="connsiteY1" fmla="*/ 167639 h 1233835"/>
                <a:gd name="connsiteX2" fmla="*/ 2212340 w 2413318"/>
                <a:gd name="connsiteY2" fmla="*/ 0 h 1233835"/>
                <a:gd name="connsiteX3" fmla="*/ 2303780 w 2413318"/>
                <a:gd name="connsiteY3" fmla="*/ 152399 h 1233835"/>
                <a:gd name="connsiteX4" fmla="*/ 2413318 w 2413318"/>
                <a:gd name="connsiteY4" fmla="*/ 270509 h 1233835"/>
                <a:gd name="connsiteX5" fmla="*/ 2194560 w 2413318"/>
                <a:gd name="connsiteY5" fmla="*/ 434339 h 1233835"/>
                <a:gd name="connsiteX6" fmla="*/ 335280 w 2413318"/>
                <a:gd name="connsiteY6" fmla="*/ 868679 h 1233835"/>
                <a:gd name="connsiteX7" fmla="*/ 0 w 2413318"/>
                <a:gd name="connsiteY7" fmla="*/ 723899 h 1233835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937260 w 2413318"/>
                <a:gd name="connsiteY0" fmla="*/ 167639 h 1244469"/>
                <a:gd name="connsiteX1" fmla="*/ 2212340 w 2413318"/>
                <a:gd name="connsiteY1" fmla="*/ 0 h 1244469"/>
                <a:gd name="connsiteX2" fmla="*/ 2303780 w 2413318"/>
                <a:gd name="connsiteY2" fmla="*/ 152399 h 1244469"/>
                <a:gd name="connsiteX3" fmla="*/ 2413318 w 2413318"/>
                <a:gd name="connsiteY3" fmla="*/ 270509 h 1244469"/>
                <a:gd name="connsiteX4" fmla="*/ 2194560 w 2413318"/>
                <a:gd name="connsiteY4" fmla="*/ 434339 h 1244469"/>
                <a:gd name="connsiteX5" fmla="*/ 335280 w 2413318"/>
                <a:gd name="connsiteY5" fmla="*/ 868679 h 1244469"/>
                <a:gd name="connsiteX6" fmla="*/ 0 w 2413318"/>
                <a:gd name="connsiteY6" fmla="*/ 723899 h 1244469"/>
                <a:gd name="connsiteX7" fmla="*/ 1028700 w 2413318"/>
                <a:gd name="connsiteY7" fmla="*/ 259079 h 1244469"/>
                <a:gd name="connsiteX0" fmla="*/ 937260 w 2413318"/>
                <a:gd name="connsiteY0" fmla="*/ 167639 h 1244469"/>
                <a:gd name="connsiteX1" fmla="*/ 2212340 w 2413318"/>
                <a:gd name="connsiteY1" fmla="*/ 0 h 1244469"/>
                <a:gd name="connsiteX2" fmla="*/ 2303780 w 2413318"/>
                <a:gd name="connsiteY2" fmla="*/ 152399 h 1244469"/>
                <a:gd name="connsiteX3" fmla="*/ 2413318 w 2413318"/>
                <a:gd name="connsiteY3" fmla="*/ 270509 h 1244469"/>
                <a:gd name="connsiteX4" fmla="*/ 2194560 w 2413318"/>
                <a:gd name="connsiteY4" fmla="*/ 434339 h 1244469"/>
                <a:gd name="connsiteX5" fmla="*/ 335280 w 2413318"/>
                <a:gd name="connsiteY5" fmla="*/ 868679 h 1244469"/>
                <a:gd name="connsiteX6" fmla="*/ 0 w 2413318"/>
                <a:gd name="connsiteY6" fmla="*/ 723899 h 124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318" h="1244469">
                  <a:moveTo>
                    <a:pt x="937260" y="167639"/>
                  </a:moveTo>
                  <a:cubicBezTo>
                    <a:pt x="1565063" y="934719"/>
                    <a:pt x="1984587" y="2540"/>
                    <a:pt x="2212340" y="0"/>
                  </a:cubicBezTo>
                  <a:cubicBezTo>
                    <a:pt x="2325793" y="12700"/>
                    <a:pt x="2277904" y="127158"/>
                    <a:pt x="2303780" y="152399"/>
                  </a:cubicBezTo>
                  <a:cubicBezTo>
                    <a:pt x="2386807" y="187165"/>
                    <a:pt x="2398501" y="234949"/>
                    <a:pt x="2413318" y="270509"/>
                  </a:cubicBezTo>
                  <a:cubicBezTo>
                    <a:pt x="2409455" y="321944"/>
                    <a:pt x="2281767" y="373379"/>
                    <a:pt x="2194560" y="434339"/>
                  </a:cubicBezTo>
                  <a:cubicBezTo>
                    <a:pt x="1600200" y="1512569"/>
                    <a:pt x="789940" y="1358899"/>
                    <a:pt x="335280" y="868679"/>
                  </a:cubicBezTo>
                  <a:cubicBezTo>
                    <a:pt x="223520" y="820419"/>
                    <a:pt x="111760" y="829309"/>
                    <a:pt x="0" y="723899"/>
                  </a:cubicBezTo>
                </a:path>
              </a:pathLst>
            </a:custGeom>
            <a:solidFill>
              <a:srgbClr val="C8D5F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FD83662-D377-F3B7-8E8A-9AB9B56241E9}"/>
                </a:ext>
              </a:extLst>
            </p:cNvPr>
            <p:cNvGrpSpPr/>
            <p:nvPr/>
          </p:nvGrpSpPr>
          <p:grpSpPr>
            <a:xfrm rot="19730207" flipH="1">
              <a:off x="5520560" y="2375278"/>
              <a:ext cx="782870" cy="947334"/>
              <a:chOff x="4040075" y="2805539"/>
              <a:chExt cx="782870" cy="947334"/>
            </a:xfrm>
          </p:grpSpPr>
          <p:sp>
            <p:nvSpPr>
              <p:cNvPr id="73" name="Rectangle 41">
                <a:extLst>
                  <a:ext uri="{FF2B5EF4-FFF2-40B4-BE49-F238E27FC236}">
                    <a16:creationId xmlns:a16="http://schemas.microsoft.com/office/drawing/2014/main" id="{E36091A2-61CD-D5E0-A115-BAA434EA5425}"/>
                  </a:ext>
                </a:extLst>
              </p:cNvPr>
              <p:cNvSpPr/>
              <p:nvPr/>
            </p:nvSpPr>
            <p:spPr>
              <a:xfrm>
                <a:off x="4048124" y="3139374"/>
                <a:ext cx="295465" cy="589906"/>
              </a:xfrm>
              <a:custGeom>
                <a:avLst/>
                <a:gdLst>
                  <a:gd name="connsiteX0" fmla="*/ 0 w 349440"/>
                  <a:gd name="connsiteY0" fmla="*/ 0 h 354956"/>
                  <a:gd name="connsiteX1" fmla="*/ 349440 w 349440"/>
                  <a:gd name="connsiteY1" fmla="*/ 0 h 354956"/>
                  <a:gd name="connsiteX2" fmla="*/ 349440 w 349440"/>
                  <a:gd name="connsiteY2" fmla="*/ 354956 h 354956"/>
                  <a:gd name="connsiteX3" fmla="*/ 0 w 349440"/>
                  <a:gd name="connsiteY3" fmla="*/ 354956 h 354956"/>
                  <a:gd name="connsiteX4" fmla="*/ 0 w 349440"/>
                  <a:gd name="connsiteY4" fmla="*/ 0 h 354956"/>
                  <a:gd name="connsiteX0" fmla="*/ 409575 w 759015"/>
                  <a:gd name="connsiteY0" fmla="*/ 0 h 354956"/>
                  <a:gd name="connsiteX1" fmla="*/ 759015 w 759015"/>
                  <a:gd name="connsiteY1" fmla="*/ 0 h 354956"/>
                  <a:gd name="connsiteX2" fmla="*/ 759015 w 759015"/>
                  <a:gd name="connsiteY2" fmla="*/ 354956 h 354956"/>
                  <a:gd name="connsiteX3" fmla="*/ 0 w 759015"/>
                  <a:gd name="connsiteY3" fmla="*/ 272406 h 354956"/>
                  <a:gd name="connsiteX4" fmla="*/ 409575 w 759015"/>
                  <a:gd name="connsiteY4" fmla="*/ 0 h 354956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295465"/>
                  <a:gd name="connsiteY0" fmla="*/ 0 h 589906"/>
                  <a:gd name="connsiteX1" fmla="*/ 295465 w 295465"/>
                  <a:gd name="connsiteY1" fmla="*/ 589906 h 589906"/>
                  <a:gd name="connsiteX2" fmla="*/ 0 w 295465"/>
                  <a:gd name="connsiteY2" fmla="*/ 383531 h 589906"/>
                  <a:gd name="connsiteX3" fmla="*/ 215900 w 295465"/>
                  <a:gd name="connsiteY3" fmla="*/ 0 h 58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65" h="589906">
                    <a:moveTo>
                      <a:pt x="215900" y="0"/>
                    </a:moveTo>
                    <a:lnTo>
                      <a:pt x="295465" y="589906"/>
                    </a:lnTo>
                    <a:cubicBezTo>
                      <a:pt x="108077" y="543339"/>
                      <a:pt x="98488" y="452323"/>
                      <a:pt x="0" y="383531"/>
                    </a:cubicBezTo>
                    <a:cubicBezTo>
                      <a:pt x="56092" y="281087"/>
                      <a:pt x="58208" y="102444"/>
                      <a:pt x="2159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CC063E2D-DD44-1AC8-33BB-0246D1F8E4C2}"/>
                  </a:ext>
                </a:extLst>
              </p:cNvPr>
              <p:cNvSpPr/>
              <p:nvPr/>
            </p:nvSpPr>
            <p:spPr>
              <a:xfrm>
                <a:off x="4122919" y="3052847"/>
                <a:ext cx="700026" cy="70002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A0424B4D-A8D0-34F8-7488-E541814138A5}"/>
                  </a:ext>
                </a:extLst>
              </p:cNvPr>
              <p:cNvSpPr/>
              <p:nvPr/>
            </p:nvSpPr>
            <p:spPr>
              <a:xfrm>
                <a:off x="4385553" y="3147098"/>
                <a:ext cx="256303" cy="25630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8AA77416-EBB4-A2A5-4A24-E5C569B592BB}"/>
                  </a:ext>
                </a:extLst>
              </p:cNvPr>
              <p:cNvSpPr/>
              <p:nvPr/>
            </p:nvSpPr>
            <p:spPr>
              <a:xfrm>
                <a:off x="4305288" y="3448321"/>
                <a:ext cx="128152" cy="12815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1277CA2-100B-59E4-940C-AE5AAC22DB40}"/>
                  </a:ext>
                </a:extLst>
              </p:cNvPr>
              <p:cNvSpPr/>
              <p:nvPr/>
            </p:nvSpPr>
            <p:spPr>
              <a:xfrm rot="19388233">
                <a:off x="4040075" y="2805539"/>
                <a:ext cx="437683" cy="119031"/>
              </a:xfrm>
              <a:custGeom>
                <a:avLst/>
                <a:gdLst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642699 w 695754"/>
                  <a:gd name="connsiteY3" fmla="*/ 182579 h 237229"/>
                  <a:gd name="connsiteX4" fmla="*/ 262316 w 695754"/>
                  <a:gd name="connsiteY4" fmla="*/ 48668 h 237229"/>
                  <a:gd name="connsiteX5" fmla="*/ 52924 w 695754"/>
                  <a:gd name="connsiteY5" fmla="*/ 84597 h 237229"/>
                  <a:gd name="connsiteX6" fmla="*/ 0 w 695754"/>
                  <a:gd name="connsiteY6" fmla="*/ 109011 h 237229"/>
                  <a:gd name="connsiteX7" fmla="*/ 68274 w 695754"/>
                  <a:gd name="connsiteY7" fmla="*/ 60554 h 237229"/>
                  <a:gd name="connsiteX8" fmla="*/ 328891 w 695754"/>
                  <a:gd name="connsiteY8" fmla="*/ 1225 h 237229"/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262316 w 695754"/>
                  <a:gd name="connsiteY3" fmla="*/ 48668 h 237229"/>
                  <a:gd name="connsiteX4" fmla="*/ 52924 w 695754"/>
                  <a:gd name="connsiteY4" fmla="*/ 84597 h 237229"/>
                  <a:gd name="connsiteX5" fmla="*/ 0 w 695754"/>
                  <a:gd name="connsiteY5" fmla="*/ 109011 h 237229"/>
                  <a:gd name="connsiteX6" fmla="*/ 68274 w 695754"/>
                  <a:gd name="connsiteY6" fmla="*/ 60554 h 237229"/>
                  <a:gd name="connsiteX7" fmla="*/ 328891 w 695754"/>
                  <a:gd name="connsiteY7" fmla="*/ 1225 h 237229"/>
                  <a:gd name="connsiteX0" fmla="*/ 328891 w 692384"/>
                  <a:gd name="connsiteY0" fmla="*/ 1225 h 229777"/>
                  <a:gd name="connsiteX1" fmla="*/ 692384 w 692384"/>
                  <a:gd name="connsiteY1" fmla="*/ 229777 h 229777"/>
                  <a:gd name="connsiteX2" fmla="*/ 689787 w 692384"/>
                  <a:gd name="connsiteY2" fmla="*/ 139703 h 229777"/>
                  <a:gd name="connsiteX3" fmla="*/ 262316 w 692384"/>
                  <a:gd name="connsiteY3" fmla="*/ 48668 h 229777"/>
                  <a:gd name="connsiteX4" fmla="*/ 52924 w 692384"/>
                  <a:gd name="connsiteY4" fmla="*/ 84597 h 229777"/>
                  <a:gd name="connsiteX5" fmla="*/ 0 w 692384"/>
                  <a:gd name="connsiteY5" fmla="*/ 109011 h 229777"/>
                  <a:gd name="connsiteX6" fmla="*/ 68274 w 692384"/>
                  <a:gd name="connsiteY6" fmla="*/ 60554 h 229777"/>
                  <a:gd name="connsiteX7" fmla="*/ 328891 w 692384"/>
                  <a:gd name="connsiteY7" fmla="*/ 1225 h 229777"/>
                  <a:gd name="connsiteX0" fmla="*/ 328891 w 692384"/>
                  <a:gd name="connsiteY0" fmla="*/ 1225 h 230052"/>
                  <a:gd name="connsiteX1" fmla="*/ 692384 w 692384"/>
                  <a:gd name="connsiteY1" fmla="*/ 229777 h 230052"/>
                  <a:gd name="connsiteX2" fmla="*/ 262316 w 692384"/>
                  <a:gd name="connsiteY2" fmla="*/ 48668 h 230052"/>
                  <a:gd name="connsiteX3" fmla="*/ 52924 w 692384"/>
                  <a:gd name="connsiteY3" fmla="*/ 84597 h 230052"/>
                  <a:gd name="connsiteX4" fmla="*/ 0 w 692384"/>
                  <a:gd name="connsiteY4" fmla="*/ 109011 h 230052"/>
                  <a:gd name="connsiteX5" fmla="*/ 68274 w 692384"/>
                  <a:gd name="connsiteY5" fmla="*/ 60554 h 230052"/>
                  <a:gd name="connsiteX6" fmla="*/ 328891 w 692384"/>
                  <a:gd name="connsiteY6" fmla="*/ 1225 h 230052"/>
                  <a:gd name="connsiteX0" fmla="*/ 328891 w 684187"/>
                  <a:gd name="connsiteY0" fmla="*/ 1225 h 154279"/>
                  <a:gd name="connsiteX1" fmla="*/ 684187 w 684187"/>
                  <a:gd name="connsiteY1" fmla="*/ 153841 h 154279"/>
                  <a:gd name="connsiteX2" fmla="*/ 262316 w 684187"/>
                  <a:gd name="connsiteY2" fmla="*/ 48668 h 154279"/>
                  <a:gd name="connsiteX3" fmla="*/ 52924 w 684187"/>
                  <a:gd name="connsiteY3" fmla="*/ 84597 h 154279"/>
                  <a:gd name="connsiteX4" fmla="*/ 0 w 684187"/>
                  <a:gd name="connsiteY4" fmla="*/ 109011 h 154279"/>
                  <a:gd name="connsiteX5" fmla="*/ 68274 w 684187"/>
                  <a:gd name="connsiteY5" fmla="*/ 60554 h 154279"/>
                  <a:gd name="connsiteX6" fmla="*/ 328891 w 684187"/>
                  <a:gd name="connsiteY6" fmla="*/ 1225 h 154279"/>
                  <a:gd name="connsiteX0" fmla="*/ 328891 w 684187"/>
                  <a:gd name="connsiteY0" fmla="*/ 1225 h 155540"/>
                  <a:gd name="connsiteX1" fmla="*/ 684187 w 684187"/>
                  <a:gd name="connsiteY1" fmla="*/ 153841 h 155540"/>
                  <a:gd name="connsiteX2" fmla="*/ 52924 w 684187"/>
                  <a:gd name="connsiteY2" fmla="*/ 84597 h 155540"/>
                  <a:gd name="connsiteX3" fmla="*/ 0 w 684187"/>
                  <a:gd name="connsiteY3" fmla="*/ 109011 h 155540"/>
                  <a:gd name="connsiteX4" fmla="*/ 68274 w 684187"/>
                  <a:gd name="connsiteY4" fmla="*/ 60554 h 155540"/>
                  <a:gd name="connsiteX5" fmla="*/ 328891 w 684187"/>
                  <a:gd name="connsiteY5" fmla="*/ 1225 h 155540"/>
                  <a:gd name="connsiteX0" fmla="*/ 328891 w 684187"/>
                  <a:gd name="connsiteY0" fmla="*/ 1225 h 183415"/>
                  <a:gd name="connsiteX1" fmla="*/ 684187 w 684187"/>
                  <a:gd name="connsiteY1" fmla="*/ 153841 h 183415"/>
                  <a:gd name="connsiteX2" fmla="*/ 52924 w 684187"/>
                  <a:gd name="connsiteY2" fmla="*/ 84597 h 183415"/>
                  <a:gd name="connsiteX3" fmla="*/ 0 w 684187"/>
                  <a:gd name="connsiteY3" fmla="*/ 109011 h 183415"/>
                  <a:gd name="connsiteX4" fmla="*/ 68274 w 684187"/>
                  <a:gd name="connsiteY4" fmla="*/ 60554 h 183415"/>
                  <a:gd name="connsiteX5" fmla="*/ 328891 w 684187"/>
                  <a:gd name="connsiteY5" fmla="*/ 1225 h 183415"/>
                  <a:gd name="connsiteX0" fmla="*/ 328891 w 684187"/>
                  <a:gd name="connsiteY0" fmla="*/ 1225 h 157855"/>
                  <a:gd name="connsiteX1" fmla="*/ 684187 w 684187"/>
                  <a:gd name="connsiteY1" fmla="*/ 153841 h 157855"/>
                  <a:gd name="connsiteX2" fmla="*/ 0 w 684187"/>
                  <a:gd name="connsiteY2" fmla="*/ 109011 h 157855"/>
                  <a:gd name="connsiteX3" fmla="*/ 68274 w 684187"/>
                  <a:gd name="connsiteY3" fmla="*/ 60554 h 157855"/>
                  <a:gd name="connsiteX4" fmla="*/ 328891 w 684187"/>
                  <a:gd name="connsiteY4" fmla="*/ 1225 h 157855"/>
                  <a:gd name="connsiteX0" fmla="*/ 328891 w 684187"/>
                  <a:gd name="connsiteY0" fmla="*/ 1225 h 188492"/>
                  <a:gd name="connsiteX1" fmla="*/ 684187 w 684187"/>
                  <a:gd name="connsiteY1" fmla="*/ 153841 h 188492"/>
                  <a:gd name="connsiteX2" fmla="*/ 0 w 684187"/>
                  <a:gd name="connsiteY2" fmla="*/ 109011 h 188492"/>
                  <a:gd name="connsiteX3" fmla="*/ 68274 w 684187"/>
                  <a:gd name="connsiteY3" fmla="*/ 60554 h 188492"/>
                  <a:gd name="connsiteX4" fmla="*/ 328891 w 684187"/>
                  <a:gd name="connsiteY4" fmla="*/ 1225 h 188492"/>
                  <a:gd name="connsiteX0" fmla="*/ 328891 w 684207"/>
                  <a:gd name="connsiteY0" fmla="*/ 1225 h 160133"/>
                  <a:gd name="connsiteX1" fmla="*/ 684187 w 684207"/>
                  <a:gd name="connsiteY1" fmla="*/ 153841 h 160133"/>
                  <a:gd name="connsiteX2" fmla="*/ 332811 w 684207"/>
                  <a:gd name="connsiteY2" fmla="*/ 102174 h 160133"/>
                  <a:gd name="connsiteX3" fmla="*/ 0 w 684207"/>
                  <a:gd name="connsiteY3" fmla="*/ 109011 h 160133"/>
                  <a:gd name="connsiteX4" fmla="*/ 68274 w 684207"/>
                  <a:gd name="connsiteY4" fmla="*/ 60554 h 160133"/>
                  <a:gd name="connsiteX5" fmla="*/ 328891 w 684207"/>
                  <a:gd name="connsiteY5" fmla="*/ 1225 h 160133"/>
                  <a:gd name="connsiteX0" fmla="*/ 328891 w 684209"/>
                  <a:gd name="connsiteY0" fmla="*/ 1225 h 159104"/>
                  <a:gd name="connsiteX1" fmla="*/ 684187 w 684209"/>
                  <a:gd name="connsiteY1" fmla="*/ 153841 h 159104"/>
                  <a:gd name="connsiteX2" fmla="*/ 346209 w 684209"/>
                  <a:gd name="connsiteY2" fmla="*/ 84305 h 159104"/>
                  <a:gd name="connsiteX3" fmla="*/ 0 w 684209"/>
                  <a:gd name="connsiteY3" fmla="*/ 109011 h 159104"/>
                  <a:gd name="connsiteX4" fmla="*/ 68274 w 684209"/>
                  <a:gd name="connsiteY4" fmla="*/ 60554 h 159104"/>
                  <a:gd name="connsiteX5" fmla="*/ 328891 w 684209"/>
                  <a:gd name="connsiteY5" fmla="*/ 1225 h 159104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4187" h="186068">
                    <a:moveTo>
                      <a:pt x="328891" y="1225"/>
                    </a:moveTo>
                    <a:cubicBezTo>
                      <a:pt x="486290" y="12676"/>
                      <a:pt x="639353" y="19881"/>
                      <a:pt x="684187" y="153841"/>
                    </a:cubicBezTo>
                    <a:cubicBezTo>
                      <a:pt x="672689" y="249953"/>
                      <a:pt x="517566" y="102193"/>
                      <a:pt x="346209" y="84305"/>
                    </a:cubicBezTo>
                    <a:cubicBezTo>
                      <a:pt x="232178" y="76833"/>
                      <a:pt x="93717" y="88023"/>
                      <a:pt x="0" y="109011"/>
                    </a:cubicBezTo>
                    <a:lnTo>
                      <a:pt x="68274" y="60554"/>
                    </a:lnTo>
                    <a:cubicBezTo>
                      <a:pt x="144628" y="16682"/>
                      <a:pt x="234451" y="-5645"/>
                      <a:pt x="328891" y="122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C3A8E54-1B00-0C86-C3DD-96E1F73A4882}"/>
                </a:ext>
              </a:extLst>
            </p:cNvPr>
            <p:cNvGrpSpPr/>
            <p:nvPr/>
          </p:nvGrpSpPr>
          <p:grpSpPr>
            <a:xfrm>
              <a:off x="3570695" y="4159859"/>
              <a:ext cx="580876" cy="768117"/>
              <a:chOff x="3570695" y="4159859"/>
              <a:chExt cx="580876" cy="768117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9A7E597-D2F9-8C5E-6A9D-2DF67D09CA20}"/>
                  </a:ext>
                </a:extLst>
              </p:cNvPr>
              <p:cNvSpPr/>
              <p:nvPr/>
            </p:nvSpPr>
            <p:spPr>
              <a:xfrm rot="4936735">
                <a:off x="3830371" y="4164804"/>
                <a:ext cx="298548" cy="34385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685EC84-24E4-529F-D863-3A373EA112B6}"/>
                  </a:ext>
                </a:extLst>
              </p:cNvPr>
              <p:cNvSpPr/>
              <p:nvPr/>
            </p:nvSpPr>
            <p:spPr>
              <a:xfrm rot="4936735">
                <a:off x="3799668" y="4414995"/>
                <a:ext cx="275964" cy="34385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8417BDD-4C24-FF5E-52DA-D5ED4134AC0B}"/>
                  </a:ext>
                </a:extLst>
              </p:cNvPr>
              <p:cNvSpPr/>
              <p:nvPr/>
            </p:nvSpPr>
            <p:spPr>
              <a:xfrm rot="485442">
                <a:off x="3570695" y="4159859"/>
                <a:ext cx="445171" cy="768117"/>
              </a:xfrm>
              <a:prstGeom prst="ellipse">
                <a:avLst/>
              </a:prstGeom>
              <a:solidFill>
                <a:srgbClr val="FBA8A4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3716630-724C-F2B9-F080-8CB609ECAE3F}"/>
                </a:ext>
              </a:extLst>
            </p:cNvPr>
            <p:cNvSpPr/>
            <p:nvPr/>
          </p:nvSpPr>
          <p:spPr>
            <a:xfrm rot="513712" flipH="1">
              <a:off x="5603226" y="6066976"/>
              <a:ext cx="182806" cy="141144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CCCA36B-1593-69BB-2804-9E2980C31953}"/>
                </a:ext>
              </a:extLst>
            </p:cNvPr>
            <p:cNvSpPr/>
            <p:nvPr/>
          </p:nvSpPr>
          <p:spPr>
            <a:xfrm rot="1135535" flipH="1">
              <a:off x="5427361" y="6132610"/>
              <a:ext cx="182806" cy="119021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793B19D-EBB9-BC39-3BDB-F847AB959124}"/>
                </a:ext>
              </a:extLst>
            </p:cNvPr>
            <p:cNvSpPr/>
            <p:nvPr/>
          </p:nvSpPr>
          <p:spPr>
            <a:xfrm rot="10082128">
              <a:off x="4988615" y="5576804"/>
              <a:ext cx="445083" cy="151759"/>
            </a:xfrm>
            <a:custGeom>
              <a:avLst/>
              <a:gdLst>
                <a:gd name="connsiteX0" fmla="*/ 328891 w 695754"/>
                <a:gd name="connsiteY0" fmla="*/ 1225 h 237229"/>
                <a:gd name="connsiteX1" fmla="*/ 692384 w 695754"/>
                <a:gd name="connsiteY1" fmla="*/ 229777 h 237229"/>
                <a:gd name="connsiteX2" fmla="*/ 695754 w 695754"/>
                <a:gd name="connsiteY2" fmla="*/ 237229 h 237229"/>
                <a:gd name="connsiteX3" fmla="*/ 642699 w 695754"/>
                <a:gd name="connsiteY3" fmla="*/ 182579 h 237229"/>
                <a:gd name="connsiteX4" fmla="*/ 262316 w 695754"/>
                <a:gd name="connsiteY4" fmla="*/ 48668 h 237229"/>
                <a:gd name="connsiteX5" fmla="*/ 52924 w 695754"/>
                <a:gd name="connsiteY5" fmla="*/ 84597 h 237229"/>
                <a:gd name="connsiteX6" fmla="*/ 0 w 695754"/>
                <a:gd name="connsiteY6" fmla="*/ 109011 h 237229"/>
                <a:gd name="connsiteX7" fmla="*/ 68274 w 695754"/>
                <a:gd name="connsiteY7" fmla="*/ 60554 h 237229"/>
                <a:gd name="connsiteX8" fmla="*/ 328891 w 695754"/>
                <a:gd name="connsiteY8" fmla="*/ 1225 h 23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5754" h="237229">
                  <a:moveTo>
                    <a:pt x="328891" y="1225"/>
                  </a:moveTo>
                  <a:cubicBezTo>
                    <a:pt x="486290" y="12676"/>
                    <a:pt x="619262" y="102520"/>
                    <a:pt x="692384" y="229777"/>
                  </a:cubicBezTo>
                  <a:lnTo>
                    <a:pt x="695754" y="237229"/>
                  </a:lnTo>
                  <a:lnTo>
                    <a:pt x="642699" y="182579"/>
                  </a:lnTo>
                  <a:cubicBezTo>
                    <a:pt x="545351" y="99842"/>
                    <a:pt x="410865" y="48668"/>
                    <a:pt x="262316" y="48668"/>
                  </a:cubicBezTo>
                  <a:cubicBezTo>
                    <a:pt x="188041" y="48668"/>
                    <a:pt x="117283" y="61461"/>
                    <a:pt x="52924" y="84597"/>
                  </a:cubicBezTo>
                  <a:lnTo>
                    <a:pt x="0" y="109011"/>
                  </a:lnTo>
                  <a:lnTo>
                    <a:pt x="68274" y="60554"/>
                  </a:lnTo>
                  <a:cubicBezTo>
                    <a:pt x="144628" y="16682"/>
                    <a:pt x="234451" y="-5645"/>
                    <a:pt x="328891" y="1225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93EFEC1-86C1-16B6-3FAE-1D003AD75B65}"/>
              </a:ext>
            </a:extLst>
          </p:cNvPr>
          <p:cNvGrpSpPr/>
          <p:nvPr/>
        </p:nvGrpSpPr>
        <p:grpSpPr>
          <a:xfrm>
            <a:off x="-460444" y="1351278"/>
            <a:ext cx="5057460" cy="4789095"/>
            <a:chOff x="2500470" y="1483024"/>
            <a:chExt cx="5057460" cy="4789095"/>
          </a:xfrm>
          <a:solidFill>
            <a:schemeClr val="bg1"/>
          </a:solidFill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2DDB71A-360C-47AC-BCFF-DEEEE6229A40}"/>
                </a:ext>
              </a:extLst>
            </p:cNvPr>
            <p:cNvGrpSpPr/>
            <p:nvPr/>
          </p:nvGrpSpPr>
          <p:grpSpPr>
            <a:xfrm>
              <a:off x="2500470" y="2198067"/>
              <a:ext cx="1659584" cy="2193224"/>
              <a:chOff x="2500470" y="2198067"/>
              <a:chExt cx="1659584" cy="2193224"/>
            </a:xfrm>
            <a:grpFill/>
          </p:grpSpPr>
          <p:sp>
            <p:nvSpPr>
              <p:cNvPr id="121" name="Rectangle 4">
                <a:extLst>
                  <a:ext uri="{FF2B5EF4-FFF2-40B4-BE49-F238E27FC236}">
                    <a16:creationId xmlns:a16="http://schemas.microsoft.com/office/drawing/2014/main" id="{F616CE8D-C955-C016-4244-A047D9FF92B3}"/>
                  </a:ext>
                </a:extLst>
              </p:cNvPr>
              <p:cNvSpPr/>
              <p:nvPr/>
            </p:nvSpPr>
            <p:spPr>
              <a:xfrm>
                <a:off x="2500470" y="2198067"/>
                <a:ext cx="1568144" cy="2193224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276350"/>
                  <a:gd name="connsiteY0" fmla="*/ 0 h 2457450"/>
                  <a:gd name="connsiteX1" fmla="*/ 914400 w 1276350"/>
                  <a:gd name="connsiteY1" fmla="*/ 0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352425 w 1276350"/>
                  <a:gd name="connsiteY3" fmla="*/ 2447925 h 2457450"/>
                  <a:gd name="connsiteX4" fmla="*/ 0 w 1276350"/>
                  <a:gd name="connsiteY4" fmla="*/ 0 h 2457450"/>
                  <a:gd name="connsiteX0" fmla="*/ 0 w 923925"/>
                  <a:gd name="connsiteY0" fmla="*/ 1809750 h 1819275"/>
                  <a:gd name="connsiteX1" fmla="*/ 647700 w 923925"/>
                  <a:gd name="connsiteY1" fmla="*/ 0 h 1819275"/>
                  <a:gd name="connsiteX2" fmla="*/ 923925 w 923925"/>
                  <a:gd name="connsiteY2" fmla="*/ 1819275 h 1819275"/>
                  <a:gd name="connsiteX3" fmla="*/ 0 w 923925"/>
                  <a:gd name="connsiteY3" fmla="*/ 1809750 h 1819275"/>
                  <a:gd name="connsiteX0" fmla="*/ 205766 w 1129691"/>
                  <a:gd name="connsiteY0" fmla="*/ 1909075 h 1918600"/>
                  <a:gd name="connsiteX1" fmla="*/ 853466 w 1129691"/>
                  <a:gd name="connsiteY1" fmla="*/ 99325 h 1918600"/>
                  <a:gd name="connsiteX2" fmla="*/ 1129691 w 1129691"/>
                  <a:gd name="connsiteY2" fmla="*/ 1918600 h 1918600"/>
                  <a:gd name="connsiteX3" fmla="*/ 205766 w 1129691"/>
                  <a:gd name="connsiteY3" fmla="*/ 1909075 h 1918600"/>
                  <a:gd name="connsiteX0" fmla="*/ 662165 w 1586090"/>
                  <a:gd name="connsiteY0" fmla="*/ 1884466 h 1893991"/>
                  <a:gd name="connsiteX1" fmla="*/ 1309865 w 1586090"/>
                  <a:gd name="connsiteY1" fmla="*/ 74716 h 1893991"/>
                  <a:gd name="connsiteX2" fmla="*/ 1586090 w 1586090"/>
                  <a:gd name="connsiteY2" fmla="*/ 1893991 h 1893991"/>
                  <a:gd name="connsiteX3" fmla="*/ 662165 w 1586090"/>
                  <a:gd name="connsiteY3" fmla="*/ 1884466 h 1893991"/>
                  <a:gd name="connsiteX0" fmla="*/ 662165 w 1586090"/>
                  <a:gd name="connsiteY0" fmla="*/ 1884466 h 2154353"/>
                  <a:gd name="connsiteX1" fmla="*/ 1309865 w 1586090"/>
                  <a:gd name="connsiteY1" fmla="*/ 74716 h 2154353"/>
                  <a:gd name="connsiteX2" fmla="*/ 1586090 w 1586090"/>
                  <a:gd name="connsiteY2" fmla="*/ 1893991 h 2154353"/>
                  <a:gd name="connsiteX3" fmla="*/ 662165 w 1586090"/>
                  <a:gd name="connsiteY3" fmla="*/ 1884466 h 2154353"/>
                  <a:gd name="connsiteX0" fmla="*/ 644219 w 1568144"/>
                  <a:gd name="connsiteY0" fmla="*/ 1923337 h 2193224"/>
                  <a:gd name="connsiteX1" fmla="*/ 1291919 w 1568144"/>
                  <a:gd name="connsiteY1" fmla="*/ 113587 h 2193224"/>
                  <a:gd name="connsiteX2" fmla="*/ 1568144 w 1568144"/>
                  <a:gd name="connsiteY2" fmla="*/ 1932862 h 2193224"/>
                  <a:gd name="connsiteX3" fmla="*/ 644219 w 1568144"/>
                  <a:gd name="connsiteY3" fmla="*/ 1923337 h 2193224"/>
                  <a:gd name="connsiteX0" fmla="*/ 1568144 w 1659584"/>
                  <a:gd name="connsiteY0" fmla="*/ 1932862 h 2193224"/>
                  <a:gd name="connsiteX1" fmla="*/ 644219 w 1659584"/>
                  <a:gd name="connsiteY1" fmla="*/ 1923337 h 2193224"/>
                  <a:gd name="connsiteX2" fmla="*/ 1291919 w 1659584"/>
                  <a:gd name="connsiteY2" fmla="*/ 113587 h 2193224"/>
                  <a:gd name="connsiteX3" fmla="*/ 1659584 w 1659584"/>
                  <a:gd name="connsiteY3" fmla="*/ 2024302 h 2193224"/>
                  <a:gd name="connsiteX0" fmla="*/ 1568144 w 1568144"/>
                  <a:gd name="connsiteY0" fmla="*/ 1932862 h 2193224"/>
                  <a:gd name="connsiteX1" fmla="*/ 644219 w 1568144"/>
                  <a:gd name="connsiteY1" fmla="*/ 1923337 h 2193224"/>
                  <a:gd name="connsiteX2" fmla="*/ 1291919 w 1568144"/>
                  <a:gd name="connsiteY2" fmla="*/ 113587 h 219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68144" h="2193224">
                    <a:moveTo>
                      <a:pt x="1568144" y="1932862"/>
                    </a:moveTo>
                    <a:cubicBezTo>
                      <a:pt x="1260169" y="1929687"/>
                      <a:pt x="1009344" y="2526587"/>
                      <a:pt x="644219" y="1923337"/>
                    </a:cubicBezTo>
                    <a:cubicBezTo>
                      <a:pt x="-349556" y="2053512"/>
                      <a:pt x="-238431" y="-569038"/>
                      <a:pt x="1291919" y="113587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4A089992-7F24-C0BF-DA5D-3044D91DD06B}"/>
                  </a:ext>
                </a:extLst>
              </p:cNvPr>
              <p:cNvSpPr/>
              <p:nvPr/>
            </p:nvSpPr>
            <p:spPr>
              <a:xfrm>
                <a:off x="2689048" y="2476435"/>
                <a:ext cx="1471006" cy="1914856"/>
              </a:xfrm>
              <a:custGeom>
                <a:avLst/>
                <a:gdLst>
                  <a:gd name="connsiteX0" fmla="*/ 711537 w 1379566"/>
                  <a:gd name="connsiteY0" fmla="*/ 335 h 1914856"/>
                  <a:gd name="connsiteX1" fmla="*/ 1105996 w 1379566"/>
                  <a:gd name="connsiteY1" fmla="*/ 61633 h 1914856"/>
                  <a:gd name="connsiteX2" fmla="*/ 1139525 w 1379566"/>
                  <a:gd name="connsiteY2" fmla="*/ 73536 h 1914856"/>
                  <a:gd name="connsiteX3" fmla="*/ 1379566 w 1379566"/>
                  <a:gd name="connsiteY3" fmla="*/ 1654494 h 1914856"/>
                  <a:gd name="connsiteX4" fmla="*/ 455641 w 1379566"/>
                  <a:gd name="connsiteY4" fmla="*/ 1644969 h 1914856"/>
                  <a:gd name="connsiteX5" fmla="*/ 135381 w 1379566"/>
                  <a:gd name="connsiteY5" fmla="*/ 1576582 h 1914856"/>
                  <a:gd name="connsiteX6" fmla="*/ 126917 w 1379566"/>
                  <a:gd name="connsiteY6" fmla="*/ 1570032 h 1914856"/>
                  <a:gd name="connsiteX7" fmla="*/ 63576 w 1379566"/>
                  <a:gd name="connsiteY7" fmla="*/ 1392781 h 1914856"/>
                  <a:gd name="connsiteX8" fmla="*/ 711537 w 1379566"/>
                  <a:gd name="connsiteY8" fmla="*/ 335 h 1914856"/>
                  <a:gd name="connsiteX0" fmla="*/ 1379566 w 1471006"/>
                  <a:gd name="connsiteY0" fmla="*/ 1654494 h 1914856"/>
                  <a:gd name="connsiteX1" fmla="*/ 455641 w 1471006"/>
                  <a:gd name="connsiteY1" fmla="*/ 1644969 h 1914856"/>
                  <a:gd name="connsiteX2" fmla="*/ 135381 w 1471006"/>
                  <a:gd name="connsiteY2" fmla="*/ 1576582 h 1914856"/>
                  <a:gd name="connsiteX3" fmla="*/ 126917 w 1471006"/>
                  <a:gd name="connsiteY3" fmla="*/ 1570032 h 1914856"/>
                  <a:gd name="connsiteX4" fmla="*/ 63576 w 1471006"/>
                  <a:gd name="connsiteY4" fmla="*/ 1392781 h 1914856"/>
                  <a:gd name="connsiteX5" fmla="*/ 711537 w 1471006"/>
                  <a:gd name="connsiteY5" fmla="*/ 335 h 1914856"/>
                  <a:gd name="connsiteX6" fmla="*/ 1105996 w 1471006"/>
                  <a:gd name="connsiteY6" fmla="*/ 61633 h 1914856"/>
                  <a:gd name="connsiteX7" fmla="*/ 1139525 w 1471006"/>
                  <a:gd name="connsiteY7" fmla="*/ 73536 h 1914856"/>
                  <a:gd name="connsiteX8" fmla="*/ 1471006 w 1471006"/>
                  <a:gd name="connsiteY8" fmla="*/ 174593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471006"/>
                  <a:gd name="connsiteY0" fmla="*/ 1654494 h 1914856"/>
                  <a:gd name="connsiteX1" fmla="*/ 455641 w 1471006"/>
                  <a:gd name="connsiteY1" fmla="*/ 1644969 h 1914856"/>
                  <a:gd name="connsiteX2" fmla="*/ 135381 w 1471006"/>
                  <a:gd name="connsiteY2" fmla="*/ 1576582 h 1914856"/>
                  <a:gd name="connsiteX3" fmla="*/ 126917 w 1471006"/>
                  <a:gd name="connsiteY3" fmla="*/ 1570032 h 1914856"/>
                  <a:gd name="connsiteX4" fmla="*/ 63576 w 1471006"/>
                  <a:gd name="connsiteY4" fmla="*/ 1392781 h 1914856"/>
                  <a:gd name="connsiteX5" fmla="*/ 711537 w 1471006"/>
                  <a:gd name="connsiteY5" fmla="*/ 335 h 1914856"/>
                  <a:gd name="connsiteX6" fmla="*/ 1105996 w 1471006"/>
                  <a:gd name="connsiteY6" fmla="*/ 61633 h 1914856"/>
                  <a:gd name="connsiteX7" fmla="*/ 1139525 w 1471006"/>
                  <a:gd name="connsiteY7" fmla="*/ 73536 h 1914856"/>
                  <a:gd name="connsiteX8" fmla="*/ 1471006 w 1471006"/>
                  <a:gd name="connsiteY8" fmla="*/ 1745934 h 1914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1006" h="1914856">
                    <a:moveTo>
                      <a:pt x="1379566" y="1654494"/>
                    </a:moveTo>
                    <a:cubicBezTo>
                      <a:pt x="1071591" y="1651319"/>
                      <a:pt x="820766" y="2248219"/>
                      <a:pt x="455641" y="1644969"/>
                    </a:cubicBezTo>
                    <a:cubicBezTo>
                      <a:pt x="331419" y="1661241"/>
                      <a:pt x="224461" y="1634502"/>
                      <a:pt x="135381" y="1576582"/>
                    </a:cubicBezTo>
                    <a:lnTo>
                      <a:pt x="126917" y="1570032"/>
                    </a:lnTo>
                    <a:lnTo>
                      <a:pt x="63576" y="1392781"/>
                    </a:lnTo>
                    <a:cubicBezTo>
                      <a:pt x="-96836" y="829178"/>
                      <a:pt x="20851" y="19200"/>
                      <a:pt x="711537" y="335"/>
                    </a:cubicBezTo>
                    <a:cubicBezTo>
                      <a:pt x="826652" y="-2809"/>
                      <a:pt x="957683" y="16023"/>
                      <a:pt x="1105996" y="61633"/>
                    </a:cubicBezTo>
                    <a:lnTo>
                      <a:pt x="1139525" y="73536"/>
                    </a:lnTo>
                    <a:cubicBezTo>
                      <a:pt x="962364" y="914847"/>
                      <a:pt x="1175727" y="1375158"/>
                      <a:pt x="1471006" y="1745934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6" name="Rectangle 40">
              <a:extLst>
                <a:ext uri="{FF2B5EF4-FFF2-40B4-BE49-F238E27FC236}">
                  <a16:creationId xmlns:a16="http://schemas.microsoft.com/office/drawing/2014/main" id="{E4EFB044-3E95-7567-64B0-C386272F96DB}"/>
                </a:ext>
              </a:extLst>
            </p:cNvPr>
            <p:cNvSpPr/>
            <p:nvPr/>
          </p:nvSpPr>
          <p:spPr>
            <a:xfrm>
              <a:off x="5334001" y="4076029"/>
              <a:ext cx="791830" cy="1263949"/>
            </a:xfrm>
            <a:custGeom>
              <a:avLst/>
              <a:gdLst>
                <a:gd name="connsiteX0" fmla="*/ 0 w 599108"/>
                <a:gd name="connsiteY0" fmla="*/ 0 h 839414"/>
                <a:gd name="connsiteX1" fmla="*/ 599108 w 599108"/>
                <a:gd name="connsiteY1" fmla="*/ 0 h 839414"/>
                <a:gd name="connsiteX2" fmla="*/ 599108 w 599108"/>
                <a:gd name="connsiteY2" fmla="*/ 839414 h 839414"/>
                <a:gd name="connsiteX3" fmla="*/ 0 w 599108"/>
                <a:gd name="connsiteY3" fmla="*/ 839414 h 839414"/>
                <a:gd name="connsiteX4" fmla="*/ 0 w 599108"/>
                <a:gd name="connsiteY4" fmla="*/ 0 h 839414"/>
                <a:gd name="connsiteX0" fmla="*/ 0 w 751508"/>
                <a:gd name="connsiteY0" fmla="*/ 0 h 866775"/>
                <a:gd name="connsiteX1" fmla="*/ 751508 w 751508"/>
                <a:gd name="connsiteY1" fmla="*/ 866775 h 866775"/>
                <a:gd name="connsiteX2" fmla="*/ 599108 w 751508"/>
                <a:gd name="connsiteY2" fmla="*/ 839414 h 866775"/>
                <a:gd name="connsiteX3" fmla="*/ 0 w 751508"/>
                <a:gd name="connsiteY3" fmla="*/ 839414 h 866775"/>
                <a:gd name="connsiteX4" fmla="*/ 0 w 751508"/>
                <a:gd name="connsiteY4" fmla="*/ 0 h 866775"/>
                <a:gd name="connsiteX0" fmla="*/ 0 w 751508"/>
                <a:gd name="connsiteY0" fmla="*/ 0 h 866775"/>
                <a:gd name="connsiteX1" fmla="*/ 619125 w 751508"/>
                <a:gd name="connsiteY1" fmla="*/ 438149 h 866775"/>
                <a:gd name="connsiteX2" fmla="*/ 751508 w 751508"/>
                <a:gd name="connsiteY2" fmla="*/ 866775 h 866775"/>
                <a:gd name="connsiteX3" fmla="*/ 599108 w 751508"/>
                <a:gd name="connsiteY3" fmla="*/ 839414 h 866775"/>
                <a:gd name="connsiteX4" fmla="*/ 0 w 751508"/>
                <a:gd name="connsiteY4" fmla="*/ 839414 h 866775"/>
                <a:gd name="connsiteX5" fmla="*/ 0 w 751508"/>
                <a:gd name="connsiteY5" fmla="*/ 0 h 866775"/>
                <a:gd name="connsiteX0" fmla="*/ 0 w 751508"/>
                <a:gd name="connsiteY0" fmla="*/ 43535 h 910310"/>
                <a:gd name="connsiteX1" fmla="*/ 342900 w 751508"/>
                <a:gd name="connsiteY1" fmla="*/ 134021 h 910310"/>
                <a:gd name="connsiteX2" fmla="*/ 619125 w 751508"/>
                <a:gd name="connsiteY2" fmla="*/ 481684 h 910310"/>
                <a:gd name="connsiteX3" fmla="*/ 751508 w 751508"/>
                <a:gd name="connsiteY3" fmla="*/ 910310 h 910310"/>
                <a:gd name="connsiteX4" fmla="*/ 599108 w 751508"/>
                <a:gd name="connsiteY4" fmla="*/ 882949 h 910310"/>
                <a:gd name="connsiteX5" fmla="*/ 0 w 751508"/>
                <a:gd name="connsiteY5" fmla="*/ 882949 h 910310"/>
                <a:gd name="connsiteX6" fmla="*/ 0 w 751508"/>
                <a:gd name="connsiteY6" fmla="*/ 43535 h 910310"/>
                <a:gd name="connsiteX0" fmla="*/ 0 w 751508"/>
                <a:gd name="connsiteY0" fmla="*/ 43535 h 1263949"/>
                <a:gd name="connsiteX1" fmla="*/ 342900 w 751508"/>
                <a:gd name="connsiteY1" fmla="*/ 134021 h 1263949"/>
                <a:gd name="connsiteX2" fmla="*/ 619125 w 751508"/>
                <a:gd name="connsiteY2" fmla="*/ 481684 h 1263949"/>
                <a:gd name="connsiteX3" fmla="*/ 751508 w 751508"/>
                <a:gd name="connsiteY3" fmla="*/ 910310 h 1263949"/>
                <a:gd name="connsiteX4" fmla="*/ 503858 w 751508"/>
                <a:gd name="connsiteY4" fmla="*/ 1263949 h 1263949"/>
                <a:gd name="connsiteX5" fmla="*/ 0 w 751508"/>
                <a:gd name="connsiteY5" fmla="*/ 882949 h 1263949"/>
                <a:gd name="connsiteX6" fmla="*/ 0 w 751508"/>
                <a:gd name="connsiteY6" fmla="*/ 43535 h 1263949"/>
                <a:gd name="connsiteX0" fmla="*/ 0 w 751508"/>
                <a:gd name="connsiteY0" fmla="*/ 43535 h 1263949"/>
                <a:gd name="connsiteX1" fmla="*/ 342900 w 751508"/>
                <a:gd name="connsiteY1" fmla="*/ 134021 h 1263949"/>
                <a:gd name="connsiteX2" fmla="*/ 619125 w 751508"/>
                <a:gd name="connsiteY2" fmla="*/ 481684 h 1263949"/>
                <a:gd name="connsiteX3" fmla="*/ 751508 w 751508"/>
                <a:gd name="connsiteY3" fmla="*/ 910310 h 1263949"/>
                <a:gd name="connsiteX4" fmla="*/ 503858 w 751508"/>
                <a:gd name="connsiteY4" fmla="*/ 1263949 h 1263949"/>
                <a:gd name="connsiteX5" fmla="*/ 0 w 751508"/>
                <a:gd name="connsiteY5" fmla="*/ 882949 h 1263949"/>
                <a:gd name="connsiteX6" fmla="*/ 0 w 751508"/>
                <a:gd name="connsiteY6" fmla="*/ 43535 h 1263949"/>
                <a:gd name="connsiteX0" fmla="*/ 0 w 774653"/>
                <a:gd name="connsiteY0" fmla="*/ 43535 h 1263949"/>
                <a:gd name="connsiteX1" fmla="*/ 342900 w 774653"/>
                <a:gd name="connsiteY1" fmla="*/ 134021 h 1263949"/>
                <a:gd name="connsiteX2" fmla="*/ 619125 w 774653"/>
                <a:gd name="connsiteY2" fmla="*/ 481684 h 1263949"/>
                <a:gd name="connsiteX3" fmla="*/ 751508 w 774653"/>
                <a:gd name="connsiteY3" fmla="*/ 910310 h 1263949"/>
                <a:gd name="connsiteX4" fmla="*/ 503858 w 774653"/>
                <a:gd name="connsiteY4" fmla="*/ 1263949 h 1263949"/>
                <a:gd name="connsiteX5" fmla="*/ 0 w 774653"/>
                <a:gd name="connsiteY5" fmla="*/ 882949 h 1263949"/>
                <a:gd name="connsiteX6" fmla="*/ 0 w 774653"/>
                <a:gd name="connsiteY6" fmla="*/ 43535 h 1263949"/>
                <a:gd name="connsiteX0" fmla="*/ 0 w 775955"/>
                <a:gd name="connsiteY0" fmla="*/ 43535 h 1263949"/>
                <a:gd name="connsiteX1" fmla="*/ 342900 w 775955"/>
                <a:gd name="connsiteY1" fmla="*/ 134021 h 1263949"/>
                <a:gd name="connsiteX2" fmla="*/ 619125 w 775955"/>
                <a:gd name="connsiteY2" fmla="*/ 481684 h 1263949"/>
                <a:gd name="connsiteX3" fmla="*/ 751508 w 775955"/>
                <a:gd name="connsiteY3" fmla="*/ 910310 h 1263949"/>
                <a:gd name="connsiteX4" fmla="*/ 503858 w 775955"/>
                <a:gd name="connsiteY4" fmla="*/ 1263949 h 1263949"/>
                <a:gd name="connsiteX5" fmla="*/ 0 w 775955"/>
                <a:gd name="connsiteY5" fmla="*/ 882949 h 1263949"/>
                <a:gd name="connsiteX6" fmla="*/ 0 w 775955"/>
                <a:gd name="connsiteY6" fmla="*/ 43535 h 1263949"/>
                <a:gd name="connsiteX0" fmla="*/ 0 w 791830"/>
                <a:gd name="connsiteY0" fmla="*/ 43535 h 1263949"/>
                <a:gd name="connsiteX1" fmla="*/ 342900 w 791830"/>
                <a:gd name="connsiteY1" fmla="*/ 134021 h 1263949"/>
                <a:gd name="connsiteX2" fmla="*/ 619125 w 791830"/>
                <a:gd name="connsiteY2" fmla="*/ 481684 h 1263949"/>
                <a:gd name="connsiteX3" fmla="*/ 751508 w 791830"/>
                <a:gd name="connsiteY3" fmla="*/ 910310 h 1263949"/>
                <a:gd name="connsiteX4" fmla="*/ 503858 w 791830"/>
                <a:gd name="connsiteY4" fmla="*/ 1263949 h 1263949"/>
                <a:gd name="connsiteX5" fmla="*/ 0 w 791830"/>
                <a:gd name="connsiteY5" fmla="*/ 882949 h 1263949"/>
                <a:gd name="connsiteX6" fmla="*/ 0 w 791830"/>
                <a:gd name="connsiteY6" fmla="*/ 43535 h 12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1830" h="1263949">
                  <a:moveTo>
                    <a:pt x="0" y="43535"/>
                  </a:moveTo>
                  <a:cubicBezTo>
                    <a:pt x="37306" y="-67793"/>
                    <a:pt x="239713" y="60996"/>
                    <a:pt x="342900" y="134021"/>
                  </a:cubicBezTo>
                  <a:cubicBezTo>
                    <a:pt x="446087" y="207046"/>
                    <a:pt x="531180" y="365796"/>
                    <a:pt x="619125" y="481684"/>
                  </a:cubicBezTo>
                  <a:cubicBezTo>
                    <a:pt x="939478" y="738860"/>
                    <a:pt x="707380" y="767435"/>
                    <a:pt x="751508" y="910310"/>
                  </a:cubicBezTo>
                  <a:cubicBezTo>
                    <a:pt x="811833" y="1037715"/>
                    <a:pt x="762620" y="1146069"/>
                    <a:pt x="503858" y="1263949"/>
                  </a:cubicBezTo>
                  <a:lnTo>
                    <a:pt x="0" y="882949"/>
                  </a:lnTo>
                  <a:lnTo>
                    <a:pt x="0" y="4353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6EB2495-1D61-D6C5-AB2C-1B7F024185A8}"/>
                </a:ext>
              </a:extLst>
            </p:cNvPr>
            <p:cNvGrpSpPr/>
            <p:nvPr/>
          </p:nvGrpSpPr>
          <p:grpSpPr>
            <a:xfrm>
              <a:off x="3653402" y="5111444"/>
              <a:ext cx="921764" cy="451842"/>
              <a:chOff x="3653402" y="5111444"/>
              <a:chExt cx="921764" cy="451842"/>
            </a:xfrm>
            <a:grpFill/>
          </p:grpSpPr>
          <p:sp>
            <p:nvSpPr>
              <p:cNvPr id="119" name="Rectangle 51">
                <a:extLst>
                  <a:ext uri="{FF2B5EF4-FFF2-40B4-BE49-F238E27FC236}">
                    <a16:creationId xmlns:a16="http://schemas.microsoft.com/office/drawing/2014/main" id="{9D5C9557-DC1A-4132-452C-67C00BA57B5E}"/>
                  </a:ext>
                </a:extLst>
              </p:cNvPr>
              <p:cNvSpPr/>
              <p:nvPr/>
            </p:nvSpPr>
            <p:spPr>
              <a:xfrm>
                <a:off x="3883241" y="5111444"/>
                <a:ext cx="691925" cy="451842"/>
              </a:xfrm>
              <a:custGeom>
                <a:avLst/>
                <a:gdLst>
                  <a:gd name="connsiteX0" fmla="*/ 0 w 210913"/>
                  <a:gd name="connsiteY0" fmla="*/ 0 h 161925"/>
                  <a:gd name="connsiteX1" fmla="*/ 210913 w 210913"/>
                  <a:gd name="connsiteY1" fmla="*/ 0 h 161925"/>
                  <a:gd name="connsiteX2" fmla="*/ 210913 w 210913"/>
                  <a:gd name="connsiteY2" fmla="*/ 161925 h 161925"/>
                  <a:gd name="connsiteX3" fmla="*/ 0 w 210913"/>
                  <a:gd name="connsiteY3" fmla="*/ 161925 h 161925"/>
                  <a:gd name="connsiteX4" fmla="*/ 0 w 210913"/>
                  <a:gd name="connsiteY4" fmla="*/ 0 h 161925"/>
                  <a:gd name="connsiteX0" fmla="*/ 0 w 668113"/>
                  <a:gd name="connsiteY0" fmla="*/ 0 h 466725"/>
                  <a:gd name="connsiteX1" fmla="*/ 668113 w 668113"/>
                  <a:gd name="connsiteY1" fmla="*/ 304800 h 466725"/>
                  <a:gd name="connsiteX2" fmla="*/ 668113 w 668113"/>
                  <a:gd name="connsiteY2" fmla="*/ 466725 h 466725"/>
                  <a:gd name="connsiteX3" fmla="*/ 457200 w 668113"/>
                  <a:gd name="connsiteY3" fmla="*/ 466725 h 466725"/>
                  <a:gd name="connsiteX4" fmla="*/ 0 w 668113"/>
                  <a:gd name="connsiteY4" fmla="*/ 0 h 466725"/>
                  <a:gd name="connsiteX0" fmla="*/ 0 w 668113"/>
                  <a:gd name="connsiteY0" fmla="*/ 0 h 490538"/>
                  <a:gd name="connsiteX1" fmla="*/ 668113 w 668113"/>
                  <a:gd name="connsiteY1" fmla="*/ 304800 h 490538"/>
                  <a:gd name="connsiteX2" fmla="*/ 668113 w 668113"/>
                  <a:gd name="connsiteY2" fmla="*/ 466725 h 490538"/>
                  <a:gd name="connsiteX3" fmla="*/ 514350 w 668113"/>
                  <a:gd name="connsiteY3" fmla="*/ 490538 h 490538"/>
                  <a:gd name="connsiteX4" fmla="*/ 0 w 668113"/>
                  <a:gd name="connsiteY4" fmla="*/ 0 h 490538"/>
                  <a:gd name="connsiteX0" fmla="*/ 0 w 668113"/>
                  <a:gd name="connsiteY0" fmla="*/ 0 h 490538"/>
                  <a:gd name="connsiteX1" fmla="*/ 668113 w 668113"/>
                  <a:gd name="connsiteY1" fmla="*/ 304800 h 490538"/>
                  <a:gd name="connsiteX2" fmla="*/ 514350 w 668113"/>
                  <a:gd name="connsiteY2" fmla="*/ 490538 h 490538"/>
                  <a:gd name="connsiteX3" fmla="*/ 0 w 668113"/>
                  <a:gd name="connsiteY3" fmla="*/ 0 h 490538"/>
                  <a:gd name="connsiteX0" fmla="*/ 0 w 668113"/>
                  <a:gd name="connsiteY0" fmla="*/ 41975 h 532513"/>
                  <a:gd name="connsiteX1" fmla="*/ 668113 w 668113"/>
                  <a:gd name="connsiteY1" fmla="*/ 346775 h 532513"/>
                  <a:gd name="connsiteX2" fmla="*/ 514350 w 668113"/>
                  <a:gd name="connsiteY2" fmla="*/ 532513 h 532513"/>
                  <a:gd name="connsiteX3" fmla="*/ 0 w 668113"/>
                  <a:gd name="connsiteY3" fmla="*/ 41975 h 532513"/>
                  <a:gd name="connsiteX0" fmla="*/ 0 w 668113"/>
                  <a:gd name="connsiteY0" fmla="*/ 39831 h 530369"/>
                  <a:gd name="connsiteX1" fmla="*/ 668113 w 668113"/>
                  <a:gd name="connsiteY1" fmla="*/ 344631 h 530369"/>
                  <a:gd name="connsiteX2" fmla="*/ 514350 w 668113"/>
                  <a:gd name="connsiteY2" fmla="*/ 530369 h 530369"/>
                  <a:gd name="connsiteX3" fmla="*/ 0 w 668113"/>
                  <a:gd name="connsiteY3" fmla="*/ 39831 h 530369"/>
                  <a:gd name="connsiteX0" fmla="*/ 0 w 668113"/>
                  <a:gd name="connsiteY0" fmla="*/ 50080 h 540618"/>
                  <a:gd name="connsiteX1" fmla="*/ 668113 w 668113"/>
                  <a:gd name="connsiteY1" fmla="*/ 354880 h 540618"/>
                  <a:gd name="connsiteX2" fmla="*/ 514350 w 668113"/>
                  <a:gd name="connsiteY2" fmla="*/ 540618 h 540618"/>
                  <a:gd name="connsiteX3" fmla="*/ 0 w 668113"/>
                  <a:gd name="connsiteY3" fmla="*/ 50080 h 540618"/>
                  <a:gd name="connsiteX0" fmla="*/ 0 w 668113"/>
                  <a:gd name="connsiteY0" fmla="*/ 48566 h 539104"/>
                  <a:gd name="connsiteX1" fmla="*/ 668113 w 668113"/>
                  <a:gd name="connsiteY1" fmla="*/ 353366 h 539104"/>
                  <a:gd name="connsiteX2" fmla="*/ 514350 w 668113"/>
                  <a:gd name="connsiteY2" fmla="*/ 539104 h 539104"/>
                  <a:gd name="connsiteX3" fmla="*/ 0 w 668113"/>
                  <a:gd name="connsiteY3" fmla="*/ 48566 h 539104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50673"/>
                  <a:gd name="connsiteX1" fmla="*/ 691925 w 691925"/>
                  <a:gd name="connsiteY1" fmla="*/ 331610 h 450673"/>
                  <a:gd name="connsiteX2" fmla="*/ 561974 w 691925"/>
                  <a:gd name="connsiteY2" fmla="*/ 450673 h 450673"/>
                  <a:gd name="connsiteX3" fmla="*/ 0 w 691925"/>
                  <a:gd name="connsiteY3" fmla="*/ 50622 h 450673"/>
                  <a:gd name="connsiteX0" fmla="*/ 0 w 691925"/>
                  <a:gd name="connsiteY0" fmla="*/ 50622 h 451842"/>
                  <a:gd name="connsiteX1" fmla="*/ 691925 w 691925"/>
                  <a:gd name="connsiteY1" fmla="*/ 331610 h 451842"/>
                  <a:gd name="connsiteX2" fmla="*/ 561974 w 691925"/>
                  <a:gd name="connsiteY2" fmla="*/ 450673 h 451842"/>
                  <a:gd name="connsiteX3" fmla="*/ 0 w 691925"/>
                  <a:gd name="connsiteY3" fmla="*/ 50622 h 451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1925" h="451842">
                    <a:moveTo>
                      <a:pt x="0" y="50622"/>
                    </a:moveTo>
                    <a:cubicBezTo>
                      <a:pt x="194129" y="-143053"/>
                      <a:pt x="326346" y="277635"/>
                      <a:pt x="691925" y="331610"/>
                    </a:cubicBezTo>
                    <a:lnTo>
                      <a:pt x="561974" y="450673"/>
                    </a:lnTo>
                    <a:cubicBezTo>
                      <a:pt x="239713" y="477659"/>
                      <a:pt x="222250" y="28398"/>
                      <a:pt x="0" y="50622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52">
                <a:extLst>
                  <a:ext uri="{FF2B5EF4-FFF2-40B4-BE49-F238E27FC236}">
                    <a16:creationId xmlns:a16="http://schemas.microsoft.com/office/drawing/2014/main" id="{65F072ED-F331-74AA-43BD-8BED58DDA52B}"/>
                  </a:ext>
                </a:extLst>
              </p:cNvPr>
              <p:cNvSpPr/>
              <p:nvPr/>
            </p:nvSpPr>
            <p:spPr>
              <a:xfrm>
                <a:off x="3653402" y="5128784"/>
                <a:ext cx="280907" cy="390952"/>
              </a:xfrm>
              <a:custGeom>
                <a:avLst/>
                <a:gdLst>
                  <a:gd name="connsiteX0" fmla="*/ 0 w 100298"/>
                  <a:gd name="connsiteY0" fmla="*/ 0 h 190500"/>
                  <a:gd name="connsiteX1" fmla="*/ 100298 w 100298"/>
                  <a:gd name="connsiteY1" fmla="*/ 0 h 190500"/>
                  <a:gd name="connsiteX2" fmla="*/ 100298 w 100298"/>
                  <a:gd name="connsiteY2" fmla="*/ 190500 h 190500"/>
                  <a:gd name="connsiteX3" fmla="*/ 0 w 100298"/>
                  <a:gd name="connsiteY3" fmla="*/ 190500 h 190500"/>
                  <a:gd name="connsiteX4" fmla="*/ 0 w 100298"/>
                  <a:gd name="connsiteY4" fmla="*/ 0 h 190500"/>
                  <a:gd name="connsiteX0" fmla="*/ 0 w 100298"/>
                  <a:gd name="connsiteY0" fmla="*/ 119063 h 309563"/>
                  <a:gd name="connsiteX1" fmla="*/ 95536 w 100298"/>
                  <a:gd name="connsiteY1" fmla="*/ 0 h 309563"/>
                  <a:gd name="connsiteX2" fmla="*/ 100298 w 100298"/>
                  <a:gd name="connsiteY2" fmla="*/ 309563 h 309563"/>
                  <a:gd name="connsiteX3" fmla="*/ 0 w 100298"/>
                  <a:gd name="connsiteY3" fmla="*/ 309563 h 309563"/>
                  <a:gd name="connsiteX4" fmla="*/ 0 w 100298"/>
                  <a:gd name="connsiteY4" fmla="*/ 119063 h 309563"/>
                  <a:gd name="connsiteX0" fmla="*/ 0 w 100298"/>
                  <a:gd name="connsiteY0" fmla="*/ 309563 h 309563"/>
                  <a:gd name="connsiteX1" fmla="*/ 95536 w 100298"/>
                  <a:gd name="connsiteY1" fmla="*/ 0 h 309563"/>
                  <a:gd name="connsiteX2" fmla="*/ 100298 w 100298"/>
                  <a:gd name="connsiteY2" fmla="*/ 309563 h 309563"/>
                  <a:gd name="connsiteX3" fmla="*/ 0 w 100298"/>
                  <a:gd name="connsiteY3" fmla="*/ 309563 h 309563"/>
                  <a:gd name="connsiteX0" fmla="*/ 0 w 257460"/>
                  <a:gd name="connsiteY0" fmla="*/ 390525 h 390525"/>
                  <a:gd name="connsiteX1" fmla="*/ 252698 w 257460"/>
                  <a:gd name="connsiteY1" fmla="*/ 0 h 390525"/>
                  <a:gd name="connsiteX2" fmla="*/ 257460 w 257460"/>
                  <a:gd name="connsiteY2" fmla="*/ 309563 h 390525"/>
                  <a:gd name="connsiteX3" fmla="*/ 0 w 257460"/>
                  <a:gd name="connsiteY3" fmla="*/ 390525 h 390525"/>
                  <a:gd name="connsiteX0" fmla="*/ 17884 w 275344"/>
                  <a:gd name="connsiteY0" fmla="*/ 390525 h 390525"/>
                  <a:gd name="connsiteX1" fmla="*/ 270582 w 275344"/>
                  <a:gd name="connsiteY1" fmla="*/ 0 h 390525"/>
                  <a:gd name="connsiteX2" fmla="*/ 275344 w 275344"/>
                  <a:gd name="connsiteY2" fmla="*/ 309563 h 390525"/>
                  <a:gd name="connsiteX3" fmla="*/ 17884 w 275344"/>
                  <a:gd name="connsiteY3" fmla="*/ 390525 h 390525"/>
                  <a:gd name="connsiteX0" fmla="*/ 26788 w 284248"/>
                  <a:gd name="connsiteY0" fmla="*/ 390952 h 390952"/>
                  <a:gd name="connsiteX1" fmla="*/ 279486 w 284248"/>
                  <a:gd name="connsiteY1" fmla="*/ 427 h 390952"/>
                  <a:gd name="connsiteX2" fmla="*/ 284248 w 284248"/>
                  <a:gd name="connsiteY2" fmla="*/ 309990 h 390952"/>
                  <a:gd name="connsiteX3" fmla="*/ 26788 w 284248"/>
                  <a:gd name="connsiteY3" fmla="*/ 390952 h 390952"/>
                  <a:gd name="connsiteX0" fmla="*/ 26788 w 279486"/>
                  <a:gd name="connsiteY0" fmla="*/ 390952 h 390952"/>
                  <a:gd name="connsiteX1" fmla="*/ 279486 w 279486"/>
                  <a:gd name="connsiteY1" fmla="*/ 427 h 390952"/>
                  <a:gd name="connsiteX2" fmla="*/ 26788 w 279486"/>
                  <a:gd name="connsiteY2" fmla="*/ 390952 h 390952"/>
                  <a:gd name="connsiteX0" fmla="*/ 26788 w 279486"/>
                  <a:gd name="connsiteY0" fmla="*/ 390952 h 390952"/>
                  <a:gd name="connsiteX1" fmla="*/ 279486 w 279486"/>
                  <a:gd name="connsiteY1" fmla="*/ 427 h 390952"/>
                  <a:gd name="connsiteX2" fmla="*/ 26788 w 279486"/>
                  <a:gd name="connsiteY2" fmla="*/ 390952 h 390952"/>
                  <a:gd name="connsiteX0" fmla="*/ 26788 w 280907"/>
                  <a:gd name="connsiteY0" fmla="*/ 390952 h 390952"/>
                  <a:gd name="connsiteX1" fmla="*/ 279486 w 280907"/>
                  <a:gd name="connsiteY1" fmla="*/ 427 h 390952"/>
                  <a:gd name="connsiteX2" fmla="*/ 26788 w 280907"/>
                  <a:gd name="connsiteY2" fmla="*/ 390952 h 39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0907" h="390952">
                    <a:moveTo>
                      <a:pt x="26788" y="390952"/>
                    </a:moveTo>
                    <a:cubicBezTo>
                      <a:pt x="-60429" y="94089"/>
                      <a:pt x="76191" y="-7511"/>
                      <a:pt x="279486" y="427"/>
                    </a:cubicBezTo>
                    <a:cubicBezTo>
                      <a:pt x="295265" y="221090"/>
                      <a:pt x="177696" y="279827"/>
                      <a:pt x="26788" y="390952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8" name="Rectangle 32">
              <a:extLst>
                <a:ext uri="{FF2B5EF4-FFF2-40B4-BE49-F238E27FC236}">
                  <a16:creationId xmlns:a16="http://schemas.microsoft.com/office/drawing/2014/main" id="{AC28437C-A60F-E830-2B2E-35292211C7A0}"/>
                </a:ext>
              </a:extLst>
            </p:cNvPr>
            <p:cNvSpPr/>
            <p:nvPr/>
          </p:nvSpPr>
          <p:spPr>
            <a:xfrm>
              <a:off x="3757888" y="4119564"/>
              <a:ext cx="2175220" cy="2152555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695450"/>
                <a:gd name="connsiteY0" fmla="*/ 314325 h 914400"/>
                <a:gd name="connsiteX1" fmla="*/ 1695450 w 1695450"/>
                <a:gd name="connsiteY1" fmla="*/ 0 h 914400"/>
                <a:gd name="connsiteX2" fmla="*/ 1695450 w 1695450"/>
                <a:gd name="connsiteY2" fmla="*/ 914400 h 914400"/>
                <a:gd name="connsiteX3" fmla="*/ 781050 w 1695450"/>
                <a:gd name="connsiteY3" fmla="*/ 914400 h 914400"/>
                <a:gd name="connsiteX4" fmla="*/ 0 w 1695450"/>
                <a:gd name="connsiteY4" fmla="*/ 314325 h 914400"/>
                <a:gd name="connsiteX0" fmla="*/ 133350 w 1828800"/>
                <a:gd name="connsiteY0" fmla="*/ 314325 h 1038225"/>
                <a:gd name="connsiteX1" fmla="*/ 1828800 w 1828800"/>
                <a:gd name="connsiteY1" fmla="*/ 0 h 1038225"/>
                <a:gd name="connsiteX2" fmla="*/ 1828800 w 1828800"/>
                <a:gd name="connsiteY2" fmla="*/ 914400 h 1038225"/>
                <a:gd name="connsiteX3" fmla="*/ 0 w 1828800"/>
                <a:gd name="connsiteY3" fmla="*/ 1038225 h 1038225"/>
                <a:gd name="connsiteX4" fmla="*/ 133350 w 1828800"/>
                <a:gd name="connsiteY4" fmla="*/ 314325 h 1038225"/>
                <a:gd name="connsiteX0" fmla="*/ 133350 w 1828800"/>
                <a:gd name="connsiteY0" fmla="*/ 314325 h 1038225"/>
                <a:gd name="connsiteX1" fmla="*/ 1828800 w 1828800"/>
                <a:gd name="connsiteY1" fmla="*/ 0 h 1038225"/>
                <a:gd name="connsiteX2" fmla="*/ 1828800 w 1828800"/>
                <a:gd name="connsiteY2" fmla="*/ 914400 h 1038225"/>
                <a:gd name="connsiteX3" fmla="*/ 927110 w 1828800"/>
                <a:gd name="connsiteY3" fmla="*/ 914400 h 1038225"/>
                <a:gd name="connsiteX4" fmla="*/ 0 w 1828800"/>
                <a:gd name="connsiteY4" fmla="*/ 1038225 h 1038225"/>
                <a:gd name="connsiteX5" fmla="*/ 133350 w 1828800"/>
                <a:gd name="connsiteY5" fmla="*/ 314325 h 1038225"/>
                <a:gd name="connsiteX0" fmla="*/ 133350 w 1828800"/>
                <a:gd name="connsiteY0" fmla="*/ 66675 h 790575"/>
                <a:gd name="connsiteX1" fmla="*/ 1685925 w 1828800"/>
                <a:gd name="connsiteY1" fmla="*/ 0 h 790575"/>
                <a:gd name="connsiteX2" fmla="*/ 1828800 w 1828800"/>
                <a:gd name="connsiteY2" fmla="*/ 666750 h 790575"/>
                <a:gd name="connsiteX3" fmla="*/ 927110 w 1828800"/>
                <a:gd name="connsiteY3" fmla="*/ 666750 h 790575"/>
                <a:gd name="connsiteX4" fmla="*/ 0 w 1828800"/>
                <a:gd name="connsiteY4" fmla="*/ 790575 h 790575"/>
                <a:gd name="connsiteX5" fmla="*/ 133350 w 1828800"/>
                <a:gd name="connsiteY5" fmla="*/ 66675 h 790575"/>
                <a:gd name="connsiteX0" fmla="*/ 133350 w 1828800"/>
                <a:gd name="connsiteY0" fmla="*/ 66675 h 1409700"/>
                <a:gd name="connsiteX1" fmla="*/ 1685925 w 1828800"/>
                <a:gd name="connsiteY1" fmla="*/ 0 h 1409700"/>
                <a:gd name="connsiteX2" fmla="*/ 1828800 w 1828800"/>
                <a:gd name="connsiteY2" fmla="*/ 666750 h 1409700"/>
                <a:gd name="connsiteX3" fmla="*/ 603260 w 1828800"/>
                <a:gd name="connsiteY3" fmla="*/ 1409700 h 1409700"/>
                <a:gd name="connsiteX4" fmla="*/ 927110 w 1828800"/>
                <a:gd name="connsiteY4" fmla="*/ 666750 h 1409700"/>
                <a:gd name="connsiteX5" fmla="*/ 0 w 1828800"/>
                <a:gd name="connsiteY5" fmla="*/ 790575 h 1409700"/>
                <a:gd name="connsiteX6" fmla="*/ 133350 w 1828800"/>
                <a:gd name="connsiteY6" fmla="*/ 66675 h 1409700"/>
                <a:gd name="connsiteX0" fmla="*/ 133350 w 1828800"/>
                <a:gd name="connsiteY0" fmla="*/ 66675 h 2091169"/>
                <a:gd name="connsiteX1" fmla="*/ 1685925 w 1828800"/>
                <a:gd name="connsiteY1" fmla="*/ 0 h 2091169"/>
                <a:gd name="connsiteX2" fmla="*/ 1828800 w 1828800"/>
                <a:gd name="connsiteY2" fmla="*/ 666750 h 2091169"/>
                <a:gd name="connsiteX3" fmla="*/ 460385 w 1828800"/>
                <a:gd name="connsiteY3" fmla="*/ 2076449 h 2091169"/>
                <a:gd name="connsiteX4" fmla="*/ 603260 w 1828800"/>
                <a:gd name="connsiteY4" fmla="*/ 1409700 h 2091169"/>
                <a:gd name="connsiteX5" fmla="*/ 927110 w 1828800"/>
                <a:gd name="connsiteY5" fmla="*/ 666750 h 2091169"/>
                <a:gd name="connsiteX6" fmla="*/ 0 w 1828800"/>
                <a:gd name="connsiteY6" fmla="*/ 790575 h 2091169"/>
                <a:gd name="connsiteX7" fmla="*/ 133350 w 1828800"/>
                <a:gd name="connsiteY7" fmla="*/ 66675 h 2091169"/>
                <a:gd name="connsiteX0" fmla="*/ 133350 w 1828800"/>
                <a:gd name="connsiteY0" fmla="*/ 66675 h 2083537"/>
                <a:gd name="connsiteX1" fmla="*/ 1685925 w 1828800"/>
                <a:gd name="connsiteY1" fmla="*/ 0 h 2083537"/>
                <a:gd name="connsiteX2" fmla="*/ 1828800 w 1828800"/>
                <a:gd name="connsiteY2" fmla="*/ 666750 h 2083537"/>
                <a:gd name="connsiteX3" fmla="*/ 1108085 w 1828800"/>
                <a:gd name="connsiteY3" fmla="*/ 1809749 h 2083537"/>
                <a:gd name="connsiteX4" fmla="*/ 460385 w 1828800"/>
                <a:gd name="connsiteY4" fmla="*/ 2076449 h 2083537"/>
                <a:gd name="connsiteX5" fmla="*/ 603260 w 1828800"/>
                <a:gd name="connsiteY5" fmla="*/ 1409700 h 2083537"/>
                <a:gd name="connsiteX6" fmla="*/ 927110 w 1828800"/>
                <a:gd name="connsiteY6" fmla="*/ 666750 h 2083537"/>
                <a:gd name="connsiteX7" fmla="*/ 0 w 1828800"/>
                <a:gd name="connsiteY7" fmla="*/ 790575 h 2083537"/>
                <a:gd name="connsiteX8" fmla="*/ 133350 w 1828800"/>
                <a:gd name="connsiteY8" fmla="*/ 66675 h 2083537"/>
                <a:gd name="connsiteX0" fmla="*/ 133350 w 1828800"/>
                <a:gd name="connsiteY0" fmla="*/ 66675 h 2079789"/>
                <a:gd name="connsiteX1" fmla="*/ 1685925 w 1828800"/>
                <a:gd name="connsiteY1" fmla="*/ 0 h 2079789"/>
                <a:gd name="connsiteX2" fmla="*/ 1828800 w 1828800"/>
                <a:gd name="connsiteY2" fmla="*/ 666750 h 2079789"/>
                <a:gd name="connsiteX3" fmla="*/ 1412885 w 1828800"/>
                <a:gd name="connsiteY3" fmla="*/ 1562099 h 2079789"/>
                <a:gd name="connsiteX4" fmla="*/ 1108085 w 1828800"/>
                <a:gd name="connsiteY4" fmla="*/ 1809749 h 2079789"/>
                <a:gd name="connsiteX5" fmla="*/ 460385 w 1828800"/>
                <a:gd name="connsiteY5" fmla="*/ 2076449 h 2079789"/>
                <a:gd name="connsiteX6" fmla="*/ 603260 w 1828800"/>
                <a:gd name="connsiteY6" fmla="*/ 1409700 h 2079789"/>
                <a:gd name="connsiteX7" fmla="*/ 927110 w 1828800"/>
                <a:gd name="connsiteY7" fmla="*/ 666750 h 2079789"/>
                <a:gd name="connsiteX8" fmla="*/ 0 w 1828800"/>
                <a:gd name="connsiteY8" fmla="*/ 790575 h 2079789"/>
                <a:gd name="connsiteX9" fmla="*/ 133350 w 1828800"/>
                <a:gd name="connsiteY9" fmla="*/ 66675 h 2079789"/>
                <a:gd name="connsiteX0" fmla="*/ 133350 w 1828800"/>
                <a:gd name="connsiteY0" fmla="*/ 66675 h 2079789"/>
                <a:gd name="connsiteX1" fmla="*/ 1685925 w 1828800"/>
                <a:gd name="connsiteY1" fmla="*/ 0 h 2079789"/>
                <a:gd name="connsiteX2" fmla="*/ 1828800 w 1828800"/>
                <a:gd name="connsiteY2" fmla="*/ 666750 h 2079789"/>
                <a:gd name="connsiteX3" fmla="*/ 1384310 w 1828800"/>
                <a:gd name="connsiteY3" fmla="*/ 1857374 h 2079789"/>
                <a:gd name="connsiteX4" fmla="*/ 1412885 w 1828800"/>
                <a:gd name="connsiteY4" fmla="*/ 1562099 h 2079789"/>
                <a:gd name="connsiteX5" fmla="*/ 1108085 w 1828800"/>
                <a:gd name="connsiteY5" fmla="*/ 1809749 h 2079789"/>
                <a:gd name="connsiteX6" fmla="*/ 460385 w 1828800"/>
                <a:gd name="connsiteY6" fmla="*/ 2076449 h 2079789"/>
                <a:gd name="connsiteX7" fmla="*/ 603260 w 1828800"/>
                <a:gd name="connsiteY7" fmla="*/ 1409700 h 2079789"/>
                <a:gd name="connsiteX8" fmla="*/ 927110 w 1828800"/>
                <a:gd name="connsiteY8" fmla="*/ 666750 h 2079789"/>
                <a:gd name="connsiteX9" fmla="*/ 0 w 1828800"/>
                <a:gd name="connsiteY9" fmla="*/ 790575 h 2079789"/>
                <a:gd name="connsiteX10" fmla="*/ 133350 w 1828800"/>
                <a:gd name="connsiteY10" fmla="*/ 66675 h 2079789"/>
                <a:gd name="connsiteX0" fmla="*/ 133350 w 1953454"/>
                <a:gd name="connsiteY0" fmla="*/ 66675 h 2101146"/>
                <a:gd name="connsiteX1" fmla="*/ 1685925 w 1953454"/>
                <a:gd name="connsiteY1" fmla="*/ 0 h 2101146"/>
                <a:gd name="connsiteX2" fmla="*/ 1828800 w 1953454"/>
                <a:gd name="connsiteY2" fmla="*/ 666750 h 2101146"/>
                <a:gd name="connsiteX3" fmla="*/ 1936760 w 1953454"/>
                <a:gd name="connsiteY3" fmla="*/ 2047874 h 2101146"/>
                <a:gd name="connsiteX4" fmla="*/ 1384310 w 1953454"/>
                <a:gd name="connsiteY4" fmla="*/ 1857374 h 2101146"/>
                <a:gd name="connsiteX5" fmla="*/ 1412885 w 1953454"/>
                <a:gd name="connsiteY5" fmla="*/ 1562099 h 2101146"/>
                <a:gd name="connsiteX6" fmla="*/ 1108085 w 1953454"/>
                <a:gd name="connsiteY6" fmla="*/ 1809749 h 2101146"/>
                <a:gd name="connsiteX7" fmla="*/ 460385 w 1953454"/>
                <a:gd name="connsiteY7" fmla="*/ 2076449 h 2101146"/>
                <a:gd name="connsiteX8" fmla="*/ 603260 w 1953454"/>
                <a:gd name="connsiteY8" fmla="*/ 1409700 h 2101146"/>
                <a:gd name="connsiteX9" fmla="*/ 927110 w 1953454"/>
                <a:gd name="connsiteY9" fmla="*/ 666750 h 2101146"/>
                <a:gd name="connsiteX10" fmla="*/ 0 w 1953454"/>
                <a:gd name="connsiteY10" fmla="*/ 790575 h 2101146"/>
                <a:gd name="connsiteX11" fmla="*/ 133350 w 1953454"/>
                <a:gd name="connsiteY11" fmla="*/ 66675 h 2101146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28800 w 2046200"/>
                <a:gd name="connsiteY2" fmla="*/ 66675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47850 w 2046200"/>
                <a:gd name="connsiteY2" fmla="*/ 22860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85950 w 2046200"/>
                <a:gd name="connsiteY2" fmla="*/ 49530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105837"/>
                <a:gd name="connsiteY0" fmla="*/ 66675 h 2079789"/>
                <a:gd name="connsiteX1" fmla="*/ 1685925 w 2105837"/>
                <a:gd name="connsiteY1" fmla="*/ 0 h 2079789"/>
                <a:gd name="connsiteX2" fmla="*/ 1885950 w 2105837"/>
                <a:gd name="connsiteY2" fmla="*/ 495300 h 2079789"/>
                <a:gd name="connsiteX3" fmla="*/ 2041535 w 2105837"/>
                <a:gd name="connsiteY3" fmla="*/ 1571623 h 2079789"/>
                <a:gd name="connsiteX4" fmla="*/ 1936760 w 2105837"/>
                <a:gd name="connsiteY4" fmla="*/ 2047874 h 2079789"/>
                <a:gd name="connsiteX5" fmla="*/ 1384310 w 2105837"/>
                <a:gd name="connsiteY5" fmla="*/ 1857374 h 2079789"/>
                <a:gd name="connsiteX6" fmla="*/ 1412885 w 2105837"/>
                <a:gd name="connsiteY6" fmla="*/ 1562099 h 2079789"/>
                <a:gd name="connsiteX7" fmla="*/ 1108085 w 2105837"/>
                <a:gd name="connsiteY7" fmla="*/ 1809749 h 2079789"/>
                <a:gd name="connsiteX8" fmla="*/ 460385 w 2105837"/>
                <a:gd name="connsiteY8" fmla="*/ 2076449 h 2079789"/>
                <a:gd name="connsiteX9" fmla="*/ 603260 w 2105837"/>
                <a:gd name="connsiteY9" fmla="*/ 1409700 h 2079789"/>
                <a:gd name="connsiteX10" fmla="*/ 927110 w 2105837"/>
                <a:gd name="connsiteY10" fmla="*/ 666750 h 2079789"/>
                <a:gd name="connsiteX11" fmla="*/ 0 w 2105837"/>
                <a:gd name="connsiteY11" fmla="*/ 790575 h 2079789"/>
                <a:gd name="connsiteX12" fmla="*/ 133350 w 210583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8114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603260 w 2135817"/>
                <a:gd name="connsiteY9" fmla="*/ 1409700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603260 w 2135817"/>
                <a:gd name="connsiteY9" fmla="*/ 1409700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54328 w 2156795"/>
                <a:gd name="connsiteY0" fmla="*/ 66675 h 2138268"/>
                <a:gd name="connsiteX1" fmla="*/ 1706903 w 2156795"/>
                <a:gd name="connsiteY1" fmla="*/ 0 h 2138268"/>
                <a:gd name="connsiteX2" fmla="*/ 1906928 w 2156795"/>
                <a:gd name="connsiteY2" fmla="*/ 495300 h 2138268"/>
                <a:gd name="connsiteX3" fmla="*/ 2062513 w 2156795"/>
                <a:gd name="connsiteY3" fmla="*/ 1571623 h 2138268"/>
                <a:gd name="connsiteX4" fmla="*/ 1957738 w 2156795"/>
                <a:gd name="connsiteY4" fmla="*/ 2047874 h 2138268"/>
                <a:gd name="connsiteX5" fmla="*/ 1405288 w 2156795"/>
                <a:gd name="connsiteY5" fmla="*/ 1857374 h 2138268"/>
                <a:gd name="connsiteX6" fmla="*/ 1433863 w 2156795"/>
                <a:gd name="connsiteY6" fmla="*/ 1581149 h 2138268"/>
                <a:gd name="connsiteX7" fmla="*/ 1129063 w 2156795"/>
                <a:gd name="connsiteY7" fmla="*/ 1809749 h 2138268"/>
                <a:gd name="connsiteX8" fmla="*/ 481363 w 2156795"/>
                <a:gd name="connsiteY8" fmla="*/ 2076449 h 2138268"/>
                <a:gd name="connsiteX9" fmla="*/ 581376 w 2156795"/>
                <a:gd name="connsiteY9" fmla="*/ 1452562 h 2138268"/>
                <a:gd name="connsiteX10" fmla="*/ 948088 w 2156795"/>
                <a:gd name="connsiteY10" fmla="*/ 666750 h 2138268"/>
                <a:gd name="connsiteX11" fmla="*/ 20978 w 2156795"/>
                <a:gd name="connsiteY11" fmla="*/ 790575 h 2138268"/>
                <a:gd name="connsiteX12" fmla="*/ 154328 w 2156795"/>
                <a:gd name="connsiteY12" fmla="*/ 66675 h 2138268"/>
                <a:gd name="connsiteX0" fmla="*/ 145709 w 2148176"/>
                <a:gd name="connsiteY0" fmla="*/ 66675 h 2138268"/>
                <a:gd name="connsiteX1" fmla="*/ 1698284 w 2148176"/>
                <a:gd name="connsiteY1" fmla="*/ 0 h 2138268"/>
                <a:gd name="connsiteX2" fmla="*/ 1898309 w 2148176"/>
                <a:gd name="connsiteY2" fmla="*/ 495300 h 2138268"/>
                <a:gd name="connsiteX3" fmla="*/ 2053894 w 2148176"/>
                <a:gd name="connsiteY3" fmla="*/ 1571623 h 2138268"/>
                <a:gd name="connsiteX4" fmla="*/ 1949119 w 2148176"/>
                <a:gd name="connsiteY4" fmla="*/ 2047874 h 2138268"/>
                <a:gd name="connsiteX5" fmla="*/ 1396669 w 2148176"/>
                <a:gd name="connsiteY5" fmla="*/ 1857374 h 2138268"/>
                <a:gd name="connsiteX6" fmla="*/ 1425244 w 2148176"/>
                <a:gd name="connsiteY6" fmla="*/ 1581149 h 2138268"/>
                <a:gd name="connsiteX7" fmla="*/ 1120444 w 2148176"/>
                <a:gd name="connsiteY7" fmla="*/ 1809749 h 2138268"/>
                <a:gd name="connsiteX8" fmla="*/ 472744 w 2148176"/>
                <a:gd name="connsiteY8" fmla="*/ 2076449 h 2138268"/>
                <a:gd name="connsiteX9" fmla="*/ 572757 w 2148176"/>
                <a:gd name="connsiteY9" fmla="*/ 1452562 h 2138268"/>
                <a:gd name="connsiteX10" fmla="*/ 939469 w 2148176"/>
                <a:gd name="connsiteY10" fmla="*/ 666750 h 2138268"/>
                <a:gd name="connsiteX11" fmla="*/ 21884 w 2148176"/>
                <a:gd name="connsiteY11" fmla="*/ 762000 h 2138268"/>
                <a:gd name="connsiteX12" fmla="*/ 145709 w 2148176"/>
                <a:gd name="connsiteY12" fmla="*/ 66675 h 2138268"/>
                <a:gd name="connsiteX0" fmla="*/ 145709 w 2148176"/>
                <a:gd name="connsiteY0" fmla="*/ 66675 h 2138268"/>
                <a:gd name="connsiteX1" fmla="*/ 1698284 w 2148176"/>
                <a:gd name="connsiteY1" fmla="*/ 0 h 2138268"/>
                <a:gd name="connsiteX2" fmla="*/ 1898309 w 2148176"/>
                <a:gd name="connsiteY2" fmla="*/ 495300 h 2138268"/>
                <a:gd name="connsiteX3" fmla="*/ 2053894 w 2148176"/>
                <a:gd name="connsiteY3" fmla="*/ 1571623 h 2138268"/>
                <a:gd name="connsiteX4" fmla="*/ 1949119 w 2148176"/>
                <a:gd name="connsiteY4" fmla="*/ 2047874 h 2138268"/>
                <a:gd name="connsiteX5" fmla="*/ 1396669 w 2148176"/>
                <a:gd name="connsiteY5" fmla="*/ 1857374 h 2138268"/>
                <a:gd name="connsiteX6" fmla="*/ 1425244 w 2148176"/>
                <a:gd name="connsiteY6" fmla="*/ 1581149 h 2138268"/>
                <a:gd name="connsiteX7" fmla="*/ 1120444 w 2148176"/>
                <a:gd name="connsiteY7" fmla="*/ 1809749 h 2138268"/>
                <a:gd name="connsiteX8" fmla="*/ 472744 w 2148176"/>
                <a:gd name="connsiteY8" fmla="*/ 2076449 h 2138268"/>
                <a:gd name="connsiteX9" fmla="*/ 572757 w 2148176"/>
                <a:gd name="connsiteY9" fmla="*/ 1452562 h 2138268"/>
                <a:gd name="connsiteX10" fmla="*/ 939469 w 2148176"/>
                <a:gd name="connsiteY10" fmla="*/ 666750 h 2138268"/>
                <a:gd name="connsiteX11" fmla="*/ 21884 w 2148176"/>
                <a:gd name="connsiteY11" fmla="*/ 762000 h 2138268"/>
                <a:gd name="connsiteX12" fmla="*/ 145709 w 2148176"/>
                <a:gd name="connsiteY12" fmla="*/ 66675 h 2138268"/>
                <a:gd name="connsiteX0" fmla="*/ 167387 w 2169854"/>
                <a:gd name="connsiteY0" fmla="*/ 66675 h 2138268"/>
                <a:gd name="connsiteX1" fmla="*/ 1719962 w 2169854"/>
                <a:gd name="connsiteY1" fmla="*/ 0 h 2138268"/>
                <a:gd name="connsiteX2" fmla="*/ 1919987 w 2169854"/>
                <a:gd name="connsiteY2" fmla="*/ 495300 h 2138268"/>
                <a:gd name="connsiteX3" fmla="*/ 2075572 w 2169854"/>
                <a:gd name="connsiteY3" fmla="*/ 1571623 h 2138268"/>
                <a:gd name="connsiteX4" fmla="*/ 1970797 w 2169854"/>
                <a:gd name="connsiteY4" fmla="*/ 2047874 h 2138268"/>
                <a:gd name="connsiteX5" fmla="*/ 1418347 w 2169854"/>
                <a:gd name="connsiteY5" fmla="*/ 1857374 h 2138268"/>
                <a:gd name="connsiteX6" fmla="*/ 1446922 w 2169854"/>
                <a:gd name="connsiteY6" fmla="*/ 1581149 h 2138268"/>
                <a:gd name="connsiteX7" fmla="*/ 1142122 w 2169854"/>
                <a:gd name="connsiteY7" fmla="*/ 1809749 h 2138268"/>
                <a:gd name="connsiteX8" fmla="*/ 494422 w 2169854"/>
                <a:gd name="connsiteY8" fmla="*/ 2076449 h 2138268"/>
                <a:gd name="connsiteX9" fmla="*/ 594435 w 2169854"/>
                <a:gd name="connsiteY9" fmla="*/ 1452562 h 2138268"/>
                <a:gd name="connsiteX10" fmla="*/ 961147 w 2169854"/>
                <a:gd name="connsiteY10" fmla="*/ 666750 h 2138268"/>
                <a:gd name="connsiteX11" fmla="*/ 19750 w 2169854"/>
                <a:gd name="connsiteY11" fmla="*/ 752475 h 2138268"/>
                <a:gd name="connsiteX12" fmla="*/ 167387 w 2169854"/>
                <a:gd name="connsiteY12" fmla="*/ 66675 h 2138268"/>
                <a:gd name="connsiteX0" fmla="*/ 120365 w 2175220"/>
                <a:gd name="connsiteY0" fmla="*/ 66675 h 2138268"/>
                <a:gd name="connsiteX1" fmla="*/ 1725328 w 2175220"/>
                <a:gd name="connsiteY1" fmla="*/ 0 h 2138268"/>
                <a:gd name="connsiteX2" fmla="*/ 1925353 w 2175220"/>
                <a:gd name="connsiteY2" fmla="*/ 495300 h 2138268"/>
                <a:gd name="connsiteX3" fmla="*/ 2080938 w 2175220"/>
                <a:gd name="connsiteY3" fmla="*/ 1571623 h 2138268"/>
                <a:gd name="connsiteX4" fmla="*/ 1976163 w 2175220"/>
                <a:gd name="connsiteY4" fmla="*/ 2047874 h 2138268"/>
                <a:gd name="connsiteX5" fmla="*/ 1423713 w 2175220"/>
                <a:gd name="connsiteY5" fmla="*/ 1857374 h 2138268"/>
                <a:gd name="connsiteX6" fmla="*/ 1452288 w 2175220"/>
                <a:gd name="connsiteY6" fmla="*/ 1581149 h 2138268"/>
                <a:gd name="connsiteX7" fmla="*/ 1147488 w 2175220"/>
                <a:gd name="connsiteY7" fmla="*/ 1809749 h 2138268"/>
                <a:gd name="connsiteX8" fmla="*/ 499788 w 2175220"/>
                <a:gd name="connsiteY8" fmla="*/ 2076449 h 2138268"/>
                <a:gd name="connsiteX9" fmla="*/ 599801 w 2175220"/>
                <a:gd name="connsiteY9" fmla="*/ 1452562 h 2138268"/>
                <a:gd name="connsiteX10" fmla="*/ 966513 w 2175220"/>
                <a:gd name="connsiteY10" fmla="*/ 666750 h 2138268"/>
                <a:gd name="connsiteX11" fmla="*/ 25116 w 2175220"/>
                <a:gd name="connsiteY11" fmla="*/ 752475 h 2138268"/>
                <a:gd name="connsiteX12" fmla="*/ 120365 w 2175220"/>
                <a:gd name="connsiteY12" fmla="*/ 66675 h 2138268"/>
                <a:gd name="connsiteX0" fmla="*/ 120365 w 2175220"/>
                <a:gd name="connsiteY0" fmla="*/ 66675 h 2138268"/>
                <a:gd name="connsiteX1" fmla="*/ 1725328 w 2175220"/>
                <a:gd name="connsiteY1" fmla="*/ 0 h 2138268"/>
                <a:gd name="connsiteX2" fmla="*/ 1925353 w 2175220"/>
                <a:gd name="connsiteY2" fmla="*/ 495300 h 2138268"/>
                <a:gd name="connsiteX3" fmla="*/ 2080938 w 2175220"/>
                <a:gd name="connsiteY3" fmla="*/ 1571623 h 2138268"/>
                <a:gd name="connsiteX4" fmla="*/ 1976163 w 2175220"/>
                <a:gd name="connsiteY4" fmla="*/ 2047874 h 2138268"/>
                <a:gd name="connsiteX5" fmla="*/ 1423713 w 2175220"/>
                <a:gd name="connsiteY5" fmla="*/ 1857374 h 2138268"/>
                <a:gd name="connsiteX6" fmla="*/ 1452288 w 2175220"/>
                <a:gd name="connsiteY6" fmla="*/ 1581149 h 2138268"/>
                <a:gd name="connsiteX7" fmla="*/ 1147488 w 2175220"/>
                <a:gd name="connsiteY7" fmla="*/ 1809749 h 2138268"/>
                <a:gd name="connsiteX8" fmla="*/ 499788 w 2175220"/>
                <a:gd name="connsiteY8" fmla="*/ 2076449 h 2138268"/>
                <a:gd name="connsiteX9" fmla="*/ 599801 w 2175220"/>
                <a:gd name="connsiteY9" fmla="*/ 1452562 h 2138268"/>
                <a:gd name="connsiteX10" fmla="*/ 966513 w 2175220"/>
                <a:gd name="connsiteY10" fmla="*/ 666750 h 2138268"/>
                <a:gd name="connsiteX11" fmla="*/ 25116 w 2175220"/>
                <a:gd name="connsiteY11" fmla="*/ 752475 h 2138268"/>
                <a:gd name="connsiteX12" fmla="*/ 120365 w 2175220"/>
                <a:gd name="connsiteY12" fmla="*/ 66675 h 2138268"/>
                <a:gd name="connsiteX0" fmla="*/ 120365 w 2175220"/>
                <a:gd name="connsiteY0" fmla="*/ 80962 h 2152555"/>
                <a:gd name="connsiteX1" fmla="*/ 1782478 w 2175220"/>
                <a:gd name="connsiteY1" fmla="*/ 0 h 2152555"/>
                <a:gd name="connsiteX2" fmla="*/ 1925353 w 2175220"/>
                <a:gd name="connsiteY2" fmla="*/ 509587 h 2152555"/>
                <a:gd name="connsiteX3" fmla="*/ 2080938 w 2175220"/>
                <a:gd name="connsiteY3" fmla="*/ 1585910 h 2152555"/>
                <a:gd name="connsiteX4" fmla="*/ 1976163 w 2175220"/>
                <a:gd name="connsiteY4" fmla="*/ 2062161 h 2152555"/>
                <a:gd name="connsiteX5" fmla="*/ 1423713 w 2175220"/>
                <a:gd name="connsiteY5" fmla="*/ 1871661 h 2152555"/>
                <a:gd name="connsiteX6" fmla="*/ 1452288 w 2175220"/>
                <a:gd name="connsiteY6" fmla="*/ 1595436 h 2152555"/>
                <a:gd name="connsiteX7" fmla="*/ 1147488 w 2175220"/>
                <a:gd name="connsiteY7" fmla="*/ 1824036 h 2152555"/>
                <a:gd name="connsiteX8" fmla="*/ 499788 w 2175220"/>
                <a:gd name="connsiteY8" fmla="*/ 2090736 h 2152555"/>
                <a:gd name="connsiteX9" fmla="*/ 599801 w 2175220"/>
                <a:gd name="connsiteY9" fmla="*/ 1466849 h 2152555"/>
                <a:gd name="connsiteX10" fmla="*/ 966513 w 2175220"/>
                <a:gd name="connsiteY10" fmla="*/ 681037 h 2152555"/>
                <a:gd name="connsiteX11" fmla="*/ 25116 w 2175220"/>
                <a:gd name="connsiteY11" fmla="*/ 766762 h 2152555"/>
                <a:gd name="connsiteX12" fmla="*/ 120365 w 2175220"/>
                <a:gd name="connsiteY12" fmla="*/ 80962 h 215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220" h="2152555">
                  <a:moveTo>
                    <a:pt x="120365" y="80962"/>
                  </a:moveTo>
                  <a:lnTo>
                    <a:pt x="1782478" y="0"/>
                  </a:lnTo>
                  <a:lnTo>
                    <a:pt x="1925353" y="509587"/>
                  </a:lnTo>
                  <a:cubicBezTo>
                    <a:pt x="2316409" y="944562"/>
                    <a:pt x="2148670" y="1384298"/>
                    <a:pt x="2080938" y="1585910"/>
                  </a:cubicBezTo>
                  <a:cubicBezTo>
                    <a:pt x="2008444" y="1782759"/>
                    <a:pt x="2336525" y="1944686"/>
                    <a:pt x="1976163" y="2062161"/>
                  </a:cubicBezTo>
                  <a:cubicBezTo>
                    <a:pt x="1539600" y="2189162"/>
                    <a:pt x="1301475" y="2038349"/>
                    <a:pt x="1423713" y="1871661"/>
                  </a:cubicBezTo>
                  <a:cubicBezTo>
                    <a:pt x="1498326" y="1804985"/>
                    <a:pt x="1569762" y="1619249"/>
                    <a:pt x="1452288" y="1595436"/>
                  </a:cubicBezTo>
                  <a:cubicBezTo>
                    <a:pt x="1272901" y="1609723"/>
                    <a:pt x="1179238" y="1727199"/>
                    <a:pt x="1147488" y="1824036"/>
                  </a:cubicBezTo>
                  <a:cubicBezTo>
                    <a:pt x="1110976" y="2311398"/>
                    <a:pt x="563288" y="2120898"/>
                    <a:pt x="499788" y="2090736"/>
                  </a:cubicBezTo>
                  <a:cubicBezTo>
                    <a:pt x="-125687" y="1927224"/>
                    <a:pt x="606151" y="1562099"/>
                    <a:pt x="599801" y="1466849"/>
                  </a:cubicBezTo>
                  <a:cubicBezTo>
                    <a:pt x="593451" y="1371599"/>
                    <a:pt x="576519" y="831849"/>
                    <a:pt x="966513" y="681037"/>
                  </a:cubicBezTo>
                  <a:cubicBezTo>
                    <a:pt x="324101" y="917574"/>
                    <a:pt x="100791" y="796924"/>
                    <a:pt x="25116" y="766762"/>
                  </a:cubicBezTo>
                  <a:cubicBezTo>
                    <a:pt x="-54259" y="430212"/>
                    <a:pt x="75915" y="322262"/>
                    <a:pt x="120365" y="8096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8F29CD0-ADCB-8080-7543-5358E2A135E1}"/>
                </a:ext>
              </a:extLst>
            </p:cNvPr>
            <p:cNvGrpSpPr/>
            <p:nvPr/>
          </p:nvGrpSpPr>
          <p:grpSpPr>
            <a:xfrm>
              <a:off x="3668204" y="1483024"/>
              <a:ext cx="3889726" cy="2825513"/>
              <a:chOff x="3647715" y="1514520"/>
              <a:chExt cx="3889726" cy="2825513"/>
            </a:xfrm>
            <a:grpFill/>
          </p:grpSpPr>
          <p:sp>
            <p:nvSpPr>
              <p:cNvPr id="116" name="Rectangle 4">
                <a:extLst>
                  <a:ext uri="{FF2B5EF4-FFF2-40B4-BE49-F238E27FC236}">
                    <a16:creationId xmlns:a16="http://schemas.microsoft.com/office/drawing/2014/main" id="{EBB93E30-7006-4219-1F03-24A35008B20D}"/>
                  </a:ext>
                </a:extLst>
              </p:cNvPr>
              <p:cNvSpPr/>
              <p:nvPr/>
            </p:nvSpPr>
            <p:spPr>
              <a:xfrm rot="19681022" flipH="1">
                <a:off x="5585384" y="1547109"/>
                <a:ext cx="1952057" cy="2139341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276350"/>
                  <a:gd name="connsiteY0" fmla="*/ 0 h 2457450"/>
                  <a:gd name="connsiteX1" fmla="*/ 914400 w 1276350"/>
                  <a:gd name="connsiteY1" fmla="*/ 0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352425 w 1276350"/>
                  <a:gd name="connsiteY3" fmla="*/ 2447925 h 2457450"/>
                  <a:gd name="connsiteX4" fmla="*/ 0 w 1276350"/>
                  <a:gd name="connsiteY4" fmla="*/ 0 h 2457450"/>
                  <a:gd name="connsiteX0" fmla="*/ 0 w 923925"/>
                  <a:gd name="connsiteY0" fmla="*/ 1809750 h 1819275"/>
                  <a:gd name="connsiteX1" fmla="*/ 647700 w 923925"/>
                  <a:gd name="connsiteY1" fmla="*/ 0 h 1819275"/>
                  <a:gd name="connsiteX2" fmla="*/ 923925 w 923925"/>
                  <a:gd name="connsiteY2" fmla="*/ 1819275 h 1819275"/>
                  <a:gd name="connsiteX3" fmla="*/ 0 w 923925"/>
                  <a:gd name="connsiteY3" fmla="*/ 1809750 h 1819275"/>
                  <a:gd name="connsiteX0" fmla="*/ 205766 w 1129691"/>
                  <a:gd name="connsiteY0" fmla="*/ 1909075 h 1918600"/>
                  <a:gd name="connsiteX1" fmla="*/ 853466 w 1129691"/>
                  <a:gd name="connsiteY1" fmla="*/ 99325 h 1918600"/>
                  <a:gd name="connsiteX2" fmla="*/ 1129691 w 1129691"/>
                  <a:gd name="connsiteY2" fmla="*/ 1918600 h 1918600"/>
                  <a:gd name="connsiteX3" fmla="*/ 205766 w 1129691"/>
                  <a:gd name="connsiteY3" fmla="*/ 1909075 h 1918600"/>
                  <a:gd name="connsiteX0" fmla="*/ 662165 w 1586090"/>
                  <a:gd name="connsiteY0" fmla="*/ 1884466 h 1893991"/>
                  <a:gd name="connsiteX1" fmla="*/ 1309865 w 1586090"/>
                  <a:gd name="connsiteY1" fmla="*/ 74716 h 1893991"/>
                  <a:gd name="connsiteX2" fmla="*/ 1586090 w 1586090"/>
                  <a:gd name="connsiteY2" fmla="*/ 1893991 h 1893991"/>
                  <a:gd name="connsiteX3" fmla="*/ 662165 w 1586090"/>
                  <a:gd name="connsiteY3" fmla="*/ 1884466 h 1893991"/>
                  <a:gd name="connsiteX0" fmla="*/ 662165 w 1586090"/>
                  <a:gd name="connsiteY0" fmla="*/ 1884466 h 2154353"/>
                  <a:gd name="connsiteX1" fmla="*/ 1309865 w 1586090"/>
                  <a:gd name="connsiteY1" fmla="*/ 74716 h 2154353"/>
                  <a:gd name="connsiteX2" fmla="*/ 1586090 w 1586090"/>
                  <a:gd name="connsiteY2" fmla="*/ 1893991 h 2154353"/>
                  <a:gd name="connsiteX3" fmla="*/ 662165 w 1586090"/>
                  <a:gd name="connsiteY3" fmla="*/ 1884466 h 2154353"/>
                  <a:gd name="connsiteX0" fmla="*/ 644219 w 1568144"/>
                  <a:gd name="connsiteY0" fmla="*/ 1923337 h 2193224"/>
                  <a:gd name="connsiteX1" fmla="*/ 1291919 w 1568144"/>
                  <a:gd name="connsiteY1" fmla="*/ 113587 h 2193224"/>
                  <a:gd name="connsiteX2" fmla="*/ 1568144 w 1568144"/>
                  <a:gd name="connsiteY2" fmla="*/ 1932862 h 2193224"/>
                  <a:gd name="connsiteX3" fmla="*/ 644219 w 1568144"/>
                  <a:gd name="connsiteY3" fmla="*/ 1923337 h 2193224"/>
                  <a:gd name="connsiteX0" fmla="*/ 644219 w 2175880"/>
                  <a:gd name="connsiteY0" fmla="*/ 1923337 h 2251027"/>
                  <a:gd name="connsiteX1" fmla="*/ 1291919 w 2175880"/>
                  <a:gd name="connsiteY1" fmla="*/ 113587 h 2251027"/>
                  <a:gd name="connsiteX2" fmla="*/ 2175880 w 2175880"/>
                  <a:gd name="connsiteY2" fmla="*/ 2114836 h 2251027"/>
                  <a:gd name="connsiteX3" fmla="*/ 644219 w 2175880"/>
                  <a:gd name="connsiteY3" fmla="*/ 1923337 h 2251027"/>
                  <a:gd name="connsiteX0" fmla="*/ 716755 w 2072721"/>
                  <a:gd name="connsiteY0" fmla="*/ 1882587 h 2227320"/>
                  <a:gd name="connsiteX1" fmla="*/ 1188760 w 2072721"/>
                  <a:gd name="connsiteY1" fmla="*/ 115173 h 2227320"/>
                  <a:gd name="connsiteX2" fmla="*/ 2072721 w 2072721"/>
                  <a:gd name="connsiteY2" fmla="*/ 2116422 h 2227320"/>
                  <a:gd name="connsiteX3" fmla="*/ 716755 w 2072721"/>
                  <a:gd name="connsiteY3" fmla="*/ 1882587 h 2227320"/>
                  <a:gd name="connsiteX0" fmla="*/ 716755 w 1901224"/>
                  <a:gd name="connsiteY0" fmla="*/ 1882587 h 2119981"/>
                  <a:gd name="connsiteX1" fmla="*/ 1188760 w 1901224"/>
                  <a:gd name="connsiteY1" fmla="*/ 115173 h 2119981"/>
                  <a:gd name="connsiteX2" fmla="*/ 1901224 w 1901224"/>
                  <a:gd name="connsiteY2" fmla="*/ 1751872 h 2119981"/>
                  <a:gd name="connsiteX3" fmla="*/ 716755 w 1901224"/>
                  <a:gd name="connsiteY3" fmla="*/ 1882587 h 2119981"/>
                  <a:gd name="connsiteX0" fmla="*/ 716755 w 1901224"/>
                  <a:gd name="connsiteY0" fmla="*/ 1882587 h 2143657"/>
                  <a:gd name="connsiteX1" fmla="*/ 1188760 w 1901224"/>
                  <a:gd name="connsiteY1" fmla="*/ 115173 h 2143657"/>
                  <a:gd name="connsiteX2" fmla="*/ 1901224 w 1901224"/>
                  <a:gd name="connsiteY2" fmla="*/ 1751872 h 2143657"/>
                  <a:gd name="connsiteX3" fmla="*/ 716755 w 1901224"/>
                  <a:gd name="connsiteY3" fmla="*/ 1882587 h 2143657"/>
                  <a:gd name="connsiteX0" fmla="*/ 767588 w 1952057"/>
                  <a:gd name="connsiteY0" fmla="*/ 1878271 h 2139341"/>
                  <a:gd name="connsiteX1" fmla="*/ 1239593 w 1952057"/>
                  <a:gd name="connsiteY1" fmla="*/ 110857 h 2139341"/>
                  <a:gd name="connsiteX2" fmla="*/ 1952057 w 1952057"/>
                  <a:gd name="connsiteY2" fmla="*/ 1747556 h 2139341"/>
                  <a:gd name="connsiteX3" fmla="*/ 767588 w 1952057"/>
                  <a:gd name="connsiteY3" fmla="*/ 1878271 h 2139341"/>
                  <a:gd name="connsiteX0" fmla="*/ 1952057 w 2043497"/>
                  <a:gd name="connsiteY0" fmla="*/ 1747556 h 2139341"/>
                  <a:gd name="connsiteX1" fmla="*/ 767588 w 2043497"/>
                  <a:gd name="connsiteY1" fmla="*/ 1878271 h 2139341"/>
                  <a:gd name="connsiteX2" fmla="*/ 1239593 w 2043497"/>
                  <a:gd name="connsiteY2" fmla="*/ 110857 h 2139341"/>
                  <a:gd name="connsiteX3" fmla="*/ 2043497 w 2043497"/>
                  <a:gd name="connsiteY3" fmla="*/ 1838996 h 2139341"/>
                  <a:gd name="connsiteX0" fmla="*/ 1952057 w 1952057"/>
                  <a:gd name="connsiteY0" fmla="*/ 1747556 h 2139341"/>
                  <a:gd name="connsiteX1" fmla="*/ 767588 w 1952057"/>
                  <a:gd name="connsiteY1" fmla="*/ 1878271 h 2139341"/>
                  <a:gd name="connsiteX2" fmla="*/ 1239593 w 1952057"/>
                  <a:gd name="connsiteY2" fmla="*/ 110857 h 2139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52057" h="2139341">
                    <a:moveTo>
                      <a:pt x="1952057" y="1747556"/>
                    </a:moveTo>
                    <a:cubicBezTo>
                      <a:pt x="1843945" y="1866626"/>
                      <a:pt x="1132713" y="2481521"/>
                      <a:pt x="767588" y="1878271"/>
                    </a:cubicBezTo>
                    <a:cubicBezTo>
                      <a:pt x="-351431" y="2131573"/>
                      <a:pt x="-290757" y="-571768"/>
                      <a:pt x="1239593" y="110857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43028C5F-02DE-74E9-36FA-E91DC2A76030}"/>
                  </a:ext>
                </a:extLst>
              </p:cNvPr>
              <p:cNvSpPr/>
              <p:nvPr/>
            </p:nvSpPr>
            <p:spPr>
              <a:xfrm rot="19681022" flipH="1">
                <a:off x="5678030" y="1806287"/>
                <a:ext cx="1747619" cy="1883796"/>
              </a:xfrm>
              <a:custGeom>
                <a:avLst/>
                <a:gdLst>
                  <a:gd name="connsiteX0" fmla="*/ 247463 w 1747619"/>
                  <a:gd name="connsiteY0" fmla="*/ 61458 h 1883796"/>
                  <a:gd name="connsiteX1" fmla="*/ 385419 w 1747619"/>
                  <a:gd name="connsiteY1" fmla="*/ 1617277 h 1883796"/>
                  <a:gd name="connsiteX2" fmla="*/ 402895 w 1747619"/>
                  <a:gd name="connsiteY2" fmla="*/ 1637454 h 1883796"/>
                  <a:gd name="connsiteX3" fmla="*/ 461708 w 1747619"/>
                  <a:gd name="connsiteY3" fmla="*/ 1638004 h 1883796"/>
                  <a:gd name="connsiteX4" fmla="*/ 563151 w 1747619"/>
                  <a:gd name="connsiteY4" fmla="*/ 1622726 h 1883796"/>
                  <a:gd name="connsiteX5" fmla="*/ 1747619 w 1747619"/>
                  <a:gd name="connsiteY5" fmla="*/ 1492011 h 1883796"/>
                  <a:gd name="connsiteX6" fmla="*/ 1747057 w 1747619"/>
                  <a:gd name="connsiteY6" fmla="*/ 1490720 h 1883796"/>
                  <a:gd name="connsiteX7" fmla="*/ 1089279 w 1747619"/>
                  <a:gd name="connsiteY7" fmla="*/ 145992 h 1883796"/>
                  <a:gd name="connsiteX8" fmla="*/ 247463 w 1747619"/>
                  <a:gd name="connsiteY8" fmla="*/ 61458 h 1883796"/>
                  <a:gd name="connsiteX0" fmla="*/ 1747057 w 1838497"/>
                  <a:gd name="connsiteY0" fmla="*/ 1490720 h 1883796"/>
                  <a:gd name="connsiteX1" fmla="*/ 1089279 w 1838497"/>
                  <a:gd name="connsiteY1" fmla="*/ 145992 h 1883796"/>
                  <a:gd name="connsiteX2" fmla="*/ 247463 w 1838497"/>
                  <a:gd name="connsiteY2" fmla="*/ 61458 h 1883796"/>
                  <a:gd name="connsiteX3" fmla="*/ 385419 w 1838497"/>
                  <a:gd name="connsiteY3" fmla="*/ 1617277 h 1883796"/>
                  <a:gd name="connsiteX4" fmla="*/ 402895 w 1838497"/>
                  <a:gd name="connsiteY4" fmla="*/ 1637454 h 1883796"/>
                  <a:gd name="connsiteX5" fmla="*/ 461708 w 1838497"/>
                  <a:gd name="connsiteY5" fmla="*/ 1638004 h 1883796"/>
                  <a:gd name="connsiteX6" fmla="*/ 563151 w 1838497"/>
                  <a:gd name="connsiteY6" fmla="*/ 1622726 h 1883796"/>
                  <a:gd name="connsiteX7" fmla="*/ 1747619 w 1838497"/>
                  <a:gd name="connsiteY7" fmla="*/ 1492011 h 1883796"/>
                  <a:gd name="connsiteX8" fmla="*/ 1838497 w 1838497"/>
                  <a:gd name="connsiteY8" fmla="*/ 1582160 h 1883796"/>
                  <a:gd name="connsiteX0" fmla="*/ 1747057 w 1747619"/>
                  <a:gd name="connsiteY0" fmla="*/ 1490720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0" fmla="*/ 1747057 w 1747619"/>
                  <a:gd name="connsiteY0" fmla="*/ 1490720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8" fmla="*/ 1747057 w 1747619"/>
                  <a:gd name="connsiteY8" fmla="*/ 1490720 h 1883796"/>
                  <a:gd name="connsiteX0" fmla="*/ 1747619 w 1747619"/>
                  <a:gd name="connsiteY0" fmla="*/ 1492011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0" fmla="*/ 1089279 w 1747619"/>
                  <a:gd name="connsiteY0" fmla="*/ 145992 h 1883796"/>
                  <a:gd name="connsiteX1" fmla="*/ 247463 w 1747619"/>
                  <a:gd name="connsiteY1" fmla="*/ 61458 h 1883796"/>
                  <a:gd name="connsiteX2" fmla="*/ 385419 w 1747619"/>
                  <a:gd name="connsiteY2" fmla="*/ 1617277 h 1883796"/>
                  <a:gd name="connsiteX3" fmla="*/ 402895 w 1747619"/>
                  <a:gd name="connsiteY3" fmla="*/ 1637454 h 1883796"/>
                  <a:gd name="connsiteX4" fmla="*/ 461708 w 1747619"/>
                  <a:gd name="connsiteY4" fmla="*/ 1638004 h 1883796"/>
                  <a:gd name="connsiteX5" fmla="*/ 563151 w 1747619"/>
                  <a:gd name="connsiteY5" fmla="*/ 1622726 h 1883796"/>
                  <a:gd name="connsiteX6" fmla="*/ 1747619 w 1747619"/>
                  <a:gd name="connsiteY6" fmla="*/ 1492011 h 1883796"/>
                  <a:gd name="connsiteX7" fmla="*/ 1180719 w 1747619"/>
                  <a:gd name="connsiteY7" fmla="*/ 237432 h 1883796"/>
                  <a:gd name="connsiteX0" fmla="*/ 1089279 w 1747619"/>
                  <a:gd name="connsiteY0" fmla="*/ 145992 h 1883796"/>
                  <a:gd name="connsiteX1" fmla="*/ 247463 w 1747619"/>
                  <a:gd name="connsiteY1" fmla="*/ 61458 h 1883796"/>
                  <a:gd name="connsiteX2" fmla="*/ 385419 w 1747619"/>
                  <a:gd name="connsiteY2" fmla="*/ 1617277 h 1883796"/>
                  <a:gd name="connsiteX3" fmla="*/ 402895 w 1747619"/>
                  <a:gd name="connsiteY3" fmla="*/ 1637454 h 1883796"/>
                  <a:gd name="connsiteX4" fmla="*/ 461708 w 1747619"/>
                  <a:gd name="connsiteY4" fmla="*/ 1638004 h 1883796"/>
                  <a:gd name="connsiteX5" fmla="*/ 563151 w 1747619"/>
                  <a:gd name="connsiteY5" fmla="*/ 1622726 h 1883796"/>
                  <a:gd name="connsiteX6" fmla="*/ 1747619 w 1747619"/>
                  <a:gd name="connsiteY6" fmla="*/ 1492011 h 1883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47619" h="1883796">
                    <a:moveTo>
                      <a:pt x="1089279" y="145992"/>
                    </a:moveTo>
                    <a:cubicBezTo>
                      <a:pt x="693245" y="-27499"/>
                      <a:pt x="420825" y="-33857"/>
                      <a:pt x="247463" y="61458"/>
                    </a:cubicBezTo>
                    <a:cubicBezTo>
                      <a:pt x="-173557" y="292938"/>
                      <a:pt x="-10332" y="1124081"/>
                      <a:pt x="385419" y="1617277"/>
                    </a:cubicBezTo>
                    <a:lnTo>
                      <a:pt x="402895" y="1637454"/>
                    </a:lnTo>
                    <a:lnTo>
                      <a:pt x="461708" y="1638004"/>
                    </a:lnTo>
                    <a:cubicBezTo>
                      <a:pt x="494365" y="1635670"/>
                      <a:pt x="528182" y="1630642"/>
                      <a:pt x="563151" y="1622726"/>
                    </a:cubicBezTo>
                    <a:cubicBezTo>
                      <a:pt x="928276" y="2225977"/>
                      <a:pt x="1639508" y="1611081"/>
                      <a:pt x="1747619" y="1492011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Rectangle 3">
                <a:extLst>
                  <a:ext uri="{FF2B5EF4-FFF2-40B4-BE49-F238E27FC236}">
                    <a16:creationId xmlns:a16="http://schemas.microsoft.com/office/drawing/2014/main" id="{605E3D63-5507-A536-C46B-F55628C94C37}"/>
                  </a:ext>
                </a:extLst>
              </p:cNvPr>
              <p:cNvSpPr/>
              <p:nvPr/>
            </p:nvSpPr>
            <p:spPr>
              <a:xfrm>
                <a:off x="3647715" y="1514520"/>
                <a:ext cx="2816358" cy="2825513"/>
              </a:xfrm>
              <a:custGeom>
                <a:avLst/>
                <a:gdLst>
                  <a:gd name="connsiteX0" fmla="*/ 0 w 2479729"/>
                  <a:gd name="connsiteY0" fmla="*/ 0 h 2355742"/>
                  <a:gd name="connsiteX1" fmla="*/ 247972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0 w 2479729"/>
                  <a:gd name="connsiteY4" fmla="*/ 0 h 2355742"/>
                  <a:gd name="connsiteX0" fmla="*/ 257175 w 2479729"/>
                  <a:gd name="connsiteY0" fmla="*/ 438150 h 2355742"/>
                  <a:gd name="connsiteX1" fmla="*/ 247972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257175 w 2479729"/>
                  <a:gd name="connsiteY4" fmla="*/ 438150 h 2355742"/>
                  <a:gd name="connsiteX0" fmla="*/ 257175 w 2479729"/>
                  <a:gd name="connsiteY0" fmla="*/ 438150 h 2355742"/>
                  <a:gd name="connsiteX1" fmla="*/ 246067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257175 w 2479729"/>
                  <a:gd name="connsiteY4" fmla="*/ 438150 h 2355742"/>
                  <a:gd name="connsiteX0" fmla="*/ 257175 w 2460679"/>
                  <a:gd name="connsiteY0" fmla="*/ 438150 h 2565292"/>
                  <a:gd name="connsiteX1" fmla="*/ 2460679 w 2460679"/>
                  <a:gd name="connsiteY1" fmla="*/ 0 h 2565292"/>
                  <a:gd name="connsiteX2" fmla="*/ 2165404 w 2460679"/>
                  <a:gd name="connsiteY2" fmla="*/ 2565292 h 2565292"/>
                  <a:gd name="connsiteX3" fmla="*/ 0 w 2460679"/>
                  <a:gd name="connsiteY3" fmla="*/ 2355742 h 2565292"/>
                  <a:gd name="connsiteX4" fmla="*/ 257175 w 2460679"/>
                  <a:gd name="connsiteY4" fmla="*/ 438150 h 2565292"/>
                  <a:gd name="connsiteX0" fmla="*/ 0 w 2203504"/>
                  <a:gd name="connsiteY0" fmla="*/ 438150 h 2565292"/>
                  <a:gd name="connsiteX1" fmla="*/ 2203504 w 2203504"/>
                  <a:gd name="connsiteY1" fmla="*/ 0 h 2565292"/>
                  <a:gd name="connsiteX2" fmla="*/ 1908229 w 2203504"/>
                  <a:gd name="connsiteY2" fmla="*/ 2565292 h 2565292"/>
                  <a:gd name="connsiteX3" fmla="*/ 209550 w 2203504"/>
                  <a:gd name="connsiteY3" fmla="*/ 2231917 h 2565292"/>
                  <a:gd name="connsiteX4" fmla="*/ 0 w 2203504"/>
                  <a:gd name="connsiteY4" fmla="*/ 438150 h 2565292"/>
                  <a:gd name="connsiteX0" fmla="*/ 112382 w 2315886"/>
                  <a:gd name="connsiteY0" fmla="*/ 438150 h 2565292"/>
                  <a:gd name="connsiteX1" fmla="*/ 2315886 w 2315886"/>
                  <a:gd name="connsiteY1" fmla="*/ 0 h 2565292"/>
                  <a:gd name="connsiteX2" fmla="*/ 2020611 w 2315886"/>
                  <a:gd name="connsiteY2" fmla="*/ 2565292 h 2565292"/>
                  <a:gd name="connsiteX3" fmla="*/ 321932 w 2315886"/>
                  <a:gd name="connsiteY3" fmla="*/ 2231917 h 2565292"/>
                  <a:gd name="connsiteX4" fmla="*/ 112382 w 2315886"/>
                  <a:gd name="connsiteY4" fmla="*/ 438150 h 2565292"/>
                  <a:gd name="connsiteX0" fmla="*/ 127576 w 2331080"/>
                  <a:gd name="connsiteY0" fmla="*/ 438150 h 2565292"/>
                  <a:gd name="connsiteX1" fmla="*/ 2331080 w 2331080"/>
                  <a:gd name="connsiteY1" fmla="*/ 0 h 2565292"/>
                  <a:gd name="connsiteX2" fmla="*/ 2035805 w 2331080"/>
                  <a:gd name="connsiteY2" fmla="*/ 2565292 h 2565292"/>
                  <a:gd name="connsiteX3" fmla="*/ 337126 w 2331080"/>
                  <a:gd name="connsiteY3" fmla="*/ 2231917 h 2565292"/>
                  <a:gd name="connsiteX4" fmla="*/ 127576 w 2331080"/>
                  <a:gd name="connsiteY4" fmla="*/ 438150 h 2565292"/>
                  <a:gd name="connsiteX0" fmla="*/ 127576 w 2331080"/>
                  <a:gd name="connsiteY0" fmla="*/ 438150 h 2565292"/>
                  <a:gd name="connsiteX1" fmla="*/ 2331080 w 2331080"/>
                  <a:gd name="connsiteY1" fmla="*/ 0 h 2565292"/>
                  <a:gd name="connsiteX2" fmla="*/ 2035805 w 2331080"/>
                  <a:gd name="connsiteY2" fmla="*/ 2565292 h 2565292"/>
                  <a:gd name="connsiteX3" fmla="*/ 337126 w 2331080"/>
                  <a:gd name="connsiteY3" fmla="*/ 2231917 h 2565292"/>
                  <a:gd name="connsiteX4" fmla="*/ 127576 w 2331080"/>
                  <a:gd name="connsiteY4" fmla="*/ 438150 h 2565292"/>
                  <a:gd name="connsiteX0" fmla="*/ 127576 w 2331080"/>
                  <a:gd name="connsiteY0" fmla="*/ 735210 h 2862352"/>
                  <a:gd name="connsiteX1" fmla="*/ 2331080 w 2331080"/>
                  <a:gd name="connsiteY1" fmla="*/ 297060 h 2862352"/>
                  <a:gd name="connsiteX2" fmla="*/ 2035805 w 2331080"/>
                  <a:gd name="connsiteY2" fmla="*/ 2862352 h 2862352"/>
                  <a:gd name="connsiteX3" fmla="*/ 337126 w 2331080"/>
                  <a:gd name="connsiteY3" fmla="*/ 2528977 h 2862352"/>
                  <a:gd name="connsiteX4" fmla="*/ 127576 w 2331080"/>
                  <a:gd name="connsiteY4" fmla="*/ 735210 h 2862352"/>
                  <a:gd name="connsiteX0" fmla="*/ 127576 w 2331080"/>
                  <a:gd name="connsiteY0" fmla="*/ 790826 h 2917968"/>
                  <a:gd name="connsiteX1" fmla="*/ 2331080 w 2331080"/>
                  <a:gd name="connsiteY1" fmla="*/ 352676 h 2917968"/>
                  <a:gd name="connsiteX2" fmla="*/ 2035805 w 2331080"/>
                  <a:gd name="connsiteY2" fmla="*/ 2917968 h 2917968"/>
                  <a:gd name="connsiteX3" fmla="*/ 337126 w 2331080"/>
                  <a:gd name="connsiteY3" fmla="*/ 2584593 h 2917968"/>
                  <a:gd name="connsiteX4" fmla="*/ 127576 w 2331080"/>
                  <a:gd name="connsiteY4" fmla="*/ 790826 h 2917968"/>
                  <a:gd name="connsiteX0" fmla="*/ 127576 w 2847375"/>
                  <a:gd name="connsiteY0" fmla="*/ 790826 h 2917968"/>
                  <a:gd name="connsiteX1" fmla="*/ 2331080 w 2847375"/>
                  <a:gd name="connsiteY1" fmla="*/ 352676 h 2917968"/>
                  <a:gd name="connsiteX2" fmla="*/ 2035805 w 2847375"/>
                  <a:gd name="connsiteY2" fmla="*/ 2917968 h 2917968"/>
                  <a:gd name="connsiteX3" fmla="*/ 337126 w 2847375"/>
                  <a:gd name="connsiteY3" fmla="*/ 2584593 h 2917968"/>
                  <a:gd name="connsiteX4" fmla="*/ 127576 w 2847375"/>
                  <a:gd name="connsiteY4" fmla="*/ 790826 h 2917968"/>
                  <a:gd name="connsiteX0" fmla="*/ 127576 w 2825016"/>
                  <a:gd name="connsiteY0" fmla="*/ 747383 h 2874525"/>
                  <a:gd name="connsiteX1" fmla="*/ 2302505 w 2825016"/>
                  <a:gd name="connsiteY1" fmla="*/ 366383 h 2874525"/>
                  <a:gd name="connsiteX2" fmla="*/ 2035805 w 2825016"/>
                  <a:gd name="connsiteY2" fmla="*/ 2874525 h 2874525"/>
                  <a:gd name="connsiteX3" fmla="*/ 337126 w 2825016"/>
                  <a:gd name="connsiteY3" fmla="*/ 2541150 h 2874525"/>
                  <a:gd name="connsiteX4" fmla="*/ 127576 w 2825016"/>
                  <a:gd name="connsiteY4" fmla="*/ 747383 h 2874525"/>
                  <a:gd name="connsiteX0" fmla="*/ 127576 w 2825016"/>
                  <a:gd name="connsiteY0" fmla="*/ 764308 h 2891450"/>
                  <a:gd name="connsiteX1" fmla="*/ 2302505 w 2825016"/>
                  <a:gd name="connsiteY1" fmla="*/ 383308 h 2891450"/>
                  <a:gd name="connsiteX2" fmla="*/ 2035805 w 2825016"/>
                  <a:gd name="connsiteY2" fmla="*/ 2891450 h 2891450"/>
                  <a:gd name="connsiteX3" fmla="*/ 337126 w 2825016"/>
                  <a:gd name="connsiteY3" fmla="*/ 2558075 h 2891450"/>
                  <a:gd name="connsiteX4" fmla="*/ 127576 w 2825016"/>
                  <a:gd name="connsiteY4" fmla="*/ 764308 h 2891450"/>
                  <a:gd name="connsiteX0" fmla="*/ 127576 w 2825016"/>
                  <a:gd name="connsiteY0" fmla="*/ 798924 h 2926066"/>
                  <a:gd name="connsiteX1" fmla="*/ 2302505 w 2825016"/>
                  <a:gd name="connsiteY1" fmla="*/ 417924 h 2926066"/>
                  <a:gd name="connsiteX2" fmla="*/ 2035805 w 2825016"/>
                  <a:gd name="connsiteY2" fmla="*/ 2926066 h 2926066"/>
                  <a:gd name="connsiteX3" fmla="*/ 337126 w 2825016"/>
                  <a:gd name="connsiteY3" fmla="*/ 2592691 h 2926066"/>
                  <a:gd name="connsiteX4" fmla="*/ 127576 w 2825016"/>
                  <a:gd name="connsiteY4" fmla="*/ 798924 h 2926066"/>
                  <a:gd name="connsiteX0" fmla="*/ 127576 w 2839985"/>
                  <a:gd name="connsiteY0" fmla="*/ 798924 h 2926066"/>
                  <a:gd name="connsiteX1" fmla="*/ 2302505 w 2839985"/>
                  <a:gd name="connsiteY1" fmla="*/ 417924 h 2926066"/>
                  <a:gd name="connsiteX2" fmla="*/ 2035805 w 2839985"/>
                  <a:gd name="connsiteY2" fmla="*/ 2926066 h 2926066"/>
                  <a:gd name="connsiteX3" fmla="*/ 337126 w 2839985"/>
                  <a:gd name="connsiteY3" fmla="*/ 2592691 h 2926066"/>
                  <a:gd name="connsiteX4" fmla="*/ 127576 w 2839985"/>
                  <a:gd name="connsiteY4" fmla="*/ 798924 h 2926066"/>
                  <a:gd name="connsiteX0" fmla="*/ 127576 w 2795442"/>
                  <a:gd name="connsiteY0" fmla="*/ 798924 h 2773666"/>
                  <a:gd name="connsiteX1" fmla="*/ 2302505 w 2795442"/>
                  <a:gd name="connsiteY1" fmla="*/ 417924 h 2773666"/>
                  <a:gd name="connsiteX2" fmla="*/ 1826255 w 2795442"/>
                  <a:gd name="connsiteY2" fmla="*/ 2773666 h 2773666"/>
                  <a:gd name="connsiteX3" fmla="*/ 337126 w 2795442"/>
                  <a:gd name="connsiteY3" fmla="*/ 2592691 h 2773666"/>
                  <a:gd name="connsiteX4" fmla="*/ 127576 w 2795442"/>
                  <a:gd name="connsiteY4" fmla="*/ 798924 h 2773666"/>
                  <a:gd name="connsiteX0" fmla="*/ 127576 w 2795442"/>
                  <a:gd name="connsiteY0" fmla="*/ 798924 h 2835735"/>
                  <a:gd name="connsiteX1" fmla="*/ 2302505 w 2795442"/>
                  <a:gd name="connsiteY1" fmla="*/ 417924 h 2835735"/>
                  <a:gd name="connsiteX2" fmla="*/ 1826255 w 2795442"/>
                  <a:gd name="connsiteY2" fmla="*/ 2773666 h 2835735"/>
                  <a:gd name="connsiteX3" fmla="*/ 337126 w 2795442"/>
                  <a:gd name="connsiteY3" fmla="*/ 2592691 h 2835735"/>
                  <a:gd name="connsiteX4" fmla="*/ 127576 w 2795442"/>
                  <a:gd name="connsiteY4" fmla="*/ 798924 h 2835735"/>
                  <a:gd name="connsiteX0" fmla="*/ 127576 w 2786300"/>
                  <a:gd name="connsiteY0" fmla="*/ 798924 h 2814300"/>
                  <a:gd name="connsiteX1" fmla="*/ 2302505 w 2786300"/>
                  <a:gd name="connsiteY1" fmla="*/ 417924 h 2814300"/>
                  <a:gd name="connsiteX2" fmla="*/ 1778630 w 2786300"/>
                  <a:gd name="connsiteY2" fmla="*/ 2735566 h 2814300"/>
                  <a:gd name="connsiteX3" fmla="*/ 337126 w 2786300"/>
                  <a:gd name="connsiteY3" fmla="*/ 2592691 h 2814300"/>
                  <a:gd name="connsiteX4" fmla="*/ 127576 w 2786300"/>
                  <a:gd name="connsiteY4" fmla="*/ 798924 h 2814300"/>
                  <a:gd name="connsiteX0" fmla="*/ 127576 w 2816358"/>
                  <a:gd name="connsiteY0" fmla="*/ 798924 h 2814300"/>
                  <a:gd name="connsiteX1" fmla="*/ 2302505 w 2816358"/>
                  <a:gd name="connsiteY1" fmla="*/ 417924 h 2814300"/>
                  <a:gd name="connsiteX2" fmla="*/ 1778630 w 2816358"/>
                  <a:gd name="connsiteY2" fmla="*/ 2735566 h 2814300"/>
                  <a:gd name="connsiteX3" fmla="*/ 337126 w 2816358"/>
                  <a:gd name="connsiteY3" fmla="*/ 2592691 h 2814300"/>
                  <a:gd name="connsiteX4" fmla="*/ 127576 w 2816358"/>
                  <a:gd name="connsiteY4" fmla="*/ 798924 h 2814300"/>
                  <a:gd name="connsiteX0" fmla="*/ 127576 w 2816358"/>
                  <a:gd name="connsiteY0" fmla="*/ 798924 h 2825513"/>
                  <a:gd name="connsiteX1" fmla="*/ 2302505 w 2816358"/>
                  <a:gd name="connsiteY1" fmla="*/ 417924 h 2825513"/>
                  <a:gd name="connsiteX2" fmla="*/ 1778630 w 2816358"/>
                  <a:gd name="connsiteY2" fmla="*/ 2735566 h 2825513"/>
                  <a:gd name="connsiteX3" fmla="*/ 337126 w 2816358"/>
                  <a:gd name="connsiteY3" fmla="*/ 2592691 h 2825513"/>
                  <a:gd name="connsiteX4" fmla="*/ 127576 w 2816358"/>
                  <a:gd name="connsiteY4" fmla="*/ 798924 h 2825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6358" h="2825513">
                    <a:moveTo>
                      <a:pt x="127576" y="798924"/>
                    </a:moveTo>
                    <a:cubicBezTo>
                      <a:pt x="328677" y="186149"/>
                      <a:pt x="1444179" y="-436151"/>
                      <a:pt x="2302505" y="417924"/>
                    </a:cubicBezTo>
                    <a:cubicBezTo>
                      <a:pt x="3575680" y="2120746"/>
                      <a:pt x="2124705" y="2575794"/>
                      <a:pt x="1778630" y="2735566"/>
                    </a:cubicBezTo>
                    <a:cubicBezTo>
                      <a:pt x="1269554" y="2833991"/>
                      <a:pt x="731902" y="2922891"/>
                      <a:pt x="337126" y="2592691"/>
                    </a:cubicBezTo>
                    <a:cubicBezTo>
                      <a:pt x="172026" y="2471019"/>
                      <a:pt x="-193099" y="2130271"/>
                      <a:pt x="127576" y="798924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0" name="Rectangle 23">
              <a:extLst>
                <a:ext uri="{FF2B5EF4-FFF2-40B4-BE49-F238E27FC236}">
                  <a16:creationId xmlns:a16="http://schemas.microsoft.com/office/drawing/2014/main" id="{1512081C-9CD9-7ACD-7D0C-DF73414188B0}"/>
                </a:ext>
              </a:extLst>
            </p:cNvPr>
            <p:cNvSpPr/>
            <p:nvPr/>
          </p:nvSpPr>
          <p:spPr>
            <a:xfrm>
              <a:off x="4861560" y="3826017"/>
              <a:ext cx="669082" cy="839414"/>
            </a:xfrm>
            <a:custGeom>
              <a:avLst/>
              <a:gdLst>
                <a:gd name="connsiteX0" fmla="*/ 0 w 647700"/>
                <a:gd name="connsiteY0" fmla="*/ 0 h 304800"/>
                <a:gd name="connsiteX1" fmla="*/ 647700 w 647700"/>
                <a:gd name="connsiteY1" fmla="*/ 0 h 304800"/>
                <a:gd name="connsiteX2" fmla="*/ 647700 w 647700"/>
                <a:gd name="connsiteY2" fmla="*/ 304800 h 304800"/>
                <a:gd name="connsiteX3" fmla="*/ 0 w 647700"/>
                <a:gd name="connsiteY3" fmla="*/ 304800 h 304800"/>
                <a:gd name="connsiteX4" fmla="*/ 0 w 647700"/>
                <a:gd name="connsiteY4" fmla="*/ 0 h 304800"/>
                <a:gd name="connsiteX0" fmla="*/ 0 w 883920"/>
                <a:gd name="connsiteY0" fmla="*/ 342900 h 342900"/>
                <a:gd name="connsiteX1" fmla="*/ 883920 w 883920"/>
                <a:gd name="connsiteY1" fmla="*/ 0 h 342900"/>
                <a:gd name="connsiteX2" fmla="*/ 883920 w 883920"/>
                <a:gd name="connsiteY2" fmla="*/ 304800 h 342900"/>
                <a:gd name="connsiteX3" fmla="*/ 236220 w 883920"/>
                <a:gd name="connsiteY3" fmla="*/ 304800 h 342900"/>
                <a:gd name="connsiteX4" fmla="*/ 0 w 883920"/>
                <a:gd name="connsiteY4" fmla="*/ 342900 h 342900"/>
                <a:gd name="connsiteX0" fmla="*/ 0 w 937260"/>
                <a:gd name="connsiteY0" fmla="*/ 556260 h 556260"/>
                <a:gd name="connsiteX1" fmla="*/ 937260 w 937260"/>
                <a:gd name="connsiteY1" fmla="*/ 0 h 556260"/>
                <a:gd name="connsiteX2" fmla="*/ 883920 w 937260"/>
                <a:gd name="connsiteY2" fmla="*/ 518160 h 556260"/>
                <a:gd name="connsiteX3" fmla="*/ 236220 w 937260"/>
                <a:gd name="connsiteY3" fmla="*/ 518160 h 556260"/>
                <a:gd name="connsiteX4" fmla="*/ 0 w 937260"/>
                <a:gd name="connsiteY4" fmla="*/ 556260 h 556260"/>
                <a:gd name="connsiteX0" fmla="*/ 0 w 937260"/>
                <a:gd name="connsiteY0" fmla="*/ 556260 h 701040"/>
                <a:gd name="connsiteX1" fmla="*/ 937260 w 937260"/>
                <a:gd name="connsiteY1" fmla="*/ 0 h 701040"/>
                <a:gd name="connsiteX2" fmla="*/ 883920 w 937260"/>
                <a:gd name="connsiteY2" fmla="*/ 518160 h 701040"/>
                <a:gd name="connsiteX3" fmla="*/ 335280 w 937260"/>
                <a:gd name="connsiteY3" fmla="*/ 701040 h 701040"/>
                <a:gd name="connsiteX4" fmla="*/ 0 w 937260"/>
                <a:gd name="connsiteY4" fmla="*/ 556260 h 701040"/>
                <a:gd name="connsiteX0" fmla="*/ 0 w 2194560"/>
                <a:gd name="connsiteY0" fmla="*/ 556260 h 701040"/>
                <a:gd name="connsiteX1" fmla="*/ 937260 w 2194560"/>
                <a:gd name="connsiteY1" fmla="*/ 0 h 701040"/>
                <a:gd name="connsiteX2" fmla="*/ 2194560 w 2194560"/>
                <a:gd name="connsiteY2" fmla="*/ 266700 h 701040"/>
                <a:gd name="connsiteX3" fmla="*/ 335280 w 2194560"/>
                <a:gd name="connsiteY3" fmla="*/ 701040 h 701040"/>
                <a:gd name="connsiteX4" fmla="*/ 0 w 2194560"/>
                <a:gd name="connsiteY4" fmla="*/ 556260 h 701040"/>
                <a:gd name="connsiteX0" fmla="*/ 0 w 2456180"/>
                <a:gd name="connsiteY0" fmla="*/ 556260 h 701040"/>
                <a:gd name="connsiteX1" fmla="*/ 937260 w 2456180"/>
                <a:gd name="connsiteY1" fmla="*/ 0 h 701040"/>
                <a:gd name="connsiteX2" fmla="*/ 2456180 w 2456180"/>
                <a:gd name="connsiteY2" fmla="*/ 83820 h 701040"/>
                <a:gd name="connsiteX3" fmla="*/ 2194560 w 2456180"/>
                <a:gd name="connsiteY3" fmla="*/ 266700 h 701040"/>
                <a:gd name="connsiteX4" fmla="*/ 335280 w 2456180"/>
                <a:gd name="connsiteY4" fmla="*/ 701040 h 701040"/>
                <a:gd name="connsiteX5" fmla="*/ 0 w 2456180"/>
                <a:gd name="connsiteY5" fmla="*/ 556260 h 701040"/>
                <a:gd name="connsiteX0" fmla="*/ 0 w 2469922"/>
                <a:gd name="connsiteY0" fmla="*/ 601891 h 746671"/>
                <a:gd name="connsiteX1" fmla="*/ 937260 w 2469922"/>
                <a:gd name="connsiteY1" fmla="*/ 45631 h 746671"/>
                <a:gd name="connsiteX2" fmla="*/ 2303780 w 2469922"/>
                <a:gd name="connsiteY2" fmla="*/ 30391 h 746671"/>
                <a:gd name="connsiteX3" fmla="*/ 2456180 w 2469922"/>
                <a:gd name="connsiteY3" fmla="*/ 129451 h 746671"/>
                <a:gd name="connsiteX4" fmla="*/ 2194560 w 2469922"/>
                <a:gd name="connsiteY4" fmla="*/ 312331 h 746671"/>
                <a:gd name="connsiteX5" fmla="*/ 335280 w 2469922"/>
                <a:gd name="connsiteY5" fmla="*/ 746671 h 746671"/>
                <a:gd name="connsiteX6" fmla="*/ 0 w 2469922"/>
                <a:gd name="connsiteY6" fmla="*/ 601891 h 746671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19 h 876299"/>
                <a:gd name="connsiteX1" fmla="*/ 937260 w 2456180"/>
                <a:gd name="connsiteY1" fmla="*/ 175259 h 876299"/>
                <a:gd name="connsiteX2" fmla="*/ 2258060 w 2456180"/>
                <a:gd name="connsiteY2" fmla="*/ 0 h 876299"/>
                <a:gd name="connsiteX3" fmla="*/ 2303780 w 2456180"/>
                <a:gd name="connsiteY3" fmla="*/ 160019 h 876299"/>
                <a:gd name="connsiteX4" fmla="*/ 2456180 w 2456180"/>
                <a:gd name="connsiteY4" fmla="*/ 259079 h 876299"/>
                <a:gd name="connsiteX5" fmla="*/ 2194560 w 2456180"/>
                <a:gd name="connsiteY5" fmla="*/ 441959 h 876299"/>
                <a:gd name="connsiteX6" fmla="*/ 335280 w 2456180"/>
                <a:gd name="connsiteY6" fmla="*/ 876299 h 876299"/>
                <a:gd name="connsiteX7" fmla="*/ 0 w 2456180"/>
                <a:gd name="connsiteY7" fmla="*/ 731519 h 87629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1009753"/>
                <a:gd name="connsiteX1" fmla="*/ 937260 w 2413318"/>
                <a:gd name="connsiteY1" fmla="*/ 167639 h 1009753"/>
                <a:gd name="connsiteX2" fmla="*/ 2212340 w 2413318"/>
                <a:gd name="connsiteY2" fmla="*/ 0 h 1009753"/>
                <a:gd name="connsiteX3" fmla="*/ 2303780 w 2413318"/>
                <a:gd name="connsiteY3" fmla="*/ 152399 h 1009753"/>
                <a:gd name="connsiteX4" fmla="*/ 2413318 w 2413318"/>
                <a:gd name="connsiteY4" fmla="*/ 270509 h 1009753"/>
                <a:gd name="connsiteX5" fmla="*/ 2194560 w 2413318"/>
                <a:gd name="connsiteY5" fmla="*/ 434339 h 1009753"/>
                <a:gd name="connsiteX6" fmla="*/ 335280 w 2413318"/>
                <a:gd name="connsiteY6" fmla="*/ 868679 h 1009753"/>
                <a:gd name="connsiteX7" fmla="*/ 0 w 2413318"/>
                <a:gd name="connsiteY7" fmla="*/ 723899 h 1009753"/>
                <a:gd name="connsiteX0" fmla="*/ 0 w 2413318"/>
                <a:gd name="connsiteY0" fmla="*/ 723899 h 1242328"/>
                <a:gd name="connsiteX1" fmla="*/ 937260 w 2413318"/>
                <a:gd name="connsiteY1" fmla="*/ 167639 h 1242328"/>
                <a:gd name="connsiteX2" fmla="*/ 2212340 w 2413318"/>
                <a:gd name="connsiteY2" fmla="*/ 0 h 1242328"/>
                <a:gd name="connsiteX3" fmla="*/ 2303780 w 2413318"/>
                <a:gd name="connsiteY3" fmla="*/ 152399 h 1242328"/>
                <a:gd name="connsiteX4" fmla="*/ 2413318 w 2413318"/>
                <a:gd name="connsiteY4" fmla="*/ 270509 h 1242328"/>
                <a:gd name="connsiteX5" fmla="*/ 2194560 w 2413318"/>
                <a:gd name="connsiteY5" fmla="*/ 434339 h 1242328"/>
                <a:gd name="connsiteX6" fmla="*/ 335280 w 2413318"/>
                <a:gd name="connsiteY6" fmla="*/ 868679 h 1242328"/>
                <a:gd name="connsiteX7" fmla="*/ 0 w 2413318"/>
                <a:gd name="connsiteY7" fmla="*/ 723899 h 1242328"/>
                <a:gd name="connsiteX0" fmla="*/ 0 w 2413318"/>
                <a:gd name="connsiteY0" fmla="*/ 723899 h 1233835"/>
                <a:gd name="connsiteX1" fmla="*/ 937260 w 2413318"/>
                <a:gd name="connsiteY1" fmla="*/ 167639 h 1233835"/>
                <a:gd name="connsiteX2" fmla="*/ 2212340 w 2413318"/>
                <a:gd name="connsiteY2" fmla="*/ 0 h 1233835"/>
                <a:gd name="connsiteX3" fmla="*/ 2303780 w 2413318"/>
                <a:gd name="connsiteY3" fmla="*/ 152399 h 1233835"/>
                <a:gd name="connsiteX4" fmla="*/ 2413318 w 2413318"/>
                <a:gd name="connsiteY4" fmla="*/ 270509 h 1233835"/>
                <a:gd name="connsiteX5" fmla="*/ 2194560 w 2413318"/>
                <a:gd name="connsiteY5" fmla="*/ 434339 h 1233835"/>
                <a:gd name="connsiteX6" fmla="*/ 335280 w 2413318"/>
                <a:gd name="connsiteY6" fmla="*/ 868679 h 1233835"/>
                <a:gd name="connsiteX7" fmla="*/ 0 w 2413318"/>
                <a:gd name="connsiteY7" fmla="*/ 723899 h 1233835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49899 w 2127937"/>
                <a:gd name="connsiteY0" fmla="*/ 868679 h 1244469"/>
                <a:gd name="connsiteX1" fmla="*/ 651879 w 2127937"/>
                <a:gd name="connsiteY1" fmla="*/ 167639 h 1244469"/>
                <a:gd name="connsiteX2" fmla="*/ 1926959 w 2127937"/>
                <a:gd name="connsiteY2" fmla="*/ 0 h 1244469"/>
                <a:gd name="connsiteX3" fmla="*/ 2018399 w 2127937"/>
                <a:gd name="connsiteY3" fmla="*/ 152399 h 1244469"/>
                <a:gd name="connsiteX4" fmla="*/ 2127937 w 2127937"/>
                <a:gd name="connsiteY4" fmla="*/ 270509 h 1244469"/>
                <a:gd name="connsiteX5" fmla="*/ 1909179 w 2127937"/>
                <a:gd name="connsiteY5" fmla="*/ 434339 h 1244469"/>
                <a:gd name="connsiteX6" fmla="*/ 49899 w 2127937"/>
                <a:gd name="connsiteY6" fmla="*/ 868679 h 1244469"/>
                <a:gd name="connsiteX0" fmla="*/ 49899 w 2127937"/>
                <a:gd name="connsiteY0" fmla="*/ 868679 h 869112"/>
                <a:gd name="connsiteX1" fmla="*/ 651879 w 2127937"/>
                <a:gd name="connsiteY1" fmla="*/ 167639 h 869112"/>
                <a:gd name="connsiteX2" fmla="*/ 1926959 w 2127937"/>
                <a:gd name="connsiteY2" fmla="*/ 0 h 869112"/>
                <a:gd name="connsiteX3" fmla="*/ 2018399 w 2127937"/>
                <a:gd name="connsiteY3" fmla="*/ 152399 h 869112"/>
                <a:gd name="connsiteX4" fmla="*/ 2127937 w 2127937"/>
                <a:gd name="connsiteY4" fmla="*/ 270509 h 869112"/>
                <a:gd name="connsiteX5" fmla="*/ 49899 w 2127937"/>
                <a:gd name="connsiteY5" fmla="*/ 868679 h 869112"/>
                <a:gd name="connsiteX0" fmla="*/ 49899 w 2021520"/>
                <a:gd name="connsiteY0" fmla="*/ 868679 h 1230668"/>
                <a:gd name="connsiteX1" fmla="*/ 651879 w 2021520"/>
                <a:gd name="connsiteY1" fmla="*/ 167639 h 1230668"/>
                <a:gd name="connsiteX2" fmla="*/ 1926959 w 2021520"/>
                <a:gd name="connsiteY2" fmla="*/ 0 h 1230668"/>
                <a:gd name="connsiteX3" fmla="*/ 2018399 w 2021520"/>
                <a:gd name="connsiteY3" fmla="*/ 152399 h 1230668"/>
                <a:gd name="connsiteX4" fmla="*/ 515037 w 2021520"/>
                <a:gd name="connsiteY4" fmla="*/ 1210309 h 1230668"/>
                <a:gd name="connsiteX5" fmla="*/ 49899 w 2021520"/>
                <a:gd name="connsiteY5" fmla="*/ 868679 h 1230668"/>
                <a:gd name="connsiteX0" fmla="*/ 49899 w 1926959"/>
                <a:gd name="connsiteY0" fmla="*/ 868679 h 1230668"/>
                <a:gd name="connsiteX1" fmla="*/ 651879 w 1926959"/>
                <a:gd name="connsiteY1" fmla="*/ 167639 h 1230668"/>
                <a:gd name="connsiteX2" fmla="*/ 1926959 w 1926959"/>
                <a:gd name="connsiteY2" fmla="*/ 0 h 1230668"/>
                <a:gd name="connsiteX3" fmla="*/ 515037 w 1926959"/>
                <a:gd name="connsiteY3" fmla="*/ 1210309 h 1230668"/>
                <a:gd name="connsiteX4" fmla="*/ 49899 w 1926959"/>
                <a:gd name="connsiteY4" fmla="*/ 868679 h 1230668"/>
                <a:gd name="connsiteX0" fmla="*/ 49899 w 677467"/>
                <a:gd name="connsiteY0" fmla="*/ 701040 h 1063029"/>
                <a:gd name="connsiteX1" fmla="*/ 651879 w 677467"/>
                <a:gd name="connsiteY1" fmla="*/ 0 h 1063029"/>
                <a:gd name="connsiteX2" fmla="*/ 515037 w 677467"/>
                <a:gd name="connsiteY2" fmla="*/ 1042670 h 1063029"/>
                <a:gd name="connsiteX3" fmla="*/ 49899 w 677467"/>
                <a:gd name="connsiteY3" fmla="*/ 701040 h 1063029"/>
                <a:gd name="connsiteX0" fmla="*/ 49441 w 682525"/>
                <a:gd name="connsiteY0" fmla="*/ 281940 h 643929"/>
                <a:gd name="connsiteX1" fmla="*/ 657771 w 682525"/>
                <a:gd name="connsiteY1" fmla="*/ 0 h 643929"/>
                <a:gd name="connsiteX2" fmla="*/ 514579 w 682525"/>
                <a:gd name="connsiteY2" fmla="*/ 623570 h 643929"/>
                <a:gd name="connsiteX3" fmla="*/ 49441 w 682525"/>
                <a:gd name="connsiteY3" fmla="*/ 281940 h 643929"/>
                <a:gd name="connsiteX0" fmla="*/ 49441 w 700055"/>
                <a:gd name="connsiteY0" fmla="*/ 281940 h 643929"/>
                <a:gd name="connsiteX1" fmla="*/ 657771 w 700055"/>
                <a:gd name="connsiteY1" fmla="*/ 0 h 643929"/>
                <a:gd name="connsiteX2" fmla="*/ 514579 w 700055"/>
                <a:gd name="connsiteY2" fmla="*/ 623570 h 643929"/>
                <a:gd name="connsiteX3" fmla="*/ 49441 w 700055"/>
                <a:gd name="connsiteY3" fmla="*/ 281940 h 643929"/>
                <a:gd name="connsiteX0" fmla="*/ 49441 w 700055"/>
                <a:gd name="connsiteY0" fmla="*/ 281940 h 643696"/>
                <a:gd name="connsiteX1" fmla="*/ 657771 w 700055"/>
                <a:gd name="connsiteY1" fmla="*/ 0 h 643696"/>
                <a:gd name="connsiteX2" fmla="*/ 514579 w 700055"/>
                <a:gd name="connsiteY2" fmla="*/ 623570 h 643696"/>
                <a:gd name="connsiteX3" fmla="*/ 49441 w 700055"/>
                <a:gd name="connsiteY3" fmla="*/ 281940 h 643696"/>
                <a:gd name="connsiteX0" fmla="*/ 50840 w 682404"/>
                <a:gd name="connsiteY0" fmla="*/ 313690 h 644972"/>
                <a:gd name="connsiteX1" fmla="*/ 640120 w 682404"/>
                <a:gd name="connsiteY1" fmla="*/ 0 h 644972"/>
                <a:gd name="connsiteX2" fmla="*/ 496928 w 682404"/>
                <a:gd name="connsiteY2" fmla="*/ 623570 h 644972"/>
                <a:gd name="connsiteX3" fmla="*/ 50840 w 682404"/>
                <a:gd name="connsiteY3" fmla="*/ 313690 h 644972"/>
                <a:gd name="connsiteX0" fmla="*/ 47684 w 723698"/>
                <a:gd name="connsiteY0" fmla="*/ 250190 h 642564"/>
                <a:gd name="connsiteX1" fmla="*/ 681414 w 723698"/>
                <a:gd name="connsiteY1" fmla="*/ 0 h 642564"/>
                <a:gd name="connsiteX2" fmla="*/ 538222 w 723698"/>
                <a:gd name="connsiteY2" fmla="*/ 623570 h 642564"/>
                <a:gd name="connsiteX3" fmla="*/ 47684 w 723698"/>
                <a:gd name="connsiteY3" fmla="*/ 250190 h 642564"/>
                <a:gd name="connsiteX0" fmla="*/ 54419 w 676981"/>
                <a:gd name="connsiteY0" fmla="*/ 447040 h 839414"/>
                <a:gd name="connsiteX1" fmla="*/ 599249 w 676981"/>
                <a:gd name="connsiteY1" fmla="*/ 0 h 839414"/>
                <a:gd name="connsiteX2" fmla="*/ 544957 w 676981"/>
                <a:gd name="connsiteY2" fmla="*/ 820420 h 839414"/>
                <a:gd name="connsiteX3" fmla="*/ 54419 w 676981"/>
                <a:gd name="connsiteY3" fmla="*/ 447040 h 839414"/>
                <a:gd name="connsiteX0" fmla="*/ 54419 w 723501"/>
                <a:gd name="connsiteY0" fmla="*/ 447040 h 839414"/>
                <a:gd name="connsiteX1" fmla="*/ 599249 w 723501"/>
                <a:gd name="connsiteY1" fmla="*/ 0 h 839414"/>
                <a:gd name="connsiteX2" fmla="*/ 544957 w 723501"/>
                <a:gd name="connsiteY2" fmla="*/ 820420 h 839414"/>
                <a:gd name="connsiteX3" fmla="*/ 54419 w 723501"/>
                <a:gd name="connsiteY3" fmla="*/ 447040 h 839414"/>
                <a:gd name="connsiteX0" fmla="*/ 598725 w 722977"/>
                <a:gd name="connsiteY0" fmla="*/ 0 h 839414"/>
                <a:gd name="connsiteX1" fmla="*/ 544433 w 722977"/>
                <a:gd name="connsiteY1" fmla="*/ 820420 h 839414"/>
                <a:gd name="connsiteX2" fmla="*/ 53895 w 722977"/>
                <a:gd name="connsiteY2" fmla="*/ 447040 h 839414"/>
                <a:gd name="connsiteX3" fmla="*/ 690165 w 722977"/>
                <a:gd name="connsiteY3" fmla="*/ 91440 h 839414"/>
                <a:gd name="connsiteX0" fmla="*/ 544830 w 669082"/>
                <a:gd name="connsiteY0" fmla="*/ 0 h 839414"/>
                <a:gd name="connsiteX1" fmla="*/ 490538 w 669082"/>
                <a:gd name="connsiteY1" fmla="*/ 820420 h 839414"/>
                <a:gd name="connsiteX2" fmla="*/ 0 w 669082"/>
                <a:gd name="connsiteY2" fmla="*/ 447040 h 83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9082" h="839414">
                  <a:moveTo>
                    <a:pt x="544830" y="0"/>
                  </a:moveTo>
                  <a:cubicBezTo>
                    <a:pt x="622353" y="56938"/>
                    <a:pt x="806768" y="551180"/>
                    <a:pt x="490538" y="820420"/>
                  </a:cubicBezTo>
                  <a:cubicBezTo>
                    <a:pt x="162455" y="939800"/>
                    <a:pt x="176160" y="457835"/>
                    <a:pt x="0" y="44704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883C48C-BC2A-4716-9BCF-83C25AF9A8C7}"/>
                </a:ext>
              </a:extLst>
            </p:cNvPr>
            <p:cNvSpPr/>
            <p:nvPr/>
          </p:nvSpPr>
          <p:spPr>
            <a:xfrm>
              <a:off x="4977719" y="3886200"/>
              <a:ext cx="435216" cy="620000"/>
            </a:xfrm>
            <a:custGeom>
              <a:avLst/>
              <a:gdLst>
                <a:gd name="connsiteX0" fmla="*/ 322477 w 435216"/>
                <a:gd name="connsiteY0" fmla="*/ 0 h 620000"/>
                <a:gd name="connsiteX1" fmla="*/ 353319 w 435216"/>
                <a:gd name="connsiteY1" fmla="*/ 59483 h 620000"/>
                <a:gd name="connsiteX2" fmla="*/ 383994 w 435216"/>
                <a:gd name="connsiteY2" fmla="*/ 142335 h 620000"/>
                <a:gd name="connsiteX3" fmla="*/ 325757 w 435216"/>
                <a:gd name="connsiteY3" fmla="*/ 618931 h 620000"/>
                <a:gd name="connsiteX4" fmla="*/ 26759 w 435216"/>
                <a:gd name="connsiteY4" fmla="*/ 276276 h 620000"/>
                <a:gd name="connsiteX5" fmla="*/ 0 w 435216"/>
                <a:gd name="connsiteY5" fmla="*/ 184892 h 620000"/>
                <a:gd name="connsiteX6" fmla="*/ 70363 w 435216"/>
                <a:gd name="connsiteY6" fmla="*/ 138665 h 620000"/>
                <a:gd name="connsiteX7" fmla="*/ 313657 w 435216"/>
                <a:gd name="connsiteY7" fmla="*/ 4268 h 620000"/>
                <a:gd name="connsiteX8" fmla="*/ 322477 w 435216"/>
                <a:gd name="connsiteY8" fmla="*/ 0 h 6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216" h="620000">
                  <a:moveTo>
                    <a:pt x="322477" y="0"/>
                  </a:moveTo>
                  <a:lnTo>
                    <a:pt x="353319" y="59483"/>
                  </a:lnTo>
                  <a:cubicBezTo>
                    <a:pt x="364929" y="85582"/>
                    <a:pt x="375296" y="113235"/>
                    <a:pt x="383994" y="142335"/>
                  </a:cubicBezTo>
                  <a:cubicBezTo>
                    <a:pt x="453577" y="375141"/>
                    <a:pt x="468128" y="563667"/>
                    <a:pt x="325757" y="618931"/>
                  </a:cubicBezTo>
                  <a:cubicBezTo>
                    <a:pt x="194931" y="633950"/>
                    <a:pt x="96051" y="489359"/>
                    <a:pt x="26759" y="276276"/>
                  </a:cubicBezTo>
                  <a:lnTo>
                    <a:pt x="0" y="184892"/>
                  </a:lnTo>
                  <a:lnTo>
                    <a:pt x="70363" y="138665"/>
                  </a:lnTo>
                  <a:cubicBezTo>
                    <a:pt x="145290" y="92752"/>
                    <a:pt x="230449" y="46253"/>
                    <a:pt x="313657" y="4268"/>
                  </a:cubicBezTo>
                  <a:lnTo>
                    <a:pt x="322477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A37E25A-0E94-6ADC-DF5A-B7011E6EA55E}"/>
                </a:ext>
              </a:extLst>
            </p:cNvPr>
            <p:cNvGrpSpPr/>
            <p:nvPr/>
          </p:nvGrpSpPr>
          <p:grpSpPr>
            <a:xfrm>
              <a:off x="4040075" y="2805539"/>
              <a:ext cx="782870" cy="947334"/>
              <a:chOff x="4040075" y="2805539"/>
              <a:chExt cx="782870" cy="947334"/>
            </a:xfrm>
            <a:grpFill/>
          </p:grpSpPr>
          <p:sp>
            <p:nvSpPr>
              <p:cNvPr id="111" name="Rectangle 41">
                <a:extLst>
                  <a:ext uri="{FF2B5EF4-FFF2-40B4-BE49-F238E27FC236}">
                    <a16:creationId xmlns:a16="http://schemas.microsoft.com/office/drawing/2014/main" id="{861FE883-1E51-C15B-B7C0-017899B1F0B2}"/>
                  </a:ext>
                </a:extLst>
              </p:cNvPr>
              <p:cNvSpPr/>
              <p:nvPr/>
            </p:nvSpPr>
            <p:spPr>
              <a:xfrm>
                <a:off x="4048124" y="3139374"/>
                <a:ext cx="295465" cy="589906"/>
              </a:xfrm>
              <a:custGeom>
                <a:avLst/>
                <a:gdLst>
                  <a:gd name="connsiteX0" fmla="*/ 0 w 349440"/>
                  <a:gd name="connsiteY0" fmla="*/ 0 h 354956"/>
                  <a:gd name="connsiteX1" fmla="*/ 349440 w 349440"/>
                  <a:gd name="connsiteY1" fmla="*/ 0 h 354956"/>
                  <a:gd name="connsiteX2" fmla="*/ 349440 w 349440"/>
                  <a:gd name="connsiteY2" fmla="*/ 354956 h 354956"/>
                  <a:gd name="connsiteX3" fmla="*/ 0 w 349440"/>
                  <a:gd name="connsiteY3" fmla="*/ 354956 h 354956"/>
                  <a:gd name="connsiteX4" fmla="*/ 0 w 349440"/>
                  <a:gd name="connsiteY4" fmla="*/ 0 h 354956"/>
                  <a:gd name="connsiteX0" fmla="*/ 409575 w 759015"/>
                  <a:gd name="connsiteY0" fmla="*/ 0 h 354956"/>
                  <a:gd name="connsiteX1" fmla="*/ 759015 w 759015"/>
                  <a:gd name="connsiteY1" fmla="*/ 0 h 354956"/>
                  <a:gd name="connsiteX2" fmla="*/ 759015 w 759015"/>
                  <a:gd name="connsiteY2" fmla="*/ 354956 h 354956"/>
                  <a:gd name="connsiteX3" fmla="*/ 0 w 759015"/>
                  <a:gd name="connsiteY3" fmla="*/ 272406 h 354956"/>
                  <a:gd name="connsiteX4" fmla="*/ 409575 w 759015"/>
                  <a:gd name="connsiteY4" fmla="*/ 0 h 354956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295465"/>
                  <a:gd name="connsiteY0" fmla="*/ 0 h 589906"/>
                  <a:gd name="connsiteX1" fmla="*/ 295465 w 295465"/>
                  <a:gd name="connsiteY1" fmla="*/ 589906 h 589906"/>
                  <a:gd name="connsiteX2" fmla="*/ 0 w 295465"/>
                  <a:gd name="connsiteY2" fmla="*/ 383531 h 589906"/>
                  <a:gd name="connsiteX3" fmla="*/ 215900 w 295465"/>
                  <a:gd name="connsiteY3" fmla="*/ 0 h 58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65" h="589906">
                    <a:moveTo>
                      <a:pt x="215900" y="0"/>
                    </a:moveTo>
                    <a:lnTo>
                      <a:pt x="295465" y="589906"/>
                    </a:lnTo>
                    <a:cubicBezTo>
                      <a:pt x="108077" y="543339"/>
                      <a:pt x="98488" y="452323"/>
                      <a:pt x="0" y="383531"/>
                    </a:cubicBezTo>
                    <a:cubicBezTo>
                      <a:pt x="56092" y="281087"/>
                      <a:pt x="58208" y="102444"/>
                      <a:pt x="215900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5910E8-389F-4DAF-F03A-69F960623F4E}"/>
                  </a:ext>
                </a:extLst>
              </p:cNvPr>
              <p:cNvSpPr/>
              <p:nvPr/>
            </p:nvSpPr>
            <p:spPr>
              <a:xfrm>
                <a:off x="4122919" y="3052847"/>
                <a:ext cx="700026" cy="700026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FC40436-662A-E4B7-6B4E-EDA994DBDE50}"/>
                  </a:ext>
                </a:extLst>
              </p:cNvPr>
              <p:cNvSpPr/>
              <p:nvPr/>
            </p:nvSpPr>
            <p:spPr>
              <a:xfrm>
                <a:off x="4242597" y="3215167"/>
                <a:ext cx="256303" cy="25630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ABD881F-44D3-E824-BA86-20916CF02399}"/>
                  </a:ext>
                </a:extLst>
              </p:cNvPr>
              <p:cNvSpPr/>
              <p:nvPr/>
            </p:nvSpPr>
            <p:spPr>
              <a:xfrm>
                <a:off x="4554502" y="3384594"/>
                <a:ext cx="128152" cy="128152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929AC0E1-598D-0063-4FD8-1B71818ADEFB}"/>
                  </a:ext>
                </a:extLst>
              </p:cNvPr>
              <p:cNvSpPr/>
              <p:nvPr/>
            </p:nvSpPr>
            <p:spPr>
              <a:xfrm rot="19388233">
                <a:off x="4040075" y="2805539"/>
                <a:ext cx="437683" cy="119031"/>
              </a:xfrm>
              <a:custGeom>
                <a:avLst/>
                <a:gdLst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642699 w 695754"/>
                  <a:gd name="connsiteY3" fmla="*/ 182579 h 237229"/>
                  <a:gd name="connsiteX4" fmla="*/ 262316 w 695754"/>
                  <a:gd name="connsiteY4" fmla="*/ 48668 h 237229"/>
                  <a:gd name="connsiteX5" fmla="*/ 52924 w 695754"/>
                  <a:gd name="connsiteY5" fmla="*/ 84597 h 237229"/>
                  <a:gd name="connsiteX6" fmla="*/ 0 w 695754"/>
                  <a:gd name="connsiteY6" fmla="*/ 109011 h 237229"/>
                  <a:gd name="connsiteX7" fmla="*/ 68274 w 695754"/>
                  <a:gd name="connsiteY7" fmla="*/ 60554 h 237229"/>
                  <a:gd name="connsiteX8" fmla="*/ 328891 w 695754"/>
                  <a:gd name="connsiteY8" fmla="*/ 1225 h 237229"/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262316 w 695754"/>
                  <a:gd name="connsiteY3" fmla="*/ 48668 h 237229"/>
                  <a:gd name="connsiteX4" fmla="*/ 52924 w 695754"/>
                  <a:gd name="connsiteY4" fmla="*/ 84597 h 237229"/>
                  <a:gd name="connsiteX5" fmla="*/ 0 w 695754"/>
                  <a:gd name="connsiteY5" fmla="*/ 109011 h 237229"/>
                  <a:gd name="connsiteX6" fmla="*/ 68274 w 695754"/>
                  <a:gd name="connsiteY6" fmla="*/ 60554 h 237229"/>
                  <a:gd name="connsiteX7" fmla="*/ 328891 w 695754"/>
                  <a:gd name="connsiteY7" fmla="*/ 1225 h 237229"/>
                  <a:gd name="connsiteX0" fmla="*/ 328891 w 692384"/>
                  <a:gd name="connsiteY0" fmla="*/ 1225 h 229777"/>
                  <a:gd name="connsiteX1" fmla="*/ 692384 w 692384"/>
                  <a:gd name="connsiteY1" fmla="*/ 229777 h 229777"/>
                  <a:gd name="connsiteX2" fmla="*/ 689787 w 692384"/>
                  <a:gd name="connsiteY2" fmla="*/ 139703 h 229777"/>
                  <a:gd name="connsiteX3" fmla="*/ 262316 w 692384"/>
                  <a:gd name="connsiteY3" fmla="*/ 48668 h 229777"/>
                  <a:gd name="connsiteX4" fmla="*/ 52924 w 692384"/>
                  <a:gd name="connsiteY4" fmla="*/ 84597 h 229777"/>
                  <a:gd name="connsiteX5" fmla="*/ 0 w 692384"/>
                  <a:gd name="connsiteY5" fmla="*/ 109011 h 229777"/>
                  <a:gd name="connsiteX6" fmla="*/ 68274 w 692384"/>
                  <a:gd name="connsiteY6" fmla="*/ 60554 h 229777"/>
                  <a:gd name="connsiteX7" fmla="*/ 328891 w 692384"/>
                  <a:gd name="connsiteY7" fmla="*/ 1225 h 229777"/>
                  <a:gd name="connsiteX0" fmla="*/ 328891 w 692384"/>
                  <a:gd name="connsiteY0" fmla="*/ 1225 h 230052"/>
                  <a:gd name="connsiteX1" fmla="*/ 692384 w 692384"/>
                  <a:gd name="connsiteY1" fmla="*/ 229777 h 230052"/>
                  <a:gd name="connsiteX2" fmla="*/ 262316 w 692384"/>
                  <a:gd name="connsiteY2" fmla="*/ 48668 h 230052"/>
                  <a:gd name="connsiteX3" fmla="*/ 52924 w 692384"/>
                  <a:gd name="connsiteY3" fmla="*/ 84597 h 230052"/>
                  <a:gd name="connsiteX4" fmla="*/ 0 w 692384"/>
                  <a:gd name="connsiteY4" fmla="*/ 109011 h 230052"/>
                  <a:gd name="connsiteX5" fmla="*/ 68274 w 692384"/>
                  <a:gd name="connsiteY5" fmla="*/ 60554 h 230052"/>
                  <a:gd name="connsiteX6" fmla="*/ 328891 w 692384"/>
                  <a:gd name="connsiteY6" fmla="*/ 1225 h 230052"/>
                  <a:gd name="connsiteX0" fmla="*/ 328891 w 684187"/>
                  <a:gd name="connsiteY0" fmla="*/ 1225 h 154279"/>
                  <a:gd name="connsiteX1" fmla="*/ 684187 w 684187"/>
                  <a:gd name="connsiteY1" fmla="*/ 153841 h 154279"/>
                  <a:gd name="connsiteX2" fmla="*/ 262316 w 684187"/>
                  <a:gd name="connsiteY2" fmla="*/ 48668 h 154279"/>
                  <a:gd name="connsiteX3" fmla="*/ 52924 w 684187"/>
                  <a:gd name="connsiteY3" fmla="*/ 84597 h 154279"/>
                  <a:gd name="connsiteX4" fmla="*/ 0 w 684187"/>
                  <a:gd name="connsiteY4" fmla="*/ 109011 h 154279"/>
                  <a:gd name="connsiteX5" fmla="*/ 68274 w 684187"/>
                  <a:gd name="connsiteY5" fmla="*/ 60554 h 154279"/>
                  <a:gd name="connsiteX6" fmla="*/ 328891 w 684187"/>
                  <a:gd name="connsiteY6" fmla="*/ 1225 h 154279"/>
                  <a:gd name="connsiteX0" fmla="*/ 328891 w 684187"/>
                  <a:gd name="connsiteY0" fmla="*/ 1225 h 155540"/>
                  <a:gd name="connsiteX1" fmla="*/ 684187 w 684187"/>
                  <a:gd name="connsiteY1" fmla="*/ 153841 h 155540"/>
                  <a:gd name="connsiteX2" fmla="*/ 52924 w 684187"/>
                  <a:gd name="connsiteY2" fmla="*/ 84597 h 155540"/>
                  <a:gd name="connsiteX3" fmla="*/ 0 w 684187"/>
                  <a:gd name="connsiteY3" fmla="*/ 109011 h 155540"/>
                  <a:gd name="connsiteX4" fmla="*/ 68274 w 684187"/>
                  <a:gd name="connsiteY4" fmla="*/ 60554 h 155540"/>
                  <a:gd name="connsiteX5" fmla="*/ 328891 w 684187"/>
                  <a:gd name="connsiteY5" fmla="*/ 1225 h 155540"/>
                  <a:gd name="connsiteX0" fmla="*/ 328891 w 684187"/>
                  <a:gd name="connsiteY0" fmla="*/ 1225 h 183415"/>
                  <a:gd name="connsiteX1" fmla="*/ 684187 w 684187"/>
                  <a:gd name="connsiteY1" fmla="*/ 153841 h 183415"/>
                  <a:gd name="connsiteX2" fmla="*/ 52924 w 684187"/>
                  <a:gd name="connsiteY2" fmla="*/ 84597 h 183415"/>
                  <a:gd name="connsiteX3" fmla="*/ 0 w 684187"/>
                  <a:gd name="connsiteY3" fmla="*/ 109011 h 183415"/>
                  <a:gd name="connsiteX4" fmla="*/ 68274 w 684187"/>
                  <a:gd name="connsiteY4" fmla="*/ 60554 h 183415"/>
                  <a:gd name="connsiteX5" fmla="*/ 328891 w 684187"/>
                  <a:gd name="connsiteY5" fmla="*/ 1225 h 183415"/>
                  <a:gd name="connsiteX0" fmla="*/ 328891 w 684187"/>
                  <a:gd name="connsiteY0" fmla="*/ 1225 h 157855"/>
                  <a:gd name="connsiteX1" fmla="*/ 684187 w 684187"/>
                  <a:gd name="connsiteY1" fmla="*/ 153841 h 157855"/>
                  <a:gd name="connsiteX2" fmla="*/ 0 w 684187"/>
                  <a:gd name="connsiteY2" fmla="*/ 109011 h 157855"/>
                  <a:gd name="connsiteX3" fmla="*/ 68274 w 684187"/>
                  <a:gd name="connsiteY3" fmla="*/ 60554 h 157855"/>
                  <a:gd name="connsiteX4" fmla="*/ 328891 w 684187"/>
                  <a:gd name="connsiteY4" fmla="*/ 1225 h 157855"/>
                  <a:gd name="connsiteX0" fmla="*/ 328891 w 684187"/>
                  <a:gd name="connsiteY0" fmla="*/ 1225 h 188492"/>
                  <a:gd name="connsiteX1" fmla="*/ 684187 w 684187"/>
                  <a:gd name="connsiteY1" fmla="*/ 153841 h 188492"/>
                  <a:gd name="connsiteX2" fmla="*/ 0 w 684187"/>
                  <a:gd name="connsiteY2" fmla="*/ 109011 h 188492"/>
                  <a:gd name="connsiteX3" fmla="*/ 68274 w 684187"/>
                  <a:gd name="connsiteY3" fmla="*/ 60554 h 188492"/>
                  <a:gd name="connsiteX4" fmla="*/ 328891 w 684187"/>
                  <a:gd name="connsiteY4" fmla="*/ 1225 h 188492"/>
                  <a:gd name="connsiteX0" fmla="*/ 328891 w 684207"/>
                  <a:gd name="connsiteY0" fmla="*/ 1225 h 160133"/>
                  <a:gd name="connsiteX1" fmla="*/ 684187 w 684207"/>
                  <a:gd name="connsiteY1" fmla="*/ 153841 h 160133"/>
                  <a:gd name="connsiteX2" fmla="*/ 332811 w 684207"/>
                  <a:gd name="connsiteY2" fmla="*/ 102174 h 160133"/>
                  <a:gd name="connsiteX3" fmla="*/ 0 w 684207"/>
                  <a:gd name="connsiteY3" fmla="*/ 109011 h 160133"/>
                  <a:gd name="connsiteX4" fmla="*/ 68274 w 684207"/>
                  <a:gd name="connsiteY4" fmla="*/ 60554 h 160133"/>
                  <a:gd name="connsiteX5" fmla="*/ 328891 w 684207"/>
                  <a:gd name="connsiteY5" fmla="*/ 1225 h 160133"/>
                  <a:gd name="connsiteX0" fmla="*/ 328891 w 684209"/>
                  <a:gd name="connsiteY0" fmla="*/ 1225 h 159104"/>
                  <a:gd name="connsiteX1" fmla="*/ 684187 w 684209"/>
                  <a:gd name="connsiteY1" fmla="*/ 153841 h 159104"/>
                  <a:gd name="connsiteX2" fmla="*/ 346209 w 684209"/>
                  <a:gd name="connsiteY2" fmla="*/ 84305 h 159104"/>
                  <a:gd name="connsiteX3" fmla="*/ 0 w 684209"/>
                  <a:gd name="connsiteY3" fmla="*/ 109011 h 159104"/>
                  <a:gd name="connsiteX4" fmla="*/ 68274 w 684209"/>
                  <a:gd name="connsiteY4" fmla="*/ 60554 h 159104"/>
                  <a:gd name="connsiteX5" fmla="*/ 328891 w 684209"/>
                  <a:gd name="connsiteY5" fmla="*/ 1225 h 159104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4187" h="186068">
                    <a:moveTo>
                      <a:pt x="328891" y="1225"/>
                    </a:moveTo>
                    <a:cubicBezTo>
                      <a:pt x="486290" y="12676"/>
                      <a:pt x="639353" y="19881"/>
                      <a:pt x="684187" y="153841"/>
                    </a:cubicBezTo>
                    <a:cubicBezTo>
                      <a:pt x="672689" y="249953"/>
                      <a:pt x="517566" y="102193"/>
                      <a:pt x="346209" y="84305"/>
                    </a:cubicBezTo>
                    <a:cubicBezTo>
                      <a:pt x="232178" y="76833"/>
                      <a:pt x="93717" y="88023"/>
                      <a:pt x="0" y="109011"/>
                    </a:cubicBezTo>
                    <a:lnTo>
                      <a:pt x="68274" y="60554"/>
                    </a:lnTo>
                    <a:cubicBezTo>
                      <a:pt x="144628" y="16682"/>
                      <a:pt x="234451" y="-5645"/>
                      <a:pt x="328891" y="122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86DF4B4C-DE2B-364E-EA52-9BF3C322B36B}"/>
                </a:ext>
              </a:extLst>
            </p:cNvPr>
            <p:cNvSpPr/>
            <p:nvPr/>
          </p:nvSpPr>
          <p:spPr>
            <a:xfrm>
              <a:off x="4005298" y="5987295"/>
              <a:ext cx="124811" cy="158367"/>
            </a:xfrm>
            <a:custGeom>
              <a:avLst/>
              <a:gdLst>
                <a:gd name="connsiteX0" fmla="*/ 4514 w 124811"/>
                <a:gd name="connsiteY0" fmla="*/ 0 h 158367"/>
                <a:gd name="connsiteX1" fmla="*/ 5421 w 124811"/>
                <a:gd name="connsiteY1" fmla="*/ 2 h 158367"/>
                <a:gd name="connsiteX2" fmla="*/ 124065 w 124811"/>
                <a:gd name="connsiteY2" fmla="*/ 93522 h 158367"/>
                <a:gd name="connsiteX3" fmla="*/ 116841 w 124811"/>
                <a:gd name="connsiteY3" fmla="*/ 140804 h 158367"/>
                <a:gd name="connsiteX4" fmla="*/ 103703 w 124811"/>
                <a:gd name="connsiteY4" fmla="*/ 158367 h 158367"/>
                <a:gd name="connsiteX5" fmla="*/ 78010 w 124811"/>
                <a:gd name="connsiteY5" fmla="*/ 145390 h 158367"/>
                <a:gd name="connsiteX6" fmla="*/ 350 w 124811"/>
                <a:gd name="connsiteY6" fmla="*/ 17267 h 158367"/>
                <a:gd name="connsiteX7" fmla="*/ 4514 w 124811"/>
                <a:gd name="connsiteY7" fmla="*/ 0 h 158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811" h="158367">
                  <a:moveTo>
                    <a:pt x="4514" y="0"/>
                  </a:moveTo>
                  <a:lnTo>
                    <a:pt x="5421" y="2"/>
                  </a:lnTo>
                  <a:cubicBezTo>
                    <a:pt x="68972" y="9444"/>
                    <a:pt x="117506" y="45139"/>
                    <a:pt x="124065" y="93522"/>
                  </a:cubicBezTo>
                  <a:cubicBezTo>
                    <a:pt x="126252" y="109650"/>
                    <a:pt x="123568" y="125661"/>
                    <a:pt x="116841" y="140804"/>
                  </a:cubicBezTo>
                  <a:lnTo>
                    <a:pt x="103703" y="158367"/>
                  </a:lnTo>
                  <a:lnTo>
                    <a:pt x="78010" y="145390"/>
                  </a:lnTo>
                  <a:cubicBezTo>
                    <a:pt x="18219" y="106663"/>
                    <a:pt x="-3064" y="62919"/>
                    <a:pt x="350" y="17267"/>
                  </a:cubicBezTo>
                  <a:lnTo>
                    <a:pt x="4514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CE11315-49DC-33E6-8559-CA42C5B11C89}"/>
                </a:ext>
              </a:extLst>
            </p:cNvPr>
            <p:cNvSpPr/>
            <p:nvPr/>
          </p:nvSpPr>
          <p:spPr>
            <a:xfrm>
              <a:off x="4095650" y="6066478"/>
              <a:ext cx="237241" cy="154463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C78B277-C1F1-F45A-E822-BA4935F34743}"/>
                </a:ext>
              </a:extLst>
            </p:cNvPr>
            <p:cNvSpPr/>
            <p:nvPr/>
          </p:nvSpPr>
          <p:spPr>
            <a:xfrm rot="1865044" flipH="1">
              <a:off x="4339231" y="6150769"/>
              <a:ext cx="182806" cy="119021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6061531-B28E-F6EE-0676-B5DDD2329433}"/>
                </a:ext>
              </a:extLst>
            </p:cNvPr>
            <p:cNvSpPr/>
            <p:nvPr/>
          </p:nvSpPr>
          <p:spPr>
            <a:xfrm rot="1311226" flipH="1">
              <a:off x="5751463" y="6004835"/>
              <a:ext cx="124811" cy="158367"/>
            </a:xfrm>
            <a:custGeom>
              <a:avLst/>
              <a:gdLst>
                <a:gd name="connsiteX0" fmla="*/ 4514 w 124811"/>
                <a:gd name="connsiteY0" fmla="*/ 0 h 158367"/>
                <a:gd name="connsiteX1" fmla="*/ 5421 w 124811"/>
                <a:gd name="connsiteY1" fmla="*/ 2 h 158367"/>
                <a:gd name="connsiteX2" fmla="*/ 124065 w 124811"/>
                <a:gd name="connsiteY2" fmla="*/ 93522 h 158367"/>
                <a:gd name="connsiteX3" fmla="*/ 116841 w 124811"/>
                <a:gd name="connsiteY3" fmla="*/ 140804 h 158367"/>
                <a:gd name="connsiteX4" fmla="*/ 103703 w 124811"/>
                <a:gd name="connsiteY4" fmla="*/ 158367 h 158367"/>
                <a:gd name="connsiteX5" fmla="*/ 78010 w 124811"/>
                <a:gd name="connsiteY5" fmla="*/ 145390 h 158367"/>
                <a:gd name="connsiteX6" fmla="*/ 350 w 124811"/>
                <a:gd name="connsiteY6" fmla="*/ 17267 h 158367"/>
                <a:gd name="connsiteX7" fmla="*/ 4514 w 124811"/>
                <a:gd name="connsiteY7" fmla="*/ 0 h 158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811" h="158367">
                  <a:moveTo>
                    <a:pt x="4514" y="0"/>
                  </a:moveTo>
                  <a:lnTo>
                    <a:pt x="5421" y="2"/>
                  </a:lnTo>
                  <a:cubicBezTo>
                    <a:pt x="68972" y="9444"/>
                    <a:pt x="117506" y="45139"/>
                    <a:pt x="124065" y="93522"/>
                  </a:cubicBezTo>
                  <a:cubicBezTo>
                    <a:pt x="126252" y="109650"/>
                    <a:pt x="123568" y="125661"/>
                    <a:pt x="116841" y="140804"/>
                  </a:cubicBezTo>
                  <a:lnTo>
                    <a:pt x="103703" y="158367"/>
                  </a:lnTo>
                  <a:lnTo>
                    <a:pt x="78010" y="145390"/>
                  </a:lnTo>
                  <a:cubicBezTo>
                    <a:pt x="18219" y="106663"/>
                    <a:pt x="-3064" y="62919"/>
                    <a:pt x="350" y="17267"/>
                  </a:cubicBezTo>
                  <a:lnTo>
                    <a:pt x="4514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7" name="Rectangle 23">
              <a:extLst>
                <a:ext uri="{FF2B5EF4-FFF2-40B4-BE49-F238E27FC236}">
                  <a16:creationId xmlns:a16="http://schemas.microsoft.com/office/drawing/2014/main" id="{1A55DC7C-1B46-F41C-CA10-405C68C60A53}"/>
                </a:ext>
              </a:extLst>
            </p:cNvPr>
            <p:cNvSpPr/>
            <p:nvPr/>
          </p:nvSpPr>
          <p:spPr>
            <a:xfrm>
              <a:off x="4653280" y="3200400"/>
              <a:ext cx="2413318" cy="1244469"/>
            </a:xfrm>
            <a:custGeom>
              <a:avLst/>
              <a:gdLst>
                <a:gd name="connsiteX0" fmla="*/ 0 w 647700"/>
                <a:gd name="connsiteY0" fmla="*/ 0 h 304800"/>
                <a:gd name="connsiteX1" fmla="*/ 647700 w 647700"/>
                <a:gd name="connsiteY1" fmla="*/ 0 h 304800"/>
                <a:gd name="connsiteX2" fmla="*/ 647700 w 647700"/>
                <a:gd name="connsiteY2" fmla="*/ 304800 h 304800"/>
                <a:gd name="connsiteX3" fmla="*/ 0 w 647700"/>
                <a:gd name="connsiteY3" fmla="*/ 304800 h 304800"/>
                <a:gd name="connsiteX4" fmla="*/ 0 w 647700"/>
                <a:gd name="connsiteY4" fmla="*/ 0 h 304800"/>
                <a:gd name="connsiteX0" fmla="*/ 0 w 883920"/>
                <a:gd name="connsiteY0" fmla="*/ 342900 h 342900"/>
                <a:gd name="connsiteX1" fmla="*/ 883920 w 883920"/>
                <a:gd name="connsiteY1" fmla="*/ 0 h 342900"/>
                <a:gd name="connsiteX2" fmla="*/ 883920 w 883920"/>
                <a:gd name="connsiteY2" fmla="*/ 304800 h 342900"/>
                <a:gd name="connsiteX3" fmla="*/ 236220 w 883920"/>
                <a:gd name="connsiteY3" fmla="*/ 304800 h 342900"/>
                <a:gd name="connsiteX4" fmla="*/ 0 w 883920"/>
                <a:gd name="connsiteY4" fmla="*/ 342900 h 342900"/>
                <a:gd name="connsiteX0" fmla="*/ 0 w 937260"/>
                <a:gd name="connsiteY0" fmla="*/ 556260 h 556260"/>
                <a:gd name="connsiteX1" fmla="*/ 937260 w 937260"/>
                <a:gd name="connsiteY1" fmla="*/ 0 h 556260"/>
                <a:gd name="connsiteX2" fmla="*/ 883920 w 937260"/>
                <a:gd name="connsiteY2" fmla="*/ 518160 h 556260"/>
                <a:gd name="connsiteX3" fmla="*/ 236220 w 937260"/>
                <a:gd name="connsiteY3" fmla="*/ 518160 h 556260"/>
                <a:gd name="connsiteX4" fmla="*/ 0 w 937260"/>
                <a:gd name="connsiteY4" fmla="*/ 556260 h 556260"/>
                <a:gd name="connsiteX0" fmla="*/ 0 w 937260"/>
                <a:gd name="connsiteY0" fmla="*/ 556260 h 701040"/>
                <a:gd name="connsiteX1" fmla="*/ 937260 w 937260"/>
                <a:gd name="connsiteY1" fmla="*/ 0 h 701040"/>
                <a:gd name="connsiteX2" fmla="*/ 883920 w 937260"/>
                <a:gd name="connsiteY2" fmla="*/ 518160 h 701040"/>
                <a:gd name="connsiteX3" fmla="*/ 335280 w 937260"/>
                <a:gd name="connsiteY3" fmla="*/ 701040 h 701040"/>
                <a:gd name="connsiteX4" fmla="*/ 0 w 937260"/>
                <a:gd name="connsiteY4" fmla="*/ 556260 h 701040"/>
                <a:gd name="connsiteX0" fmla="*/ 0 w 2194560"/>
                <a:gd name="connsiteY0" fmla="*/ 556260 h 701040"/>
                <a:gd name="connsiteX1" fmla="*/ 937260 w 2194560"/>
                <a:gd name="connsiteY1" fmla="*/ 0 h 701040"/>
                <a:gd name="connsiteX2" fmla="*/ 2194560 w 2194560"/>
                <a:gd name="connsiteY2" fmla="*/ 266700 h 701040"/>
                <a:gd name="connsiteX3" fmla="*/ 335280 w 2194560"/>
                <a:gd name="connsiteY3" fmla="*/ 701040 h 701040"/>
                <a:gd name="connsiteX4" fmla="*/ 0 w 2194560"/>
                <a:gd name="connsiteY4" fmla="*/ 556260 h 701040"/>
                <a:gd name="connsiteX0" fmla="*/ 0 w 2456180"/>
                <a:gd name="connsiteY0" fmla="*/ 556260 h 701040"/>
                <a:gd name="connsiteX1" fmla="*/ 937260 w 2456180"/>
                <a:gd name="connsiteY1" fmla="*/ 0 h 701040"/>
                <a:gd name="connsiteX2" fmla="*/ 2456180 w 2456180"/>
                <a:gd name="connsiteY2" fmla="*/ 83820 h 701040"/>
                <a:gd name="connsiteX3" fmla="*/ 2194560 w 2456180"/>
                <a:gd name="connsiteY3" fmla="*/ 266700 h 701040"/>
                <a:gd name="connsiteX4" fmla="*/ 335280 w 2456180"/>
                <a:gd name="connsiteY4" fmla="*/ 701040 h 701040"/>
                <a:gd name="connsiteX5" fmla="*/ 0 w 2456180"/>
                <a:gd name="connsiteY5" fmla="*/ 556260 h 701040"/>
                <a:gd name="connsiteX0" fmla="*/ 0 w 2469922"/>
                <a:gd name="connsiteY0" fmla="*/ 601891 h 746671"/>
                <a:gd name="connsiteX1" fmla="*/ 937260 w 2469922"/>
                <a:gd name="connsiteY1" fmla="*/ 45631 h 746671"/>
                <a:gd name="connsiteX2" fmla="*/ 2303780 w 2469922"/>
                <a:gd name="connsiteY2" fmla="*/ 30391 h 746671"/>
                <a:gd name="connsiteX3" fmla="*/ 2456180 w 2469922"/>
                <a:gd name="connsiteY3" fmla="*/ 129451 h 746671"/>
                <a:gd name="connsiteX4" fmla="*/ 2194560 w 2469922"/>
                <a:gd name="connsiteY4" fmla="*/ 312331 h 746671"/>
                <a:gd name="connsiteX5" fmla="*/ 335280 w 2469922"/>
                <a:gd name="connsiteY5" fmla="*/ 746671 h 746671"/>
                <a:gd name="connsiteX6" fmla="*/ 0 w 2469922"/>
                <a:gd name="connsiteY6" fmla="*/ 601891 h 746671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19 h 876299"/>
                <a:gd name="connsiteX1" fmla="*/ 937260 w 2456180"/>
                <a:gd name="connsiteY1" fmla="*/ 175259 h 876299"/>
                <a:gd name="connsiteX2" fmla="*/ 2258060 w 2456180"/>
                <a:gd name="connsiteY2" fmla="*/ 0 h 876299"/>
                <a:gd name="connsiteX3" fmla="*/ 2303780 w 2456180"/>
                <a:gd name="connsiteY3" fmla="*/ 160019 h 876299"/>
                <a:gd name="connsiteX4" fmla="*/ 2456180 w 2456180"/>
                <a:gd name="connsiteY4" fmla="*/ 259079 h 876299"/>
                <a:gd name="connsiteX5" fmla="*/ 2194560 w 2456180"/>
                <a:gd name="connsiteY5" fmla="*/ 441959 h 876299"/>
                <a:gd name="connsiteX6" fmla="*/ 335280 w 2456180"/>
                <a:gd name="connsiteY6" fmla="*/ 876299 h 876299"/>
                <a:gd name="connsiteX7" fmla="*/ 0 w 2456180"/>
                <a:gd name="connsiteY7" fmla="*/ 731519 h 87629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1009753"/>
                <a:gd name="connsiteX1" fmla="*/ 937260 w 2413318"/>
                <a:gd name="connsiteY1" fmla="*/ 167639 h 1009753"/>
                <a:gd name="connsiteX2" fmla="*/ 2212340 w 2413318"/>
                <a:gd name="connsiteY2" fmla="*/ 0 h 1009753"/>
                <a:gd name="connsiteX3" fmla="*/ 2303780 w 2413318"/>
                <a:gd name="connsiteY3" fmla="*/ 152399 h 1009753"/>
                <a:gd name="connsiteX4" fmla="*/ 2413318 w 2413318"/>
                <a:gd name="connsiteY4" fmla="*/ 270509 h 1009753"/>
                <a:gd name="connsiteX5" fmla="*/ 2194560 w 2413318"/>
                <a:gd name="connsiteY5" fmla="*/ 434339 h 1009753"/>
                <a:gd name="connsiteX6" fmla="*/ 335280 w 2413318"/>
                <a:gd name="connsiteY6" fmla="*/ 868679 h 1009753"/>
                <a:gd name="connsiteX7" fmla="*/ 0 w 2413318"/>
                <a:gd name="connsiteY7" fmla="*/ 723899 h 1009753"/>
                <a:gd name="connsiteX0" fmla="*/ 0 w 2413318"/>
                <a:gd name="connsiteY0" fmla="*/ 723899 h 1242328"/>
                <a:gd name="connsiteX1" fmla="*/ 937260 w 2413318"/>
                <a:gd name="connsiteY1" fmla="*/ 167639 h 1242328"/>
                <a:gd name="connsiteX2" fmla="*/ 2212340 w 2413318"/>
                <a:gd name="connsiteY2" fmla="*/ 0 h 1242328"/>
                <a:gd name="connsiteX3" fmla="*/ 2303780 w 2413318"/>
                <a:gd name="connsiteY3" fmla="*/ 152399 h 1242328"/>
                <a:gd name="connsiteX4" fmla="*/ 2413318 w 2413318"/>
                <a:gd name="connsiteY4" fmla="*/ 270509 h 1242328"/>
                <a:gd name="connsiteX5" fmla="*/ 2194560 w 2413318"/>
                <a:gd name="connsiteY5" fmla="*/ 434339 h 1242328"/>
                <a:gd name="connsiteX6" fmla="*/ 335280 w 2413318"/>
                <a:gd name="connsiteY6" fmla="*/ 868679 h 1242328"/>
                <a:gd name="connsiteX7" fmla="*/ 0 w 2413318"/>
                <a:gd name="connsiteY7" fmla="*/ 723899 h 1242328"/>
                <a:gd name="connsiteX0" fmla="*/ 0 w 2413318"/>
                <a:gd name="connsiteY0" fmla="*/ 723899 h 1233835"/>
                <a:gd name="connsiteX1" fmla="*/ 937260 w 2413318"/>
                <a:gd name="connsiteY1" fmla="*/ 167639 h 1233835"/>
                <a:gd name="connsiteX2" fmla="*/ 2212340 w 2413318"/>
                <a:gd name="connsiteY2" fmla="*/ 0 h 1233835"/>
                <a:gd name="connsiteX3" fmla="*/ 2303780 w 2413318"/>
                <a:gd name="connsiteY3" fmla="*/ 152399 h 1233835"/>
                <a:gd name="connsiteX4" fmla="*/ 2413318 w 2413318"/>
                <a:gd name="connsiteY4" fmla="*/ 270509 h 1233835"/>
                <a:gd name="connsiteX5" fmla="*/ 2194560 w 2413318"/>
                <a:gd name="connsiteY5" fmla="*/ 434339 h 1233835"/>
                <a:gd name="connsiteX6" fmla="*/ 335280 w 2413318"/>
                <a:gd name="connsiteY6" fmla="*/ 868679 h 1233835"/>
                <a:gd name="connsiteX7" fmla="*/ 0 w 2413318"/>
                <a:gd name="connsiteY7" fmla="*/ 723899 h 1233835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937260 w 2413318"/>
                <a:gd name="connsiteY0" fmla="*/ 167639 h 1244469"/>
                <a:gd name="connsiteX1" fmla="*/ 2212340 w 2413318"/>
                <a:gd name="connsiteY1" fmla="*/ 0 h 1244469"/>
                <a:gd name="connsiteX2" fmla="*/ 2303780 w 2413318"/>
                <a:gd name="connsiteY2" fmla="*/ 152399 h 1244469"/>
                <a:gd name="connsiteX3" fmla="*/ 2413318 w 2413318"/>
                <a:gd name="connsiteY3" fmla="*/ 270509 h 1244469"/>
                <a:gd name="connsiteX4" fmla="*/ 2194560 w 2413318"/>
                <a:gd name="connsiteY4" fmla="*/ 434339 h 1244469"/>
                <a:gd name="connsiteX5" fmla="*/ 335280 w 2413318"/>
                <a:gd name="connsiteY5" fmla="*/ 868679 h 1244469"/>
                <a:gd name="connsiteX6" fmla="*/ 0 w 2413318"/>
                <a:gd name="connsiteY6" fmla="*/ 723899 h 1244469"/>
                <a:gd name="connsiteX7" fmla="*/ 1028700 w 2413318"/>
                <a:gd name="connsiteY7" fmla="*/ 259079 h 1244469"/>
                <a:gd name="connsiteX0" fmla="*/ 937260 w 2413318"/>
                <a:gd name="connsiteY0" fmla="*/ 167639 h 1244469"/>
                <a:gd name="connsiteX1" fmla="*/ 2212340 w 2413318"/>
                <a:gd name="connsiteY1" fmla="*/ 0 h 1244469"/>
                <a:gd name="connsiteX2" fmla="*/ 2303780 w 2413318"/>
                <a:gd name="connsiteY2" fmla="*/ 152399 h 1244469"/>
                <a:gd name="connsiteX3" fmla="*/ 2413318 w 2413318"/>
                <a:gd name="connsiteY3" fmla="*/ 270509 h 1244469"/>
                <a:gd name="connsiteX4" fmla="*/ 2194560 w 2413318"/>
                <a:gd name="connsiteY4" fmla="*/ 434339 h 1244469"/>
                <a:gd name="connsiteX5" fmla="*/ 335280 w 2413318"/>
                <a:gd name="connsiteY5" fmla="*/ 868679 h 1244469"/>
                <a:gd name="connsiteX6" fmla="*/ 0 w 2413318"/>
                <a:gd name="connsiteY6" fmla="*/ 723899 h 124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318" h="1244469">
                  <a:moveTo>
                    <a:pt x="937260" y="167639"/>
                  </a:moveTo>
                  <a:cubicBezTo>
                    <a:pt x="1565063" y="934719"/>
                    <a:pt x="1984587" y="2540"/>
                    <a:pt x="2212340" y="0"/>
                  </a:cubicBezTo>
                  <a:cubicBezTo>
                    <a:pt x="2325793" y="12700"/>
                    <a:pt x="2277904" y="127158"/>
                    <a:pt x="2303780" y="152399"/>
                  </a:cubicBezTo>
                  <a:cubicBezTo>
                    <a:pt x="2386807" y="187165"/>
                    <a:pt x="2398501" y="234949"/>
                    <a:pt x="2413318" y="270509"/>
                  </a:cubicBezTo>
                  <a:cubicBezTo>
                    <a:pt x="2409455" y="321944"/>
                    <a:pt x="2281767" y="373379"/>
                    <a:pt x="2194560" y="434339"/>
                  </a:cubicBezTo>
                  <a:cubicBezTo>
                    <a:pt x="1600200" y="1512569"/>
                    <a:pt x="789940" y="1358899"/>
                    <a:pt x="335280" y="868679"/>
                  </a:cubicBezTo>
                  <a:cubicBezTo>
                    <a:pt x="223520" y="820419"/>
                    <a:pt x="111760" y="829309"/>
                    <a:pt x="0" y="723899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8806E67-23EB-2C7B-9F6B-2E7B2FE30C97}"/>
                </a:ext>
              </a:extLst>
            </p:cNvPr>
            <p:cNvGrpSpPr/>
            <p:nvPr/>
          </p:nvGrpSpPr>
          <p:grpSpPr>
            <a:xfrm rot="19730207" flipH="1">
              <a:off x="5520560" y="2375278"/>
              <a:ext cx="782870" cy="947334"/>
              <a:chOff x="4040075" y="2805539"/>
              <a:chExt cx="782870" cy="947334"/>
            </a:xfrm>
            <a:grpFill/>
          </p:grpSpPr>
          <p:sp>
            <p:nvSpPr>
              <p:cNvPr id="106" name="Rectangle 41">
                <a:extLst>
                  <a:ext uri="{FF2B5EF4-FFF2-40B4-BE49-F238E27FC236}">
                    <a16:creationId xmlns:a16="http://schemas.microsoft.com/office/drawing/2014/main" id="{64049D50-65B1-9CC2-8FE6-628394D78C60}"/>
                  </a:ext>
                </a:extLst>
              </p:cNvPr>
              <p:cNvSpPr/>
              <p:nvPr/>
            </p:nvSpPr>
            <p:spPr>
              <a:xfrm>
                <a:off x="4048124" y="3139374"/>
                <a:ext cx="295465" cy="589906"/>
              </a:xfrm>
              <a:custGeom>
                <a:avLst/>
                <a:gdLst>
                  <a:gd name="connsiteX0" fmla="*/ 0 w 349440"/>
                  <a:gd name="connsiteY0" fmla="*/ 0 h 354956"/>
                  <a:gd name="connsiteX1" fmla="*/ 349440 w 349440"/>
                  <a:gd name="connsiteY1" fmla="*/ 0 h 354956"/>
                  <a:gd name="connsiteX2" fmla="*/ 349440 w 349440"/>
                  <a:gd name="connsiteY2" fmla="*/ 354956 h 354956"/>
                  <a:gd name="connsiteX3" fmla="*/ 0 w 349440"/>
                  <a:gd name="connsiteY3" fmla="*/ 354956 h 354956"/>
                  <a:gd name="connsiteX4" fmla="*/ 0 w 349440"/>
                  <a:gd name="connsiteY4" fmla="*/ 0 h 354956"/>
                  <a:gd name="connsiteX0" fmla="*/ 409575 w 759015"/>
                  <a:gd name="connsiteY0" fmla="*/ 0 h 354956"/>
                  <a:gd name="connsiteX1" fmla="*/ 759015 w 759015"/>
                  <a:gd name="connsiteY1" fmla="*/ 0 h 354956"/>
                  <a:gd name="connsiteX2" fmla="*/ 759015 w 759015"/>
                  <a:gd name="connsiteY2" fmla="*/ 354956 h 354956"/>
                  <a:gd name="connsiteX3" fmla="*/ 0 w 759015"/>
                  <a:gd name="connsiteY3" fmla="*/ 272406 h 354956"/>
                  <a:gd name="connsiteX4" fmla="*/ 409575 w 759015"/>
                  <a:gd name="connsiteY4" fmla="*/ 0 h 354956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295465"/>
                  <a:gd name="connsiteY0" fmla="*/ 0 h 589906"/>
                  <a:gd name="connsiteX1" fmla="*/ 295465 w 295465"/>
                  <a:gd name="connsiteY1" fmla="*/ 589906 h 589906"/>
                  <a:gd name="connsiteX2" fmla="*/ 0 w 295465"/>
                  <a:gd name="connsiteY2" fmla="*/ 383531 h 589906"/>
                  <a:gd name="connsiteX3" fmla="*/ 215900 w 295465"/>
                  <a:gd name="connsiteY3" fmla="*/ 0 h 58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65" h="589906">
                    <a:moveTo>
                      <a:pt x="215900" y="0"/>
                    </a:moveTo>
                    <a:lnTo>
                      <a:pt x="295465" y="589906"/>
                    </a:lnTo>
                    <a:cubicBezTo>
                      <a:pt x="108077" y="543339"/>
                      <a:pt x="98488" y="452323"/>
                      <a:pt x="0" y="383531"/>
                    </a:cubicBezTo>
                    <a:cubicBezTo>
                      <a:pt x="56092" y="281087"/>
                      <a:pt x="58208" y="102444"/>
                      <a:pt x="215900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86DACD2D-D41A-DF7E-4F29-AE1FB06C3CA6}"/>
                  </a:ext>
                </a:extLst>
              </p:cNvPr>
              <p:cNvSpPr/>
              <p:nvPr/>
            </p:nvSpPr>
            <p:spPr>
              <a:xfrm>
                <a:off x="4122919" y="3052847"/>
                <a:ext cx="700026" cy="700026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3125E6B-D2E6-9B2D-5A12-0462F7E6D2A5}"/>
                  </a:ext>
                </a:extLst>
              </p:cNvPr>
              <p:cNvSpPr/>
              <p:nvPr/>
            </p:nvSpPr>
            <p:spPr>
              <a:xfrm>
                <a:off x="4385553" y="3147098"/>
                <a:ext cx="256303" cy="25630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AFFE7BAF-065B-F627-B098-908DCD60571F}"/>
                  </a:ext>
                </a:extLst>
              </p:cNvPr>
              <p:cNvSpPr/>
              <p:nvPr/>
            </p:nvSpPr>
            <p:spPr>
              <a:xfrm>
                <a:off x="4305288" y="3448321"/>
                <a:ext cx="128152" cy="128152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161AC7A5-DB99-B936-01EE-3ECEC652E8BA}"/>
                  </a:ext>
                </a:extLst>
              </p:cNvPr>
              <p:cNvSpPr/>
              <p:nvPr/>
            </p:nvSpPr>
            <p:spPr>
              <a:xfrm rot="19388233">
                <a:off x="4040075" y="2805539"/>
                <a:ext cx="437683" cy="119031"/>
              </a:xfrm>
              <a:custGeom>
                <a:avLst/>
                <a:gdLst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642699 w 695754"/>
                  <a:gd name="connsiteY3" fmla="*/ 182579 h 237229"/>
                  <a:gd name="connsiteX4" fmla="*/ 262316 w 695754"/>
                  <a:gd name="connsiteY4" fmla="*/ 48668 h 237229"/>
                  <a:gd name="connsiteX5" fmla="*/ 52924 w 695754"/>
                  <a:gd name="connsiteY5" fmla="*/ 84597 h 237229"/>
                  <a:gd name="connsiteX6" fmla="*/ 0 w 695754"/>
                  <a:gd name="connsiteY6" fmla="*/ 109011 h 237229"/>
                  <a:gd name="connsiteX7" fmla="*/ 68274 w 695754"/>
                  <a:gd name="connsiteY7" fmla="*/ 60554 h 237229"/>
                  <a:gd name="connsiteX8" fmla="*/ 328891 w 695754"/>
                  <a:gd name="connsiteY8" fmla="*/ 1225 h 237229"/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262316 w 695754"/>
                  <a:gd name="connsiteY3" fmla="*/ 48668 h 237229"/>
                  <a:gd name="connsiteX4" fmla="*/ 52924 w 695754"/>
                  <a:gd name="connsiteY4" fmla="*/ 84597 h 237229"/>
                  <a:gd name="connsiteX5" fmla="*/ 0 w 695754"/>
                  <a:gd name="connsiteY5" fmla="*/ 109011 h 237229"/>
                  <a:gd name="connsiteX6" fmla="*/ 68274 w 695754"/>
                  <a:gd name="connsiteY6" fmla="*/ 60554 h 237229"/>
                  <a:gd name="connsiteX7" fmla="*/ 328891 w 695754"/>
                  <a:gd name="connsiteY7" fmla="*/ 1225 h 237229"/>
                  <a:gd name="connsiteX0" fmla="*/ 328891 w 692384"/>
                  <a:gd name="connsiteY0" fmla="*/ 1225 h 229777"/>
                  <a:gd name="connsiteX1" fmla="*/ 692384 w 692384"/>
                  <a:gd name="connsiteY1" fmla="*/ 229777 h 229777"/>
                  <a:gd name="connsiteX2" fmla="*/ 689787 w 692384"/>
                  <a:gd name="connsiteY2" fmla="*/ 139703 h 229777"/>
                  <a:gd name="connsiteX3" fmla="*/ 262316 w 692384"/>
                  <a:gd name="connsiteY3" fmla="*/ 48668 h 229777"/>
                  <a:gd name="connsiteX4" fmla="*/ 52924 w 692384"/>
                  <a:gd name="connsiteY4" fmla="*/ 84597 h 229777"/>
                  <a:gd name="connsiteX5" fmla="*/ 0 w 692384"/>
                  <a:gd name="connsiteY5" fmla="*/ 109011 h 229777"/>
                  <a:gd name="connsiteX6" fmla="*/ 68274 w 692384"/>
                  <a:gd name="connsiteY6" fmla="*/ 60554 h 229777"/>
                  <a:gd name="connsiteX7" fmla="*/ 328891 w 692384"/>
                  <a:gd name="connsiteY7" fmla="*/ 1225 h 229777"/>
                  <a:gd name="connsiteX0" fmla="*/ 328891 w 692384"/>
                  <a:gd name="connsiteY0" fmla="*/ 1225 h 230052"/>
                  <a:gd name="connsiteX1" fmla="*/ 692384 w 692384"/>
                  <a:gd name="connsiteY1" fmla="*/ 229777 h 230052"/>
                  <a:gd name="connsiteX2" fmla="*/ 262316 w 692384"/>
                  <a:gd name="connsiteY2" fmla="*/ 48668 h 230052"/>
                  <a:gd name="connsiteX3" fmla="*/ 52924 w 692384"/>
                  <a:gd name="connsiteY3" fmla="*/ 84597 h 230052"/>
                  <a:gd name="connsiteX4" fmla="*/ 0 w 692384"/>
                  <a:gd name="connsiteY4" fmla="*/ 109011 h 230052"/>
                  <a:gd name="connsiteX5" fmla="*/ 68274 w 692384"/>
                  <a:gd name="connsiteY5" fmla="*/ 60554 h 230052"/>
                  <a:gd name="connsiteX6" fmla="*/ 328891 w 692384"/>
                  <a:gd name="connsiteY6" fmla="*/ 1225 h 230052"/>
                  <a:gd name="connsiteX0" fmla="*/ 328891 w 684187"/>
                  <a:gd name="connsiteY0" fmla="*/ 1225 h 154279"/>
                  <a:gd name="connsiteX1" fmla="*/ 684187 w 684187"/>
                  <a:gd name="connsiteY1" fmla="*/ 153841 h 154279"/>
                  <a:gd name="connsiteX2" fmla="*/ 262316 w 684187"/>
                  <a:gd name="connsiteY2" fmla="*/ 48668 h 154279"/>
                  <a:gd name="connsiteX3" fmla="*/ 52924 w 684187"/>
                  <a:gd name="connsiteY3" fmla="*/ 84597 h 154279"/>
                  <a:gd name="connsiteX4" fmla="*/ 0 w 684187"/>
                  <a:gd name="connsiteY4" fmla="*/ 109011 h 154279"/>
                  <a:gd name="connsiteX5" fmla="*/ 68274 w 684187"/>
                  <a:gd name="connsiteY5" fmla="*/ 60554 h 154279"/>
                  <a:gd name="connsiteX6" fmla="*/ 328891 w 684187"/>
                  <a:gd name="connsiteY6" fmla="*/ 1225 h 154279"/>
                  <a:gd name="connsiteX0" fmla="*/ 328891 w 684187"/>
                  <a:gd name="connsiteY0" fmla="*/ 1225 h 155540"/>
                  <a:gd name="connsiteX1" fmla="*/ 684187 w 684187"/>
                  <a:gd name="connsiteY1" fmla="*/ 153841 h 155540"/>
                  <a:gd name="connsiteX2" fmla="*/ 52924 w 684187"/>
                  <a:gd name="connsiteY2" fmla="*/ 84597 h 155540"/>
                  <a:gd name="connsiteX3" fmla="*/ 0 w 684187"/>
                  <a:gd name="connsiteY3" fmla="*/ 109011 h 155540"/>
                  <a:gd name="connsiteX4" fmla="*/ 68274 w 684187"/>
                  <a:gd name="connsiteY4" fmla="*/ 60554 h 155540"/>
                  <a:gd name="connsiteX5" fmla="*/ 328891 w 684187"/>
                  <a:gd name="connsiteY5" fmla="*/ 1225 h 155540"/>
                  <a:gd name="connsiteX0" fmla="*/ 328891 w 684187"/>
                  <a:gd name="connsiteY0" fmla="*/ 1225 h 183415"/>
                  <a:gd name="connsiteX1" fmla="*/ 684187 w 684187"/>
                  <a:gd name="connsiteY1" fmla="*/ 153841 h 183415"/>
                  <a:gd name="connsiteX2" fmla="*/ 52924 w 684187"/>
                  <a:gd name="connsiteY2" fmla="*/ 84597 h 183415"/>
                  <a:gd name="connsiteX3" fmla="*/ 0 w 684187"/>
                  <a:gd name="connsiteY3" fmla="*/ 109011 h 183415"/>
                  <a:gd name="connsiteX4" fmla="*/ 68274 w 684187"/>
                  <a:gd name="connsiteY4" fmla="*/ 60554 h 183415"/>
                  <a:gd name="connsiteX5" fmla="*/ 328891 w 684187"/>
                  <a:gd name="connsiteY5" fmla="*/ 1225 h 183415"/>
                  <a:gd name="connsiteX0" fmla="*/ 328891 w 684187"/>
                  <a:gd name="connsiteY0" fmla="*/ 1225 h 157855"/>
                  <a:gd name="connsiteX1" fmla="*/ 684187 w 684187"/>
                  <a:gd name="connsiteY1" fmla="*/ 153841 h 157855"/>
                  <a:gd name="connsiteX2" fmla="*/ 0 w 684187"/>
                  <a:gd name="connsiteY2" fmla="*/ 109011 h 157855"/>
                  <a:gd name="connsiteX3" fmla="*/ 68274 w 684187"/>
                  <a:gd name="connsiteY3" fmla="*/ 60554 h 157855"/>
                  <a:gd name="connsiteX4" fmla="*/ 328891 w 684187"/>
                  <a:gd name="connsiteY4" fmla="*/ 1225 h 157855"/>
                  <a:gd name="connsiteX0" fmla="*/ 328891 w 684187"/>
                  <a:gd name="connsiteY0" fmla="*/ 1225 h 188492"/>
                  <a:gd name="connsiteX1" fmla="*/ 684187 w 684187"/>
                  <a:gd name="connsiteY1" fmla="*/ 153841 h 188492"/>
                  <a:gd name="connsiteX2" fmla="*/ 0 w 684187"/>
                  <a:gd name="connsiteY2" fmla="*/ 109011 h 188492"/>
                  <a:gd name="connsiteX3" fmla="*/ 68274 w 684187"/>
                  <a:gd name="connsiteY3" fmla="*/ 60554 h 188492"/>
                  <a:gd name="connsiteX4" fmla="*/ 328891 w 684187"/>
                  <a:gd name="connsiteY4" fmla="*/ 1225 h 188492"/>
                  <a:gd name="connsiteX0" fmla="*/ 328891 w 684207"/>
                  <a:gd name="connsiteY0" fmla="*/ 1225 h 160133"/>
                  <a:gd name="connsiteX1" fmla="*/ 684187 w 684207"/>
                  <a:gd name="connsiteY1" fmla="*/ 153841 h 160133"/>
                  <a:gd name="connsiteX2" fmla="*/ 332811 w 684207"/>
                  <a:gd name="connsiteY2" fmla="*/ 102174 h 160133"/>
                  <a:gd name="connsiteX3" fmla="*/ 0 w 684207"/>
                  <a:gd name="connsiteY3" fmla="*/ 109011 h 160133"/>
                  <a:gd name="connsiteX4" fmla="*/ 68274 w 684207"/>
                  <a:gd name="connsiteY4" fmla="*/ 60554 h 160133"/>
                  <a:gd name="connsiteX5" fmla="*/ 328891 w 684207"/>
                  <a:gd name="connsiteY5" fmla="*/ 1225 h 160133"/>
                  <a:gd name="connsiteX0" fmla="*/ 328891 w 684209"/>
                  <a:gd name="connsiteY0" fmla="*/ 1225 h 159104"/>
                  <a:gd name="connsiteX1" fmla="*/ 684187 w 684209"/>
                  <a:gd name="connsiteY1" fmla="*/ 153841 h 159104"/>
                  <a:gd name="connsiteX2" fmla="*/ 346209 w 684209"/>
                  <a:gd name="connsiteY2" fmla="*/ 84305 h 159104"/>
                  <a:gd name="connsiteX3" fmla="*/ 0 w 684209"/>
                  <a:gd name="connsiteY3" fmla="*/ 109011 h 159104"/>
                  <a:gd name="connsiteX4" fmla="*/ 68274 w 684209"/>
                  <a:gd name="connsiteY4" fmla="*/ 60554 h 159104"/>
                  <a:gd name="connsiteX5" fmla="*/ 328891 w 684209"/>
                  <a:gd name="connsiteY5" fmla="*/ 1225 h 159104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4187" h="186068">
                    <a:moveTo>
                      <a:pt x="328891" y="1225"/>
                    </a:moveTo>
                    <a:cubicBezTo>
                      <a:pt x="486290" y="12676"/>
                      <a:pt x="639353" y="19881"/>
                      <a:pt x="684187" y="153841"/>
                    </a:cubicBezTo>
                    <a:cubicBezTo>
                      <a:pt x="672689" y="249953"/>
                      <a:pt x="517566" y="102193"/>
                      <a:pt x="346209" y="84305"/>
                    </a:cubicBezTo>
                    <a:cubicBezTo>
                      <a:pt x="232178" y="76833"/>
                      <a:pt x="93717" y="88023"/>
                      <a:pt x="0" y="109011"/>
                    </a:cubicBezTo>
                    <a:lnTo>
                      <a:pt x="68274" y="60554"/>
                    </a:lnTo>
                    <a:cubicBezTo>
                      <a:pt x="144628" y="16682"/>
                      <a:pt x="234451" y="-5645"/>
                      <a:pt x="328891" y="122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3C00764-4B32-4AA5-1436-B4334053CBB2}"/>
                </a:ext>
              </a:extLst>
            </p:cNvPr>
            <p:cNvGrpSpPr/>
            <p:nvPr/>
          </p:nvGrpSpPr>
          <p:grpSpPr>
            <a:xfrm>
              <a:off x="3570695" y="4159859"/>
              <a:ext cx="580876" cy="768117"/>
              <a:chOff x="3570695" y="4159859"/>
              <a:chExt cx="580876" cy="768117"/>
            </a:xfrm>
            <a:grpFill/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5E5DE0D-DB42-FE47-FE67-EAA90FC79590}"/>
                  </a:ext>
                </a:extLst>
              </p:cNvPr>
              <p:cNvSpPr/>
              <p:nvPr/>
            </p:nvSpPr>
            <p:spPr>
              <a:xfrm rot="4936735">
                <a:off x="3830371" y="4164804"/>
                <a:ext cx="298548" cy="34385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4D379FD9-63E8-9C2E-9A80-834D54B88EFE}"/>
                  </a:ext>
                </a:extLst>
              </p:cNvPr>
              <p:cNvSpPr/>
              <p:nvPr/>
            </p:nvSpPr>
            <p:spPr>
              <a:xfrm rot="4936735">
                <a:off x="3799668" y="4414995"/>
                <a:ext cx="275964" cy="34385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304B36A-2BF9-A963-D106-5ADD29F08C34}"/>
                  </a:ext>
                </a:extLst>
              </p:cNvPr>
              <p:cNvSpPr/>
              <p:nvPr/>
            </p:nvSpPr>
            <p:spPr>
              <a:xfrm rot="485442">
                <a:off x="3570695" y="4159859"/>
                <a:ext cx="445171" cy="768117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1F5689AD-5F9B-6930-4E3B-1693B73AA0F0}"/>
                </a:ext>
              </a:extLst>
            </p:cNvPr>
            <p:cNvSpPr/>
            <p:nvPr/>
          </p:nvSpPr>
          <p:spPr>
            <a:xfrm rot="513712" flipH="1">
              <a:off x="5603226" y="6066976"/>
              <a:ext cx="182806" cy="141144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C4912CE-62D2-C09A-84EB-8ECC036B7A16}"/>
                </a:ext>
              </a:extLst>
            </p:cNvPr>
            <p:cNvSpPr/>
            <p:nvPr/>
          </p:nvSpPr>
          <p:spPr>
            <a:xfrm rot="1135535" flipH="1">
              <a:off x="5427361" y="6132610"/>
              <a:ext cx="182806" cy="119021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C21FB1E-A98A-BE75-C194-C685FDDF4B46}"/>
                </a:ext>
              </a:extLst>
            </p:cNvPr>
            <p:cNvSpPr/>
            <p:nvPr/>
          </p:nvSpPr>
          <p:spPr>
            <a:xfrm rot="10082128">
              <a:off x="4988615" y="5576804"/>
              <a:ext cx="445083" cy="151759"/>
            </a:xfrm>
            <a:custGeom>
              <a:avLst/>
              <a:gdLst>
                <a:gd name="connsiteX0" fmla="*/ 328891 w 695754"/>
                <a:gd name="connsiteY0" fmla="*/ 1225 h 237229"/>
                <a:gd name="connsiteX1" fmla="*/ 692384 w 695754"/>
                <a:gd name="connsiteY1" fmla="*/ 229777 h 237229"/>
                <a:gd name="connsiteX2" fmla="*/ 695754 w 695754"/>
                <a:gd name="connsiteY2" fmla="*/ 237229 h 237229"/>
                <a:gd name="connsiteX3" fmla="*/ 642699 w 695754"/>
                <a:gd name="connsiteY3" fmla="*/ 182579 h 237229"/>
                <a:gd name="connsiteX4" fmla="*/ 262316 w 695754"/>
                <a:gd name="connsiteY4" fmla="*/ 48668 h 237229"/>
                <a:gd name="connsiteX5" fmla="*/ 52924 w 695754"/>
                <a:gd name="connsiteY5" fmla="*/ 84597 h 237229"/>
                <a:gd name="connsiteX6" fmla="*/ 0 w 695754"/>
                <a:gd name="connsiteY6" fmla="*/ 109011 h 237229"/>
                <a:gd name="connsiteX7" fmla="*/ 68274 w 695754"/>
                <a:gd name="connsiteY7" fmla="*/ 60554 h 237229"/>
                <a:gd name="connsiteX8" fmla="*/ 328891 w 695754"/>
                <a:gd name="connsiteY8" fmla="*/ 1225 h 23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5754" h="237229">
                  <a:moveTo>
                    <a:pt x="328891" y="1225"/>
                  </a:moveTo>
                  <a:cubicBezTo>
                    <a:pt x="486290" y="12676"/>
                    <a:pt x="619262" y="102520"/>
                    <a:pt x="692384" y="229777"/>
                  </a:cubicBezTo>
                  <a:lnTo>
                    <a:pt x="695754" y="237229"/>
                  </a:lnTo>
                  <a:lnTo>
                    <a:pt x="642699" y="182579"/>
                  </a:lnTo>
                  <a:cubicBezTo>
                    <a:pt x="545351" y="99842"/>
                    <a:pt x="410865" y="48668"/>
                    <a:pt x="262316" y="48668"/>
                  </a:cubicBezTo>
                  <a:cubicBezTo>
                    <a:pt x="188041" y="48668"/>
                    <a:pt x="117283" y="61461"/>
                    <a:pt x="52924" y="84597"/>
                  </a:cubicBezTo>
                  <a:lnTo>
                    <a:pt x="0" y="109011"/>
                  </a:lnTo>
                  <a:lnTo>
                    <a:pt x="68274" y="60554"/>
                  </a:lnTo>
                  <a:cubicBezTo>
                    <a:pt x="144628" y="16682"/>
                    <a:pt x="234451" y="-5645"/>
                    <a:pt x="328891" y="122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DCC334F-BC65-54CC-70DD-D3CF51FA2D9D}"/>
              </a:ext>
            </a:extLst>
          </p:cNvPr>
          <p:cNvGrpSpPr/>
          <p:nvPr/>
        </p:nvGrpSpPr>
        <p:grpSpPr>
          <a:xfrm>
            <a:off x="6219319" y="2597064"/>
            <a:ext cx="5057460" cy="4789095"/>
            <a:chOff x="2500470" y="1483024"/>
            <a:chExt cx="5057460" cy="4789095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CFAADEA-697B-2E0B-D084-4C8FCA6E6189}"/>
                </a:ext>
              </a:extLst>
            </p:cNvPr>
            <p:cNvGrpSpPr/>
            <p:nvPr/>
          </p:nvGrpSpPr>
          <p:grpSpPr>
            <a:xfrm>
              <a:off x="2500470" y="2198067"/>
              <a:ext cx="1659584" cy="2193224"/>
              <a:chOff x="2500470" y="2198067"/>
              <a:chExt cx="1659584" cy="2193224"/>
            </a:xfrm>
          </p:grpSpPr>
          <p:sp>
            <p:nvSpPr>
              <p:cNvPr id="160" name="Rectangle 4">
                <a:extLst>
                  <a:ext uri="{FF2B5EF4-FFF2-40B4-BE49-F238E27FC236}">
                    <a16:creationId xmlns:a16="http://schemas.microsoft.com/office/drawing/2014/main" id="{FC83FDB4-1211-72AB-31E8-8CA98E48182C}"/>
                  </a:ext>
                </a:extLst>
              </p:cNvPr>
              <p:cNvSpPr/>
              <p:nvPr/>
            </p:nvSpPr>
            <p:spPr>
              <a:xfrm>
                <a:off x="2500470" y="2198067"/>
                <a:ext cx="1568144" cy="2193224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276350"/>
                  <a:gd name="connsiteY0" fmla="*/ 0 h 2457450"/>
                  <a:gd name="connsiteX1" fmla="*/ 914400 w 1276350"/>
                  <a:gd name="connsiteY1" fmla="*/ 0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352425 w 1276350"/>
                  <a:gd name="connsiteY3" fmla="*/ 2447925 h 2457450"/>
                  <a:gd name="connsiteX4" fmla="*/ 0 w 1276350"/>
                  <a:gd name="connsiteY4" fmla="*/ 0 h 2457450"/>
                  <a:gd name="connsiteX0" fmla="*/ 0 w 923925"/>
                  <a:gd name="connsiteY0" fmla="*/ 1809750 h 1819275"/>
                  <a:gd name="connsiteX1" fmla="*/ 647700 w 923925"/>
                  <a:gd name="connsiteY1" fmla="*/ 0 h 1819275"/>
                  <a:gd name="connsiteX2" fmla="*/ 923925 w 923925"/>
                  <a:gd name="connsiteY2" fmla="*/ 1819275 h 1819275"/>
                  <a:gd name="connsiteX3" fmla="*/ 0 w 923925"/>
                  <a:gd name="connsiteY3" fmla="*/ 1809750 h 1819275"/>
                  <a:gd name="connsiteX0" fmla="*/ 205766 w 1129691"/>
                  <a:gd name="connsiteY0" fmla="*/ 1909075 h 1918600"/>
                  <a:gd name="connsiteX1" fmla="*/ 853466 w 1129691"/>
                  <a:gd name="connsiteY1" fmla="*/ 99325 h 1918600"/>
                  <a:gd name="connsiteX2" fmla="*/ 1129691 w 1129691"/>
                  <a:gd name="connsiteY2" fmla="*/ 1918600 h 1918600"/>
                  <a:gd name="connsiteX3" fmla="*/ 205766 w 1129691"/>
                  <a:gd name="connsiteY3" fmla="*/ 1909075 h 1918600"/>
                  <a:gd name="connsiteX0" fmla="*/ 662165 w 1586090"/>
                  <a:gd name="connsiteY0" fmla="*/ 1884466 h 1893991"/>
                  <a:gd name="connsiteX1" fmla="*/ 1309865 w 1586090"/>
                  <a:gd name="connsiteY1" fmla="*/ 74716 h 1893991"/>
                  <a:gd name="connsiteX2" fmla="*/ 1586090 w 1586090"/>
                  <a:gd name="connsiteY2" fmla="*/ 1893991 h 1893991"/>
                  <a:gd name="connsiteX3" fmla="*/ 662165 w 1586090"/>
                  <a:gd name="connsiteY3" fmla="*/ 1884466 h 1893991"/>
                  <a:gd name="connsiteX0" fmla="*/ 662165 w 1586090"/>
                  <a:gd name="connsiteY0" fmla="*/ 1884466 h 2154353"/>
                  <a:gd name="connsiteX1" fmla="*/ 1309865 w 1586090"/>
                  <a:gd name="connsiteY1" fmla="*/ 74716 h 2154353"/>
                  <a:gd name="connsiteX2" fmla="*/ 1586090 w 1586090"/>
                  <a:gd name="connsiteY2" fmla="*/ 1893991 h 2154353"/>
                  <a:gd name="connsiteX3" fmla="*/ 662165 w 1586090"/>
                  <a:gd name="connsiteY3" fmla="*/ 1884466 h 2154353"/>
                  <a:gd name="connsiteX0" fmla="*/ 644219 w 1568144"/>
                  <a:gd name="connsiteY0" fmla="*/ 1923337 h 2193224"/>
                  <a:gd name="connsiteX1" fmla="*/ 1291919 w 1568144"/>
                  <a:gd name="connsiteY1" fmla="*/ 113587 h 2193224"/>
                  <a:gd name="connsiteX2" fmla="*/ 1568144 w 1568144"/>
                  <a:gd name="connsiteY2" fmla="*/ 1932862 h 2193224"/>
                  <a:gd name="connsiteX3" fmla="*/ 644219 w 1568144"/>
                  <a:gd name="connsiteY3" fmla="*/ 1923337 h 2193224"/>
                  <a:gd name="connsiteX0" fmla="*/ 1568144 w 1659584"/>
                  <a:gd name="connsiteY0" fmla="*/ 1932862 h 2193224"/>
                  <a:gd name="connsiteX1" fmla="*/ 644219 w 1659584"/>
                  <a:gd name="connsiteY1" fmla="*/ 1923337 h 2193224"/>
                  <a:gd name="connsiteX2" fmla="*/ 1291919 w 1659584"/>
                  <a:gd name="connsiteY2" fmla="*/ 113587 h 2193224"/>
                  <a:gd name="connsiteX3" fmla="*/ 1659584 w 1659584"/>
                  <a:gd name="connsiteY3" fmla="*/ 2024302 h 2193224"/>
                  <a:gd name="connsiteX0" fmla="*/ 1568144 w 1568144"/>
                  <a:gd name="connsiteY0" fmla="*/ 1932862 h 2193224"/>
                  <a:gd name="connsiteX1" fmla="*/ 644219 w 1568144"/>
                  <a:gd name="connsiteY1" fmla="*/ 1923337 h 2193224"/>
                  <a:gd name="connsiteX2" fmla="*/ 1291919 w 1568144"/>
                  <a:gd name="connsiteY2" fmla="*/ 113587 h 219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68144" h="2193224">
                    <a:moveTo>
                      <a:pt x="1568144" y="1932862"/>
                    </a:moveTo>
                    <a:cubicBezTo>
                      <a:pt x="1260169" y="1929687"/>
                      <a:pt x="1009344" y="2526587"/>
                      <a:pt x="644219" y="1923337"/>
                    </a:cubicBezTo>
                    <a:cubicBezTo>
                      <a:pt x="-349556" y="2053512"/>
                      <a:pt x="-238431" y="-569038"/>
                      <a:pt x="1291919" y="113587"/>
                    </a:cubicBezTo>
                  </a:path>
                </a:pathLst>
              </a:custGeom>
              <a:solidFill>
                <a:srgbClr val="C8D5FF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A05114E8-FC55-7ED1-24B6-F2B45F2D7DA8}"/>
                  </a:ext>
                </a:extLst>
              </p:cNvPr>
              <p:cNvSpPr/>
              <p:nvPr/>
            </p:nvSpPr>
            <p:spPr>
              <a:xfrm>
                <a:off x="2689048" y="2476435"/>
                <a:ext cx="1471006" cy="1914856"/>
              </a:xfrm>
              <a:custGeom>
                <a:avLst/>
                <a:gdLst>
                  <a:gd name="connsiteX0" fmla="*/ 711537 w 1379566"/>
                  <a:gd name="connsiteY0" fmla="*/ 335 h 1914856"/>
                  <a:gd name="connsiteX1" fmla="*/ 1105996 w 1379566"/>
                  <a:gd name="connsiteY1" fmla="*/ 61633 h 1914856"/>
                  <a:gd name="connsiteX2" fmla="*/ 1139525 w 1379566"/>
                  <a:gd name="connsiteY2" fmla="*/ 73536 h 1914856"/>
                  <a:gd name="connsiteX3" fmla="*/ 1379566 w 1379566"/>
                  <a:gd name="connsiteY3" fmla="*/ 1654494 h 1914856"/>
                  <a:gd name="connsiteX4" fmla="*/ 455641 w 1379566"/>
                  <a:gd name="connsiteY4" fmla="*/ 1644969 h 1914856"/>
                  <a:gd name="connsiteX5" fmla="*/ 135381 w 1379566"/>
                  <a:gd name="connsiteY5" fmla="*/ 1576582 h 1914856"/>
                  <a:gd name="connsiteX6" fmla="*/ 126917 w 1379566"/>
                  <a:gd name="connsiteY6" fmla="*/ 1570032 h 1914856"/>
                  <a:gd name="connsiteX7" fmla="*/ 63576 w 1379566"/>
                  <a:gd name="connsiteY7" fmla="*/ 1392781 h 1914856"/>
                  <a:gd name="connsiteX8" fmla="*/ 711537 w 1379566"/>
                  <a:gd name="connsiteY8" fmla="*/ 335 h 1914856"/>
                  <a:gd name="connsiteX0" fmla="*/ 1379566 w 1471006"/>
                  <a:gd name="connsiteY0" fmla="*/ 1654494 h 1914856"/>
                  <a:gd name="connsiteX1" fmla="*/ 455641 w 1471006"/>
                  <a:gd name="connsiteY1" fmla="*/ 1644969 h 1914856"/>
                  <a:gd name="connsiteX2" fmla="*/ 135381 w 1471006"/>
                  <a:gd name="connsiteY2" fmla="*/ 1576582 h 1914856"/>
                  <a:gd name="connsiteX3" fmla="*/ 126917 w 1471006"/>
                  <a:gd name="connsiteY3" fmla="*/ 1570032 h 1914856"/>
                  <a:gd name="connsiteX4" fmla="*/ 63576 w 1471006"/>
                  <a:gd name="connsiteY4" fmla="*/ 1392781 h 1914856"/>
                  <a:gd name="connsiteX5" fmla="*/ 711537 w 1471006"/>
                  <a:gd name="connsiteY5" fmla="*/ 335 h 1914856"/>
                  <a:gd name="connsiteX6" fmla="*/ 1105996 w 1471006"/>
                  <a:gd name="connsiteY6" fmla="*/ 61633 h 1914856"/>
                  <a:gd name="connsiteX7" fmla="*/ 1139525 w 1471006"/>
                  <a:gd name="connsiteY7" fmla="*/ 73536 h 1914856"/>
                  <a:gd name="connsiteX8" fmla="*/ 1471006 w 1471006"/>
                  <a:gd name="connsiteY8" fmla="*/ 174593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379566"/>
                  <a:gd name="connsiteY0" fmla="*/ 1654494 h 1914856"/>
                  <a:gd name="connsiteX1" fmla="*/ 455641 w 1379566"/>
                  <a:gd name="connsiteY1" fmla="*/ 1644969 h 1914856"/>
                  <a:gd name="connsiteX2" fmla="*/ 135381 w 1379566"/>
                  <a:gd name="connsiteY2" fmla="*/ 1576582 h 1914856"/>
                  <a:gd name="connsiteX3" fmla="*/ 126917 w 1379566"/>
                  <a:gd name="connsiteY3" fmla="*/ 1570032 h 1914856"/>
                  <a:gd name="connsiteX4" fmla="*/ 63576 w 1379566"/>
                  <a:gd name="connsiteY4" fmla="*/ 1392781 h 1914856"/>
                  <a:gd name="connsiteX5" fmla="*/ 711537 w 1379566"/>
                  <a:gd name="connsiteY5" fmla="*/ 335 h 1914856"/>
                  <a:gd name="connsiteX6" fmla="*/ 1105996 w 1379566"/>
                  <a:gd name="connsiteY6" fmla="*/ 61633 h 1914856"/>
                  <a:gd name="connsiteX7" fmla="*/ 1139525 w 1379566"/>
                  <a:gd name="connsiteY7" fmla="*/ 73536 h 1914856"/>
                  <a:gd name="connsiteX8" fmla="*/ 1379566 w 1379566"/>
                  <a:gd name="connsiteY8" fmla="*/ 1654494 h 1914856"/>
                  <a:gd name="connsiteX0" fmla="*/ 1379566 w 1471006"/>
                  <a:gd name="connsiteY0" fmla="*/ 1654494 h 1914856"/>
                  <a:gd name="connsiteX1" fmla="*/ 455641 w 1471006"/>
                  <a:gd name="connsiteY1" fmla="*/ 1644969 h 1914856"/>
                  <a:gd name="connsiteX2" fmla="*/ 135381 w 1471006"/>
                  <a:gd name="connsiteY2" fmla="*/ 1576582 h 1914856"/>
                  <a:gd name="connsiteX3" fmla="*/ 126917 w 1471006"/>
                  <a:gd name="connsiteY3" fmla="*/ 1570032 h 1914856"/>
                  <a:gd name="connsiteX4" fmla="*/ 63576 w 1471006"/>
                  <a:gd name="connsiteY4" fmla="*/ 1392781 h 1914856"/>
                  <a:gd name="connsiteX5" fmla="*/ 711537 w 1471006"/>
                  <a:gd name="connsiteY5" fmla="*/ 335 h 1914856"/>
                  <a:gd name="connsiteX6" fmla="*/ 1105996 w 1471006"/>
                  <a:gd name="connsiteY6" fmla="*/ 61633 h 1914856"/>
                  <a:gd name="connsiteX7" fmla="*/ 1139525 w 1471006"/>
                  <a:gd name="connsiteY7" fmla="*/ 73536 h 1914856"/>
                  <a:gd name="connsiteX8" fmla="*/ 1471006 w 1471006"/>
                  <a:gd name="connsiteY8" fmla="*/ 1745934 h 1914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1006" h="1914856">
                    <a:moveTo>
                      <a:pt x="1379566" y="1654494"/>
                    </a:moveTo>
                    <a:cubicBezTo>
                      <a:pt x="1071591" y="1651319"/>
                      <a:pt x="820766" y="2248219"/>
                      <a:pt x="455641" y="1644969"/>
                    </a:cubicBezTo>
                    <a:cubicBezTo>
                      <a:pt x="331419" y="1661241"/>
                      <a:pt x="224461" y="1634502"/>
                      <a:pt x="135381" y="1576582"/>
                    </a:cubicBezTo>
                    <a:lnTo>
                      <a:pt x="126917" y="1570032"/>
                    </a:lnTo>
                    <a:lnTo>
                      <a:pt x="63576" y="1392781"/>
                    </a:lnTo>
                    <a:cubicBezTo>
                      <a:pt x="-96836" y="829178"/>
                      <a:pt x="20851" y="19200"/>
                      <a:pt x="711537" y="335"/>
                    </a:cubicBezTo>
                    <a:cubicBezTo>
                      <a:pt x="826652" y="-2809"/>
                      <a:pt x="957683" y="16023"/>
                      <a:pt x="1105996" y="61633"/>
                    </a:cubicBezTo>
                    <a:lnTo>
                      <a:pt x="1139525" y="73536"/>
                    </a:lnTo>
                    <a:cubicBezTo>
                      <a:pt x="962364" y="914847"/>
                      <a:pt x="1175727" y="1375158"/>
                      <a:pt x="1471006" y="1745934"/>
                    </a:cubicBezTo>
                  </a:path>
                </a:pathLst>
              </a:custGeom>
              <a:solidFill>
                <a:srgbClr val="FBA5D4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5" name="Rectangle 40">
              <a:extLst>
                <a:ext uri="{FF2B5EF4-FFF2-40B4-BE49-F238E27FC236}">
                  <a16:creationId xmlns:a16="http://schemas.microsoft.com/office/drawing/2014/main" id="{7BB0BE8F-D2EB-77BD-ABFF-6C2D3E05D732}"/>
                </a:ext>
              </a:extLst>
            </p:cNvPr>
            <p:cNvSpPr/>
            <p:nvPr/>
          </p:nvSpPr>
          <p:spPr>
            <a:xfrm>
              <a:off x="5334001" y="4076029"/>
              <a:ext cx="791830" cy="1263949"/>
            </a:xfrm>
            <a:custGeom>
              <a:avLst/>
              <a:gdLst>
                <a:gd name="connsiteX0" fmla="*/ 0 w 599108"/>
                <a:gd name="connsiteY0" fmla="*/ 0 h 839414"/>
                <a:gd name="connsiteX1" fmla="*/ 599108 w 599108"/>
                <a:gd name="connsiteY1" fmla="*/ 0 h 839414"/>
                <a:gd name="connsiteX2" fmla="*/ 599108 w 599108"/>
                <a:gd name="connsiteY2" fmla="*/ 839414 h 839414"/>
                <a:gd name="connsiteX3" fmla="*/ 0 w 599108"/>
                <a:gd name="connsiteY3" fmla="*/ 839414 h 839414"/>
                <a:gd name="connsiteX4" fmla="*/ 0 w 599108"/>
                <a:gd name="connsiteY4" fmla="*/ 0 h 839414"/>
                <a:gd name="connsiteX0" fmla="*/ 0 w 751508"/>
                <a:gd name="connsiteY0" fmla="*/ 0 h 866775"/>
                <a:gd name="connsiteX1" fmla="*/ 751508 w 751508"/>
                <a:gd name="connsiteY1" fmla="*/ 866775 h 866775"/>
                <a:gd name="connsiteX2" fmla="*/ 599108 w 751508"/>
                <a:gd name="connsiteY2" fmla="*/ 839414 h 866775"/>
                <a:gd name="connsiteX3" fmla="*/ 0 w 751508"/>
                <a:gd name="connsiteY3" fmla="*/ 839414 h 866775"/>
                <a:gd name="connsiteX4" fmla="*/ 0 w 751508"/>
                <a:gd name="connsiteY4" fmla="*/ 0 h 866775"/>
                <a:gd name="connsiteX0" fmla="*/ 0 w 751508"/>
                <a:gd name="connsiteY0" fmla="*/ 0 h 866775"/>
                <a:gd name="connsiteX1" fmla="*/ 619125 w 751508"/>
                <a:gd name="connsiteY1" fmla="*/ 438149 h 866775"/>
                <a:gd name="connsiteX2" fmla="*/ 751508 w 751508"/>
                <a:gd name="connsiteY2" fmla="*/ 866775 h 866775"/>
                <a:gd name="connsiteX3" fmla="*/ 599108 w 751508"/>
                <a:gd name="connsiteY3" fmla="*/ 839414 h 866775"/>
                <a:gd name="connsiteX4" fmla="*/ 0 w 751508"/>
                <a:gd name="connsiteY4" fmla="*/ 839414 h 866775"/>
                <a:gd name="connsiteX5" fmla="*/ 0 w 751508"/>
                <a:gd name="connsiteY5" fmla="*/ 0 h 866775"/>
                <a:gd name="connsiteX0" fmla="*/ 0 w 751508"/>
                <a:gd name="connsiteY0" fmla="*/ 43535 h 910310"/>
                <a:gd name="connsiteX1" fmla="*/ 342900 w 751508"/>
                <a:gd name="connsiteY1" fmla="*/ 134021 h 910310"/>
                <a:gd name="connsiteX2" fmla="*/ 619125 w 751508"/>
                <a:gd name="connsiteY2" fmla="*/ 481684 h 910310"/>
                <a:gd name="connsiteX3" fmla="*/ 751508 w 751508"/>
                <a:gd name="connsiteY3" fmla="*/ 910310 h 910310"/>
                <a:gd name="connsiteX4" fmla="*/ 599108 w 751508"/>
                <a:gd name="connsiteY4" fmla="*/ 882949 h 910310"/>
                <a:gd name="connsiteX5" fmla="*/ 0 w 751508"/>
                <a:gd name="connsiteY5" fmla="*/ 882949 h 910310"/>
                <a:gd name="connsiteX6" fmla="*/ 0 w 751508"/>
                <a:gd name="connsiteY6" fmla="*/ 43535 h 910310"/>
                <a:gd name="connsiteX0" fmla="*/ 0 w 751508"/>
                <a:gd name="connsiteY0" fmla="*/ 43535 h 1263949"/>
                <a:gd name="connsiteX1" fmla="*/ 342900 w 751508"/>
                <a:gd name="connsiteY1" fmla="*/ 134021 h 1263949"/>
                <a:gd name="connsiteX2" fmla="*/ 619125 w 751508"/>
                <a:gd name="connsiteY2" fmla="*/ 481684 h 1263949"/>
                <a:gd name="connsiteX3" fmla="*/ 751508 w 751508"/>
                <a:gd name="connsiteY3" fmla="*/ 910310 h 1263949"/>
                <a:gd name="connsiteX4" fmla="*/ 503858 w 751508"/>
                <a:gd name="connsiteY4" fmla="*/ 1263949 h 1263949"/>
                <a:gd name="connsiteX5" fmla="*/ 0 w 751508"/>
                <a:gd name="connsiteY5" fmla="*/ 882949 h 1263949"/>
                <a:gd name="connsiteX6" fmla="*/ 0 w 751508"/>
                <a:gd name="connsiteY6" fmla="*/ 43535 h 1263949"/>
                <a:gd name="connsiteX0" fmla="*/ 0 w 751508"/>
                <a:gd name="connsiteY0" fmla="*/ 43535 h 1263949"/>
                <a:gd name="connsiteX1" fmla="*/ 342900 w 751508"/>
                <a:gd name="connsiteY1" fmla="*/ 134021 h 1263949"/>
                <a:gd name="connsiteX2" fmla="*/ 619125 w 751508"/>
                <a:gd name="connsiteY2" fmla="*/ 481684 h 1263949"/>
                <a:gd name="connsiteX3" fmla="*/ 751508 w 751508"/>
                <a:gd name="connsiteY3" fmla="*/ 910310 h 1263949"/>
                <a:gd name="connsiteX4" fmla="*/ 503858 w 751508"/>
                <a:gd name="connsiteY4" fmla="*/ 1263949 h 1263949"/>
                <a:gd name="connsiteX5" fmla="*/ 0 w 751508"/>
                <a:gd name="connsiteY5" fmla="*/ 882949 h 1263949"/>
                <a:gd name="connsiteX6" fmla="*/ 0 w 751508"/>
                <a:gd name="connsiteY6" fmla="*/ 43535 h 1263949"/>
                <a:gd name="connsiteX0" fmla="*/ 0 w 774653"/>
                <a:gd name="connsiteY0" fmla="*/ 43535 h 1263949"/>
                <a:gd name="connsiteX1" fmla="*/ 342900 w 774653"/>
                <a:gd name="connsiteY1" fmla="*/ 134021 h 1263949"/>
                <a:gd name="connsiteX2" fmla="*/ 619125 w 774653"/>
                <a:gd name="connsiteY2" fmla="*/ 481684 h 1263949"/>
                <a:gd name="connsiteX3" fmla="*/ 751508 w 774653"/>
                <a:gd name="connsiteY3" fmla="*/ 910310 h 1263949"/>
                <a:gd name="connsiteX4" fmla="*/ 503858 w 774653"/>
                <a:gd name="connsiteY4" fmla="*/ 1263949 h 1263949"/>
                <a:gd name="connsiteX5" fmla="*/ 0 w 774653"/>
                <a:gd name="connsiteY5" fmla="*/ 882949 h 1263949"/>
                <a:gd name="connsiteX6" fmla="*/ 0 w 774653"/>
                <a:gd name="connsiteY6" fmla="*/ 43535 h 1263949"/>
                <a:gd name="connsiteX0" fmla="*/ 0 w 775955"/>
                <a:gd name="connsiteY0" fmla="*/ 43535 h 1263949"/>
                <a:gd name="connsiteX1" fmla="*/ 342900 w 775955"/>
                <a:gd name="connsiteY1" fmla="*/ 134021 h 1263949"/>
                <a:gd name="connsiteX2" fmla="*/ 619125 w 775955"/>
                <a:gd name="connsiteY2" fmla="*/ 481684 h 1263949"/>
                <a:gd name="connsiteX3" fmla="*/ 751508 w 775955"/>
                <a:gd name="connsiteY3" fmla="*/ 910310 h 1263949"/>
                <a:gd name="connsiteX4" fmla="*/ 503858 w 775955"/>
                <a:gd name="connsiteY4" fmla="*/ 1263949 h 1263949"/>
                <a:gd name="connsiteX5" fmla="*/ 0 w 775955"/>
                <a:gd name="connsiteY5" fmla="*/ 882949 h 1263949"/>
                <a:gd name="connsiteX6" fmla="*/ 0 w 775955"/>
                <a:gd name="connsiteY6" fmla="*/ 43535 h 1263949"/>
                <a:gd name="connsiteX0" fmla="*/ 0 w 791830"/>
                <a:gd name="connsiteY0" fmla="*/ 43535 h 1263949"/>
                <a:gd name="connsiteX1" fmla="*/ 342900 w 791830"/>
                <a:gd name="connsiteY1" fmla="*/ 134021 h 1263949"/>
                <a:gd name="connsiteX2" fmla="*/ 619125 w 791830"/>
                <a:gd name="connsiteY2" fmla="*/ 481684 h 1263949"/>
                <a:gd name="connsiteX3" fmla="*/ 751508 w 791830"/>
                <a:gd name="connsiteY3" fmla="*/ 910310 h 1263949"/>
                <a:gd name="connsiteX4" fmla="*/ 503858 w 791830"/>
                <a:gd name="connsiteY4" fmla="*/ 1263949 h 1263949"/>
                <a:gd name="connsiteX5" fmla="*/ 0 w 791830"/>
                <a:gd name="connsiteY5" fmla="*/ 882949 h 1263949"/>
                <a:gd name="connsiteX6" fmla="*/ 0 w 791830"/>
                <a:gd name="connsiteY6" fmla="*/ 43535 h 12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1830" h="1263949">
                  <a:moveTo>
                    <a:pt x="0" y="43535"/>
                  </a:moveTo>
                  <a:cubicBezTo>
                    <a:pt x="37306" y="-67793"/>
                    <a:pt x="239713" y="60996"/>
                    <a:pt x="342900" y="134021"/>
                  </a:cubicBezTo>
                  <a:cubicBezTo>
                    <a:pt x="446087" y="207046"/>
                    <a:pt x="531180" y="365796"/>
                    <a:pt x="619125" y="481684"/>
                  </a:cubicBezTo>
                  <a:cubicBezTo>
                    <a:pt x="939478" y="738860"/>
                    <a:pt x="707380" y="767435"/>
                    <a:pt x="751508" y="910310"/>
                  </a:cubicBezTo>
                  <a:cubicBezTo>
                    <a:pt x="811833" y="1037715"/>
                    <a:pt x="762620" y="1146069"/>
                    <a:pt x="503858" y="1263949"/>
                  </a:cubicBezTo>
                  <a:lnTo>
                    <a:pt x="0" y="882949"/>
                  </a:lnTo>
                  <a:lnTo>
                    <a:pt x="0" y="43535"/>
                  </a:lnTo>
                  <a:close/>
                </a:path>
              </a:pathLst>
            </a:custGeom>
            <a:solidFill>
              <a:srgbClr val="C8D5FF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E03B485-C08C-C17A-A486-76023461E858}"/>
                </a:ext>
              </a:extLst>
            </p:cNvPr>
            <p:cNvGrpSpPr/>
            <p:nvPr/>
          </p:nvGrpSpPr>
          <p:grpSpPr>
            <a:xfrm>
              <a:off x="3653402" y="5111444"/>
              <a:ext cx="921764" cy="451842"/>
              <a:chOff x="3653402" y="5111444"/>
              <a:chExt cx="921764" cy="451842"/>
            </a:xfrm>
          </p:grpSpPr>
          <p:sp>
            <p:nvSpPr>
              <p:cNvPr id="158" name="Rectangle 51">
                <a:extLst>
                  <a:ext uri="{FF2B5EF4-FFF2-40B4-BE49-F238E27FC236}">
                    <a16:creationId xmlns:a16="http://schemas.microsoft.com/office/drawing/2014/main" id="{20BEE6D9-1574-10DB-EEF1-F5FA2D2782DF}"/>
                  </a:ext>
                </a:extLst>
              </p:cNvPr>
              <p:cNvSpPr/>
              <p:nvPr/>
            </p:nvSpPr>
            <p:spPr>
              <a:xfrm>
                <a:off x="3883241" y="5111444"/>
                <a:ext cx="691925" cy="451842"/>
              </a:xfrm>
              <a:custGeom>
                <a:avLst/>
                <a:gdLst>
                  <a:gd name="connsiteX0" fmla="*/ 0 w 210913"/>
                  <a:gd name="connsiteY0" fmla="*/ 0 h 161925"/>
                  <a:gd name="connsiteX1" fmla="*/ 210913 w 210913"/>
                  <a:gd name="connsiteY1" fmla="*/ 0 h 161925"/>
                  <a:gd name="connsiteX2" fmla="*/ 210913 w 210913"/>
                  <a:gd name="connsiteY2" fmla="*/ 161925 h 161925"/>
                  <a:gd name="connsiteX3" fmla="*/ 0 w 210913"/>
                  <a:gd name="connsiteY3" fmla="*/ 161925 h 161925"/>
                  <a:gd name="connsiteX4" fmla="*/ 0 w 210913"/>
                  <a:gd name="connsiteY4" fmla="*/ 0 h 161925"/>
                  <a:gd name="connsiteX0" fmla="*/ 0 w 668113"/>
                  <a:gd name="connsiteY0" fmla="*/ 0 h 466725"/>
                  <a:gd name="connsiteX1" fmla="*/ 668113 w 668113"/>
                  <a:gd name="connsiteY1" fmla="*/ 304800 h 466725"/>
                  <a:gd name="connsiteX2" fmla="*/ 668113 w 668113"/>
                  <a:gd name="connsiteY2" fmla="*/ 466725 h 466725"/>
                  <a:gd name="connsiteX3" fmla="*/ 457200 w 668113"/>
                  <a:gd name="connsiteY3" fmla="*/ 466725 h 466725"/>
                  <a:gd name="connsiteX4" fmla="*/ 0 w 668113"/>
                  <a:gd name="connsiteY4" fmla="*/ 0 h 466725"/>
                  <a:gd name="connsiteX0" fmla="*/ 0 w 668113"/>
                  <a:gd name="connsiteY0" fmla="*/ 0 h 490538"/>
                  <a:gd name="connsiteX1" fmla="*/ 668113 w 668113"/>
                  <a:gd name="connsiteY1" fmla="*/ 304800 h 490538"/>
                  <a:gd name="connsiteX2" fmla="*/ 668113 w 668113"/>
                  <a:gd name="connsiteY2" fmla="*/ 466725 h 490538"/>
                  <a:gd name="connsiteX3" fmla="*/ 514350 w 668113"/>
                  <a:gd name="connsiteY3" fmla="*/ 490538 h 490538"/>
                  <a:gd name="connsiteX4" fmla="*/ 0 w 668113"/>
                  <a:gd name="connsiteY4" fmla="*/ 0 h 490538"/>
                  <a:gd name="connsiteX0" fmla="*/ 0 w 668113"/>
                  <a:gd name="connsiteY0" fmla="*/ 0 h 490538"/>
                  <a:gd name="connsiteX1" fmla="*/ 668113 w 668113"/>
                  <a:gd name="connsiteY1" fmla="*/ 304800 h 490538"/>
                  <a:gd name="connsiteX2" fmla="*/ 514350 w 668113"/>
                  <a:gd name="connsiteY2" fmla="*/ 490538 h 490538"/>
                  <a:gd name="connsiteX3" fmla="*/ 0 w 668113"/>
                  <a:gd name="connsiteY3" fmla="*/ 0 h 490538"/>
                  <a:gd name="connsiteX0" fmla="*/ 0 w 668113"/>
                  <a:gd name="connsiteY0" fmla="*/ 41975 h 532513"/>
                  <a:gd name="connsiteX1" fmla="*/ 668113 w 668113"/>
                  <a:gd name="connsiteY1" fmla="*/ 346775 h 532513"/>
                  <a:gd name="connsiteX2" fmla="*/ 514350 w 668113"/>
                  <a:gd name="connsiteY2" fmla="*/ 532513 h 532513"/>
                  <a:gd name="connsiteX3" fmla="*/ 0 w 668113"/>
                  <a:gd name="connsiteY3" fmla="*/ 41975 h 532513"/>
                  <a:gd name="connsiteX0" fmla="*/ 0 w 668113"/>
                  <a:gd name="connsiteY0" fmla="*/ 39831 h 530369"/>
                  <a:gd name="connsiteX1" fmla="*/ 668113 w 668113"/>
                  <a:gd name="connsiteY1" fmla="*/ 344631 h 530369"/>
                  <a:gd name="connsiteX2" fmla="*/ 514350 w 668113"/>
                  <a:gd name="connsiteY2" fmla="*/ 530369 h 530369"/>
                  <a:gd name="connsiteX3" fmla="*/ 0 w 668113"/>
                  <a:gd name="connsiteY3" fmla="*/ 39831 h 530369"/>
                  <a:gd name="connsiteX0" fmla="*/ 0 w 668113"/>
                  <a:gd name="connsiteY0" fmla="*/ 50080 h 540618"/>
                  <a:gd name="connsiteX1" fmla="*/ 668113 w 668113"/>
                  <a:gd name="connsiteY1" fmla="*/ 354880 h 540618"/>
                  <a:gd name="connsiteX2" fmla="*/ 514350 w 668113"/>
                  <a:gd name="connsiteY2" fmla="*/ 540618 h 540618"/>
                  <a:gd name="connsiteX3" fmla="*/ 0 w 668113"/>
                  <a:gd name="connsiteY3" fmla="*/ 50080 h 540618"/>
                  <a:gd name="connsiteX0" fmla="*/ 0 w 668113"/>
                  <a:gd name="connsiteY0" fmla="*/ 48566 h 539104"/>
                  <a:gd name="connsiteX1" fmla="*/ 668113 w 668113"/>
                  <a:gd name="connsiteY1" fmla="*/ 353366 h 539104"/>
                  <a:gd name="connsiteX2" fmla="*/ 514350 w 668113"/>
                  <a:gd name="connsiteY2" fmla="*/ 539104 h 539104"/>
                  <a:gd name="connsiteX3" fmla="*/ 0 w 668113"/>
                  <a:gd name="connsiteY3" fmla="*/ 48566 h 539104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68113"/>
                  <a:gd name="connsiteY0" fmla="*/ 48566 h 510529"/>
                  <a:gd name="connsiteX1" fmla="*/ 668113 w 668113"/>
                  <a:gd name="connsiteY1" fmla="*/ 353366 h 510529"/>
                  <a:gd name="connsiteX2" fmla="*/ 509587 w 668113"/>
                  <a:gd name="connsiteY2" fmla="*/ 510529 h 510529"/>
                  <a:gd name="connsiteX3" fmla="*/ 0 w 668113"/>
                  <a:gd name="connsiteY3" fmla="*/ 48566 h 510529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88773"/>
                  <a:gd name="connsiteX1" fmla="*/ 691925 w 691925"/>
                  <a:gd name="connsiteY1" fmla="*/ 331610 h 488773"/>
                  <a:gd name="connsiteX2" fmla="*/ 533399 w 691925"/>
                  <a:gd name="connsiteY2" fmla="*/ 488773 h 488773"/>
                  <a:gd name="connsiteX3" fmla="*/ 0 w 691925"/>
                  <a:gd name="connsiteY3" fmla="*/ 50622 h 488773"/>
                  <a:gd name="connsiteX0" fmla="*/ 0 w 691925"/>
                  <a:gd name="connsiteY0" fmla="*/ 50622 h 450673"/>
                  <a:gd name="connsiteX1" fmla="*/ 691925 w 691925"/>
                  <a:gd name="connsiteY1" fmla="*/ 331610 h 450673"/>
                  <a:gd name="connsiteX2" fmla="*/ 561974 w 691925"/>
                  <a:gd name="connsiteY2" fmla="*/ 450673 h 450673"/>
                  <a:gd name="connsiteX3" fmla="*/ 0 w 691925"/>
                  <a:gd name="connsiteY3" fmla="*/ 50622 h 450673"/>
                  <a:gd name="connsiteX0" fmla="*/ 0 w 691925"/>
                  <a:gd name="connsiteY0" fmla="*/ 50622 h 451842"/>
                  <a:gd name="connsiteX1" fmla="*/ 691925 w 691925"/>
                  <a:gd name="connsiteY1" fmla="*/ 331610 h 451842"/>
                  <a:gd name="connsiteX2" fmla="*/ 561974 w 691925"/>
                  <a:gd name="connsiteY2" fmla="*/ 450673 h 451842"/>
                  <a:gd name="connsiteX3" fmla="*/ 0 w 691925"/>
                  <a:gd name="connsiteY3" fmla="*/ 50622 h 451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1925" h="451842">
                    <a:moveTo>
                      <a:pt x="0" y="50622"/>
                    </a:moveTo>
                    <a:cubicBezTo>
                      <a:pt x="194129" y="-143053"/>
                      <a:pt x="326346" y="277635"/>
                      <a:pt x="691925" y="331610"/>
                    </a:cubicBezTo>
                    <a:lnTo>
                      <a:pt x="561974" y="450673"/>
                    </a:lnTo>
                    <a:cubicBezTo>
                      <a:pt x="239713" y="477659"/>
                      <a:pt x="222250" y="28398"/>
                      <a:pt x="0" y="50622"/>
                    </a:cubicBezTo>
                    <a:close/>
                  </a:path>
                </a:pathLst>
              </a:custGeom>
              <a:solidFill>
                <a:srgbClr val="C8D5FF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9" name="Rectangle 52">
                <a:extLst>
                  <a:ext uri="{FF2B5EF4-FFF2-40B4-BE49-F238E27FC236}">
                    <a16:creationId xmlns:a16="http://schemas.microsoft.com/office/drawing/2014/main" id="{0D12F0CC-996B-B6FC-6680-3A21EFF507AB}"/>
                  </a:ext>
                </a:extLst>
              </p:cNvPr>
              <p:cNvSpPr/>
              <p:nvPr/>
            </p:nvSpPr>
            <p:spPr>
              <a:xfrm>
                <a:off x="3653402" y="5128784"/>
                <a:ext cx="280907" cy="390952"/>
              </a:xfrm>
              <a:custGeom>
                <a:avLst/>
                <a:gdLst>
                  <a:gd name="connsiteX0" fmla="*/ 0 w 100298"/>
                  <a:gd name="connsiteY0" fmla="*/ 0 h 190500"/>
                  <a:gd name="connsiteX1" fmla="*/ 100298 w 100298"/>
                  <a:gd name="connsiteY1" fmla="*/ 0 h 190500"/>
                  <a:gd name="connsiteX2" fmla="*/ 100298 w 100298"/>
                  <a:gd name="connsiteY2" fmla="*/ 190500 h 190500"/>
                  <a:gd name="connsiteX3" fmla="*/ 0 w 100298"/>
                  <a:gd name="connsiteY3" fmla="*/ 190500 h 190500"/>
                  <a:gd name="connsiteX4" fmla="*/ 0 w 100298"/>
                  <a:gd name="connsiteY4" fmla="*/ 0 h 190500"/>
                  <a:gd name="connsiteX0" fmla="*/ 0 w 100298"/>
                  <a:gd name="connsiteY0" fmla="*/ 119063 h 309563"/>
                  <a:gd name="connsiteX1" fmla="*/ 95536 w 100298"/>
                  <a:gd name="connsiteY1" fmla="*/ 0 h 309563"/>
                  <a:gd name="connsiteX2" fmla="*/ 100298 w 100298"/>
                  <a:gd name="connsiteY2" fmla="*/ 309563 h 309563"/>
                  <a:gd name="connsiteX3" fmla="*/ 0 w 100298"/>
                  <a:gd name="connsiteY3" fmla="*/ 309563 h 309563"/>
                  <a:gd name="connsiteX4" fmla="*/ 0 w 100298"/>
                  <a:gd name="connsiteY4" fmla="*/ 119063 h 309563"/>
                  <a:gd name="connsiteX0" fmla="*/ 0 w 100298"/>
                  <a:gd name="connsiteY0" fmla="*/ 309563 h 309563"/>
                  <a:gd name="connsiteX1" fmla="*/ 95536 w 100298"/>
                  <a:gd name="connsiteY1" fmla="*/ 0 h 309563"/>
                  <a:gd name="connsiteX2" fmla="*/ 100298 w 100298"/>
                  <a:gd name="connsiteY2" fmla="*/ 309563 h 309563"/>
                  <a:gd name="connsiteX3" fmla="*/ 0 w 100298"/>
                  <a:gd name="connsiteY3" fmla="*/ 309563 h 309563"/>
                  <a:gd name="connsiteX0" fmla="*/ 0 w 257460"/>
                  <a:gd name="connsiteY0" fmla="*/ 390525 h 390525"/>
                  <a:gd name="connsiteX1" fmla="*/ 252698 w 257460"/>
                  <a:gd name="connsiteY1" fmla="*/ 0 h 390525"/>
                  <a:gd name="connsiteX2" fmla="*/ 257460 w 257460"/>
                  <a:gd name="connsiteY2" fmla="*/ 309563 h 390525"/>
                  <a:gd name="connsiteX3" fmla="*/ 0 w 257460"/>
                  <a:gd name="connsiteY3" fmla="*/ 390525 h 390525"/>
                  <a:gd name="connsiteX0" fmla="*/ 17884 w 275344"/>
                  <a:gd name="connsiteY0" fmla="*/ 390525 h 390525"/>
                  <a:gd name="connsiteX1" fmla="*/ 270582 w 275344"/>
                  <a:gd name="connsiteY1" fmla="*/ 0 h 390525"/>
                  <a:gd name="connsiteX2" fmla="*/ 275344 w 275344"/>
                  <a:gd name="connsiteY2" fmla="*/ 309563 h 390525"/>
                  <a:gd name="connsiteX3" fmla="*/ 17884 w 275344"/>
                  <a:gd name="connsiteY3" fmla="*/ 390525 h 390525"/>
                  <a:gd name="connsiteX0" fmla="*/ 26788 w 284248"/>
                  <a:gd name="connsiteY0" fmla="*/ 390952 h 390952"/>
                  <a:gd name="connsiteX1" fmla="*/ 279486 w 284248"/>
                  <a:gd name="connsiteY1" fmla="*/ 427 h 390952"/>
                  <a:gd name="connsiteX2" fmla="*/ 284248 w 284248"/>
                  <a:gd name="connsiteY2" fmla="*/ 309990 h 390952"/>
                  <a:gd name="connsiteX3" fmla="*/ 26788 w 284248"/>
                  <a:gd name="connsiteY3" fmla="*/ 390952 h 390952"/>
                  <a:gd name="connsiteX0" fmla="*/ 26788 w 279486"/>
                  <a:gd name="connsiteY0" fmla="*/ 390952 h 390952"/>
                  <a:gd name="connsiteX1" fmla="*/ 279486 w 279486"/>
                  <a:gd name="connsiteY1" fmla="*/ 427 h 390952"/>
                  <a:gd name="connsiteX2" fmla="*/ 26788 w 279486"/>
                  <a:gd name="connsiteY2" fmla="*/ 390952 h 390952"/>
                  <a:gd name="connsiteX0" fmla="*/ 26788 w 279486"/>
                  <a:gd name="connsiteY0" fmla="*/ 390952 h 390952"/>
                  <a:gd name="connsiteX1" fmla="*/ 279486 w 279486"/>
                  <a:gd name="connsiteY1" fmla="*/ 427 h 390952"/>
                  <a:gd name="connsiteX2" fmla="*/ 26788 w 279486"/>
                  <a:gd name="connsiteY2" fmla="*/ 390952 h 390952"/>
                  <a:gd name="connsiteX0" fmla="*/ 26788 w 280907"/>
                  <a:gd name="connsiteY0" fmla="*/ 390952 h 390952"/>
                  <a:gd name="connsiteX1" fmla="*/ 279486 w 280907"/>
                  <a:gd name="connsiteY1" fmla="*/ 427 h 390952"/>
                  <a:gd name="connsiteX2" fmla="*/ 26788 w 280907"/>
                  <a:gd name="connsiteY2" fmla="*/ 390952 h 39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0907" h="390952">
                    <a:moveTo>
                      <a:pt x="26788" y="390952"/>
                    </a:moveTo>
                    <a:cubicBezTo>
                      <a:pt x="-60429" y="94089"/>
                      <a:pt x="76191" y="-7511"/>
                      <a:pt x="279486" y="427"/>
                    </a:cubicBezTo>
                    <a:cubicBezTo>
                      <a:pt x="295265" y="221090"/>
                      <a:pt x="177696" y="279827"/>
                      <a:pt x="26788" y="39095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7" name="Rectangle 32">
              <a:extLst>
                <a:ext uri="{FF2B5EF4-FFF2-40B4-BE49-F238E27FC236}">
                  <a16:creationId xmlns:a16="http://schemas.microsoft.com/office/drawing/2014/main" id="{59F4BA77-1DB3-F38C-3A06-F183620A83C4}"/>
                </a:ext>
              </a:extLst>
            </p:cNvPr>
            <p:cNvSpPr/>
            <p:nvPr/>
          </p:nvSpPr>
          <p:spPr>
            <a:xfrm>
              <a:off x="3757888" y="4119564"/>
              <a:ext cx="2175220" cy="2152555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695450"/>
                <a:gd name="connsiteY0" fmla="*/ 314325 h 914400"/>
                <a:gd name="connsiteX1" fmla="*/ 1695450 w 1695450"/>
                <a:gd name="connsiteY1" fmla="*/ 0 h 914400"/>
                <a:gd name="connsiteX2" fmla="*/ 1695450 w 1695450"/>
                <a:gd name="connsiteY2" fmla="*/ 914400 h 914400"/>
                <a:gd name="connsiteX3" fmla="*/ 781050 w 1695450"/>
                <a:gd name="connsiteY3" fmla="*/ 914400 h 914400"/>
                <a:gd name="connsiteX4" fmla="*/ 0 w 1695450"/>
                <a:gd name="connsiteY4" fmla="*/ 314325 h 914400"/>
                <a:gd name="connsiteX0" fmla="*/ 133350 w 1828800"/>
                <a:gd name="connsiteY0" fmla="*/ 314325 h 1038225"/>
                <a:gd name="connsiteX1" fmla="*/ 1828800 w 1828800"/>
                <a:gd name="connsiteY1" fmla="*/ 0 h 1038225"/>
                <a:gd name="connsiteX2" fmla="*/ 1828800 w 1828800"/>
                <a:gd name="connsiteY2" fmla="*/ 914400 h 1038225"/>
                <a:gd name="connsiteX3" fmla="*/ 0 w 1828800"/>
                <a:gd name="connsiteY3" fmla="*/ 1038225 h 1038225"/>
                <a:gd name="connsiteX4" fmla="*/ 133350 w 1828800"/>
                <a:gd name="connsiteY4" fmla="*/ 314325 h 1038225"/>
                <a:gd name="connsiteX0" fmla="*/ 133350 w 1828800"/>
                <a:gd name="connsiteY0" fmla="*/ 314325 h 1038225"/>
                <a:gd name="connsiteX1" fmla="*/ 1828800 w 1828800"/>
                <a:gd name="connsiteY1" fmla="*/ 0 h 1038225"/>
                <a:gd name="connsiteX2" fmla="*/ 1828800 w 1828800"/>
                <a:gd name="connsiteY2" fmla="*/ 914400 h 1038225"/>
                <a:gd name="connsiteX3" fmla="*/ 927110 w 1828800"/>
                <a:gd name="connsiteY3" fmla="*/ 914400 h 1038225"/>
                <a:gd name="connsiteX4" fmla="*/ 0 w 1828800"/>
                <a:gd name="connsiteY4" fmla="*/ 1038225 h 1038225"/>
                <a:gd name="connsiteX5" fmla="*/ 133350 w 1828800"/>
                <a:gd name="connsiteY5" fmla="*/ 314325 h 1038225"/>
                <a:gd name="connsiteX0" fmla="*/ 133350 w 1828800"/>
                <a:gd name="connsiteY0" fmla="*/ 66675 h 790575"/>
                <a:gd name="connsiteX1" fmla="*/ 1685925 w 1828800"/>
                <a:gd name="connsiteY1" fmla="*/ 0 h 790575"/>
                <a:gd name="connsiteX2" fmla="*/ 1828800 w 1828800"/>
                <a:gd name="connsiteY2" fmla="*/ 666750 h 790575"/>
                <a:gd name="connsiteX3" fmla="*/ 927110 w 1828800"/>
                <a:gd name="connsiteY3" fmla="*/ 666750 h 790575"/>
                <a:gd name="connsiteX4" fmla="*/ 0 w 1828800"/>
                <a:gd name="connsiteY4" fmla="*/ 790575 h 790575"/>
                <a:gd name="connsiteX5" fmla="*/ 133350 w 1828800"/>
                <a:gd name="connsiteY5" fmla="*/ 66675 h 790575"/>
                <a:gd name="connsiteX0" fmla="*/ 133350 w 1828800"/>
                <a:gd name="connsiteY0" fmla="*/ 66675 h 1409700"/>
                <a:gd name="connsiteX1" fmla="*/ 1685925 w 1828800"/>
                <a:gd name="connsiteY1" fmla="*/ 0 h 1409700"/>
                <a:gd name="connsiteX2" fmla="*/ 1828800 w 1828800"/>
                <a:gd name="connsiteY2" fmla="*/ 666750 h 1409700"/>
                <a:gd name="connsiteX3" fmla="*/ 603260 w 1828800"/>
                <a:gd name="connsiteY3" fmla="*/ 1409700 h 1409700"/>
                <a:gd name="connsiteX4" fmla="*/ 927110 w 1828800"/>
                <a:gd name="connsiteY4" fmla="*/ 666750 h 1409700"/>
                <a:gd name="connsiteX5" fmla="*/ 0 w 1828800"/>
                <a:gd name="connsiteY5" fmla="*/ 790575 h 1409700"/>
                <a:gd name="connsiteX6" fmla="*/ 133350 w 1828800"/>
                <a:gd name="connsiteY6" fmla="*/ 66675 h 1409700"/>
                <a:gd name="connsiteX0" fmla="*/ 133350 w 1828800"/>
                <a:gd name="connsiteY0" fmla="*/ 66675 h 2091169"/>
                <a:gd name="connsiteX1" fmla="*/ 1685925 w 1828800"/>
                <a:gd name="connsiteY1" fmla="*/ 0 h 2091169"/>
                <a:gd name="connsiteX2" fmla="*/ 1828800 w 1828800"/>
                <a:gd name="connsiteY2" fmla="*/ 666750 h 2091169"/>
                <a:gd name="connsiteX3" fmla="*/ 460385 w 1828800"/>
                <a:gd name="connsiteY3" fmla="*/ 2076449 h 2091169"/>
                <a:gd name="connsiteX4" fmla="*/ 603260 w 1828800"/>
                <a:gd name="connsiteY4" fmla="*/ 1409700 h 2091169"/>
                <a:gd name="connsiteX5" fmla="*/ 927110 w 1828800"/>
                <a:gd name="connsiteY5" fmla="*/ 666750 h 2091169"/>
                <a:gd name="connsiteX6" fmla="*/ 0 w 1828800"/>
                <a:gd name="connsiteY6" fmla="*/ 790575 h 2091169"/>
                <a:gd name="connsiteX7" fmla="*/ 133350 w 1828800"/>
                <a:gd name="connsiteY7" fmla="*/ 66675 h 2091169"/>
                <a:gd name="connsiteX0" fmla="*/ 133350 w 1828800"/>
                <a:gd name="connsiteY0" fmla="*/ 66675 h 2083537"/>
                <a:gd name="connsiteX1" fmla="*/ 1685925 w 1828800"/>
                <a:gd name="connsiteY1" fmla="*/ 0 h 2083537"/>
                <a:gd name="connsiteX2" fmla="*/ 1828800 w 1828800"/>
                <a:gd name="connsiteY2" fmla="*/ 666750 h 2083537"/>
                <a:gd name="connsiteX3" fmla="*/ 1108085 w 1828800"/>
                <a:gd name="connsiteY3" fmla="*/ 1809749 h 2083537"/>
                <a:gd name="connsiteX4" fmla="*/ 460385 w 1828800"/>
                <a:gd name="connsiteY4" fmla="*/ 2076449 h 2083537"/>
                <a:gd name="connsiteX5" fmla="*/ 603260 w 1828800"/>
                <a:gd name="connsiteY5" fmla="*/ 1409700 h 2083537"/>
                <a:gd name="connsiteX6" fmla="*/ 927110 w 1828800"/>
                <a:gd name="connsiteY6" fmla="*/ 666750 h 2083537"/>
                <a:gd name="connsiteX7" fmla="*/ 0 w 1828800"/>
                <a:gd name="connsiteY7" fmla="*/ 790575 h 2083537"/>
                <a:gd name="connsiteX8" fmla="*/ 133350 w 1828800"/>
                <a:gd name="connsiteY8" fmla="*/ 66675 h 2083537"/>
                <a:gd name="connsiteX0" fmla="*/ 133350 w 1828800"/>
                <a:gd name="connsiteY0" fmla="*/ 66675 h 2079789"/>
                <a:gd name="connsiteX1" fmla="*/ 1685925 w 1828800"/>
                <a:gd name="connsiteY1" fmla="*/ 0 h 2079789"/>
                <a:gd name="connsiteX2" fmla="*/ 1828800 w 1828800"/>
                <a:gd name="connsiteY2" fmla="*/ 666750 h 2079789"/>
                <a:gd name="connsiteX3" fmla="*/ 1412885 w 1828800"/>
                <a:gd name="connsiteY3" fmla="*/ 1562099 h 2079789"/>
                <a:gd name="connsiteX4" fmla="*/ 1108085 w 1828800"/>
                <a:gd name="connsiteY4" fmla="*/ 1809749 h 2079789"/>
                <a:gd name="connsiteX5" fmla="*/ 460385 w 1828800"/>
                <a:gd name="connsiteY5" fmla="*/ 2076449 h 2079789"/>
                <a:gd name="connsiteX6" fmla="*/ 603260 w 1828800"/>
                <a:gd name="connsiteY6" fmla="*/ 1409700 h 2079789"/>
                <a:gd name="connsiteX7" fmla="*/ 927110 w 1828800"/>
                <a:gd name="connsiteY7" fmla="*/ 666750 h 2079789"/>
                <a:gd name="connsiteX8" fmla="*/ 0 w 1828800"/>
                <a:gd name="connsiteY8" fmla="*/ 790575 h 2079789"/>
                <a:gd name="connsiteX9" fmla="*/ 133350 w 1828800"/>
                <a:gd name="connsiteY9" fmla="*/ 66675 h 2079789"/>
                <a:gd name="connsiteX0" fmla="*/ 133350 w 1828800"/>
                <a:gd name="connsiteY0" fmla="*/ 66675 h 2079789"/>
                <a:gd name="connsiteX1" fmla="*/ 1685925 w 1828800"/>
                <a:gd name="connsiteY1" fmla="*/ 0 h 2079789"/>
                <a:gd name="connsiteX2" fmla="*/ 1828800 w 1828800"/>
                <a:gd name="connsiteY2" fmla="*/ 666750 h 2079789"/>
                <a:gd name="connsiteX3" fmla="*/ 1384310 w 1828800"/>
                <a:gd name="connsiteY3" fmla="*/ 1857374 h 2079789"/>
                <a:gd name="connsiteX4" fmla="*/ 1412885 w 1828800"/>
                <a:gd name="connsiteY4" fmla="*/ 1562099 h 2079789"/>
                <a:gd name="connsiteX5" fmla="*/ 1108085 w 1828800"/>
                <a:gd name="connsiteY5" fmla="*/ 1809749 h 2079789"/>
                <a:gd name="connsiteX6" fmla="*/ 460385 w 1828800"/>
                <a:gd name="connsiteY6" fmla="*/ 2076449 h 2079789"/>
                <a:gd name="connsiteX7" fmla="*/ 603260 w 1828800"/>
                <a:gd name="connsiteY7" fmla="*/ 1409700 h 2079789"/>
                <a:gd name="connsiteX8" fmla="*/ 927110 w 1828800"/>
                <a:gd name="connsiteY8" fmla="*/ 666750 h 2079789"/>
                <a:gd name="connsiteX9" fmla="*/ 0 w 1828800"/>
                <a:gd name="connsiteY9" fmla="*/ 790575 h 2079789"/>
                <a:gd name="connsiteX10" fmla="*/ 133350 w 1828800"/>
                <a:gd name="connsiteY10" fmla="*/ 66675 h 2079789"/>
                <a:gd name="connsiteX0" fmla="*/ 133350 w 1953454"/>
                <a:gd name="connsiteY0" fmla="*/ 66675 h 2101146"/>
                <a:gd name="connsiteX1" fmla="*/ 1685925 w 1953454"/>
                <a:gd name="connsiteY1" fmla="*/ 0 h 2101146"/>
                <a:gd name="connsiteX2" fmla="*/ 1828800 w 1953454"/>
                <a:gd name="connsiteY2" fmla="*/ 666750 h 2101146"/>
                <a:gd name="connsiteX3" fmla="*/ 1936760 w 1953454"/>
                <a:gd name="connsiteY3" fmla="*/ 2047874 h 2101146"/>
                <a:gd name="connsiteX4" fmla="*/ 1384310 w 1953454"/>
                <a:gd name="connsiteY4" fmla="*/ 1857374 h 2101146"/>
                <a:gd name="connsiteX5" fmla="*/ 1412885 w 1953454"/>
                <a:gd name="connsiteY5" fmla="*/ 1562099 h 2101146"/>
                <a:gd name="connsiteX6" fmla="*/ 1108085 w 1953454"/>
                <a:gd name="connsiteY6" fmla="*/ 1809749 h 2101146"/>
                <a:gd name="connsiteX7" fmla="*/ 460385 w 1953454"/>
                <a:gd name="connsiteY7" fmla="*/ 2076449 h 2101146"/>
                <a:gd name="connsiteX8" fmla="*/ 603260 w 1953454"/>
                <a:gd name="connsiteY8" fmla="*/ 1409700 h 2101146"/>
                <a:gd name="connsiteX9" fmla="*/ 927110 w 1953454"/>
                <a:gd name="connsiteY9" fmla="*/ 666750 h 2101146"/>
                <a:gd name="connsiteX10" fmla="*/ 0 w 1953454"/>
                <a:gd name="connsiteY10" fmla="*/ 790575 h 2101146"/>
                <a:gd name="connsiteX11" fmla="*/ 133350 w 1953454"/>
                <a:gd name="connsiteY11" fmla="*/ 66675 h 2101146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28800 w 2046200"/>
                <a:gd name="connsiteY2" fmla="*/ 66675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47850 w 2046200"/>
                <a:gd name="connsiteY2" fmla="*/ 22860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046200"/>
                <a:gd name="connsiteY0" fmla="*/ 66675 h 2079789"/>
                <a:gd name="connsiteX1" fmla="*/ 1685925 w 2046200"/>
                <a:gd name="connsiteY1" fmla="*/ 0 h 2079789"/>
                <a:gd name="connsiteX2" fmla="*/ 1885950 w 2046200"/>
                <a:gd name="connsiteY2" fmla="*/ 495300 h 2079789"/>
                <a:gd name="connsiteX3" fmla="*/ 2041535 w 2046200"/>
                <a:gd name="connsiteY3" fmla="*/ 1571623 h 2079789"/>
                <a:gd name="connsiteX4" fmla="*/ 1936760 w 2046200"/>
                <a:gd name="connsiteY4" fmla="*/ 2047874 h 2079789"/>
                <a:gd name="connsiteX5" fmla="*/ 1384310 w 2046200"/>
                <a:gd name="connsiteY5" fmla="*/ 1857374 h 2079789"/>
                <a:gd name="connsiteX6" fmla="*/ 1412885 w 2046200"/>
                <a:gd name="connsiteY6" fmla="*/ 1562099 h 2079789"/>
                <a:gd name="connsiteX7" fmla="*/ 1108085 w 2046200"/>
                <a:gd name="connsiteY7" fmla="*/ 1809749 h 2079789"/>
                <a:gd name="connsiteX8" fmla="*/ 460385 w 2046200"/>
                <a:gd name="connsiteY8" fmla="*/ 2076449 h 2079789"/>
                <a:gd name="connsiteX9" fmla="*/ 603260 w 2046200"/>
                <a:gd name="connsiteY9" fmla="*/ 1409700 h 2079789"/>
                <a:gd name="connsiteX10" fmla="*/ 927110 w 2046200"/>
                <a:gd name="connsiteY10" fmla="*/ 666750 h 2079789"/>
                <a:gd name="connsiteX11" fmla="*/ 0 w 2046200"/>
                <a:gd name="connsiteY11" fmla="*/ 790575 h 2079789"/>
                <a:gd name="connsiteX12" fmla="*/ 133350 w 2046200"/>
                <a:gd name="connsiteY12" fmla="*/ 66675 h 2079789"/>
                <a:gd name="connsiteX0" fmla="*/ 133350 w 2105837"/>
                <a:gd name="connsiteY0" fmla="*/ 66675 h 2079789"/>
                <a:gd name="connsiteX1" fmla="*/ 1685925 w 2105837"/>
                <a:gd name="connsiteY1" fmla="*/ 0 h 2079789"/>
                <a:gd name="connsiteX2" fmla="*/ 1885950 w 2105837"/>
                <a:gd name="connsiteY2" fmla="*/ 495300 h 2079789"/>
                <a:gd name="connsiteX3" fmla="*/ 2041535 w 2105837"/>
                <a:gd name="connsiteY3" fmla="*/ 1571623 h 2079789"/>
                <a:gd name="connsiteX4" fmla="*/ 1936760 w 2105837"/>
                <a:gd name="connsiteY4" fmla="*/ 2047874 h 2079789"/>
                <a:gd name="connsiteX5" fmla="*/ 1384310 w 2105837"/>
                <a:gd name="connsiteY5" fmla="*/ 1857374 h 2079789"/>
                <a:gd name="connsiteX6" fmla="*/ 1412885 w 2105837"/>
                <a:gd name="connsiteY6" fmla="*/ 1562099 h 2079789"/>
                <a:gd name="connsiteX7" fmla="*/ 1108085 w 2105837"/>
                <a:gd name="connsiteY7" fmla="*/ 1809749 h 2079789"/>
                <a:gd name="connsiteX8" fmla="*/ 460385 w 2105837"/>
                <a:gd name="connsiteY8" fmla="*/ 2076449 h 2079789"/>
                <a:gd name="connsiteX9" fmla="*/ 603260 w 2105837"/>
                <a:gd name="connsiteY9" fmla="*/ 1409700 h 2079789"/>
                <a:gd name="connsiteX10" fmla="*/ 927110 w 2105837"/>
                <a:gd name="connsiteY10" fmla="*/ 666750 h 2079789"/>
                <a:gd name="connsiteX11" fmla="*/ 0 w 2105837"/>
                <a:gd name="connsiteY11" fmla="*/ 790575 h 2079789"/>
                <a:gd name="connsiteX12" fmla="*/ 133350 w 210583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79789"/>
                <a:gd name="connsiteX1" fmla="*/ 1685925 w 2135817"/>
                <a:gd name="connsiteY1" fmla="*/ 0 h 2079789"/>
                <a:gd name="connsiteX2" fmla="*/ 1885950 w 2135817"/>
                <a:gd name="connsiteY2" fmla="*/ 495300 h 2079789"/>
                <a:gd name="connsiteX3" fmla="*/ 2041535 w 2135817"/>
                <a:gd name="connsiteY3" fmla="*/ 1571623 h 2079789"/>
                <a:gd name="connsiteX4" fmla="*/ 1936760 w 2135817"/>
                <a:gd name="connsiteY4" fmla="*/ 2047874 h 2079789"/>
                <a:gd name="connsiteX5" fmla="*/ 1384310 w 2135817"/>
                <a:gd name="connsiteY5" fmla="*/ 1857374 h 2079789"/>
                <a:gd name="connsiteX6" fmla="*/ 1412885 w 2135817"/>
                <a:gd name="connsiteY6" fmla="*/ 1562099 h 2079789"/>
                <a:gd name="connsiteX7" fmla="*/ 1108085 w 2135817"/>
                <a:gd name="connsiteY7" fmla="*/ 1809749 h 2079789"/>
                <a:gd name="connsiteX8" fmla="*/ 460385 w 2135817"/>
                <a:gd name="connsiteY8" fmla="*/ 2076449 h 2079789"/>
                <a:gd name="connsiteX9" fmla="*/ 603260 w 2135817"/>
                <a:gd name="connsiteY9" fmla="*/ 1409700 h 2079789"/>
                <a:gd name="connsiteX10" fmla="*/ 927110 w 2135817"/>
                <a:gd name="connsiteY10" fmla="*/ 666750 h 2079789"/>
                <a:gd name="connsiteX11" fmla="*/ 0 w 2135817"/>
                <a:gd name="connsiteY11" fmla="*/ 790575 h 2079789"/>
                <a:gd name="connsiteX12" fmla="*/ 133350 w 2135817"/>
                <a:gd name="connsiteY12" fmla="*/ 66675 h 2079789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6209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095198"/>
                <a:gd name="connsiteX1" fmla="*/ 1685925 w 2135817"/>
                <a:gd name="connsiteY1" fmla="*/ 0 h 2095198"/>
                <a:gd name="connsiteX2" fmla="*/ 1885950 w 2135817"/>
                <a:gd name="connsiteY2" fmla="*/ 495300 h 2095198"/>
                <a:gd name="connsiteX3" fmla="*/ 2041535 w 2135817"/>
                <a:gd name="connsiteY3" fmla="*/ 1571623 h 2095198"/>
                <a:gd name="connsiteX4" fmla="*/ 1936760 w 2135817"/>
                <a:gd name="connsiteY4" fmla="*/ 2047874 h 2095198"/>
                <a:gd name="connsiteX5" fmla="*/ 1384310 w 2135817"/>
                <a:gd name="connsiteY5" fmla="*/ 1857374 h 2095198"/>
                <a:gd name="connsiteX6" fmla="*/ 1412885 w 2135817"/>
                <a:gd name="connsiteY6" fmla="*/ 1581149 h 2095198"/>
                <a:gd name="connsiteX7" fmla="*/ 1108085 w 2135817"/>
                <a:gd name="connsiteY7" fmla="*/ 1809749 h 2095198"/>
                <a:gd name="connsiteX8" fmla="*/ 460385 w 2135817"/>
                <a:gd name="connsiteY8" fmla="*/ 2076449 h 2095198"/>
                <a:gd name="connsiteX9" fmla="*/ 603260 w 2135817"/>
                <a:gd name="connsiteY9" fmla="*/ 1409700 h 2095198"/>
                <a:gd name="connsiteX10" fmla="*/ 927110 w 2135817"/>
                <a:gd name="connsiteY10" fmla="*/ 666750 h 2095198"/>
                <a:gd name="connsiteX11" fmla="*/ 0 w 2135817"/>
                <a:gd name="connsiteY11" fmla="*/ 790575 h 2095198"/>
                <a:gd name="connsiteX12" fmla="*/ 133350 w 2135817"/>
                <a:gd name="connsiteY12" fmla="*/ 66675 h 209519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603260 w 2135817"/>
                <a:gd name="connsiteY9" fmla="*/ 1409700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603260 w 2135817"/>
                <a:gd name="connsiteY9" fmla="*/ 1409700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33350 w 2135817"/>
                <a:gd name="connsiteY0" fmla="*/ 66675 h 2138268"/>
                <a:gd name="connsiteX1" fmla="*/ 1685925 w 2135817"/>
                <a:gd name="connsiteY1" fmla="*/ 0 h 2138268"/>
                <a:gd name="connsiteX2" fmla="*/ 1885950 w 2135817"/>
                <a:gd name="connsiteY2" fmla="*/ 495300 h 2138268"/>
                <a:gd name="connsiteX3" fmla="*/ 2041535 w 2135817"/>
                <a:gd name="connsiteY3" fmla="*/ 1571623 h 2138268"/>
                <a:gd name="connsiteX4" fmla="*/ 1936760 w 2135817"/>
                <a:gd name="connsiteY4" fmla="*/ 2047874 h 2138268"/>
                <a:gd name="connsiteX5" fmla="*/ 1384310 w 2135817"/>
                <a:gd name="connsiteY5" fmla="*/ 1857374 h 2138268"/>
                <a:gd name="connsiteX6" fmla="*/ 1412885 w 2135817"/>
                <a:gd name="connsiteY6" fmla="*/ 1581149 h 2138268"/>
                <a:gd name="connsiteX7" fmla="*/ 1108085 w 2135817"/>
                <a:gd name="connsiteY7" fmla="*/ 1809749 h 2138268"/>
                <a:gd name="connsiteX8" fmla="*/ 460385 w 2135817"/>
                <a:gd name="connsiteY8" fmla="*/ 2076449 h 2138268"/>
                <a:gd name="connsiteX9" fmla="*/ 560398 w 2135817"/>
                <a:gd name="connsiteY9" fmla="*/ 1452562 h 2138268"/>
                <a:gd name="connsiteX10" fmla="*/ 927110 w 2135817"/>
                <a:gd name="connsiteY10" fmla="*/ 666750 h 2138268"/>
                <a:gd name="connsiteX11" fmla="*/ 0 w 2135817"/>
                <a:gd name="connsiteY11" fmla="*/ 790575 h 2138268"/>
                <a:gd name="connsiteX12" fmla="*/ 133350 w 2135817"/>
                <a:gd name="connsiteY12" fmla="*/ 66675 h 2138268"/>
                <a:gd name="connsiteX0" fmla="*/ 154328 w 2156795"/>
                <a:gd name="connsiteY0" fmla="*/ 66675 h 2138268"/>
                <a:gd name="connsiteX1" fmla="*/ 1706903 w 2156795"/>
                <a:gd name="connsiteY1" fmla="*/ 0 h 2138268"/>
                <a:gd name="connsiteX2" fmla="*/ 1906928 w 2156795"/>
                <a:gd name="connsiteY2" fmla="*/ 495300 h 2138268"/>
                <a:gd name="connsiteX3" fmla="*/ 2062513 w 2156795"/>
                <a:gd name="connsiteY3" fmla="*/ 1571623 h 2138268"/>
                <a:gd name="connsiteX4" fmla="*/ 1957738 w 2156795"/>
                <a:gd name="connsiteY4" fmla="*/ 2047874 h 2138268"/>
                <a:gd name="connsiteX5" fmla="*/ 1405288 w 2156795"/>
                <a:gd name="connsiteY5" fmla="*/ 1857374 h 2138268"/>
                <a:gd name="connsiteX6" fmla="*/ 1433863 w 2156795"/>
                <a:gd name="connsiteY6" fmla="*/ 1581149 h 2138268"/>
                <a:gd name="connsiteX7" fmla="*/ 1129063 w 2156795"/>
                <a:gd name="connsiteY7" fmla="*/ 1809749 h 2138268"/>
                <a:gd name="connsiteX8" fmla="*/ 481363 w 2156795"/>
                <a:gd name="connsiteY8" fmla="*/ 2076449 h 2138268"/>
                <a:gd name="connsiteX9" fmla="*/ 581376 w 2156795"/>
                <a:gd name="connsiteY9" fmla="*/ 1452562 h 2138268"/>
                <a:gd name="connsiteX10" fmla="*/ 948088 w 2156795"/>
                <a:gd name="connsiteY10" fmla="*/ 666750 h 2138268"/>
                <a:gd name="connsiteX11" fmla="*/ 20978 w 2156795"/>
                <a:gd name="connsiteY11" fmla="*/ 790575 h 2138268"/>
                <a:gd name="connsiteX12" fmla="*/ 154328 w 2156795"/>
                <a:gd name="connsiteY12" fmla="*/ 66675 h 2138268"/>
                <a:gd name="connsiteX0" fmla="*/ 145709 w 2148176"/>
                <a:gd name="connsiteY0" fmla="*/ 66675 h 2138268"/>
                <a:gd name="connsiteX1" fmla="*/ 1698284 w 2148176"/>
                <a:gd name="connsiteY1" fmla="*/ 0 h 2138268"/>
                <a:gd name="connsiteX2" fmla="*/ 1898309 w 2148176"/>
                <a:gd name="connsiteY2" fmla="*/ 495300 h 2138268"/>
                <a:gd name="connsiteX3" fmla="*/ 2053894 w 2148176"/>
                <a:gd name="connsiteY3" fmla="*/ 1571623 h 2138268"/>
                <a:gd name="connsiteX4" fmla="*/ 1949119 w 2148176"/>
                <a:gd name="connsiteY4" fmla="*/ 2047874 h 2138268"/>
                <a:gd name="connsiteX5" fmla="*/ 1396669 w 2148176"/>
                <a:gd name="connsiteY5" fmla="*/ 1857374 h 2138268"/>
                <a:gd name="connsiteX6" fmla="*/ 1425244 w 2148176"/>
                <a:gd name="connsiteY6" fmla="*/ 1581149 h 2138268"/>
                <a:gd name="connsiteX7" fmla="*/ 1120444 w 2148176"/>
                <a:gd name="connsiteY7" fmla="*/ 1809749 h 2138268"/>
                <a:gd name="connsiteX8" fmla="*/ 472744 w 2148176"/>
                <a:gd name="connsiteY8" fmla="*/ 2076449 h 2138268"/>
                <a:gd name="connsiteX9" fmla="*/ 572757 w 2148176"/>
                <a:gd name="connsiteY9" fmla="*/ 1452562 h 2138268"/>
                <a:gd name="connsiteX10" fmla="*/ 939469 w 2148176"/>
                <a:gd name="connsiteY10" fmla="*/ 666750 h 2138268"/>
                <a:gd name="connsiteX11" fmla="*/ 21884 w 2148176"/>
                <a:gd name="connsiteY11" fmla="*/ 762000 h 2138268"/>
                <a:gd name="connsiteX12" fmla="*/ 145709 w 2148176"/>
                <a:gd name="connsiteY12" fmla="*/ 66675 h 2138268"/>
                <a:gd name="connsiteX0" fmla="*/ 145709 w 2148176"/>
                <a:gd name="connsiteY0" fmla="*/ 66675 h 2138268"/>
                <a:gd name="connsiteX1" fmla="*/ 1698284 w 2148176"/>
                <a:gd name="connsiteY1" fmla="*/ 0 h 2138268"/>
                <a:gd name="connsiteX2" fmla="*/ 1898309 w 2148176"/>
                <a:gd name="connsiteY2" fmla="*/ 495300 h 2138268"/>
                <a:gd name="connsiteX3" fmla="*/ 2053894 w 2148176"/>
                <a:gd name="connsiteY3" fmla="*/ 1571623 h 2138268"/>
                <a:gd name="connsiteX4" fmla="*/ 1949119 w 2148176"/>
                <a:gd name="connsiteY4" fmla="*/ 2047874 h 2138268"/>
                <a:gd name="connsiteX5" fmla="*/ 1396669 w 2148176"/>
                <a:gd name="connsiteY5" fmla="*/ 1857374 h 2138268"/>
                <a:gd name="connsiteX6" fmla="*/ 1425244 w 2148176"/>
                <a:gd name="connsiteY6" fmla="*/ 1581149 h 2138268"/>
                <a:gd name="connsiteX7" fmla="*/ 1120444 w 2148176"/>
                <a:gd name="connsiteY7" fmla="*/ 1809749 h 2138268"/>
                <a:gd name="connsiteX8" fmla="*/ 472744 w 2148176"/>
                <a:gd name="connsiteY8" fmla="*/ 2076449 h 2138268"/>
                <a:gd name="connsiteX9" fmla="*/ 572757 w 2148176"/>
                <a:gd name="connsiteY9" fmla="*/ 1452562 h 2138268"/>
                <a:gd name="connsiteX10" fmla="*/ 939469 w 2148176"/>
                <a:gd name="connsiteY10" fmla="*/ 666750 h 2138268"/>
                <a:gd name="connsiteX11" fmla="*/ 21884 w 2148176"/>
                <a:gd name="connsiteY11" fmla="*/ 762000 h 2138268"/>
                <a:gd name="connsiteX12" fmla="*/ 145709 w 2148176"/>
                <a:gd name="connsiteY12" fmla="*/ 66675 h 2138268"/>
                <a:gd name="connsiteX0" fmla="*/ 167387 w 2169854"/>
                <a:gd name="connsiteY0" fmla="*/ 66675 h 2138268"/>
                <a:gd name="connsiteX1" fmla="*/ 1719962 w 2169854"/>
                <a:gd name="connsiteY1" fmla="*/ 0 h 2138268"/>
                <a:gd name="connsiteX2" fmla="*/ 1919987 w 2169854"/>
                <a:gd name="connsiteY2" fmla="*/ 495300 h 2138268"/>
                <a:gd name="connsiteX3" fmla="*/ 2075572 w 2169854"/>
                <a:gd name="connsiteY3" fmla="*/ 1571623 h 2138268"/>
                <a:gd name="connsiteX4" fmla="*/ 1970797 w 2169854"/>
                <a:gd name="connsiteY4" fmla="*/ 2047874 h 2138268"/>
                <a:gd name="connsiteX5" fmla="*/ 1418347 w 2169854"/>
                <a:gd name="connsiteY5" fmla="*/ 1857374 h 2138268"/>
                <a:gd name="connsiteX6" fmla="*/ 1446922 w 2169854"/>
                <a:gd name="connsiteY6" fmla="*/ 1581149 h 2138268"/>
                <a:gd name="connsiteX7" fmla="*/ 1142122 w 2169854"/>
                <a:gd name="connsiteY7" fmla="*/ 1809749 h 2138268"/>
                <a:gd name="connsiteX8" fmla="*/ 494422 w 2169854"/>
                <a:gd name="connsiteY8" fmla="*/ 2076449 h 2138268"/>
                <a:gd name="connsiteX9" fmla="*/ 594435 w 2169854"/>
                <a:gd name="connsiteY9" fmla="*/ 1452562 h 2138268"/>
                <a:gd name="connsiteX10" fmla="*/ 961147 w 2169854"/>
                <a:gd name="connsiteY10" fmla="*/ 666750 h 2138268"/>
                <a:gd name="connsiteX11" fmla="*/ 19750 w 2169854"/>
                <a:gd name="connsiteY11" fmla="*/ 752475 h 2138268"/>
                <a:gd name="connsiteX12" fmla="*/ 167387 w 2169854"/>
                <a:gd name="connsiteY12" fmla="*/ 66675 h 2138268"/>
                <a:gd name="connsiteX0" fmla="*/ 120365 w 2175220"/>
                <a:gd name="connsiteY0" fmla="*/ 66675 h 2138268"/>
                <a:gd name="connsiteX1" fmla="*/ 1725328 w 2175220"/>
                <a:gd name="connsiteY1" fmla="*/ 0 h 2138268"/>
                <a:gd name="connsiteX2" fmla="*/ 1925353 w 2175220"/>
                <a:gd name="connsiteY2" fmla="*/ 495300 h 2138268"/>
                <a:gd name="connsiteX3" fmla="*/ 2080938 w 2175220"/>
                <a:gd name="connsiteY3" fmla="*/ 1571623 h 2138268"/>
                <a:gd name="connsiteX4" fmla="*/ 1976163 w 2175220"/>
                <a:gd name="connsiteY4" fmla="*/ 2047874 h 2138268"/>
                <a:gd name="connsiteX5" fmla="*/ 1423713 w 2175220"/>
                <a:gd name="connsiteY5" fmla="*/ 1857374 h 2138268"/>
                <a:gd name="connsiteX6" fmla="*/ 1452288 w 2175220"/>
                <a:gd name="connsiteY6" fmla="*/ 1581149 h 2138268"/>
                <a:gd name="connsiteX7" fmla="*/ 1147488 w 2175220"/>
                <a:gd name="connsiteY7" fmla="*/ 1809749 h 2138268"/>
                <a:gd name="connsiteX8" fmla="*/ 499788 w 2175220"/>
                <a:gd name="connsiteY8" fmla="*/ 2076449 h 2138268"/>
                <a:gd name="connsiteX9" fmla="*/ 599801 w 2175220"/>
                <a:gd name="connsiteY9" fmla="*/ 1452562 h 2138268"/>
                <a:gd name="connsiteX10" fmla="*/ 966513 w 2175220"/>
                <a:gd name="connsiteY10" fmla="*/ 666750 h 2138268"/>
                <a:gd name="connsiteX11" fmla="*/ 25116 w 2175220"/>
                <a:gd name="connsiteY11" fmla="*/ 752475 h 2138268"/>
                <a:gd name="connsiteX12" fmla="*/ 120365 w 2175220"/>
                <a:gd name="connsiteY12" fmla="*/ 66675 h 2138268"/>
                <a:gd name="connsiteX0" fmla="*/ 120365 w 2175220"/>
                <a:gd name="connsiteY0" fmla="*/ 66675 h 2138268"/>
                <a:gd name="connsiteX1" fmla="*/ 1725328 w 2175220"/>
                <a:gd name="connsiteY1" fmla="*/ 0 h 2138268"/>
                <a:gd name="connsiteX2" fmla="*/ 1925353 w 2175220"/>
                <a:gd name="connsiteY2" fmla="*/ 495300 h 2138268"/>
                <a:gd name="connsiteX3" fmla="*/ 2080938 w 2175220"/>
                <a:gd name="connsiteY3" fmla="*/ 1571623 h 2138268"/>
                <a:gd name="connsiteX4" fmla="*/ 1976163 w 2175220"/>
                <a:gd name="connsiteY4" fmla="*/ 2047874 h 2138268"/>
                <a:gd name="connsiteX5" fmla="*/ 1423713 w 2175220"/>
                <a:gd name="connsiteY5" fmla="*/ 1857374 h 2138268"/>
                <a:gd name="connsiteX6" fmla="*/ 1452288 w 2175220"/>
                <a:gd name="connsiteY6" fmla="*/ 1581149 h 2138268"/>
                <a:gd name="connsiteX7" fmla="*/ 1147488 w 2175220"/>
                <a:gd name="connsiteY7" fmla="*/ 1809749 h 2138268"/>
                <a:gd name="connsiteX8" fmla="*/ 499788 w 2175220"/>
                <a:gd name="connsiteY8" fmla="*/ 2076449 h 2138268"/>
                <a:gd name="connsiteX9" fmla="*/ 599801 w 2175220"/>
                <a:gd name="connsiteY9" fmla="*/ 1452562 h 2138268"/>
                <a:gd name="connsiteX10" fmla="*/ 966513 w 2175220"/>
                <a:gd name="connsiteY10" fmla="*/ 666750 h 2138268"/>
                <a:gd name="connsiteX11" fmla="*/ 25116 w 2175220"/>
                <a:gd name="connsiteY11" fmla="*/ 752475 h 2138268"/>
                <a:gd name="connsiteX12" fmla="*/ 120365 w 2175220"/>
                <a:gd name="connsiteY12" fmla="*/ 66675 h 2138268"/>
                <a:gd name="connsiteX0" fmla="*/ 120365 w 2175220"/>
                <a:gd name="connsiteY0" fmla="*/ 80962 h 2152555"/>
                <a:gd name="connsiteX1" fmla="*/ 1782478 w 2175220"/>
                <a:gd name="connsiteY1" fmla="*/ 0 h 2152555"/>
                <a:gd name="connsiteX2" fmla="*/ 1925353 w 2175220"/>
                <a:gd name="connsiteY2" fmla="*/ 509587 h 2152555"/>
                <a:gd name="connsiteX3" fmla="*/ 2080938 w 2175220"/>
                <a:gd name="connsiteY3" fmla="*/ 1585910 h 2152555"/>
                <a:gd name="connsiteX4" fmla="*/ 1976163 w 2175220"/>
                <a:gd name="connsiteY4" fmla="*/ 2062161 h 2152555"/>
                <a:gd name="connsiteX5" fmla="*/ 1423713 w 2175220"/>
                <a:gd name="connsiteY5" fmla="*/ 1871661 h 2152555"/>
                <a:gd name="connsiteX6" fmla="*/ 1452288 w 2175220"/>
                <a:gd name="connsiteY6" fmla="*/ 1595436 h 2152555"/>
                <a:gd name="connsiteX7" fmla="*/ 1147488 w 2175220"/>
                <a:gd name="connsiteY7" fmla="*/ 1824036 h 2152555"/>
                <a:gd name="connsiteX8" fmla="*/ 499788 w 2175220"/>
                <a:gd name="connsiteY8" fmla="*/ 2090736 h 2152555"/>
                <a:gd name="connsiteX9" fmla="*/ 599801 w 2175220"/>
                <a:gd name="connsiteY9" fmla="*/ 1466849 h 2152555"/>
                <a:gd name="connsiteX10" fmla="*/ 966513 w 2175220"/>
                <a:gd name="connsiteY10" fmla="*/ 681037 h 2152555"/>
                <a:gd name="connsiteX11" fmla="*/ 25116 w 2175220"/>
                <a:gd name="connsiteY11" fmla="*/ 766762 h 2152555"/>
                <a:gd name="connsiteX12" fmla="*/ 120365 w 2175220"/>
                <a:gd name="connsiteY12" fmla="*/ 80962 h 215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220" h="2152555">
                  <a:moveTo>
                    <a:pt x="120365" y="80962"/>
                  </a:moveTo>
                  <a:lnTo>
                    <a:pt x="1782478" y="0"/>
                  </a:lnTo>
                  <a:lnTo>
                    <a:pt x="1925353" y="509587"/>
                  </a:lnTo>
                  <a:cubicBezTo>
                    <a:pt x="2316409" y="944562"/>
                    <a:pt x="2148670" y="1384298"/>
                    <a:pt x="2080938" y="1585910"/>
                  </a:cubicBezTo>
                  <a:cubicBezTo>
                    <a:pt x="2008444" y="1782759"/>
                    <a:pt x="2336525" y="1944686"/>
                    <a:pt x="1976163" y="2062161"/>
                  </a:cubicBezTo>
                  <a:cubicBezTo>
                    <a:pt x="1539600" y="2189162"/>
                    <a:pt x="1301475" y="2038349"/>
                    <a:pt x="1423713" y="1871661"/>
                  </a:cubicBezTo>
                  <a:cubicBezTo>
                    <a:pt x="1498326" y="1804985"/>
                    <a:pt x="1569762" y="1619249"/>
                    <a:pt x="1452288" y="1595436"/>
                  </a:cubicBezTo>
                  <a:cubicBezTo>
                    <a:pt x="1272901" y="1609723"/>
                    <a:pt x="1179238" y="1727199"/>
                    <a:pt x="1147488" y="1824036"/>
                  </a:cubicBezTo>
                  <a:cubicBezTo>
                    <a:pt x="1110976" y="2311398"/>
                    <a:pt x="563288" y="2120898"/>
                    <a:pt x="499788" y="2090736"/>
                  </a:cubicBezTo>
                  <a:cubicBezTo>
                    <a:pt x="-125687" y="1927224"/>
                    <a:pt x="606151" y="1562099"/>
                    <a:pt x="599801" y="1466849"/>
                  </a:cubicBezTo>
                  <a:cubicBezTo>
                    <a:pt x="593451" y="1371599"/>
                    <a:pt x="576519" y="831849"/>
                    <a:pt x="966513" y="681037"/>
                  </a:cubicBezTo>
                  <a:cubicBezTo>
                    <a:pt x="324101" y="917574"/>
                    <a:pt x="100791" y="796924"/>
                    <a:pt x="25116" y="766762"/>
                  </a:cubicBezTo>
                  <a:cubicBezTo>
                    <a:pt x="-54259" y="430212"/>
                    <a:pt x="75915" y="322262"/>
                    <a:pt x="120365" y="80962"/>
                  </a:cubicBezTo>
                  <a:close/>
                </a:path>
              </a:pathLst>
            </a:custGeom>
            <a:solidFill>
              <a:srgbClr val="C8D5FF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995E35D-2A8E-AD12-2D10-0DA9DDCD9B10}"/>
                </a:ext>
              </a:extLst>
            </p:cNvPr>
            <p:cNvGrpSpPr/>
            <p:nvPr/>
          </p:nvGrpSpPr>
          <p:grpSpPr>
            <a:xfrm>
              <a:off x="3668204" y="1483024"/>
              <a:ext cx="3889726" cy="2825513"/>
              <a:chOff x="3647715" y="1514520"/>
              <a:chExt cx="3889726" cy="2825513"/>
            </a:xfrm>
          </p:grpSpPr>
          <p:sp>
            <p:nvSpPr>
              <p:cNvPr id="155" name="Rectangle 4">
                <a:extLst>
                  <a:ext uri="{FF2B5EF4-FFF2-40B4-BE49-F238E27FC236}">
                    <a16:creationId xmlns:a16="http://schemas.microsoft.com/office/drawing/2014/main" id="{05540DDA-0992-4A18-4F98-E6034B659739}"/>
                  </a:ext>
                </a:extLst>
              </p:cNvPr>
              <p:cNvSpPr/>
              <p:nvPr/>
            </p:nvSpPr>
            <p:spPr>
              <a:xfrm rot="19681022" flipH="1">
                <a:off x="5585384" y="1547109"/>
                <a:ext cx="1952057" cy="2139341"/>
              </a:xfrm>
              <a:custGeom>
                <a:avLst/>
                <a:gdLst>
                  <a:gd name="connsiteX0" fmla="*/ 0 w 914400"/>
                  <a:gd name="connsiteY0" fmla="*/ 0 h 914400"/>
                  <a:gd name="connsiteX1" fmla="*/ 914400 w 914400"/>
                  <a:gd name="connsiteY1" fmla="*/ 0 h 914400"/>
                  <a:gd name="connsiteX2" fmla="*/ 914400 w 914400"/>
                  <a:gd name="connsiteY2" fmla="*/ 914400 h 914400"/>
                  <a:gd name="connsiteX3" fmla="*/ 0 w 914400"/>
                  <a:gd name="connsiteY3" fmla="*/ 914400 h 914400"/>
                  <a:gd name="connsiteX4" fmla="*/ 0 w 914400"/>
                  <a:gd name="connsiteY4" fmla="*/ 0 h 914400"/>
                  <a:gd name="connsiteX0" fmla="*/ 0 w 1276350"/>
                  <a:gd name="connsiteY0" fmla="*/ 0 h 2457450"/>
                  <a:gd name="connsiteX1" fmla="*/ 914400 w 1276350"/>
                  <a:gd name="connsiteY1" fmla="*/ 0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0 w 1276350"/>
                  <a:gd name="connsiteY3" fmla="*/ 914400 h 2457450"/>
                  <a:gd name="connsiteX4" fmla="*/ 0 w 1276350"/>
                  <a:gd name="connsiteY4" fmla="*/ 0 h 2457450"/>
                  <a:gd name="connsiteX0" fmla="*/ 0 w 1276350"/>
                  <a:gd name="connsiteY0" fmla="*/ 0 h 2457450"/>
                  <a:gd name="connsiteX1" fmla="*/ 1000125 w 1276350"/>
                  <a:gd name="connsiteY1" fmla="*/ 638175 h 2457450"/>
                  <a:gd name="connsiteX2" fmla="*/ 1276350 w 1276350"/>
                  <a:gd name="connsiteY2" fmla="*/ 2457450 h 2457450"/>
                  <a:gd name="connsiteX3" fmla="*/ 352425 w 1276350"/>
                  <a:gd name="connsiteY3" fmla="*/ 2447925 h 2457450"/>
                  <a:gd name="connsiteX4" fmla="*/ 0 w 1276350"/>
                  <a:gd name="connsiteY4" fmla="*/ 0 h 2457450"/>
                  <a:gd name="connsiteX0" fmla="*/ 0 w 923925"/>
                  <a:gd name="connsiteY0" fmla="*/ 1809750 h 1819275"/>
                  <a:gd name="connsiteX1" fmla="*/ 647700 w 923925"/>
                  <a:gd name="connsiteY1" fmla="*/ 0 h 1819275"/>
                  <a:gd name="connsiteX2" fmla="*/ 923925 w 923925"/>
                  <a:gd name="connsiteY2" fmla="*/ 1819275 h 1819275"/>
                  <a:gd name="connsiteX3" fmla="*/ 0 w 923925"/>
                  <a:gd name="connsiteY3" fmla="*/ 1809750 h 1819275"/>
                  <a:gd name="connsiteX0" fmla="*/ 205766 w 1129691"/>
                  <a:gd name="connsiteY0" fmla="*/ 1909075 h 1918600"/>
                  <a:gd name="connsiteX1" fmla="*/ 853466 w 1129691"/>
                  <a:gd name="connsiteY1" fmla="*/ 99325 h 1918600"/>
                  <a:gd name="connsiteX2" fmla="*/ 1129691 w 1129691"/>
                  <a:gd name="connsiteY2" fmla="*/ 1918600 h 1918600"/>
                  <a:gd name="connsiteX3" fmla="*/ 205766 w 1129691"/>
                  <a:gd name="connsiteY3" fmla="*/ 1909075 h 1918600"/>
                  <a:gd name="connsiteX0" fmla="*/ 662165 w 1586090"/>
                  <a:gd name="connsiteY0" fmla="*/ 1884466 h 1893991"/>
                  <a:gd name="connsiteX1" fmla="*/ 1309865 w 1586090"/>
                  <a:gd name="connsiteY1" fmla="*/ 74716 h 1893991"/>
                  <a:gd name="connsiteX2" fmla="*/ 1586090 w 1586090"/>
                  <a:gd name="connsiteY2" fmla="*/ 1893991 h 1893991"/>
                  <a:gd name="connsiteX3" fmla="*/ 662165 w 1586090"/>
                  <a:gd name="connsiteY3" fmla="*/ 1884466 h 1893991"/>
                  <a:gd name="connsiteX0" fmla="*/ 662165 w 1586090"/>
                  <a:gd name="connsiteY0" fmla="*/ 1884466 h 2154353"/>
                  <a:gd name="connsiteX1" fmla="*/ 1309865 w 1586090"/>
                  <a:gd name="connsiteY1" fmla="*/ 74716 h 2154353"/>
                  <a:gd name="connsiteX2" fmla="*/ 1586090 w 1586090"/>
                  <a:gd name="connsiteY2" fmla="*/ 1893991 h 2154353"/>
                  <a:gd name="connsiteX3" fmla="*/ 662165 w 1586090"/>
                  <a:gd name="connsiteY3" fmla="*/ 1884466 h 2154353"/>
                  <a:gd name="connsiteX0" fmla="*/ 644219 w 1568144"/>
                  <a:gd name="connsiteY0" fmla="*/ 1923337 h 2193224"/>
                  <a:gd name="connsiteX1" fmla="*/ 1291919 w 1568144"/>
                  <a:gd name="connsiteY1" fmla="*/ 113587 h 2193224"/>
                  <a:gd name="connsiteX2" fmla="*/ 1568144 w 1568144"/>
                  <a:gd name="connsiteY2" fmla="*/ 1932862 h 2193224"/>
                  <a:gd name="connsiteX3" fmla="*/ 644219 w 1568144"/>
                  <a:gd name="connsiteY3" fmla="*/ 1923337 h 2193224"/>
                  <a:gd name="connsiteX0" fmla="*/ 644219 w 2175880"/>
                  <a:gd name="connsiteY0" fmla="*/ 1923337 h 2251027"/>
                  <a:gd name="connsiteX1" fmla="*/ 1291919 w 2175880"/>
                  <a:gd name="connsiteY1" fmla="*/ 113587 h 2251027"/>
                  <a:gd name="connsiteX2" fmla="*/ 2175880 w 2175880"/>
                  <a:gd name="connsiteY2" fmla="*/ 2114836 h 2251027"/>
                  <a:gd name="connsiteX3" fmla="*/ 644219 w 2175880"/>
                  <a:gd name="connsiteY3" fmla="*/ 1923337 h 2251027"/>
                  <a:gd name="connsiteX0" fmla="*/ 716755 w 2072721"/>
                  <a:gd name="connsiteY0" fmla="*/ 1882587 h 2227320"/>
                  <a:gd name="connsiteX1" fmla="*/ 1188760 w 2072721"/>
                  <a:gd name="connsiteY1" fmla="*/ 115173 h 2227320"/>
                  <a:gd name="connsiteX2" fmla="*/ 2072721 w 2072721"/>
                  <a:gd name="connsiteY2" fmla="*/ 2116422 h 2227320"/>
                  <a:gd name="connsiteX3" fmla="*/ 716755 w 2072721"/>
                  <a:gd name="connsiteY3" fmla="*/ 1882587 h 2227320"/>
                  <a:gd name="connsiteX0" fmla="*/ 716755 w 1901224"/>
                  <a:gd name="connsiteY0" fmla="*/ 1882587 h 2119981"/>
                  <a:gd name="connsiteX1" fmla="*/ 1188760 w 1901224"/>
                  <a:gd name="connsiteY1" fmla="*/ 115173 h 2119981"/>
                  <a:gd name="connsiteX2" fmla="*/ 1901224 w 1901224"/>
                  <a:gd name="connsiteY2" fmla="*/ 1751872 h 2119981"/>
                  <a:gd name="connsiteX3" fmla="*/ 716755 w 1901224"/>
                  <a:gd name="connsiteY3" fmla="*/ 1882587 h 2119981"/>
                  <a:gd name="connsiteX0" fmla="*/ 716755 w 1901224"/>
                  <a:gd name="connsiteY0" fmla="*/ 1882587 h 2143657"/>
                  <a:gd name="connsiteX1" fmla="*/ 1188760 w 1901224"/>
                  <a:gd name="connsiteY1" fmla="*/ 115173 h 2143657"/>
                  <a:gd name="connsiteX2" fmla="*/ 1901224 w 1901224"/>
                  <a:gd name="connsiteY2" fmla="*/ 1751872 h 2143657"/>
                  <a:gd name="connsiteX3" fmla="*/ 716755 w 1901224"/>
                  <a:gd name="connsiteY3" fmla="*/ 1882587 h 2143657"/>
                  <a:gd name="connsiteX0" fmla="*/ 767588 w 1952057"/>
                  <a:gd name="connsiteY0" fmla="*/ 1878271 h 2139341"/>
                  <a:gd name="connsiteX1" fmla="*/ 1239593 w 1952057"/>
                  <a:gd name="connsiteY1" fmla="*/ 110857 h 2139341"/>
                  <a:gd name="connsiteX2" fmla="*/ 1952057 w 1952057"/>
                  <a:gd name="connsiteY2" fmla="*/ 1747556 h 2139341"/>
                  <a:gd name="connsiteX3" fmla="*/ 767588 w 1952057"/>
                  <a:gd name="connsiteY3" fmla="*/ 1878271 h 2139341"/>
                  <a:gd name="connsiteX0" fmla="*/ 1952057 w 2043497"/>
                  <a:gd name="connsiteY0" fmla="*/ 1747556 h 2139341"/>
                  <a:gd name="connsiteX1" fmla="*/ 767588 w 2043497"/>
                  <a:gd name="connsiteY1" fmla="*/ 1878271 h 2139341"/>
                  <a:gd name="connsiteX2" fmla="*/ 1239593 w 2043497"/>
                  <a:gd name="connsiteY2" fmla="*/ 110857 h 2139341"/>
                  <a:gd name="connsiteX3" fmla="*/ 2043497 w 2043497"/>
                  <a:gd name="connsiteY3" fmla="*/ 1838996 h 2139341"/>
                  <a:gd name="connsiteX0" fmla="*/ 1952057 w 1952057"/>
                  <a:gd name="connsiteY0" fmla="*/ 1747556 h 2139341"/>
                  <a:gd name="connsiteX1" fmla="*/ 767588 w 1952057"/>
                  <a:gd name="connsiteY1" fmla="*/ 1878271 h 2139341"/>
                  <a:gd name="connsiteX2" fmla="*/ 1239593 w 1952057"/>
                  <a:gd name="connsiteY2" fmla="*/ 110857 h 2139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52057" h="2139341">
                    <a:moveTo>
                      <a:pt x="1952057" y="1747556"/>
                    </a:moveTo>
                    <a:cubicBezTo>
                      <a:pt x="1843945" y="1866626"/>
                      <a:pt x="1132713" y="2481521"/>
                      <a:pt x="767588" y="1878271"/>
                    </a:cubicBezTo>
                    <a:cubicBezTo>
                      <a:pt x="-351431" y="2131573"/>
                      <a:pt x="-290757" y="-571768"/>
                      <a:pt x="1239593" y="110857"/>
                    </a:cubicBezTo>
                  </a:path>
                </a:pathLst>
              </a:custGeom>
              <a:solidFill>
                <a:srgbClr val="C8D5FF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B97FCD9-1499-09AB-DD25-E250DE1341E8}"/>
                  </a:ext>
                </a:extLst>
              </p:cNvPr>
              <p:cNvSpPr/>
              <p:nvPr/>
            </p:nvSpPr>
            <p:spPr>
              <a:xfrm rot="19681022" flipH="1">
                <a:off x="5678030" y="1806287"/>
                <a:ext cx="1747619" cy="1883796"/>
              </a:xfrm>
              <a:custGeom>
                <a:avLst/>
                <a:gdLst>
                  <a:gd name="connsiteX0" fmla="*/ 247463 w 1747619"/>
                  <a:gd name="connsiteY0" fmla="*/ 61458 h 1883796"/>
                  <a:gd name="connsiteX1" fmla="*/ 385419 w 1747619"/>
                  <a:gd name="connsiteY1" fmla="*/ 1617277 h 1883796"/>
                  <a:gd name="connsiteX2" fmla="*/ 402895 w 1747619"/>
                  <a:gd name="connsiteY2" fmla="*/ 1637454 h 1883796"/>
                  <a:gd name="connsiteX3" fmla="*/ 461708 w 1747619"/>
                  <a:gd name="connsiteY3" fmla="*/ 1638004 h 1883796"/>
                  <a:gd name="connsiteX4" fmla="*/ 563151 w 1747619"/>
                  <a:gd name="connsiteY4" fmla="*/ 1622726 h 1883796"/>
                  <a:gd name="connsiteX5" fmla="*/ 1747619 w 1747619"/>
                  <a:gd name="connsiteY5" fmla="*/ 1492011 h 1883796"/>
                  <a:gd name="connsiteX6" fmla="*/ 1747057 w 1747619"/>
                  <a:gd name="connsiteY6" fmla="*/ 1490720 h 1883796"/>
                  <a:gd name="connsiteX7" fmla="*/ 1089279 w 1747619"/>
                  <a:gd name="connsiteY7" fmla="*/ 145992 h 1883796"/>
                  <a:gd name="connsiteX8" fmla="*/ 247463 w 1747619"/>
                  <a:gd name="connsiteY8" fmla="*/ 61458 h 1883796"/>
                  <a:gd name="connsiteX0" fmla="*/ 1747057 w 1838497"/>
                  <a:gd name="connsiteY0" fmla="*/ 1490720 h 1883796"/>
                  <a:gd name="connsiteX1" fmla="*/ 1089279 w 1838497"/>
                  <a:gd name="connsiteY1" fmla="*/ 145992 h 1883796"/>
                  <a:gd name="connsiteX2" fmla="*/ 247463 w 1838497"/>
                  <a:gd name="connsiteY2" fmla="*/ 61458 h 1883796"/>
                  <a:gd name="connsiteX3" fmla="*/ 385419 w 1838497"/>
                  <a:gd name="connsiteY3" fmla="*/ 1617277 h 1883796"/>
                  <a:gd name="connsiteX4" fmla="*/ 402895 w 1838497"/>
                  <a:gd name="connsiteY4" fmla="*/ 1637454 h 1883796"/>
                  <a:gd name="connsiteX5" fmla="*/ 461708 w 1838497"/>
                  <a:gd name="connsiteY5" fmla="*/ 1638004 h 1883796"/>
                  <a:gd name="connsiteX6" fmla="*/ 563151 w 1838497"/>
                  <a:gd name="connsiteY6" fmla="*/ 1622726 h 1883796"/>
                  <a:gd name="connsiteX7" fmla="*/ 1747619 w 1838497"/>
                  <a:gd name="connsiteY7" fmla="*/ 1492011 h 1883796"/>
                  <a:gd name="connsiteX8" fmla="*/ 1838497 w 1838497"/>
                  <a:gd name="connsiteY8" fmla="*/ 1582160 h 1883796"/>
                  <a:gd name="connsiteX0" fmla="*/ 1747057 w 1747619"/>
                  <a:gd name="connsiteY0" fmla="*/ 1490720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0" fmla="*/ 1747057 w 1747619"/>
                  <a:gd name="connsiteY0" fmla="*/ 1490720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8" fmla="*/ 1747057 w 1747619"/>
                  <a:gd name="connsiteY8" fmla="*/ 1490720 h 1883796"/>
                  <a:gd name="connsiteX0" fmla="*/ 1747619 w 1747619"/>
                  <a:gd name="connsiteY0" fmla="*/ 1492011 h 1883796"/>
                  <a:gd name="connsiteX1" fmla="*/ 1089279 w 1747619"/>
                  <a:gd name="connsiteY1" fmla="*/ 145992 h 1883796"/>
                  <a:gd name="connsiteX2" fmla="*/ 247463 w 1747619"/>
                  <a:gd name="connsiteY2" fmla="*/ 61458 h 1883796"/>
                  <a:gd name="connsiteX3" fmla="*/ 385419 w 1747619"/>
                  <a:gd name="connsiteY3" fmla="*/ 1617277 h 1883796"/>
                  <a:gd name="connsiteX4" fmla="*/ 402895 w 1747619"/>
                  <a:gd name="connsiteY4" fmla="*/ 1637454 h 1883796"/>
                  <a:gd name="connsiteX5" fmla="*/ 461708 w 1747619"/>
                  <a:gd name="connsiteY5" fmla="*/ 1638004 h 1883796"/>
                  <a:gd name="connsiteX6" fmla="*/ 563151 w 1747619"/>
                  <a:gd name="connsiteY6" fmla="*/ 1622726 h 1883796"/>
                  <a:gd name="connsiteX7" fmla="*/ 1747619 w 1747619"/>
                  <a:gd name="connsiteY7" fmla="*/ 1492011 h 1883796"/>
                  <a:gd name="connsiteX0" fmla="*/ 1089279 w 1747619"/>
                  <a:gd name="connsiteY0" fmla="*/ 145992 h 1883796"/>
                  <a:gd name="connsiteX1" fmla="*/ 247463 w 1747619"/>
                  <a:gd name="connsiteY1" fmla="*/ 61458 h 1883796"/>
                  <a:gd name="connsiteX2" fmla="*/ 385419 w 1747619"/>
                  <a:gd name="connsiteY2" fmla="*/ 1617277 h 1883796"/>
                  <a:gd name="connsiteX3" fmla="*/ 402895 w 1747619"/>
                  <a:gd name="connsiteY3" fmla="*/ 1637454 h 1883796"/>
                  <a:gd name="connsiteX4" fmla="*/ 461708 w 1747619"/>
                  <a:gd name="connsiteY4" fmla="*/ 1638004 h 1883796"/>
                  <a:gd name="connsiteX5" fmla="*/ 563151 w 1747619"/>
                  <a:gd name="connsiteY5" fmla="*/ 1622726 h 1883796"/>
                  <a:gd name="connsiteX6" fmla="*/ 1747619 w 1747619"/>
                  <a:gd name="connsiteY6" fmla="*/ 1492011 h 1883796"/>
                  <a:gd name="connsiteX7" fmla="*/ 1180719 w 1747619"/>
                  <a:gd name="connsiteY7" fmla="*/ 237432 h 1883796"/>
                  <a:gd name="connsiteX0" fmla="*/ 1089279 w 1747619"/>
                  <a:gd name="connsiteY0" fmla="*/ 145992 h 1883796"/>
                  <a:gd name="connsiteX1" fmla="*/ 247463 w 1747619"/>
                  <a:gd name="connsiteY1" fmla="*/ 61458 h 1883796"/>
                  <a:gd name="connsiteX2" fmla="*/ 385419 w 1747619"/>
                  <a:gd name="connsiteY2" fmla="*/ 1617277 h 1883796"/>
                  <a:gd name="connsiteX3" fmla="*/ 402895 w 1747619"/>
                  <a:gd name="connsiteY3" fmla="*/ 1637454 h 1883796"/>
                  <a:gd name="connsiteX4" fmla="*/ 461708 w 1747619"/>
                  <a:gd name="connsiteY4" fmla="*/ 1638004 h 1883796"/>
                  <a:gd name="connsiteX5" fmla="*/ 563151 w 1747619"/>
                  <a:gd name="connsiteY5" fmla="*/ 1622726 h 1883796"/>
                  <a:gd name="connsiteX6" fmla="*/ 1747619 w 1747619"/>
                  <a:gd name="connsiteY6" fmla="*/ 1492011 h 1883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47619" h="1883796">
                    <a:moveTo>
                      <a:pt x="1089279" y="145992"/>
                    </a:moveTo>
                    <a:cubicBezTo>
                      <a:pt x="693245" y="-27499"/>
                      <a:pt x="420825" y="-33857"/>
                      <a:pt x="247463" y="61458"/>
                    </a:cubicBezTo>
                    <a:cubicBezTo>
                      <a:pt x="-173557" y="292938"/>
                      <a:pt x="-10332" y="1124081"/>
                      <a:pt x="385419" y="1617277"/>
                    </a:cubicBezTo>
                    <a:lnTo>
                      <a:pt x="402895" y="1637454"/>
                    </a:lnTo>
                    <a:lnTo>
                      <a:pt x="461708" y="1638004"/>
                    </a:lnTo>
                    <a:cubicBezTo>
                      <a:pt x="494365" y="1635670"/>
                      <a:pt x="528182" y="1630642"/>
                      <a:pt x="563151" y="1622726"/>
                    </a:cubicBezTo>
                    <a:cubicBezTo>
                      <a:pt x="928276" y="2225977"/>
                      <a:pt x="1639508" y="1611081"/>
                      <a:pt x="1747619" y="1492011"/>
                    </a:cubicBezTo>
                  </a:path>
                </a:pathLst>
              </a:custGeom>
              <a:solidFill>
                <a:srgbClr val="FBA5D4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57" name="Rectangle 3">
                <a:extLst>
                  <a:ext uri="{FF2B5EF4-FFF2-40B4-BE49-F238E27FC236}">
                    <a16:creationId xmlns:a16="http://schemas.microsoft.com/office/drawing/2014/main" id="{F1E8414A-252D-8254-D0A5-EBBC773D1B0A}"/>
                  </a:ext>
                </a:extLst>
              </p:cNvPr>
              <p:cNvSpPr/>
              <p:nvPr/>
            </p:nvSpPr>
            <p:spPr>
              <a:xfrm>
                <a:off x="3647715" y="1514520"/>
                <a:ext cx="2816358" cy="2825513"/>
              </a:xfrm>
              <a:custGeom>
                <a:avLst/>
                <a:gdLst>
                  <a:gd name="connsiteX0" fmla="*/ 0 w 2479729"/>
                  <a:gd name="connsiteY0" fmla="*/ 0 h 2355742"/>
                  <a:gd name="connsiteX1" fmla="*/ 247972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0 w 2479729"/>
                  <a:gd name="connsiteY4" fmla="*/ 0 h 2355742"/>
                  <a:gd name="connsiteX0" fmla="*/ 257175 w 2479729"/>
                  <a:gd name="connsiteY0" fmla="*/ 438150 h 2355742"/>
                  <a:gd name="connsiteX1" fmla="*/ 247972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257175 w 2479729"/>
                  <a:gd name="connsiteY4" fmla="*/ 438150 h 2355742"/>
                  <a:gd name="connsiteX0" fmla="*/ 257175 w 2479729"/>
                  <a:gd name="connsiteY0" fmla="*/ 438150 h 2355742"/>
                  <a:gd name="connsiteX1" fmla="*/ 2460679 w 2479729"/>
                  <a:gd name="connsiteY1" fmla="*/ 0 h 2355742"/>
                  <a:gd name="connsiteX2" fmla="*/ 2479729 w 2479729"/>
                  <a:gd name="connsiteY2" fmla="*/ 2355742 h 2355742"/>
                  <a:gd name="connsiteX3" fmla="*/ 0 w 2479729"/>
                  <a:gd name="connsiteY3" fmla="*/ 2355742 h 2355742"/>
                  <a:gd name="connsiteX4" fmla="*/ 257175 w 2479729"/>
                  <a:gd name="connsiteY4" fmla="*/ 438150 h 2355742"/>
                  <a:gd name="connsiteX0" fmla="*/ 257175 w 2460679"/>
                  <a:gd name="connsiteY0" fmla="*/ 438150 h 2565292"/>
                  <a:gd name="connsiteX1" fmla="*/ 2460679 w 2460679"/>
                  <a:gd name="connsiteY1" fmla="*/ 0 h 2565292"/>
                  <a:gd name="connsiteX2" fmla="*/ 2165404 w 2460679"/>
                  <a:gd name="connsiteY2" fmla="*/ 2565292 h 2565292"/>
                  <a:gd name="connsiteX3" fmla="*/ 0 w 2460679"/>
                  <a:gd name="connsiteY3" fmla="*/ 2355742 h 2565292"/>
                  <a:gd name="connsiteX4" fmla="*/ 257175 w 2460679"/>
                  <a:gd name="connsiteY4" fmla="*/ 438150 h 2565292"/>
                  <a:gd name="connsiteX0" fmla="*/ 0 w 2203504"/>
                  <a:gd name="connsiteY0" fmla="*/ 438150 h 2565292"/>
                  <a:gd name="connsiteX1" fmla="*/ 2203504 w 2203504"/>
                  <a:gd name="connsiteY1" fmla="*/ 0 h 2565292"/>
                  <a:gd name="connsiteX2" fmla="*/ 1908229 w 2203504"/>
                  <a:gd name="connsiteY2" fmla="*/ 2565292 h 2565292"/>
                  <a:gd name="connsiteX3" fmla="*/ 209550 w 2203504"/>
                  <a:gd name="connsiteY3" fmla="*/ 2231917 h 2565292"/>
                  <a:gd name="connsiteX4" fmla="*/ 0 w 2203504"/>
                  <a:gd name="connsiteY4" fmla="*/ 438150 h 2565292"/>
                  <a:gd name="connsiteX0" fmla="*/ 112382 w 2315886"/>
                  <a:gd name="connsiteY0" fmla="*/ 438150 h 2565292"/>
                  <a:gd name="connsiteX1" fmla="*/ 2315886 w 2315886"/>
                  <a:gd name="connsiteY1" fmla="*/ 0 h 2565292"/>
                  <a:gd name="connsiteX2" fmla="*/ 2020611 w 2315886"/>
                  <a:gd name="connsiteY2" fmla="*/ 2565292 h 2565292"/>
                  <a:gd name="connsiteX3" fmla="*/ 321932 w 2315886"/>
                  <a:gd name="connsiteY3" fmla="*/ 2231917 h 2565292"/>
                  <a:gd name="connsiteX4" fmla="*/ 112382 w 2315886"/>
                  <a:gd name="connsiteY4" fmla="*/ 438150 h 2565292"/>
                  <a:gd name="connsiteX0" fmla="*/ 127576 w 2331080"/>
                  <a:gd name="connsiteY0" fmla="*/ 438150 h 2565292"/>
                  <a:gd name="connsiteX1" fmla="*/ 2331080 w 2331080"/>
                  <a:gd name="connsiteY1" fmla="*/ 0 h 2565292"/>
                  <a:gd name="connsiteX2" fmla="*/ 2035805 w 2331080"/>
                  <a:gd name="connsiteY2" fmla="*/ 2565292 h 2565292"/>
                  <a:gd name="connsiteX3" fmla="*/ 337126 w 2331080"/>
                  <a:gd name="connsiteY3" fmla="*/ 2231917 h 2565292"/>
                  <a:gd name="connsiteX4" fmla="*/ 127576 w 2331080"/>
                  <a:gd name="connsiteY4" fmla="*/ 438150 h 2565292"/>
                  <a:gd name="connsiteX0" fmla="*/ 127576 w 2331080"/>
                  <a:gd name="connsiteY0" fmla="*/ 438150 h 2565292"/>
                  <a:gd name="connsiteX1" fmla="*/ 2331080 w 2331080"/>
                  <a:gd name="connsiteY1" fmla="*/ 0 h 2565292"/>
                  <a:gd name="connsiteX2" fmla="*/ 2035805 w 2331080"/>
                  <a:gd name="connsiteY2" fmla="*/ 2565292 h 2565292"/>
                  <a:gd name="connsiteX3" fmla="*/ 337126 w 2331080"/>
                  <a:gd name="connsiteY3" fmla="*/ 2231917 h 2565292"/>
                  <a:gd name="connsiteX4" fmla="*/ 127576 w 2331080"/>
                  <a:gd name="connsiteY4" fmla="*/ 438150 h 2565292"/>
                  <a:gd name="connsiteX0" fmla="*/ 127576 w 2331080"/>
                  <a:gd name="connsiteY0" fmla="*/ 735210 h 2862352"/>
                  <a:gd name="connsiteX1" fmla="*/ 2331080 w 2331080"/>
                  <a:gd name="connsiteY1" fmla="*/ 297060 h 2862352"/>
                  <a:gd name="connsiteX2" fmla="*/ 2035805 w 2331080"/>
                  <a:gd name="connsiteY2" fmla="*/ 2862352 h 2862352"/>
                  <a:gd name="connsiteX3" fmla="*/ 337126 w 2331080"/>
                  <a:gd name="connsiteY3" fmla="*/ 2528977 h 2862352"/>
                  <a:gd name="connsiteX4" fmla="*/ 127576 w 2331080"/>
                  <a:gd name="connsiteY4" fmla="*/ 735210 h 2862352"/>
                  <a:gd name="connsiteX0" fmla="*/ 127576 w 2331080"/>
                  <a:gd name="connsiteY0" fmla="*/ 790826 h 2917968"/>
                  <a:gd name="connsiteX1" fmla="*/ 2331080 w 2331080"/>
                  <a:gd name="connsiteY1" fmla="*/ 352676 h 2917968"/>
                  <a:gd name="connsiteX2" fmla="*/ 2035805 w 2331080"/>
                  <a:gd name="connsiteY2" fmla="*/ 2917968 h 2917968"/>
                  <a:gd name="connsiteX3" fmla="*/ 337126 w 2331080"/>
                  <a:gd name="connsiteY3" fmla="*/ 2584593 h 2917968"/>
                  <a:gd name="connsiteX4" fmla="*/ 127576 w 2331080"/>
                  <a:gd name="connsiteY4" fmla="*/ 790826 h 2917968"/>
                  <a:gd name="connsiteX0" fmla="*/ 127576 w 2847375"/>
                  <a:gd name="connsiteY0" fmla="*/ 790826 h 2917968"/>
                  <a:gd name="connsiteX1" fmla="*/ 2331080 w 2847375"/>
                  <a:gd name="connsiteY1" fmla="*/ 352676 h 2917968"/>
                  <a:gd name="connsiteX2" fmla="*/ 2035805 w 2847375"/>
                  <a:gd name="connsiteY2" fmla="*/ 2917968 h 2917968"/>
                  <a:gd name="connsiteX3" fmla="*/ 337126 w 2847375"/>
                  <a:gd name="connsiteY3" fmla="*/ 2584593 h 2917968"/>
                  <a:gd name="connsiteX4" fmla="*/ 127576 w 2847375"/>
                  <a:gd name="connsiteY4" fmla="*/ 790826 h 2917968"/>
                  <a:gd name="connsiteX0" fmla="*/ 127576 w 2825016"/>
                  <a:gd name="connsiteY0" fmla="*/ 747383 h 2874525"/>
                  <a:gd name="connsiteX1" fmla="*/ 2302505 w 2825016"/>
                  <a:gd name="connsiteY1" fmla="*/ 366383 h 2874525"/>
                  <a:gd name="connsiteX2" fmla="*/ 2035805 w 2825016"/>
                  <a:gd name="connsiteY2" fmla="*/ 2874525 h 2874525"/>
                  <a:gd name="connsiteX3" fmla="*/ 337126 w 2825016"/>
                  <a:gd name="connsiteY3" fmla="*/ 2541150 h 2874525"/>
                  <a:gd name="connsiteX4" fmla="*/ 127576 w 2825016"/>
                  <a:gd name="connsiteY4" fmla="*/ 747383 h 2874525"/>
                  <a:gd name="connsiteX0" fmla="*/ 127576 w 2825016"/>
                  <a:gd name="connsiteY0" fmla="*/ 764308 h 2891450"/>
                  <a:gd name="connsiteX1" fmla="*/ 2302505 w 2825016"/>
                  <a:gd name="connsiteY1" fmla="*/ 383308 h 2891450"/>
                  <a:gd name="connsiteX2" fmla="*/ 2035805 w 2825016"/>
                  <a:gd name="connsiteY2" fmla="*/ 2891450 h 2891450"/>
                  <a:gd name="connsiteX3" fmla="*/ 337126 w 2825016"/>
                  <a:gd name="connsiteY3" fmla="*/ 2558075 h 2891450"/>
                  <a:gd name="connsiteX4" fmla="*/ 127576 w 2825016"/>
                  <a:gd name="connsiteY4" fmla="*/ 764308 h 2891450"/>
                  <a:gd name="connsiteX0" fmla="*/ 127576 w 2825016"/>
                  <a:gd name="connsiteY0" fmla="*/ 798924 h 2926066"/>
                  <a:gd name="connsiteX1" fmla="*/ 2302505 w 2825016"/>
                  <a:gd name="connsiteY1" fmla="*/ 417924 h 2926066"/>
                  <a:gd name="connsiteX2" fmla="*/ 2035805 w 2825016"/>
                  <a:gd name="connsiteY2" fmla="*/ 2926066 h 2926066"/>
                  <a:gd name="connsiteX3" fmla="*/ 337126 w 2825016"/>
                  <a:gd name="connsiteY3" fmla="*/ 2592691 h 2926066"/>
                  <a:gd name="connsiteX4" fmla="*/ 127576 w 2825016"/>
                  <a:gd name="connsiteY4" fmla="*/ 798924 h 2926066"/>
                  <a:gd name="connsiteX0" fmla="*/ 127576 w 2839985"/>
                  <a:gd name="connsiteY0" fmla="*/ 798924 h 2926066"/>
                  <a:gd name="connsiteX1" fmla="*/ 2302505 w 2839985"/>
                  <a:gd name="connsiteY1" fmla="*/ 417924 h 2926066"/>
                  <a:gd name="connsiteX2" fmla="*/ 2035805 w 2839985"/>
                  <a:gd name="connsiteY2" fmla="*/ 2926066 h 2926066"/>
                  <a:gd name="connsiteX3" fmla="*/ 337126 w 2839985"/>
                  <a:gd name="connsiteY3" fmla="*/ 2592691 h 2926066"/>
                  <a:gd name="connsiteX4" fmla="*/ 127576 w 2839985"/>
                  <a:gd name="connsiteY4" fmla="*/ 798924 h 2926066"/>
                  <a:gd name="connsiteX0" fmla="*/ 127576 w 2795442"/>
                  <a:gd name="connsiteY0" fmla="*/ 798924 h 2773666"/>
                  <a:gd name="connsiteX1" fmla="*/ 2302505 w 2795442"/>
                  <a:gd name="connsiteY1" fmla="*/ 417924 h 2773666"/>
                  <a:gd name="connsiteX2" fmla="*/ 1826255 w 2795442"/>
                  <a:gd name="connsiteY2" fmla="*/ 2773666 h 2773666"/>
                  <a:gd name="connsiteX3" fmla="*/ 337126 w 2795442"/>
                  <a:gd name="connsiteY3" fmla="*/ 2592691 h 2773666"/>
                  <a:gd name="connsiteX4" fmla="*/ 127576 w 2795442"/>
                  <a:gd name="connsiteY4" fmla="*/ 798924 h 2773666"/>
                  <a:gd name="connsiteX0" fmla="*/ 127576 w 2795442"/>
                  <a:gd name="connsiteY0" fmla="*/ 798924 h 2835735"/>
                  <a:gd name="connsiteX1" fmla="*/ 2302505 w 2795442"/>
                  <a:gd name="connsiteY1" fmla="*/ 417924 h 2835735"/>
                  <a:gd name="connsiteX2" fmla="*/ 1826255 w 2795442"/>
                  <a:gd name="connsiteY2" fmla="*/ 2773666 h 2835735"/>
                  <a:gd name="connsiteX3" fmla="*/ 337126 w 2795442"/>
                  <a:gd name="connsiteY3" fmla="*/ 2592691 h 2835735"/>
                  <a:gd name="connsiteX4" fmla="*/ 127576 w 2795442"/>
                  <a:gd name="connsiteY4" fmla="*/ 798924 h 2835735"/>
                  <a:gd name="connsiteX0" fmla="*/ 127576 w 2786300"/>
                  <a:gd name="connsiteY0" fmla="*/ 798924 h 2814300"/>
                  <a:gd name="connsiteX1" fmla="*/ 2302505 w 2786300"/>
                  <a:gd name="connsiteY1" fmla="*/ 417924 h 2814300"/>
                  <a:gd name="connsiteX2" fmla="*/ 1778630 w 2786300"/>
                  <a:gd name="connsiteY2" fmla="*/ 2735566 h 2814300"/>
                  <a:gd name="connsiteX3" fmla="*/ 337126 w 2786300"/>
                  <a:gd name="connsiteY3" fmla="*/ 2592691 h 2814300"/>
                  <a:gd name="connsiteX4" fmla="*/ 127576 w 2786300"/>
                  <a:gd name="connsiteY4" fmla="*/ 798924 h 2814300"/>
                  <a:gd name="connsiteX0" fmla="*/ 127576 w 2816358"/>
                  <a:gd name="connsiteY0" fmla="*/ 798924 h 2814300"/>
                  <a:gd name="connsiteX1" fmla="*/ 2302505 w 2816358"/>
                  <a:gd name="connsiteY1" fmla="*/ 417924 h 2814300"/>
                  <a:gd name="connsiteX2" fmla="*/ 1778630 w 2816358"/>
                  <a:gd name="connsiteY2" fmla="*/ 2735566 h 2814300"/>
                  <a:gd name="connsiteX3" fmla="*/ 337126 w 2816358"/>
                  <a:gd name="connsiteY3" fmla="*/ 2592691 h 2814300"/>
                  <a:gd name="connsiteX4" fmla="*/ 127576 w 2816358"/>
                  <a:gd name="connsiteY4" fmla="*/ 798924 h 2814300"/>
                  <a:gd name="connsiteX0" fmla="*/ 127576 w 2816358"/>
                  <a:gd name="connsiteY0" fmla="*/ 798924 h 2825513"/>
                  <a:gd name="connsiteX1" fmla="*/ 2302505 w 2816358"/>
                  <a:gd name="connsiteY1" fmla="*/ 417924 h 2825513"/>
                  <a:gd name="connsiteX2" fmla="*/ 1778630 w 2816358"/>
                  <a:gd name="connsiteY2" fmla="*/ 2735566 h 2825513"/>
                  <a:gd name="connsiteX3" fmla="*/ 337126 w 2816358"/>
                  <a:gd name="connsiteY3" fmla="*/ 2592691 h 2825513"/>
                  <a:gd name="connsiteX4" fmla="*/ 127576 w 2816358"/>
                  <a:gd name="connsiteY4" fmla="*/ 798924 h 2825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6358" h="2825513">
                    <a:moveTo>
                      <a:pt x="127576" y="798924"/>
                    </a:moveTo>
                    <a:cubicBezTo>
                      <a:pt x="328677" y="186149"/>
                      <a:pt x="1444179" y="-436151"/>
                      <a:pt x="2302505" y="417924"/>
                    </a:cubicBezTo>
                    <a:cubicBezTo>
                      <a:pt x="3575680" y="2120746"/>
                      <a:pt x="2124705" y="2575794"/>
                      <a:pt x="1778630" y="2735566"/>
                    </a:cubicBezTo>
                    <a:cubicBezTo>
                      <a:pt x="1269554" y="2833991"/>
                      <a:pt x="731902" y="2922891"/>
                      <a:pt x="337126" y="2592691"/>
                    </a:cubicBezTo>
                    <a:cubicBezTo>
                      <a:pt x="172026" y="2471019"/>
                      <a:pt x="-193099" y="2130271"/>
                      <a:pt x="127576" y="798924"/>
                    </a:cubicBezTo>
                    <a:close/>
                  </a:path>
                </a:pathLst>
              </a:custGeom>
              <a:solidFill>
                <a:srgbClr val="C8D5FF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9" name="Rectangle 23">
              <a:extLst>
                <a:ext uri="{FF2B5EF4-FFF2-40B4-BE49-F238E27FC236}">
                  <a16:creationId xmlns:a16="http://schemas.microsoft.com/office/drawing/2014/main" id="{7600F2B2-63AA-E75C-97B8-FAA005264DF7}"/>
                </a:ext>
              </a:extLst>
            </p:cNvPr>
            <p:cNvSpPr/>
            <p:nvPr/>
          </p:nvSpPr>
          <p:spPr>
            <a:xfrm>
              <a:off x="4861560" y="3826017"/>
              <a:ext cx="669082" cy="839414"/>
            </a:xfrm>
            <a:custGeom>
              <a:avLst/>
              <a:gdLst>
                <a:gd name="connsiteX0" fmla="*/ 0 w 647700"/>
                <a:gd name="connsiteY0" fmla="*/ 0 h 304800"/>
                <a:gd name="connsiteX1" fmla="*/ 647700 w 647700"/>
                <a:gd name="connsiteY1" fmla="*/ 0 h 304800"/>
                <a:gd name="connsiteX2" fmla="*/ 647700 w 647700"/>
                <a:gd name="connsiteY2" fmla="*/ 304800 h 304800"/>
                <a:gd name="connsiteX3" fmla="*/ 0 w 647700"/>
                <a:gd name="connsiteY3" fmla="*/ 304800 h 304800"/>
                <a:gd name="connsiteX4" fmla="*/ 0 w 647700"/>
                <a:gd name="connsiteY4" fmla="*/ 0 h 304800"/>
                <a:gd name="connsiteX0" fmla="*/ 0 w 883920"/>
                <a:gd name="connsiteY0" fmla="*/ 342900 h 342900"/>
                <a:gd name="connsiteX1" fmla="*/ 883920 w 883920"/>
                <a:gd name="connsiteY1" fmla="*/ 0 h 342900"/>
                <a:gd name="connsiteX2" fmla="*/ 883920 w 883920"/>
                <a:gd name="connsiteY2" fmla="*/ 304800 h 342900"/>
                <a:gd name="connsiteX3" fmla="*/ 236220 w 883920"/>
                <a:gd name="connsiteY3" fmla="*/ 304800 h 342900"/>
                <a:gd name="connsiteX4" fmla="*/ 0 w 883920"/>
                <a:gd name="connsiteY4" fmla="*/ 342900 h 342900"/>
                <a:gd name="connsiteX0" fmla="*/ 0 w 937260"/>
                <a:gd name="connsiteY0" fmla="*/ 556260 h 556260"/>
                <a:gd name="connsiteX1" fmla="*/ 937260 w 937260"/>
                <a:gd name="connsiteY1" fmla="*/ 0 h 556260"/>
                <a:gd name="connsiteX2" fmla="*/ 883920 w 937260"/>
                <a:gd name="connsiteY2" fmla="*/ 518160 h 556260"/>
                <a:gd name="connsiteX3" fmla="*/ 236220 w 937260"/>
                <a:gd name="connsiteY3" fmla="*/ 518160 h 556260"/>
                <a:gd name="connsiteX4" fmla="*/ 0 w 937260"/>
                <a:gd name="connsiteY4" fmla="*/ 556260 h 556260"/>
                <a:gd name="connsiteX0" fmla="*/ 0 w 937260"/>
                <a:gd name="connsiteY0" fmla="*/ 556260 h 701040"/>
                <a:gd name="connsiteX1" fmla="*/ 937260 w 937260"/>
                <a:gd name="connsiteY1" fmla="*/ 0 h 701040"/>
                <a:gd name="connsiteX2" fmla="*/ 883920 w 937260"/>
                <a:gd name="connsiteY2" fmla="*/ 518160 h 701040"/>
                <a:gd name="connsiteX3" fmla="*/ 335280 w 937260"/>
                <a:gd name="connsiteY3" fmla="*/ 701040 h 701040"/>
                <a:gd name="connsiteX4" fmla="*/ 0 w 937260"/>
                <a:gd name="connsiteY4" fmla="*/ 556260 h 701040"/>
                <a:gd name="connsiteX0" fmla="*/ 0 w 2194560"/>
                <a:gd name="connsiteY0" fmla="*/ 556260 h 701040"/>
                <a:gd name="connsiteX1" fmla="*/ 937260 w 2194560"/>
                <a:gd name="connsiteY1" fmla="*/ 0 h 701040"/>
                <a:gd name="connsiteX2" fmla="*/ 2194560 w 2194560"/>
                <a:gd name="connsiteY2" fmla="*/ 266700 h 701040"/>
                <a:gd name="connsiteX3" fmla="*/ 335280 w 2194560"/>
                <a:gd name="connsiteY3" fmla="*/ 701040 h 701040"/>
                <a:gd name="connsiteX4" fmla="*/ 0 w 2194560"/>
                <a:gd name="connsiteY4" fmla="*/ 556260 h 701040"/>
                <a:gd name="connsiteX0" fmla="*/ 0 w 2456180"/>
                <a:gd name="connsiteY0" fmla="*/ 556260 h 701040"/>
                <a:gd name="connsiteX1" fmla="*/ 937260 w 2456180"/>
                <a:gd name="connsiteY1" fmla="*/ 0 h 701040"/>
                <a:gd name="connsiteX2" fmla="*/ 2456180 w 2456180"/>
                <a:gd name="connsiteY2" fmla="*/ 83820 h 701040"/>
                <a:gd name="connsiteX3" fmla="*/ 2194560 w 2456180"/>
                <a:gd name="connsiteY3" fmla="*/ 266700 h 701040"/>
                <a:gd name="connsiteX4" fmla="*/ 335280 w 2456180"/>
                <a:gd name="connsiteY4" fmla="*/ 701040 h 701040"/>
                <a:gd name="connsiteX5" fmla="*/ 0 w 2456180"/>
                <a:gd name="connsiteY5" fmla="*/ 556260 h 701040"/>
                <a:gd name="connsiteX0" fmla="*/ 0 w 2469922"/>
                <a:gd name="connsiteY0" fmla="*/ 601891 h 746671"/>
                <a:gd name="connsiteX1" fmla="*/ 937260 w 2469922"/>
                <a:gd name="connsiteY1" fmla="*/ 45631 h 746671"/>
                <a:gd name="connsiteX2" fmla="*/ 2303780 w 2469922"/>
                <a:gd name="connsiteY2" fmla="*/ 30391 h 746671"/>
                <a:gd name="connsiteX3" fmla="*/ 2456180 w 2469922"/>
                <a:gd name="connsiteY3" fmla="*/ 129451 h 746671"/>
                <a:gd name="connsiteX4" fmla="*/ 2194560 w 2469922"/>
                <a:gd name="connsiteY4" fmla="*/ 312331 h 746671"/>
                <a:gd name="connsiteX5" fmla="*/ 335280 w 2469922"/>
                <a:gd name="connsiteY5" fmla="*/ 746671 h 746671"/>
                <a:gd name="connsiteX6" fmla="*/ 0 w 2469922"/>
                <a:gd name="connsiteY6" fmla="*/ 601891 h 746671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19 h 876299"/>
                <a:gd name="connsiteX1" fmla="*/ 937260 w 2456180"/>
                <a:gd name="connsiteY1" fmla="*/ 175259 h 876299"/>
                <a:gd name="connsiteX2" fmla="*/ 2258060 w 2456180"/>
                <a:gd name="connsiteY2" fmla="*/ 0 h 876299"/>
                <a:gd name="connsiteX3" fmla="*/ 2303780 w 2456180"/>
                <a:gd name="connsiteY3" fmla="*/ 160019 h 876299"/>
                <a:gd name="connsiteX4" fmla="*/ 2456180 w 2456180"/>
                <a:gd name="connsiteY4" fmla="*/ 259079 h 876299"/>
                <a:gd name="connsiteX5" fmla="*/ 2194560 w 2456180"/>
                <a:gd name="connsiteY5" fmla="*/ 441959 h 876299"/>
                <a:gd name="connsiteX6" fmla="*/ 335280 w 2456180"/>
                <a:gd name="connsiteY6" fmla="*/ 876299 h 876299"/>
                <a:gd name="connsiteX7" fmla="*/ 0 w 2456180"/>
                <a:gd name="connsiteY7" fmla="*/ 731519 h 87629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1009753"/>
                <a:gd name="connsiteX1" fmla="*/ 937260 w 2413318"/>
                <a:gd name="connsiteY1" fmla="*/ 167639 h 1009753"/>
                <a:gd name="connsiteX2" fmla="*/ 2212340 w 2413318"/>
                <a:gd name="connsiteY2" fmla="*/ 0 h 1009753"/>
                <a:gd name="connsiteX3" fmla="*/ 2303780 w 2413318"/>
                <a:gd name="connsiteY3" fmla="*/ 152399 h 1009753"/>
                <a:gd name="connsiteX4" fmla="*/ 2413318 w 2413318"/>
                <a:gd name="connsiteY4" fmla="*/ 270509 h 1009753"/>
                <a:gd name="connsiteX5" fmla="*/ 2194560 w 2413318"/>
                <a:gd name="connsiteY5" fmla="*/ 434339 h 1009753"/>
                <a:gd name="connsiteX6" fmla="*/ 335280 w 2413318"/>
                <a:gd name="connsiteY6" fmla="*/ 868679 h 1009753"/>
                <a:gd name="connsiteX7" fmla="*/ 0 w 2413318"/>
                <a:gd name="connsiteY7" fmla="*/ 723899 h 1009753"/>
                <a:gd name="connsiteX0" fmla="*/ 0 w 2413318"/>
                <a:gd name="connsiteY0" fmla="*/ 723899 h 1242328"/>
                <a:gd name="connsiteX1" fmla="*/ 937260 w 2413318"/>
                <a:gd name="connsiteY1" fmla="*/ 167639 h 1242328"/>
                <a:gd name="connsiteX2" fmla="*/ 2212340 w 2413318"/>
                <a:gd name="connsiteY2" fmla="*/ 0 h 1242328"/>
                <a:gd name="connsiteX3" fmla="*/ 2303780 w 2413318"/>
                <a:gd name="connsiteY3" fmla="*/ 152399 h 1242328"/>
                <a:gd name="connsiteX4" fmla="*/ 2413318 w 2413318"/>
                <a:gd name="connsiteY4" fmla="*/ 270509 h 1242328"/>
                <a:gd name="connsiteX5" fmla="*/ 2194560 w 2413318"/>
                <a:gd name="connsiteY5" fmla="*/ 434339 h 1242328"/>
                <a:gd name="connsiteX6" fmla="*/ 335280 w 2413318"/>
                <a:gd name="connsiteY6" fmla="*/ 868679 h 1242328"/>
                <a:gd name="connsiteX7" fmla="*/ 0 w 2413318"/>
                <a:gd name="connsiteY7" fmla="*/ 723899 h 1242328"/>
                <a:gd name="connsiteX0" fmla="*/ 0 w 2413318"/>
                <a:gd name="connsiteY0" fmla="*/ 723899 h 1233835"/>
                <a:gd name="connsiteX1" fmla="*/ 937260 w 2413318"/>
                <a:gd name="connsiteY1" fmla="*/ 167639 h 1233835"/>
                <a:gd name="connsiteX2" fmla="*/ 2212340 w 2413318"/>
                <a:gd name="connsiteY2" fmla="*/ 0 h 1233835"/>
                <a:gd name="connsiteX3" fmla="*/ 2303780 w 2413318"/>
                <a:gd name="connsiteY3" fmla="*/ 152399 h 1233835"/>
                <a:gd name="connsiteX4" fmla="*/ 2413318 w 2413318"/>
                <a:gd name="connsiteY4" fmla="*/ 270509 h 1233835"/>
                <a:gd name="connsiteX5" fmla="*/ 2194560 w 2413318"/>
                <a:gd name="connsiteY5" fmla="*/ 434339 h 1233835"/>
                <a:gd name="connsiteX6" fmla="*/ 335280 w 2413318"/>
                <a:gd name="connsiteY6" fmla="*/ 868679 h 1233835"/>
                <a:gd name="connsiteX7" fmla="*/ 0 w 2413318"/>
                <a:gd name="connsiteY7" fmla="*/ 723899 h 1233835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49899 w 2127937"/>
                <a:gd name="connsiteY0" fmla="*/ 868679 h 1244469"/>
                <a:gd name="connsiteX1" fmla="*/ 651879 w 2127937"/>
                <a:gd name="connsiteY1" fmla="*/ 167639 h 1244469"/>
                <a:gd name="connsiteX2" fmla="*/ 1926959 w 2127937"/>
                <a:gd name="connsiteY2" fmla="*/ 0 h 1244469"/>
                <a:gd name="connsiteX3" fmla="*/ 2018399 w 2127937"/>
                <a:gd name="connsiteY3" fmla="*/ 152399 h 1244469"/>
                <a:gd name="connsiteX4" fmla="*/ 2127937 w 2127937"/>
                <a:gd name="connsiteY4" fmla="*/ 270509 h 1244469"/>
                <a:gd name="connsiteX5" fmla="*/ 1909179 w 2127937"/>
                <a:gd name="connsiteY5" fmla="*/ 434339 h 1244469"/>
                <a:gd name="connsiteX6" fmla="*/ 49899 w 2127937"/>
                <a:gd name="connsiteY6" fmla="*/ 868679 h 1244469"/>
                <a:gd name="connsiteX0" fmla="*/ 49899 w 2127937"/>
                <a:gd name="connsiteY0" fmla="*/ 868679 h 869112"/>
                <a:gd name="connsiteX1" fmla="*/ 651879 w 2127937"/>
                <a:gd name="connsiteY1" fmla="*/ 167639 h 869112"/>
                <a:gd name="connsiteX2" fmla="*/ 1926959 w 2127937"/>
                <a:gd name="connsiteY2" fmla="*/ 0 h 869112"/>
                <a:gd name="connsiteX3" fmla="*/ 2018399 w 2127937"/>
                <a:gd name="connsiteY3" fmla="*/ 152399 h 869112"/>
                <a:gd name="connsiteX4" fmla="*/ 2127937 w 2127937"/>
                <a:gd name="connsiteY4" fmla="*/ 270509 h 869112"/>
                <a:gd name="connsiteX5" fmla="*/ 49899 w 2127937"/>
                <a:gd name="connsiteY5" fmla="*/ 868679 h 869112"/>
                <a:gd name="connsiteX0" fmla="*/ 49899 w 2021520"/>
                <a:gd name="connsiteY0" fmla="*/ 868679 h 1230668"/>
                <a:gd name="connsiteX1" fmla="*/ 651879 w 2021520"/>
                <a:gd name="connsiteY1" fmla="*/ 167639 h 1230668"/>
                <a:gd name="connsiteX2" fmla="*/ 1926959 w 2021520"/>
                <a:gd name="connsiteY2" fmla="*/ 0 h 1230668"/>
                <a:gd name="connsiteX3" fmla="*/ 2018399 w 2021520"/>
                <a:gd name="connsiteY3" fmla="*/ 152399 h 1230668"/>
                <a:gd name="connsiteX4" fmla="*/ 515037 w 2021520"/>
                <a:gd name="connsiteY4" fmla="*/ 1210309 h 1230668"/>
                <a:gd name="connsiteX5" fmla="*/ 49899 w 2021520"/>
                <a:gd name="connsiteY5" fmla="*/ 868679 h 1230668"/>
                <a:gd name="connsiteX0" fmla="*/ 49899 w 1926959"/>
                <a:gd name="connsiteY0" fmla="*/ 868679 h 1230668"/>
                <a:gd name="connsiteX1" fmla="*/ 651879 w 1926959"/>
                <a:gd name="connsiteY1" fmla="*/ 167639 h 1230668"/>
                <a:gd name="connsiteX2" fmla="*/ 1926959 w 1926959"/>
                <a:gd name="connsiteY2" fmla="*/ 0 h 1230668"/>
                <a:gd name="connsiteX3" fmla="*/ 515037 w 1926959"/>
                <a:gd name="connsiteY3" fmla="*/ 1210309 h 1230668"/>
                <a:gd name="connsiteX4" fmla="*/ 49899 w 1926959"/>
                <a:gd name="connsiteY4" fmla="*/ 868679 h 1230668"/>
                <a:gd name="connsiteX0" fmla="*/ 49899 w 677467"/>
                <a:gd name="connsiteY0" fmla="*/ 701040 h 1063029"/>
                <a:gd name="connsiteX1" fmla="*/ 651879 w 677467"/>
                <a:gd name="connsiteY1" fmla="*/ 0 h 1063029"/>
                <a:gd name="connsiteX2" fmla="*/ 515037 w 677467"/>
                <a:gd name="connsiteY2" fmla="*/ 1042670 h 1063029"/>
                <a:gd name="connsiteX3" fmla="*/ 49899 w 677467"/>
                <a:gd name="connsiteY3" fmla="*/ 701040 h 1063029"/>
                <a:gd name="connsiteX0" fmla="*/ 49441 w 682525"/>
                <a:gd name="connsiteY0" fmla="*/ 281940 h 643929"/>
                <a:gd name="connsiteX1" fmla="*/ 657771 w 682525"/>
                <a:gd name="connsiteY1" fmla="*/ 0 h 643929"/>
                <a:gd name="connsiteX2" fmla="*/ 514579 w 682525"/>
                <a:gd name="connsiteY2" fmla="*/ 623570 h 643929"/>
                <a:gd name="connsiteX3" fmla="*/ 49441 w 682525"/>
                <a:gd name="connsiteY3" fmla="*/ 281940 h 643929"/>
                <a:gd name="connsiteX0" fmla="*/ 49441 w 700055"/>
                <a:gd name="connsiteY0" fmla="*/ 281940 h 643929"/>
                <a:gd name="connsiteX1" fmla="*/ 657771 w 700055"/>
                <a:gd name="connsiteY1" fmla="*/ 0 h 643929"/>
                <a:gd name="connsiteX2" fmla="*/ 514579 w 700055"/>
                <a:gd name="connsiteY2" fmla="*/ 623570 h 643929"/>
                <a:gd name="connsiteX3" fmla="*/ 49441 w 700055"/>
                <a:gd name="connsiteY3" fmla="*/ 281940 h 643929"/>
                <a:gd name="connsiteX0" fmla="*/ 49441 w 700055"/>
                <a:gd name="connsiteY0" fmla="*/ 281940 h 643696"/>
                <a:gd name="connsiteX1" fmla="*/ 657771 w 700055"/>
                <a:gd name="connsiteY1" fmla="*/ 0 h 643696"/>
                <a:gd name="connsiteX2" fmla="*/ 514579 w 700055"/>
                <a:gd name="connsiteY2" fmla="*/ 623570 h 643696"/>
                <a:gd name="connsiteX3" fmla="*/ 49441 w 700055"/>
                <a:gd name="connsiteY3" fmla="*/ 281940 h 643696"/>
                <a:gd name="connsiteX0" fmla="*/ 50840 w 682404"/>
                <a:gd name="connsiteY0" fmla="*/ 313690 h 644972"/>
                <a:gd name="connsiteX1" fmla="*/ 640120 w 682404"/>
                <a:gd name="connsiteY1" fmla="*/ 0 h 644972"/>
                <a:gd name="connsiteX2" fmla="*/ 496928 w 682404"/>
                <a:gd name="connsiteY2" fmla="*/ 623570 h 644972"/>
                <a:gd name="connsiteX3" fmla="*/ 50840 w 682404"/>
                <a:gd name="connsiteY3" fmla="*/ 313690 h 644972"/>
                <a:gd name="connsiteX0" fmla="*/ 47684 w 723698"/>
                <a:gd name="connsiteY0" fmla="*/ 250190 h 642564"/>
                <a:gd name="connsiteX1" fmla="*/ 681414 w 723698"/>
                <a:gd name="connsiteY1" fmla="*/ 0 h 642564"/>
                <a:gd name="connsiteX2" fmla="*/ 538222 w 723698"/>
                <a:gd name="connsiteY2" fmla="*/ 623570 h 642564"/>
                <a:gd name="connsiteX3" fmla="*/ 47684 w 723698"/>
                <a:gd name="connsiteY3" fmla="*/ 250190 h 642564"/>
                <a:gd name="connsiteX0" fmla="*/ 54419 w 676981"/>
                <a:gd name="connsiteY0" fmla="*/ 447040 h 839414"/>
                <a:gd name="connsiteX1" fmla="*/ 599249 w 676981"/>
                <a:gd name="connsiteY1" fmla="*/ 0 h 839414"/>
                <a:gd name="connsiteX2" fmla="*/ 544957 w 676981"/>
                <a:gd name="connsiteY2" fmla="*/ 820420 h 839414"/>
                <a:gd name="connsiteX3" fmla="*/ 54419 w 676981"/>
                <a:gd name="connsiteY3" fmla="*/ 447040 h 839414"/>
                <a:gd name="connsiteX0" fmla="*/ 54419 w 723501"/>
                <a:gd name="connsiteY0" fmla="*/ 447040 h 839414"/>
                <a:gd name="connsiteX1" fmla="*/ 599249 w 723501"/>
                <a:gd name="connsiteY1" fmla="*/ 0 h 839414"/>
                <a:gd name="connsiteX2" fmla="*/ 544957 w 723501"/>
                <a:gd name="connsiteY2" fmla="*/ 820420 h 839414"/>
                <a:gd name="connsiteX3" fmla="*/ 54419 w 723501"/>
                <a:gd name="connsiteY3" fmla="*/ 447040 h 839414"/>
                <a:gd name="connsiteX0" fmla="*/ 598725 w 722977"/>
                <a:gd name="connsiteY0" fmla="*/ 0 h 839414"/>
                <a:gd name="connsiteX1" fmla="*/ 544433 w 722977"/>
                <a:gd name="connsiteY1" fmla="*/ 820420 h 839414"/>
                <a:gd name="connsiteX2" fmla="*/ 53895 w 722977"/>
                <a:gd name="connsiteY2" fmla="*/ 447040 h 839414"/>
                <a:gd name="connsiteX3" fmla="*/ 690165 w 722977"/>
                <a:gd name="connsiteY3" fmla="*/ 91440 h 839414"/>
                <a:gd name="connsiteX0" fmla="*/ 544830 w 669082"/>
                <a:gd name="connsiteY0" fmla="*/ 0 h 839414"/>
                <a:gd name="connsiteX1" fmla="*/ 490538 w 669082"/>
                <a:gd name="connsiteY1" fmla="*/ 820420 h 839414"/>
                <a:gd name="connsiteX2" fmla="*/ 0 w 669082"/>
                <a:gd name="connsiteY2" fmla="*/ 447040 h 83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9082" h="839414">
                  <a:moveTo>
                    <a:pt x="544830" y="0"/>
                  </a:moveTo>
                  <a:cubicBezTo>
                    <a:pt x="622353" y="56938"/>
                    <a:pt x="806768" y="551180"/>
                    <a:pt x="490538" y="820420"/>
                  </a:cubicBezTo>
                  <a:cubicBezTo>
                    <a:pt x="162455" y="939800"/>
                    <a:pt x="176160" y="457835"/>
                    <a:pt x="0" y="447040"/>
                  </a:cubicBezTo>
                </a:path>
              </a:pathLst>
            </a:custGeom>
            <a:solidFill>
              <a:srgbClr val="C8D5FF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71440C7-BEE9-74B1-9B70-0EB0ABCE2FBB}"/>
                </a:ext>
              </a:extLst>
            </p:cNvPr>
            <p:cNvSpPr/>
            <p:nvPr/>
          </p:nvSpPr>
          <p:spPr>
            <a:xfrm>
              <a:off x="4977719" y="3886200"/>
              <a:ext cx="435216" cy="620000"/>
            </a:xfrm>
            <a:custGeom>
              <a:avLst/>
              <a:gdLst>
                <a:gd name="connsiteX0" fmla="*/ 322477 w 435216"/>
                <a:gd name="connsiteY0" fmla="*/ 0 h 620000"/>
                <a:gd name="connsiteX1" fmla="*/ 353319 w 435216"/>
                <a:gd name="connsiteY1" fmla="*/ 59483 h 620000"/>
                <a:gd name="connsiteX2" fmla="*/ 383994 w 435216"/>
                <a:gd name="connsiteY2" fmla="*/ 142335 h 620000"/>
                <a:gd name="connsiteX3" fmla="*/ 325757 w 435216"/>
                <a:gd name="connsiteY3" fmla="*/ 618931 h 620000"/>
                <a:gd name="connsiteX4" fmla="*/ 26759 w 435216"/>
                <a:gd name="connsiteY4" fmla="*/ 276276 h 620000"/>
                <a:gd name="connsiteX5" fmla="*/ 0 w 435216"/>
                <a:gd name="connsiteY5" fmla="*/ 184892 h 620000"/>
                <a:gd name="connsiteX6" fmla="*/ 70363 w 435216"/>
                <a:gd name="connsiteY6" fmla="*/ 138665 h 620000"/>
                <a:gd name="connsiteX7" fmla="*/ 313657 w 435216"/>
                <a:gd name="connsiteY7" fmla="*/ 4268 h 620000"/>
                <a:gd name="connsiteX8" fmla="*/ 322477 w 435216"/>
                <a:gd name="connsiteY8" fmla="*/ 0 h 6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216" h="620000">
                  <a:moveTo>
                    <a:pt x="322477" y="0"/>
                  </a:moveTo>
                  <a:lnTo>
                    <a:pt x="353319" y="59483"/>
                  </a:lnTo>
                  <a:cubicBezTo>
                    <a:pt x="364929" y="85582"/>
                    <a:pt x="375296" y="113235"/>
                    <a:pt x="383994" y="142335"/>
                  </a:cubicBezTo>
                  <a:cubicBezTo>
                    <a:pt x="453577" y="375141"/>
                    <a:pt x="468128" y="563667"/>
                    <a:pt x="325757" y="618931"/>
                  </a:cubicBezTo>
                  <a:cubicBezTo>
                    <a:pt x="194931" y="633950"/>
                    <a:pt x="96051" y="489359"/>
                    <a:pt x="26759" y="276276"/>
                  </a:cubicBezTo>
                  <a:lnTo>
                    <a:pt x="0" y="184892"/>
                  </a:lnTo>
                  <a:lnTo>
                    <a:pt x="70363" y="138665"/>
                  </a:lnTo>
                  <a:cubicBezTo>
                    <a:pt x="145290" y="92752"/>
                    <a:pt x="230449" y="46253"/>
                    <a:pt x="313657" y="4268"/>
                  </a:cubicBezTo>
                  <a:lnTo>
                    <a:pt x="322477" y="0"/>
                  </a:lnTo>
                  <a:close/>
                </a:path>
              </a:pathLst>
            </a:custGeom>
            <a:solidFill>
              <a:srgbClr val="FD486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ECE59A0E-9573-0941-1B82-C722BAA7CEC6}"/>
                </a:ext>
              </a:extLst>
            </p:cNvPr>
            <p:cNvGrpSpPr/>
            <p:nvPr/>
          </p:nvGrpSpPr>
          <p:grpSpPr>
            <a:xfrm>
              <a:off x="4040075" y="2805539"/>
              <a:ext cx="782870" cy="947334"/>
              <a:chOff x="4040075" y="2805539"/>
              <a:chExt cx="782870" cy="947334"/>
            </a:xfrm>
          </p:grpSpPr>
          <p:sp>
            <p:nvSpPr>
              <p:cNvPr id="150" name="Rectangle 41">
                <a:extLst>
                  <a:ext uri="{FF2B5EF4-FFF2-40B4-BE49-F238E27FC236}">
                    <a16:creationId xmlns:a16="http://schemas.microsoft.com/office/drawing/2014/main" id="{FEFC2C01-39D2-B944-4DD5-5E840C343458}"/>
                  </a:ext>
                </a:extLst>
              </p:cNvPr>
              <p:cNvSpPr/>
              <p:nvPr/>
            </p:nvSpPr>
            <p:spPr>
              <a:xfrm>
                <a:off x="4048124" y="3139374"/>
                <a:ext cx="295465" cy="589906"/>
              </a:xfrm>
              <a:custGeom>
                <a:avLst/>
                <a:gdLst>
                  <a:gd name="connsiteX0" fmla="*/ 0 w 349440"/>
                  <a:gd name="connsiteY0" fmla="*/ 0 h 354956"/>
                  <a:gd name="connsiteX1" fmla="*/ 349440 w 349440"/>
                  <a:gd name="connsiteY1" fmla="*/ 0 h 354956"/>
                  <a:gd name="connsiteX2" fmla="*/ 349440 w 349440"/>
                  <a:gd name="connsiteY2" fmla="*/ 354956 h 354956"/>
                  <a:gd name="connsiteX3" fmla="*/ 0 w 349440"/>
                  <a:gd name="connsiteY3" fmla="*/ 354956 h 354956"/>
                  <a:gd name="connsiteX4" fmla="*/ 0 w 349440"/>
                  <a:gd name="connsiteY4" fmla="*/ 0 h 354956"/>
                  <a:gd name="connsiteX0" fmla="*/ 409575 w 759015"/>
                  <a:gd name="connsiteY0" fmla="*/ 0 h 354956"/>
                  <a:gd name="connsiteX1" fmla="*/ 759015 w 759015"/>
                  <a:gd name="connsiteY1" fmla="*/ 0 h 354956"/>
                  <a:gd name="connsiteX2" fmla="*/ 759015 w 759015"/>
                  <a:gd name="connsiteY2" fmla="*/ 354956 h 354956"/>
                  <a:gd name="connsiteX3" fmla="*/ 0 w 759015"/>
                  <a:gd name="connsiteY3" fmla="*/ 272406 h 354956"/>
                  <a:gd name="connsiteX4" fmla="*/ 409575 w 759015"/>
                  <a:gd name="connsiteY4" fmla="*/ 0 h 354956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295465"/>
                  <a:gd name="connsiteY0" fmla="*/ 0 h 589906"/>
                  <a:gd name="connsiteX1" fmla="*/ 295465 w 295465"/>
                  <a:gd name="connsiteY1" fmla="*/ 589906 h 589906"/>
                  <a:gd name="connsiteX2" fmla="*/ 0 w 295465"/>
                  <a:gd name="connsiteY2" fmla="*/ 383531 h 589906"/>
                  <a:gd name="connsiteX3" fmla="*/ 215900 w 295465"/>
                  <a:gd name="connsiteY3" fmla="*/ 0 h 58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65" h="589906">
                    <a:moveTo>
                      <a:pt x="215900" y="0"/>
                    </a:moveTo>
                    <a:lnTo>
                      <a:pt x="295465" y="589906"/>
                    </a:lnTo>
                    <a:cubicBezTo>
                      <a:pt x="108077" y="543339"/>
                      <a:pt x="98488" y="452323"/>
                      <a:pt x="0" y="383531"/>
                    </a:cubicBezTo>
                    <a:cubicBezTo>
                      <a:pt x="56092" y="281087"/>
                      <a:pt x="58208" y="102444"/>
                      <a:pt x="2159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4E28C725-87BA-13D0-7D70-9FBF368DEF25}"/>
                  </a:ext>
                </a:extLst>
              </p:cNvPr>
              <p:cNvSpPr/>
              <p:nvPr/>
            </p:nvSpPr>
            <p:spPr>
              <a:xfrm>
                <a:off x="4122919" y="3052847"/>
                <a:ext cx="700026" cy="700026"/>
              </a:xfrm>
              <a:prstGeom prst="ellipse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5C78DC2A-AD8E-8AAC-F9E8-2E5A456BEE4B}"/>
                  </a:ext>
                </a:extLst>
              </p:cNvPr>
              <p:cNvSpPr/>
              <p:nvPr/>
            </p:nvSpPr>
            <p:spPr>
              <a:xfrm>
                <a:off x="4242597" y="3215167"/>
                <a:ext cx="256303" cy="256303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C1E4288-9D9A-A80B-DC9F-DADA651CB1E1}"/>
                  </a:ext>
                </a:extLst>
              </p:cNvPr>
              <p:cNvSpPr/>
              <p:nvPr/>
            </p:nvSpPr>
            <p:spPr>
              <a:xfrm>
                <a:off x="4554502" y="3384594"/>
                <a:ext cx="128152" cy="128152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A22EDC6-DE64-83B5-FD93-7BF7A56B9CC5}"/>
                  </a:ext>
                </a:extLst>
              </p:cNvPr>
              <p:cNvSpPr/>
              <p:nvPr/>
            </p:nvSpPr>
            <p:spPr>
              <a:xfrm rot="19388233">
                <a:off x="4040075" y="2805539"/>
                <a:ext cx="437683" cy="119031"/>
              </a:xfrm>
              <a:custGeom>
                <a:avLst/>
                <a:gdLst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642699 w 695754"/>
                  <a:gd name="connsiteY3" fmla="*/ 182579 h 237229"/>
                  <a:gd name="connsiteX4" fmla="*/ 262316 w 695754"/>
                  <a:gd name="connsiteY4" fmla="*/ 48668 h 237229"/>
                  <a:gd name="connsiteX5" fmla="*/ 52924 w 695754"/>
                  <a:gd name="connsiteY5" fmla="*/ 84597 h 237229"/>
                  <a:gd name="connsiteX6" fmla="*/ 0 w 695754"/>
                  <a:gd name="connsiteY6" fmla="*/ 109011 h 237229"/>
                  <a:gd name="connsiteX7" fmla="*/ 68274 w 695754"/>
                  <a:gd name="connsiteY7" fmla="*/ 60554 h 237229"/>
                  <a:gd name="connsiteX8" fmla="*/ 328891 w 695754"/>
                  <a:gd name="connsiteY8" fmla="*/ 1225 h 237229"/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262316 w 695754"/>
                  <a:gd name="connsiteY3" fmla="*/ 48668 h 237229"/>
                  <a:gd name="connsiteX4" fmla="*/ 52924 w 695754"/>
                  <a:gd name="connsiteY4" fmla="*/ 84597 h 237229"/>
                  <a:gd name="connsiteX5" fmla="*/ 0 w 695754"/>
                  <a:gd name="connsiteY5" fmla="*/ 109011 h 237229"/>
                  <a:gd name="connsiteX6" fmla="*/ 68274 w 695754"/>
                  <a:gd name="connsiteY6" fmla="*/ 60554 h 237229"/>
                  <a:gd name="connsiteX7" fmla="*/ 328891 w 695754"/>
                  <a:gd name="connsiteY7" fmla="*/ 1225 h 237229"/>
                  <a:gd name="connsiteX0" fmla="*/ 328891 w 692384"/>
                  <a:gd name="connsiteY0" fmla="*/ 1225 h 229777"/>
                  <a:gd name="connsiteX1" fmla="*/ 692384 w 692384"/>
                  <a:gd name="connsiteY1" fmla="*/ 229777 h 229777"/>
                  <a:gd name="connsiteX2" fmla="*/ 689787 w 692384"/>
                  <a:gd name="connsiteY2" fmla="*/ 139703 h 229777"/>
                  <a:gd name="connsiteX3" fmla="*/ 262316 w 692384"/>
                  <a:gd name="connsiteY3" fmla="*/ 48668 h 229777"/>
                  <a:gd name="connsiteX4" fmla="*/ 52924 w 692384"/>
                  <a:gd name="connsiteY4" fmla="*/ 84597 h 229777"/>
                  <a:gd name="connsiteX5" fmla="*/ 0 w 692384"/>
                  <a:gd name="connsiteY5" fmla="*/ 109011 h 229777"/>
                  <a:gd name="connsiteX6" fmla="*/ 68274 w 692384"/>
                  <a:gd name="connsiteY6" fmla="*/ 60554 h 229777"/>
                  <a:gd name="connsiteX7" fmla="*/ 328891 w 692384"/>
                  <a:gd name="connsiteY7" fmla="*/ 1225 h 229777"/>
                  <a:gd name="connsiteX0" fmla="*/ 328891 w 692384"/>
                  <a:gd name="connsiteY0" fmla="*/ 1225 h 230052"/>
                  <a:gd name="connsiteX1" fmla="*/ 692384 w 692384"/>
                  <a:gd name="connsiteY1" fmla="*/ 229777 h 230052"/>
                  <a:gd name="connsiteX2" fmla="*/ 262316 w 692384"/>
                  <a:gd name="connsiteY2" fmla="*/ 48668 h 230052"/>
                  <a:gd name="connsiteX3" fmla="*/ 52924 w 692384"/>
                  <a:gd name="connsiteY3" fmla="*/ 84597 h 230052"/>
                  <a:gd name="connsiteX4" fmla="*/ 0 w 692384"/>
                  <a:gd name="connsiteY4" fmla="*/ 109011 h 230052"/>
                  <a:gd name="connsiteX5" fmla="*/ 68274 w 692384"/>
                  <a:gd name="connsiteY5" fmla="*/ 60554 h 230052"/>
                  <a:gd name="connsiteX6" fmla="*/ 328891 w 692384"/>
                  <a:gd name="connsiteY6" fmla="*/ 1225 h 230052"/>
                  <a:gd name="connsiteX0" fmla="*/ 328891 w 684187"/>
                  <a:gd name="connsiteY0" fmla="*/ 1225 h 154279"/>
                  <a:gd name="connsiteX1" fmla="*/ 684187 w 684187"/>
                  <a:gd name="connsiteY1" fmla="*/ 153841 h 154279"/>
                  <a:gd name="connsiteX2" fmla="*/ 262316 w 684187"/>
                  <a:gd name="connsiteY2" fmla="*/ 48668 h 154279"/>
                  <a:gd name="connsiteX3" fmla="*/ 52924 w 684187"/>
                  <a:gd name="connsiteY3" fmla="*/ 84597 h 154279"/>
                  <a:gd name="connsiteX4" fmla="*/ 0 w 684187"/>
                  <a:gd name="connsiteY4" fmla="*/ 109011 h 154279"/>
                  <a:gd name="connsiteX5" fmla="*/ 68274 w 684187"/>
                  <a:gd name="connsiteY5" fmla="*/ 60554 h 154279"/>
                  <a:gd name="connsiteX6" fmla="*/ 328891 w 684187"/>
                  <a:gd name="connsiteY6" fmla="*/ 1225 h 154279"/>
                  <a:gd name="connsiteX0" fmla="*/ 328891 w 684187"/>
                  <a:gd name="connsiteY0" fmla="*/ 1225 h 155540"/>
                  <a:gd name="connsiteX1" fmla="*/ 684187 w 684187"/>
                  <a:gd name="connsiteY1" fmla="*/ 153841 h 155540"/>
                  <a:gd name="connsiteX2" fmla="*/ 52924 w 684187"/>
                  <a:gd name="connsiteY2" fmla="*/ 84597 h 155540"/>
                  <a:gd name="connsiteX3" fmla="*/ 0 w 684187"/>
                  <a:gd name="connsiteY3" fmla="*/ 109011 h 155540"/>
                  <a:gd name="connsiteX4" fmla="*/ 68274 w 684187"/>
                  <a:gd name="connsiteY4" fmla="*/ 60554 h 155540"/>
                  <a:gd name="connsiteX5" fmla="*/ 328891 w 684187"/>
                  <a:gd name="connsiteY5" fmla="*/ 1225 h 155540"/>
                  <a:gd name="connsiteX0" fmla="*/ 328891 w 684187"/>
                  <a:gd name="connsiteY0" fmla="*/ 1225 h 183415"/>
                  <a:gd name="connsiteX1" fmla="*/ 684187 w 684187"/>
                  <a:gd name="connsiteY1" fmla="*/ 153841 h 183415"/>
                  <a:gd name="connsiteX2" fmla="*/ 52924 w 684187"/>
                  <a:gd name="connsiteY2" fmla="*/ 84597 h 183415"/>
                  <a:gd name="connsiteX3" fmla="*/ 0 w 684187"/>
                  <a:gd name="connsiteY3" fmla="*/ 109011 h 183415"/>
                  <a:gd name="connsiteX4" fmla="*/ 68274 w 684187"/>
                  <a:gd name="connsiteY4" fmla="*/ 60554 h 183415"/>
                  <a:gd name="connsiteX5" fmla="*/ 328891 w 684187"/>
                  <a:gd name="connsiteY5" fmla="*/ 1225 h 183415"/>
                  <a:gd name="connsiteX0" fmla="*/ 328891 w 684187"/>
                  <a:gd name="connsiteY0" fmla="*/ 1225 h 157855"/>
                  <a:gd name="connsiteX1" fmla="*/ 684187 w 684187"/>
                  <a:gd name="connsiteY1" fmla="*/ 153841 h 157855"/>
                  <a:gd name="connsiteX2" fmla="*/ 0 w 684187"/>
                  <a:gd name="connsiteY2" fmla="*/ 109011 h 157855"/>
                  <a:gd name="connsiteX3" fmla="*/ 68274 w 684187"/>
                  <a:gd name="connsiteY3" fmla="*/ 60554 h 157855"/>
                  <a:gd name="connsiteX4" fmla="*/ 328891 w 684187"/>
                  <a:gd name="connsiteY4" fmla="*/ 1225 h 157855"/>
                  <a:gd name="connsiteX0" fmla="*/ 328891 w 684187"/>
                  <a:gd name="connsiteY0" fmla="*/ 1225 h 188492"/>
                  <a:gd name="connsiteX1" fmla="*/ 684187 w 684187"/>
                  <a:gd name="connsiteY1" fmla="*/ 153841 h 188492"/>
                  <a:gd name="connsiteX2" fmla="*/ 0 w 684187"/>
                  <a:gd name="connsiteY2" fmla="*/ 109011 h 188492"/>
                  <a:gd name="connsiteX3" fmla="*/ 68274 w 684187"/>
                  <a:gd name="connsiteY3" fmla="*/ 60554 h 188492"/>
                  <a:gd name="connsiteX4" fmla="*/ 328891 w 684187"/>
                  <a:gd name="connsiteY4" fmla="*/ 1225 h 188492"/>
                  <a:gd name="connsiteX0" fmla="*/ 328891 w 684207"/>
                  <a:gd name="connsiteY0" fmla="*/ 1225 h 160133"/>
                  <a:gd name="connsiteX1" fmla="*/ 684187 w 684207"/>
                  <a:gd name="connsiteY1" fmla="*/ 153841 h 160133"/>
                  <a:gd name="connsiteX2" fmla="*/ 332811 w 684207"/>
                  <a:gd name="connsiteY2" fmla="*/ 102174 h 160133"/>
                  <a:gd name="connsiteX3" fmla="*/ 0 w 684207"/>
                  <a:gd name="connsiteY3" fmla="*/ 109011 h 160133"/>
                  <a:gd name="connsiteX4" fmla="*/ 68274 w 684207"/>
                  <a:gd name="connsiteY4" fmla="*/ 60554 h 160133"/>
                  <a:gd name="connsiteX5" fmla="*/ 328891 w 684207"/>
                  <a:gd name="connsiteY5" fmla="*/ 1225 h 160133"/>
                  <a:gd name="connsiteX0" fmla="*/ 328891 w 684209"/>
                  <a:gd name="connsiteY0" fmla="*/ 1225 h 159104"/>
                  <a:gd name="connsiteX1" fmla="*/ 684187 w 684209"/>
                  <a:gd name="connsiteY1" fmla="*/ 153841 h 159104"/>
                  <a:gd name="connsiteX2" fmla="*/ 346209 w 684209"/>
                  <a:gd name="connsiteY2" fmla="*/ 84305 h 159104"/>
                  <a:gd name="connsiteX3" fmla="*/ 0 w 684209"/>
                  <a:gd name="connsiteY3" fmla="*/ 109011 h 159104"/>
                  <a:gd name="connsiteX4" fmla="*/ 68274 w 684209"/>
                  <a:gd name="connsiteY4" fmla="*/ 60554 h 159104"/>
                  <a:gd name="connsiteX5" fmla="*/ 328891 w 684209"/>
                  <a:gd name="connsiteY5" fmla="*/ 1225 h 159104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4187" h="186068">
                    <a:moveTo>
                      <a:pt x="328891" y="1225"/>
                    </a:moveTo>
                    <a:cubicBezTo>
                      <a:pt x="486290" y="12676"/>
                      <a:pt x="639353" y="19881"/>
                      <a:pt x="684187" y="153841"/>
                    </a:cubicBezTo>
                    <a:cubicBezTo>
                      <a:pt x="672689" y="249953"/>
                      <a:pt x="517566" y="102193"/>
                      <a:pt x="346209" y="84305"/>
                    </a:cubicBezTo>
                    <a:cubicBezTo>
                      <a:pt x="232178" y="76833"/>
                      <a:pt x="93717" y="88023"/>
                      <a:pt x="0" y="109011"/>
                    </a:cubicBezTo>
                    <a:lnTo>
                      <a:pt x="68274" y="60554"/>
                    </a:lnTo>
                    <a:cubicBezTo>
                      <a:pt x="144628" y="16682"/>
                      <a:pt x="234451" y="-5645"/>
                      <a:pt x="328891" y="122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DD99933-B105-D5C2-F526-44E1BFC5ABE2}"/>
                </a:ext>
              </a:extLst>
            </p:cNvPr>
            <p:cNvSpPr/>
            <p:nvPr/>
          </p:nvSpPr>
          <p:spPr>
            <a:xfrm>
              <a:off x="4005298" y="5987295"/>
              <a:ext cx="124811" cy="158367"/>
            </a:xfrm>
            <a:custGeom>
              <a:avLst/>
              <a:gdLst>
                <a:gd name="connsiteX0" fmla="*/ 4514 w 124811"/>
                <a:gd name="connsiteY0" fmla="*/ 0 h 158367"/>
                <a:gd name="connsiteX1" fmla="*/ 5421 w 124811"/>
                <a:gd name="connsiteY1" fmla="*/ 2 h 158367"/>
                <a:gd name="connsiteX2" fmla="*/ 124065 w 124811"/>
                <a:gd name="connsiteY2" fmla="*/ 93522 h 158367"/>
                <a:gd name="connsiteX3" fmla="*/ 116841 w 124811"/>
                <a:gd name="connsiteY3" fmla="*/ 140804 h 158367"/>
                <a:gd name="connsiteX4" fmla="*/ 103703 w 124811"/>
                <a:gd name="connsiteY4" fmla="*/ 158367 h 158367"/>
                <a:gd name="connsiteX5" fmla="*/ 78010 w 124811"/>
                <a:gd name="connsiteY5" fmla="*/ 145390 h 158367"/>
                <a:gd name="connsiteX6" fmla="*/ 350 w 124811"/>
                <a:gd name="connsiteY6" fmla="*/ 17267 h 158367"/>
                <a:gd name="connsiteX7" fmla="*/ 4514 w 124811"/>
                <a:gd name="connsiteY7" fmla="*/ 0 h 158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811" h="158367">
                  <a:moveTo>
                    <a:pt x="4514" y="0"/>
                  </a:moveTo>
                  <a:lnTo>
                    <a:pt x="5421" y="2"/>
                  </a:lnTo>
                  <a:cubicBezTo>
                    <a:pt x="68972" y="9444"/>
                    <a:pt x="117506" y="45139"/>
                    <a:pt x="124065" y="93522"/>
                  </a:cubicBezTo>
                  <a:cubicBezTo>
                    <a:pt x="126252" y="109650"/>
                    <a:pt x="123568" y="125661"/>
                    <a:pt x="116841" y="140804"/>
                  </a:cubicBezTo>
                  <a:lnTo>
                    <a:pt x="103703" y="158367"/>
                  </a:lnTo>
                  <a:lnTo>
                    <a:pt x="78010" y="145390"/>
                  </a:lnTo>
                  <a:cubicBezTo>
                    <a:pt x="18219" y="106663"/>
                    <a:pt x="-3064" y="62919"/>
                    <a:pt x="350" y="17267"/>
                  </a:cubicBezTo>
                  <a:lnTo>
                    <a:pt x="4514" y="0"/>
                  </a:ln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7CD8924-9331-914E-1942-38413E5D5DBC}"/>
                </a:ext>
              </a:extLst>
            </p:cNvPr>
            <p:cNvSpPr/>
            <p:nvPr/>
          </p:nvSpPr>
          <p:spPr>
            <a:xfrm>
              <a:off x="4095650" y="6066478"/>
              <a:ext cx="237241" cy="154463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FF3408B-08A6-2D1B-001F-58CB8642BBC2}"/>
                </a:ext>
              </a:extLst>
            </p:cNvPr>
            <p:cNvSpPr/>
            <p:nvPr/>
          </p:nvSpPr>
          <p:spPr>
            <a:xfrm rot="1865044" flipH="1">
              <a:off x="4339231" y="6150769"/>
              <a:ext cx="182806" cy="119021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76811C7-DE53-E821-5361-A6CE71E2136E}"/>
                </a:ext>
              </a:extLst>
            </p:cNvPr>
            <p:cNvSpPr/>
            <p:nvPr/>
          </p:nvSpPr>
          <p:spPr>
            <a:xfrm rot="1311226" flipH="1">
              <a:off x="5751463" y="6004835"/>
              <a:ext cx="124811" cy="158367"/>
            </a:xfrm>
            <a:custGeom>
              <a:avLst/>
              <a:gdLst>
                <a:gd name="connsiteX0" fmla="*/ 4514 w 124811"/>
                <a:gd name="connsiteY0" fmla="*/ 0 h 158367"/>
                <a:gd name="connsiteX1" fmla="*/ 5421 w 124811"/>
                <a:gd name="connsiteY1" fmla="*/ 2 h 158367"/>
                <a:gd name="connsiteX2" fmla="*/ 124065 w 124811"/>
                <a:gd name="connsiteY2" fmla="*/ 93522 h 158367"/>
                <a:gd name="connsiteX3" fmla="*/ 116841 w 124811"/>
                <a:gd name="connsiteY3" fmla="*/ 140804 h 158367"/>
                <a:gd name="connsiteX4" fmla="*/ 103703 w 124811"/>
                <a:gd name="connsiteY4" fmla="*/ 158367 h 158367"/>
                <a:gd name="connsiteX5" fmla="*/ 78010 w 124811"/>
                <a:gd name="connsiteY5" fmla="*/ 145390 h 158367"/>
                <a:gd name="connsiteX6" fmla="*/ 350 w 124811"/>
                <a:gd name="connsiteY6" fmla="*/ 17267 h 158367"/>
                <a:gd name="connsiteX7" fmla="*/ 4514 w 124811"/>
                <a:gd name="connsiteY7" fmla="*/ 0 h 158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811" h="158367">
                  <a:moveTo>
                    <a:pt x="4514" y="0"/>
                  </a:moveTo>
                  <a:lnTo>
                    <a:pt x="5421" y="2"/>
                  </a:lnTo>
                  <a:cubicBezTo>
                    <a:pt x="68972" y="9444"/>
                    <a:pt x="117506" y="45139"/>
                    <a:pt x="124065" y="93522"/>
                  </a:cubicBezTo>
                  <a:cubicBezTo>
                    <a:pt x="126252" y="109650"/>
                    <a:pt x="123568" y="125661"/>
                    <a:pt x="116841" y="140804"/>
                  </a:cubicBezTo>
                  <a:lnTo>
                    <a:pt x="103703" y="158367"/>
                  </a:lnTo>
                  <a:lnTo>
                    <a:pt x="78010" y="145390"/>
                  </a:lnTo>
                  <a:cubicBezTo>
                    <a:pt x="18219" y="106663"/>
                    <a:pt x="-3064" y="62919"/>
                    <a:pt x="350" y="17267"/>
                  </a:cubicBezTo>
                  <a:lnTo>
                    <a:pt x="4514" y="0"/>
                  </a:ln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6" name="Rectangle 23">
              <a:extLst>
                <a:ext uri="{FF2B5EF4-FFF2-40B4-BE49-F238E27FC236}">
                  <a16:creationId xmlns:a16="http://schemas.microsoft.com/office/drawing/2014/main" id="{19192D09-E12F-4927-5429-E7A2A089ACDA}"/>
                </a:ext>
              </a:extLst>
            </p:cNvPr>
            <p:cNvSpPr/>
            <p:nvPr/>
          </p:nvSpPr>
          <p:spPr>
            <a:xfrm>
              <a:off x="4653280" y="3200400"/>
              <a:ext cx="2413318" cy="1244469"/>
            </a:xfrm>
            <a:custGeom>
              <a:avLst/>
              <a:gdLst>
                <a:gd name="connsiteX0" fmla="*/ 0 w 647700"/>
                <a:gd name="connsiteY0" fmla="*/ 0 h 304800"/>
                <a:gd name="connsiteX1" fmla="*/ 647700 w 647700"/>
                <a:gd name="connsiteY1" fmla="*/ 0 h 304800"/>
                <a:gd name="connsiteX2" fmla="*/ 647700 w 647700"/>
                <a:gd name="connsiteY2" fmla="*/ 304800 h 304800"/>
                <a:gd name="connsiteX3" fmla="*/ 0 w 647700"/>
                <a:gd name="connsiteY3" fmla="*/ 304800 h 304800"/>
                <a:gd name="connsiteX4" fmla="*/ 0 w 647700"/>
                <a:gd name="connsiteY4" fmla="*/ 0 h 304800"/>
                <a:gd name="connsiteX0" fmla="*/ 0 w 883920"/>
                <a:gd name="connsiteY0" fmla="*/ 342900 h 342900"/>
                <a:gd name="connsiteX1" fmla="*/ 883920 w 883920"/>
                <a:gd name="connsiteY1" fmla="*/ 0 h 342900"/>
                <a:gd name="connsiteX2" fmla="*/ 883920 w 883920"/>
                <a:gd name="connsiteY2" fmla="*/ 304800 h 342900"/>
                <a:gd name="connsiteX3" fmla="*/ 236220 w 883920"/>
                <a:gd name="connsiteY3" fmla="*/ 304800 h 342900"/>
                <a:gd name="connsiteX4" fmla="*/ 0 w 883920"/>
                <a:gd name="connsiteY4" fmla="*/ 342900 h 342900"/>
                <a:gd name="connsiteX0" fmla="*/ 0 w 937260"/>
                <a:gd name="connsiteY0" fmla="*/ 556260 h 556260"/>
                <a:gd name="connsiteX1" fmla="*/ 937260 w 937260"/>
                <a:gd name="connsiteY1" fmla="*/ 0 h 556260"/>
                <a:gd name="connsiteX2" fmla="*/ 883920 w 937260"/>
                <a:gd name="connsiteY2" fmla="*/ 518160 h 556260"/>
                <a:gd name="connsiteX3" fmla="*/ 236220 w 937260"/>
                <a:gd name="connsiteY3" fmla="*/ 518160 h 556260"/>
                <a:gd name="connsiteX4" fmla="*/ 0 w 937260"/>
                <a:gd name="connsiteY4" fmla="*/ 556260 h 556260"/>
                <a:gd name="connsiteX0" fmla="*/ 0 w 937260"/>
                <a:gd name="connsiteY0" fmla="*/ 556260 h 701040"/>
                <a:gd name="connsiteX1" fmla="*/ 937260 w 937260"/>
                <a:gd name="connsiteY1" fmla="*/ 0 h 701040"/>
                <a:gd name="connsiteX2" fmla="*/ 883920 w 937260"/>
                <a:gd name="connsiteY2" fmla="*/ 518160 h 701040"/>
                <a:gd name="connsiteX3" fmla="*/ 335280 w 937260"/>
                <a:gd name="connsiteY3" fmla="*/ 701040 h 701040"/>
                <a:gd name="connsiteX4" fmla="*/ 0 w 937260"/>
                <a:gd name="connsiteY4" fmla="*/ 556260 h 701040"/>
                <a:gd name="connsiteX0" fmla="*/ 0 w 2194560"/>
                <a:gd name="connsiteY0" fmla="*/ 556260 h 701040"/>
                <a:gd name="connsiteX1" fmla="*/ 937260 w 2194560"/>
                <a:gd name="connsiteY1" fmla="*/ 0 h 701040"/>
                <a:gd name="connsiteX2" fmla="*/ 2194560 w 2194560"/>
                <a:gd name="connsiteY2" fmla="*/ 266700 h 701040"/>
                <a:gd name="connsiteX3" fmla="*/ 335280 w 2194560"/>
                <a:gd name="connsiteY3" fmla="*/ 701040 h 701040"/>
                <a:gd name="connsiteX4" fmla="*/ 0 w 2194560"/>
                <a:gd name="connsiteY4" fmla="*/ 556260 h 701040"/>
                <a:gd name="connsiteX0" fmla="*/ 0 w 2456180"/>
                <a:gd name="connsiteY0" fmla="*/ 556260 h 701040"/>
                <a:gd name="connsiteX1" fmla="*/ 937260 w 2456180"/>
                <a:gd name="connsiteY1" fmla="*/ 0 h 701040"/>
                <a:gd name="connsiteX2" fmla="*/ 2456180 w 2456180"/>
                <a:gd name="connsiteY2" fmla="*/ 83820 h 701040"/>
                <a:gd name="connsiteX3" fmla="*/ 2194560 w 2456180"/>
                <a:gd name="connsiteY3" fmla="*/ 266700 h 701040"/>
                <a:gd name="connsiteX4" fmla="*/ 335280 w 2456180"/>
                <a:gd name="connsiteY4" fmla="*/ 701040 h 701040"/>
                <a:gd name="connsiteX5" fmla="*/ 0 w 2456180"/>
                <a:gd name="connsiteY5" fmla="*/ 556260 h 701040"/>
                <a:gd name="connsiteX0" fmla="*/ 0 w 2469922"/>
                <a:gd name="connsiteY0" fmla="*/ 601891 h 746671"/>
                <a:gd name="connsiteX1" fmla="*/ 937260 w 2469922"/>
                <a:gd name="connsiteY1" fmla="*/ 45631 h 746671"/>
                <a:gd name="connsiteX2" fmla="*/ 2303780 w 2469922"/>
                <a:gd name="connsiteY2" fmla="*/ 30391 h 746671"/>
                <a:gd name="connsiteX3" fmla="*/ 2456180 w 2469922"/>
                <a:gd name="connsiteY3" fmla="*/ 129451 h 746671"/>
                <a:gd name="connsiteX4" fmla="*/ 2194560 w 2469922"/>
                <a:gd name="connsiteY4" fmla="*/ 312331 h 746671"/>
                <a:gd name="connsiteX5" fmla="*/ 335280 w 2469922"/>
                <a:gd name="connsiteY5" fmla="*/ 746671 h 746671"/>
                <a:gd name="connsiteX6" fmla="*/ 0 w 2469922"/>
                <a:gd name="connsiteY6" fmla="*/ 601891 h 746671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53 h 876333"/>
                <a:gd name="connsiteX1" fmla="*/ 937260 w 2456180"/>
                <a:gd name="connsiteY1" fmla="*/ 175293 h 876333"/>
                <a:gd name="connsiteX2" fmla="*/ 2258060 w 2456180"/>
                <a:gd name="connsiteY2" fmla="*/ 34 h 876333"/>
                <a:gd name="connsiteX3" fmla="*/ 2303780 w 2456180"/>
                <a:gd name="connsiteY3" fmla="*/ 160053 h 876333"/>
                <a:gd name="connsiteX4" fmla="*/ 2456180 w 2456180"/>
                <a:gd name="connsiteY4" fmla="*/ 259113 h 876333"/>
                <a:gd name="connsiteX5" fmla="*/ 2194560 w 2456180"/>
                <a:gd name="connsiteY5" fmla="*/ 441993 h 876333"/>
                <a:gd name="connsiteX6" fmla="*/ 335280 w 2456180"/>
                <a:gd name="connsiteY6" fmla="*/ 876333 h 876333"/>
                <a:gd name="connsiteX7" fmla="*/ 0 w 2456180"/>
                <a:gd name="connsiteY7" fmla="*/ 731553 h 876333"/>
                <a:gd name="connsiteX0" fmla="*/ 0 w 2456180"/>
                <a:gd name="connsiteY0" fmla="*/ 731519 h 876299"/>
                <a:gd name="connsiteX1" fmla="*/ 937260 w 2456180"/>
                <a:gd name="connsiteY1" fmla="*/ 175259 h 876299"/>
                <a:gd name="connsiteX2" fmla="*/ 2258060 w 2456180"/>
                <a:gd name="connsiteY2" fmla="*/ 0 h 876299"/>
                <a:gd name="connsiteX3" fmla="*/ 2303780 w 2456180"/>
                <a:gd name="connsiteY3" fmla="*/ 160019 h 876299"/>
                <a:gd name="connsiteX4" fmla="*/ 2456180 w 2456180"/>
                <a:gd name="connsiteY4" fmla="*/ 259079 h 876299"/>
                <a:gd name="connsiteX5" fmla="*/ 2194560 w 2456180"/>
                <a:gd name="connsiteY5" fmla="*/ 441959 h 876299"/>
                <a:gd name="connsiteX6" fmla="*/ 335280 w 2456180"/>
                <a:gd name="connsiteY6" fmla="*/ 876299 h 876299"/>
                <a:gd name="connsiteX7" fmla="*/ 0 w 2456180"/>
                <a:gd name="connsiteY7" fmla="*/ 731519 h 87629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56180"/>
                <a:gd name="connsiteY0" fmla="*/ 723899 h 868679"/>
                <a:gd name="connsiteX1" fmla="*/ 937260 w 2456180"/>
                <a:gd name="connsiteY1" fmla="*/ 167639 h 868679"/>
                <a:gd name="connsiteX2" fmla="*/ 2212340 w 2456180"/>
                <a:gd name="connsiteY2" fmla="*/ 0 h 868679"/>
                <a:gd name="connsiteX3" fmla="*/ 2303780 w 2456180"/>
                <a:gd name="connsiteY3" fmla="*/ 152399 h 868679"/>
                <a:gd name="connsiteX4" fmla="*/ 2456180 w 2456180"/>
                <a:gd name="connsiteY4" fmla="*/ 251459 h 868679"/>
                <a:gd name="connsiteX5" fmla="*/ 2194560 w 2456180"/>
                <a:gd name="connsiteY5" fmla="*/ 434339 h 868679"/>
                <a:gd name="connsiteX6" fmla="*/ 335280 w 2456180"/>
                <a:gd name="connsiteY6" fmla="*/ 868679 h 868679"/>
                <a:gd name="connsiteX7" fmla="*/ 0 w 2456180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868679"/>
                <a:gd name="connsiteX1" fmla="*/ 937260 w 2413318"/>
                <a:gd name="connsiteY1" fmla="*/ 167639 h 868679"/>
                <a:gd name="connsiteX2" fmla="*/ 2212340 w 2413318"/>
                <a:gd name="connsiteY2" fmla="*/ 0 h 868679"/>
                <a:gd name="connsiteX3" fmla="*/ 2303780 w 2413318"/>
                <a:gd name="connsiteY3" fmla="*/ 152399 h 868679"/>
                <a:gd name="connsiteX4" fmla="*/ 2413318 w 2413318"/>
                <a:gd name="connsiteY4" fmla="*/ 270509 h 868679"/>
                <a:gd name="connsiteX5" fmla="*/ 2194560 w 2413318"/>
                <a:gd name="connsiteY5" fmla="*/ 434339 h 868679"/>
                <a:gd name="connsiteX6" fmla="*/ 335280 w 2413318"/>
                <a:gd name="connsiteY6" fmla="*/ 868679 h 868679"/>
                <a:gd name="connsiteX7" fmla="*/ 0 w 2413318"/>
                <a:gd name="connsiteY7" fmla="*/ 723899 h 868679"/>
                <a:gd name="connsiteX0" fmla="*/ 0 w 2413318"/>
                <a:gd name="connsiteY0" fmla="*/ 723899 h 1009753"/>
                <a:gd name="connsiteX1" fmla="*/ 937260 w 2413318"/>
                <a:gd name="connsiteY1" fmla="*/ 167639 h 1009753"/>
                <a:gd name="connsiteX2" fmla="*/ 2212340 w 2413318"/>
                <a:gd name="connsiteY2" fmla="*/ 0 h 1009753"/>
                <a:gd name="connsiteX3" fmla="*/ 2303780 w 2413318"/>
                <a:gd name="connsiteY3" fmla="*/ 152399 h 1009753"/>
                <a:gd name="connsiteX4" fmla="*/ 2413318 w 2413318"/>
                <a:gd name="connsiteY4" fmla="*/ 270509 h 1009753"/>
                <a:gd name="connsiteX5" fmla="*/ 2194560 w 2413318"/>
                <a:gd name="connsiteY5" fmla="*/ 434339 h 1009753"/>
                <a:gd name="connsiteX6" fmla="*/ 335280 w 2413318"/>
                <a:gd name="connsiteY6" fmla="*/ 868679 h 1009753"/>
                <a:gd name="connsiteX7" fmla="*/ 0 w 2413318"/>
                <a:gd name="connsiteY7" fmla="*/ 723899 h 1009753"/>
                <a:gd name="connsiteX0" fmla="*/ 0 w 2413318"/>
                <a:gd name="connsiteY0" fmla="*/ 723899 h 1242328"/>
                <a:gd name="connsiteX1" fmla="*/ 937260 w 2413318"/>
                <a:gd name="connsiteY1" fmla="*/ 167639 h 1242328"/>
                <a:gd name="connsiteX2" fmla="*/ 2212340 w 2413318"/>
                <a:gd name="connsiteY2" fmla="*/ 0 h 1242328"/>
                <a:gd name="connsiteX3" fmla="*/ 2303780 w 2413318"/>
                <a:gd name="connsiteY3" fmla="*/ 152399 h 1242328"/>
                <a:gd name="connsiteX4" fmla="*/ 2413318 w 2413318"/>
                <a:gd name="connsiteY4" fmla="*/ 270509 h 1242328"/>
                <a:gd name="connsiteX5" fmla="*/ 2194560 w 2413318"/>
                <a:gd name="connsiteY5" fmla="*/ 434339 h 1242328"/>
                <a:gd name="connsiteX6" fmla="*/ 335280 w 2413318"/>
                <a:gd name="connsiteY6" fmla="*/ 868679 h 1242328"/>
                <a:gd name="connsiteX7" fmla="*/ 0 w 2413318"/>
                <a:gd name="connsiteY7" fmla="*/ 723899 h 1242328"/>
                <a:gd name="connsiteX0" fmla="*/ 0 w 2413318"/>
                <a:gd name="connsiteY0" fmla="*/ 723899 h 1233835"/>
                <a:gd name="connsiteX1" fmla="*/ 937260 w 2413318"/>
                <a:gd name="connsiteY1" fmla="*/ 167639 h 1233835"/>
                <a:gd name="connsiteX2" fmla="*/ 2212340 w 2413318"/>
                <a:gd name="connsiteY2" fmla="*/ 0 h 1233835"/>
                <a:gd name="connsiteX3" fmla="*/ 2303780 w 2413318"/>
                <a:gd name="connsiteY3" fmla="*/ 152399 h 1233835"/>
                <a:gd name="connsiteX4" fmla="*/ 2413318 w 2413318"/>
                <a:gd name="connsiteY4" fmla="*/ 270509 h 1233835"/>
                <a:gd name="connsiteX5" fmla="*/ 2194560 w 2413318"/>
                <a:gd name="connsiteY5" fmla="*/ 434339 h 1233835"/>
                <a:gd name="connsiteX6" fmla="*/ 335280 w 2413318"/>
                <a:gd name="connsiteY6" fmla="*/ 868679 h 1233835"/>
                <a:gd name="connsiteX7" fmla="*/ 0 w 2413318"/>
                <a:gd name="connsiteY7" fmla="*/ 723899 h 1233835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0 w 2413318"/>
                <a:gd name="connsiteY0" fmla="*/ 723899 h 1244469"/>
                <a:gd name="connsiteX1" fmla="*/ 937260 w 2413318"/>
                <a:gd name="connsiteY1" fmla="*/ 167639 h 1244469"/>
                <a:gd name="connsiteX2" fmla="*/ 2212340 w 2413318"/>
                <a:gd name="connsiteY2" fmla="*/ 0 h 1244469"/>
                <a:gd name="connsiteX3" fmla="*/ 2303780 w 2413318"/>
                <a:gd name="connsiteY3" fmla="*/ 152399 h 1244469"/>
                <a:gd name="connsiteX4" fmla="*/ 2413318 w 2413318"/>
                <a:gd name="connsiteY4" fmla="*/ 270509 h 1244469"/>
                <a:gd name="connsiteX5" fmla="*/ 2194560 w 2413318"/>
                <a:gd name="connsiteY5" fmla="*/ 434339 h 1244469"/>
                <a:gd name="connsiteX6" fmla="*/ 335280 w 2413318"/>
                <a:gd name="connsiteY6" fmla="*/ 868679 h 1244469"/>
                <a:gd name="connsiteX7" fmla="*/ 0 w 2413318"/>
                <a:gd name="connsiteY7" fmla="*/ 723899 h 1244469"/>
                <a:gd name="connsiteX0" fmla="*/ 937260 w 2413318"/>
                <a:gd name="connsiteY0" fmla="*/ 167639 h 1244469"/>
                <a:gd name="connsiteX1" fmla="*/ 2212340 w 2413318"/>
                <a:gd name="connsiteY1" fmla="*/ 0 h 1244469"/>
                <a:gd name="connsiteX2" fmla="*/ 2303780 w 2413318"/>
                <a:gd name="connsiteY2" fmla="*/ 152399 h 1244469"/>
                <a:gd name="connsiteX3" fmla="*/ 2413318 w 2413318"/>
                <a:gd name="connsiteY3" fmla="*/ 270509 h 1244469"/>
                <a:gd name="connsiteX4" fmla="*/ 2194560 w 2413318"/>
                <a:gd name="connsiteY4" fmla="*/ 434339 h 1244469"/>
                <a:gd name="connsiteX5" fmla="*/ 335280 w 2413318"/>
                <a:gd name="connsiteY5" fmla="*/ 868679 h 1244469"/>
                <a:gd name="connsiteX6" fmla="*/ 0 w 2413318"/>
                <a:gd name="connsiteY6" fmla="*/ 723899 h 1244469"/>
                <a:gd name="connsiteX7" fmla="*/ 1028700 w 2413318"/>
                <a:gd name="connsiteY7" fmla="*/ 259079 h 1244469"/>
                <a:gd name="connsiteX0" fmla="*/ 937260 w 2413318"/>
                <a:gd name="connsiteY0" fmla="*/ 167639 h 1244469"/>
                <a:gd name="connsiteX1" fmla="*/ 2212340 w 2413318"/>
                <a:gd name="connsiteY1" fmla="*/ 0 h 1244469"/>
                <a:gd name="connsiteX2" fmla="*/ 2303780 w 2413318"/>
                <a:gd name="connsiteY2" fmla="*/ 152399 h 1244469"/>
                <a:gd name="connsiteX3" fmla="*/ 2413318 w 2413318"/>
                <a:gd name="connsiteY3" fmla="*/ 270509 h 1244469"/>
                <a:gd name="connsiteX4" fmla="*/ 2194560 w 2413318"/>
                <a:gd name="connsiteY4" fmla="*/ 434339 h 1244469"/>
                <a:gd name="connsiteX5" fmla="*/ 335280 w 2413318"/>
                <a:gd name="connsiteY5" fmla="*/ 868679 h 1244469"/>
                <a:gd name="connsiteX6" fmla="*/ 0 w 2413318"/>
                <a:gd name="connsiteY6" fmla="*/ 723899 h 124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318" h="1244469">
                  <a:moveTo>
                    <a:pt x="937260" y="167639"/>
                  </a:moveTo>
                  <a:cubicBezTo>
                    <a:pt x="1565063" y="934719"/>
                    <a:pt x="1984587" y="2540"/>
                    <a:pt x="2212340" y="0"/>
                  </a:cubicBezTo>
                  <a:cubicBezTo>
                    <a:pt x="2325793" y="12700"/>
                    <a:pt x="2277904" y="127158"/>
                    <a:pt x="2303780" y="152399"/>
                  </a:cubicBezTo>
                  <a:cubicBezTo>
                    <a:pt x="2386807" y="187165"/>
                    <a:pt x="2398501" y="234949"/>
                    <a:pt x="2413318" y="270509"/>
                  </a:cubicBezTo>
                  <a:cubicBezTo>
                    <a:pt x="2409455" y="321944"/>
                    <a:pt x="2281767" y="373379"/>
                    <a:pt x="2194560" y="434339"/>
                  </a:cubicBezTo>
                  <a:cubicBezTo>
                    <a:pt x="1600200" y="1512569"/>
                    <a:pt x="789940" y="1358899"/>
                    <a:pt x="335280" y="868679"/>
                  </a:cubicBezTo>
                  <a:cubicBezTo>
                    <a:pt x="223520" y="820419"/>
                    <a:pt x="111760" y="829309"/>
                    <a:pt x="0" y="723899"/>
                  </a:cubicBezTo>
                </a:path>
              </a:pathLst>
            </a:custGeom>
            <a:solidFill>
              <a:srgbClr val="C8D5FF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BE564AF6-6B92-3608-D1F2-34E1041F6A13}"/>
                </a:ext>
              </a:extLst>
            </p:cNvPr>
            <p:cNvGrpSpPr/>
            <p:nvPr/>
          </p:nvGrpSpPr>
          <p:grpSpPr>
            <a:xfrm rot="19730207" flipH="1">
              <a:off x="5520560" y="2375278"/>
              <a:ext cx="782870" cy="947334"/>
              <a:chOff x="4040075" y="2805539"/>
              <a:chExt cx="782870" cy="947334"/>
            </a:xfrm>
          </p:grpSpPr>
          <p:sp>
            <p:nvSpPr>
              <p:cNvPr id="145" name="Rectangle 41">
                <a:extLst>
                  <a:ext uri="{FF2B5EF4-FFF2-40B4-BE49-F238E27FC236}">
                    <a16:creationId xmlns:a16="http://schemas.microsoft.com/office/drawing/2014/main" id="{4FB2A764-E570-B68B-CA10-9158717BF0F0}"/>
                  </a:ext>
                </a:extLst>
              </p:cNvPr>
              <p:cNvSpPr/>
              <p:nvPr/>
            </p:nvSpPr>
            <p:spPr>
              <a:xfrm>
                <a:off x="4048124" y="3139374"/>
                <a:ext cx="295465" cy="589906"/>
              </a:xfrm>
              <a:custGeom>
                <a:avLst/>
                <a:gdLst>
                  <a:gd name="connsiteX0" fmla="*/ 0 w 349440"/>
                  <a:gd name="connsiteY0" fmla="*/ 0 h 354956"/>
                  <a:gd name="connsiteX1" fmla="*/ 349440 w 349440"/>
                  <a:gd name="connsiteY1" fmla="*/ 0 h 354956"/>
                  <a:gd name="connsiteX2" fmla="*/ 349440 w 349440"/>
                  <a:gd name="connsiteY2" fmla="*/ 354956 h 354956"/>
                  <a:gd name="connsiteX3" fmla="*/ 0 w 349440"/>
                  <a:gd name="connsiteY3" fmla="*/ 354956 h 354956"/>
                  <a:gd name="connsiteX4" fmla="*/ 0 w 349440"/>
                  <a:gd name="connsiteY4" fmla="*/ 0 h 354956"/>
                  <a:gd name="connsiteX0" fmla="*/ 409575 w 759015"/>
                  <a:gd name="connsiteY0" fmla="*/ 0 h 354956"/>
                  <a:gd name="connsiteX1" fmla="*/ 759015 w 759015"/>
                  <a:gd name="connsiteY1" fmla="*/ 0 h 354956"/>
                  <a:gd name="connsiteX2" fmla="*/ 759015 w 759015"/>
                  <a:gd name="connsiteY2" fmla="*/ 354956 h 354956"/>
                  <a:gd name="connsiteX3" fmla="*/ 0 w 759015"/>
                  <a:gd name="connsiteY3" fmla="*/ 272406 h 354956"/>
                  <a:gd name="connsiteX4" fmla="*/ 409575 w 759015"/>
                  <a:gd name="connsiteY4" fmla="*/ 0 h 354956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466081"/>
                  <a:gd name="connsiteX1" fmla="*/ 759015 w 759015"/>
                  <a:gd name="connsiteY1" fmla="*/ 111125 h 466081"/>
                  <a:gd name="connsiteX2" fmla="*/ 759015 w 759015"/>
                  <a:gd name="connsiteY2" fmla="*/ 466081 h 466081"/>
                  <a:gd name="connsiteX3" fmla="*/ 0 w 759015"/>
                  <a:gd name="connsiteY3" fmla="*/ 383531 h 466081"/>
                  <a:gd name="connsiteX4" fmla="*/ 215900 w 759015"/>
                  <a:gd name="connsiteY4" fmla="*/ 0 h 466081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759015"/>
                  <a:gd name="connsiteY0" fmla="*/ 0 h 589906"/>
                  <a:gd name="connsiteX1" fmla="*/ 759015 w 759015"/>
                  <a:gd name="connsiteY1" fmla="*/ 111125 h 589906"/>
                  <a:gd name="connsiteX2" fmla="*/ 295465 w 759015"/>
                  <a:gd name="connsiteY2" fmla="*/ 589906 h 589906"/>
                  <a:gd name="connsiteX3" fmla="*/ 0 w 759015"/>
                  <a:gd name="connsiteY3" fmla="*/ 383531 h 589906"/>
                  <a:gd name="connsiteX4" fmla="*/ 215900 w 759015"/>
                  <a:gd name="connsiteY4" fmla="*/ 0 h 589906"/>
                  <a:gd name="connsiteX0" fmla="*/ 215900 w 295465"/>
                  <a:gd name="connsiteY0" fmla="*/ 0 h 589906"/>
                  <a:gd name="connsiteX1" fmla="*/ 295465 w 295465"/>
                  <a:gd name="connsiteY1" fmla="*/ 589906 h 589906"/>
                  <a:gd name="connsiteX2" fmla="*/ 0 w 295465"/>
                  <a:gd name="connsiteY2" fmla="*/ 383531 h 589906"/>
                  <a:gd name="connsiteX3" fmla="*/ 215900 w 295465"/>
                  <a:gd name="connsiteY3" fmla="*/ 0 h 58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65" h="589906">
                    <a:moveTo>
                      <a:pt x="215900" y="0"/>
                    </a:moveTo>
                    <a:lnTo>
                      <a:pt x="295465" y="589906"/>
                    </a:lnTo>
                    <a:cubicBezTo>
                      <a:pt x="108077" y="543339"/>
                      <a:pt x="98488" y="452323"/>
                      <a:pt x="0" y="383531"/>
                    </a:cubicBezTo>
                    <a:cubicBezTo>
                      <a:pt x="56092" y="281087"/>
                      <a:pt x="58208" y="102444"/>
                      <a:pt x="2159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F0D6522E-4B86-0793-2C52-A6603BE452E5}"/>
                  </a:ext>
                </a:extLst>
              </p:cNvPr>
              <p:cNvSpPr/>
              <p:nvPr/>
            </p:nvSpPr>
            <p:spPr>
              <a:xfrm>
                <a:off x="4122919" y="3052847"/>
                <a:ext cx="700026" cy="700026"/>
              </a:xfrm>
              <a:prstGeom prst="ellipse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4033BE51-F997-208D-48AE-412E034A36CC}"/>
                  </a:ext>
                </a:extLst>
              </p:cNvPr>
              <p:cNvSpPr/>
              <p:nvPr/>
            </p:nvSpPr>
            <p:spPr>
              <a:xfrm>
                <a:off x="4385553" y="3147098"/>
                <a:ext cx="256303" cy="256303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2AD3492-DD7C-850C-0397-2BDCA7158E15}"/>
                  </a:ext>
                </a:extLst>
              </p:cNvPr>
              <p:cNvSpPr/>
              <p:nvPr/>
            </p:nvSpPr>
            <p:spPr>
              <a:xfrm>
                <a:off x="4305288" y="3448321"/>
                <a:ext cx="128152" cy="128152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3AF6875-FA76-94CF-08AF-4F6926CC39BB}"/>
                  </a:ext>
                </a:extLst>
              </p:cNvPr>
              <p:cNvSpPr/>
              <p:nvPr/>
            </p:nvSpPr>
            <p:spPr>
              <a:xfrm rot="19388233">
                <a:off x="4040075" y="2805539"/>
                <a:ext cx="437683" cy="119031"/>
              </a:xfrm>
              <a:custGeom>
                <a:avLst/>
                <a:gdLst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642699 w 695754"/>
                  <a:gd name="connsiteY3" fmla="*/ 182579 h 237229"/>
                  <a:gd name="connsiteX4" fmla="*/ 262316 w 695754"/>
                  <a:gd name="connsiteY4" fmla="*/ 48668 h 237229"/>
                  <a:gd name="connsiteX5" fmla="*/ 52924 w 695754"/>
                  <a:gd name="connsiteY5" fmla="*/ 84597 h 237229"/>
                  <a:gd name="connsiteX6" fmla="*/ 0 w 695754"/>
                  <a:gd name="connsiteY6" fmla="*/ 109011 h 237229"/>
                  <a:gd name="connsiteX7" fmla="*/ 68274 w 695754"/>
                  <a:gd name="connsiteY7" fmla="*/ 60554 h 237229"/>
                  <a:gd name="connsiteX8" fmla="*/ 328891 w 695754"/>
                  <a:gd name="connsiteY8" fmla="*/ 1225 h 237229"/>
                  <a:gd name="connsiteX0" fmla="*/ 328891 w 695754"/>
                  <a:gd name="connsiteY0" fmla="*/ 1225 h 237229"/>
                  <a:gd name="connsiteX1" fmla="*/ 692384 w 695754"/>
                  <a:gd name="connsiteY1" fmla="*/ 229777 h 237229"/>
                  <a:gd name="connsiteX2" fmla="*/ 695754 w 695754"/>
                  <a:gd name="connsiteY2" fmla="*/ 237229 h 237229"/>
                  <a:gd name="connsiteX3" fmla="*/ 262316 w 695754"/>
                  <a:gd name="connsiteY3" fmla="*/ 48668 h 237229"/>
                  <a:gd name="connsiteX4" fmla="*/ 52924 w 695754"/>
                  <a:gd name="connsiteY4" fmla="*/ 84597 h 237229"/>
                  <a:gd name="connsiteX5" fmla="*/ 0 w 695754"/>
                  <a:gd name="connsiteY5" fmla="*/ 109011 h 237229"/>
                  <a:gd name="connsiteX6" fmla="*/ 68274 w 695754"/>
                  <a:gd name="connsiteY6" fmla="*/ 60554 h 237229"/>
                  <a:gd name="connsiteX7" fmla="*/ 328891 w 695754"/>
                  <a:gd name="connsiteY7" fmla="*/ 1225 h 237229"/>
                  <a:gd name="connsiteX0" fmla="*/ 328891 w 692384"/>
                  <a:gd name="connsiteY0" fmla="*/ 1225 h 229777"/>
                  <a:gd name="connsiteX1" fmla="*/ 692384 w 692384"/>
                  <a:gd name="connsiteY1" fmla="*/ 229777 h 229777"/>
                  <a:gd name="connsiteX2" fmla="*/ 689787 w 692384"/>
                  <a:gd name="connsiteY2" fmla="*/ 139703 h 229777"/>
                  <a:gd name="connsiteX3" fmla="*/ 262316 w 692384"/>
                  <a:gd name="connsiteY3" fmla="*/ 48668 h 229777"/>
                  <a:gd name="connsiteX4" fmla="*/ 52924 w 692384"/>
                  <a:gd name="connsiteY4" fmla="*/ 84597 h 229777"/>
                  <a:gd name="connsiteX5" fmla="*/ 0 w 692384"/>
                  <a:gd name="connsiteY5" fmla="*/ 109011 h 229777"/>
                  <a:gd name="connsiteX6" fmla="*/ 68274 w 692384"/>
                  <a:gd name="connsiteY6" fmla="*/ 60554 h 229777"/>
                  <a:gd name="connsiteX7" fmla="*/ 328891 w 692384"/>
                  <a:gd name="connsiteY7" fmla="*/ 1225 h 229777"/>
                  <a:gd name="connsiteX0" fmla="*/ 328891 w 692384"/>
                  <a:gd name="connsiteY0" fmla="*/ 1225 h 230052"/>
                  <a:gd name="connsiteX1" fmla="*/ 692384 w 692384"/>
                  <a:gd name="connsiteY1" fmla="*/ 229777 h 230052"/>
                  <a:gd name="connsiteX2" fmla="*/ 262316 w 692384"/>
                  <a:gd name="connsiteY2" fmla="*/ 48668 h 230052"/>
                  <a:gd name="connsiteX3" fmla="*/ 52924 w 692384"/>
                  <a:gd name="connsiteY3" fmla="*/ 84597 h 230052"/>
                  <a:gd name="connsiteX4" fmla="*/ 0 w 692384"/>
                  <a:gd name="connsiteY4" fmla="*/ 109011 h 230052"/>
                  <a:gd name="connsiteX5" fmla="*/ 68274 w 692384"/>
                  <a:gd name="connsiteY5" fmla="*/ 60554 h 230052"/>
                  <a:gd name="connsiteX6" fmla="*/ 328891 w 692384"/>
                  <a:gd name="connsiteY6" fmla="*/ 1225 h 230052"/>
                  <a:gd name="connsiteX0" fmla="*/ 328891 w 684187"/>
                  <a:gd name="connsiteY0" fmla="*/ 1225 h 154279"/>
                  <a:gd name="connsiteX1" fmla="*/ 684187 w 684187"/>
                  <a:gd name="connsiteY1" fmla="*/ 153841 h 154279"/>
                  <a:gd name="connsiteX2" fmla="*/ 262316 w 684187"/>
                  <a:gd name="connsiteY2" fmla="*/ 48668 h 154279"/>
                  <a:gd name="connsiteX3" fmla="*/ 52924 w 684187"/>
                  <a:gd name="connsiteY3" fmla="*/ 84597 h 154279"/>
                  <a:gd name="connsiteX4" fmla="*/ 0 w 684187"/>
                  <a:gd name="connsiteY4" fmla="*/ 109011 h 154279"/>
                  <a:gd name="connsiteX5" fmla="*/ 68274 w 684187"/>
                  <a:gd name="connsiteY5" fmla="*/ 60554 h 154279"/>
                  <a:gd name="connsiteX6" fmla="*/ 328891 w 684187"/>
                  <a:gd name="connsiteY6" fmla="*/ 1225 h 154279"/>
                  <a:gd name="connsiteX0" fmla="*/ 328891 w 684187"/>
                  <a:gd name="connsiteY0" fmla="*/ 1225 h 155540"/>
                  <a:gd name="connsiteX1" fmla="*/ 684187 w 684187"/>
                  <a:gd name="connsiteY1" fmla="*/ 153841 h 155540"/>
                  <a:gd name="connsiteX2" fmla="*/ 52924 w 684187"/>
                  <a:gd name="connsiteY2" fmla="*/ 84597 h 155540"/>
                  <a:gd name="connsiteX3" fmla="*/ 0 w 684187"/>
                  <a:gd name="connsiteY3" fmla="*/ 109011 h 155540"/>
                  <a:gd name="connsiteX4" fmla="*/ 68274 w 684187"/>
                  <a:gd name="connsiteY4" fmla="*/ 60554 h 155540"/>
                  <a:gd name="connsiteX5" fmla="*/ 328891 w 684187"/>
                  <a:gd name="connsiteY5" fmla="*/ 1225 h 155540"/>
                  <a:gd name="connsiteX0" fmla="*/ 328891 w 684187"/>
                  <a:gd name="connsiteY0" fmla="*/ 1225 h 183415"/>
                  <a:gd name="connsiteX1" fmla="*/ 684187 w 684187"/>
                  <a:gd name="connsiteY1" fmla="*/ 153841 h 183415"/>
                  <a:gd name="connsiteX2" fmla="*/ 52924 w 684187"/>
                  <a:gd name="connsiteY2" fmla="*/ 84597 h 183415"/>
                  <a:gd name="connsiteX3" fmla="*/ 0 w 684187"/>
                  <a:gd name="connsiteY3" fmla="*/ 109011 h 183415"/>
                  <a:gd name="connsiteX4" fmla="*/ 68274 w 684187"/>
                  <a:gd name="connsiteY4" fmla="*/ 60554 h 183415"/>
                  <a:gd name="connsiteX5" fmla="*/ 328891 w 684187"/>
                  <a:gd name="connsiteY5" fmla="*/ 1225 h 183415"/>
                  <a:gd name="connsiteX0" fmla="*/ 328891 w 684187"/>
                  <a:gd name="connsiteY0" fmla="*/ 1225 h 157855"/>
                  <a:gd name="connsiteX1" fmla="*/ 684187 w 684187"/>
                  <a:gd name="connsiteY1" fmla="*/ 153841 h 157855"/>
                  <a:gd name="connsiteX2" fmla="*/ 0 w 684187"/>
                  <a:gd name="connsiteY2" fmla="*/ 109011 h 157855"/>
                  <a:gd name="connsiteX3" fmla="*/ 68274 w 684187"/>
                  <a:gd name="connsiteY3" fmla="*/ 60554 h 157855"/>
                  <a:gd name="connsiteX4" fmla="*/ 328891 w 684187"/>
                  <a:gd name="connsiteY4" fmla="*/ 1225 h 157855"/>
                  <a:gd name="connsiteX0" fmla="*/ 328891 w 684187"/>
                  <a:gd name="connsiteY0" fmla="*/ 1225 h 188492"/>
                  <a:gd name="connsiteX1" fmla="*/ 684187 w 684187"/>
                  <a:gd name="connsiteY1" fmla="*/ 153841 h 188492"/>
                  <a:gd name="connsiteX2" fmla="*/ 0 w 684187"/>
                  <a:gd name="connsiteY2" fmla="*/ 109011 h 188492"/>
                  <a:gd name="connsiteX3" fmla="*/ 68274 w 684187"/>
                  <a:gd name="connsiteY3" fmla="*/ 60554 h 188492"/>
                  <a:gd name="connsiteX4" fmla="*/ 328891 w 684187"/>
                  <a:gd name="connsiteY4" fmla="*/ 1225 h 188492"/>
                  <a:gd name="connsiteX0" fmla="*/ 328891 w 684207"/>
                  <a:gd name="connsiteY0" fmla="*/ 1225 h 160133"/>
                  <a:gd name="connsiteX1" fmla="*/ 684187 w 684207"/>
                  <a:gd name="connsiteY1" fmla="*/ 153841 h 160133"/>
                  <a:gd name="connsiteX2" fmla="*/ 332811 w 684207"/>
                  <a:gd name="connsiteY2" fmla="*/ 102174 h 160133"/>
                  <a:gd name="connsiteX3" fmla="*/ 0 w 684207"/>
                  <a:gd name="connsiteY3" fmla="*/ 109011 h 160133"/>
                  <a:gd name="connsiteX4" fmla="*/ 68274 w 684207"/>
                  <a:gd name="connsiteY4" fmla="*/ 60554 h 160133"/>
                  <a:gd name="connsiteX5" fmla="*/ 328891 w 684207"/>
                  <a:gd name="connsiteY5" fmla="*/ 1225 h 160133"/>
                  <a:gd name="connsiteX0" fmla="*/ 328891 w 684209"/>
                  <a:gd name="connsiteY0" fmla="*/ 1225 h 159104"/>
                  <a:gd name="connsiteX1" fmla="*/ 684187 w 684209"/>
                  <a:gd name="connsiteY1" fmla="*/ 153841 h 159104"/>
                  <a:gd name="connsiteX2" fmla="*/ 346209 w 684209"/>
                  <a:gd name="connsiteY2" fmla="*/ 84305 h 159104"/>
                  <a:gd name="connsiteX3" fmla="*/ 0 w 684209"/>
                  <a:gd name="connsiteY3" fmla="*/ 109011 h 159104"/>
                  <a:gd name="connsiteX4" fmla="*/ 68274 w 684209"/>
                  <a:gd name="connsiteY4" fmla="*/ 60554 h 159104"/>
                  <a:gd name="connsiteX5" fmla="*/ 328891 w 684209"/>
                  <a:gd name="connsiteY5" fmla="*/ 1225 h 159104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4731"/>
                  <a:gd name="connsiteX1" fmla="*/ 684187 w 684187"/>
                  <a:gd name="connsiteY1" fmla="*/ 153841 h 184731"/>
                  <a:gd name="connsiteX2" fmla="*/ 346209 w 684187"/>
                  <a:gd name="connsiteY2" fmla="*/ 84305 h 184731"/>
                  <a:gd name="connsiteX3" fmla="*/ 0 w 684187"/>
                  <a:gd name="connsiteY3" fmla="*/ 109011 h 184731"/>
                  <a:gd name="connsiteX4" fmla="*/ 68274 w 684187"/>
                  <a:gd name="connsiteY4" fmla="*/ 60554 h 184731"/>
                  <a:gd name="connsiteX5" fmla="*/ 328891 w 684187"/>
                  <a:gd name="connsiteY5" fmla="*/ 1225 h 184731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  <a:gd name="connsiteX0" fmla="*/ 328891 w 684187"/>
                  <a:gd name="connsiteY0" fmla="*/ 1225 h 186068"/>
                  <a:gd name="connsiteX1" fmla="*/ 684187 w 684187"/>
                  <a:gd name="connsiteY1" fmla="*/ 153841 h 186068"/>
                  <a:gd name="connsiteX2" fmla="*/ 346209 w 684187"/>
                  <a:gd name="connsiteY2" fmla="*/ 84305 h 186068"/>
                  <a:gd name="connsiteX3" fmla="*/ 0 w 684187"/>
                  <a:gd name="connsiteY3" fmla="*/ 109011 h 186068"/>
                  <a:gd name="connsiteX4" fmla="*/ 68274 w 684187"/>
                  <a:gd name="connsiteY4" fmla="*/ 60554 h 186068"/>
                  <a:gd name="connsiteX5" fmla="*/ 328891 w 684187"/>
                  <a:gd name="connsiteY5" fmla="*/ 1225 h 18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4187" h="186068">
                    <a:moveTo>
                      <a:pt x="328891" y="1225"/>
                    </a:moveTo>
                    <a:cubicBezTo>
                      <a:pt x="486290" y="12676"/>
                      <a:pt x="639353" y="19881"/>
                      <a:pt x="684187" y="153841"/>
                    </a:cubicBezTo>
                    <a:cubicBezTo>
                      <a:pt x="672689" y="249953"/>
                      <a:pt x="517566" y="102193"/>
                      <a:pt x="346209" y="84305"/>
                    </a:cubicBezTo>
                    <a:cubicBezTo>
                      <a:pt x="232178" y="76833"/>
                      <a:pt x="93717" y="88023"/>
                      <a:pt x="0" y="109011"/>
                    </a:cubicBezTo>
                    <a:lnTo>
                      <a:pt x="68274" y="60554"/>
                    </a:lnTo>
                    <a:cubicBezTo>
                      <a:pt x="144628" y="16682"/>
                      <a:pt x="234451" y="-5645"/>
                      <a:pt x="328891" y="122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92FDB7A-2C88-B376-08A4-98C03DAC9855}"/>
                </a:ext>
              </a:extLst>
            </p:cNvPr>
            <p:cNvGrpSpPr/>
            <p:nvPr/>
          </p:nvGrpSpPr>
          <p:grpSpPr>
            <a:xfrm>
              <a:off x="3570695" y="4159859"/>
              <a:ext cx="580876" cy="768117"/>
              <a:chOff x="3570695" y="4159859"/>
              <a:chExt cx="580876" cy="768117"/>
            </a:xfrm>
          </p:grpSpPr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9EA35F3D-271C-39AF-8684-A32A96A848A5}"/>
                  </a:ext>
                </a:extLst>
              </p:cNvPr>
              <p:cNvSpPr/>
              <p:nvPr/>
            </p:nvSpPr>
            <p:spPr>
              <a:xfrm rot="4936735">
                <a:off x="3830371" y="4164804"/>
                <a:ext cx="298548" cy="343853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DB0423ED-3875-7539-B071-4E90970D3653}"/>
                  </a:ext>
                </a:extLst>
              </p:cNvPr>
              <p:cNvSpPr/>
              <p:nvPr/>
            </p:nvSpPr>
            <p:spPr>
              <a:xfrm rot="4936735">
                <a:off x="3799668" y="4414995"/>
                <a:ext cx="275964" cy="343853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9788C71E-49EE-8288-23FC-950E07DA7A60}"/>
                  </a:ext>
                </a:extLst>
              </p:cNvPr>
              <p:cNvSpPr/>
              <p:nvPr/>
            </p:nvSpPr>
            <p:spPr>
              <a:xfrm rot="485442">
                <a:off x="3570695" y="4159859"/>
                <a:ext cx="445171" cy="768117"/>
              </a:xfrm>
              <a:prstGeom prst="ellipse">
                <a:avLst/>
              </a:prstGeom>
              <a:solidFill>
                <a:srgbClr val="FBA8A4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9E8EEA7-56E2-DF4D-27E8-C621D63D0A0D}"/>
                </a:ext>
              </a:extLst>
            </p:cNvPr>
            <p:cNvSpPr/>
            <p:nvPr/>
          </p:nvSpPr>
          <p:spPr>
            <a:xfrm rot="513712" flipH="1">
              <a:off x="5603226" y="6066976"/>
              <a:ext cx="182806" cy="141144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B5ED35C-40E6-8123-AFE8-8A929CF5BF64}"/>
                </a:ext>
              </a:extLst>
            </p:cNvPr>
            <p:cNvSpPr/>
            <p:nvPr/>
          </p:nvSpPr>
          <p:spPr>
            <a:xfrm rot="1135535" flipH="1">
              <a:off x="5427361" y="6132610"/>
              <a:ext cx="182806" cy="119021"/>
            </a:xfrm>
            <a:custGeom>
              <a:avLst/>
              <a:gdLst>
                <a:gd name="connsiteX0" fmla="*/ 127030 w 237241"/>
                <a:gd name="connsiteY0" fmla="*/ 411 h 154463"/>
                <a:gd name="connsiteX1" fmla="*/ 218392 w 237241"/>
                <a:gd name="connsiteY1" fmla="*/ 34116 h 154463"/>
                <a:gd name="connsiteX2" fmla="*/ 231058 w 237241"/>
                <a:gd name="connsiteY2" fmla="*/ 130669 h 154463"/>
                <a:gd name="connsiteX3" fmla="*/ 219154 w 237241"/>
                <a:gd name="connsiteY3" fmla="*/ 154463 h 154463"/>
                <a:gd name="connsiteX4" fmla="*/ 207225 w 237241"/>
                <a:gd name="connsiteY4" fmla="*/ 150144 h 154463"/>
                <a:gd name="connsiteX5" fmla="*/ 189888 w 237241"/>
                <a:gd name="connsiteY5" fmla="*/ 142814 h 154463"/>
                <a:gd name="connsiteX6" fmla="*/ 14866 w 237241"/>
                <a:gd name="connsiteY6" fmla="*/ 72967 h 154463"/>
                <a:gd name="connsiteX7" fmla="*/ 0 w 237241"/>
                <a:gd name="connsiteY7" fmla="*/ 60351 h 154463"/>
                <a:gd name="connsiteX8" fmla="*/ 10490 w 237241"/>
                <a:gd name="connsiteY8" fmla="*/ 49299 h 154463"/>
                <a:gd name="connsiteX9" fmla="*/ 127030 w 237241"/>
                <a:gd name="connsiteY9" fmla="*/ 411 h 15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41" h="154463">
                  <a:moveTo>
                    <a:pt x="127030" y="411"/>
                  </a:moveTo>
                  <a:cubicBezTo>
                    <a:pt x="164653" y="-2337"/>
                    <a:pt x="198079" y="8681"/>
                    <a:pt x="218392" y="34116"/>
                  </a:cubicBezTo>
                  <a:cubicBezTo>
                    <a:pt x="238705" y="59551"/>
                    <a:pt x="242058" y="94586"/>
                    <a:pt x="231058" y="130669"/>
                  </a:cubicBezTo>
                  <a:lnTo>
                    <a:pt x="219154" y="154463"/>
                  </a:lnTo>
                  <a:lnTo>
                    <a:pt x="207225" y="150144"/>
                  </a:lnTo>
                  <a:cubicBezTo>
                    <a:pt x="199717" y="147211"/>
                    <a:pt x="193857" y="144699"/>
                    <a:pt x="189888" y="142814"/>
                  </a:cubicBezTo>
                  <a:cubicBezTo>
                    <a:pt x="111704" y="122375"/>
                    <a:pt x="54727" y="98786"/>
                    <a:pt x="14866" y="72967"/>
                  </a:cubicBezTo>
                  <a:lnTo>
                    <a:pt x="0" y="60351"/>
                  </a:lnTo>
                  <a:lnTo>
                    <a:pt x="10490" y="49299"/>
                  </a:lnTo>
                  <a:cubicBezTo>
                    <a:pt x="47588" y="19672"/>
                    <a:pt x="89407" y="3158"/>
                    <a:pt x="127030" y="411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DF9A6FD-81E3-5CD5-5568-5FE4CF6E146F}"/>
                </a:ext>
              </a:extLst>
            </p:cNvPr>
            <p:cNvSpPr/>
            <p:nvPr/>
          </p:nvSpPr>
          <p:spPr>
            <a:xfrm rot="10082128">
              <a:off x="4988615" y="5576804"/>
              <a:ext cx="445083" cy="151759"/>
            </a:xfrm>
            <a:custGeom>
              <a:avLst/>
              <a:gdLst>
                <a:gd name="connsiteX0" fmla="*/ 328891 w 695754"/>
                <a:gd name="connsiteY0" fmla="*/ 1225 h 237229"/>
                <a:gd name="connsiteX1" fmla="*/ 692384 w 695754"/>
                <a:gd name="connsiteY1" fmla="*/ 229777 h 237229"/>
                <a:gd name="connsiteX2" fmla="*/ 695754 w 695754"/>
                <a:gd name="connsiteY2" fmla="*/ 237229 h 237229"/>
                <a:gd name="connsiteX3" fmla="*/ 642699 w 695754"/>
                <a:gd name="connsiteY3" fmla="*/ 182579 h 237229"/>
                <a:gd name="connsiteX4" fmla="*/ 262316 w 695754"/>
                <a:gd name="connsiteY4" fmla="*/ 48668 h 237229"/>
                <a:gd name="connsiteX5" fmla="*/ 52924 w 695754"/>
                <a:gd name="connsiteY5" fmla="*/ 84597 h 237229"/>
                <a:gd name="connsiteX6" fmla="*/ 0 w 695754"/>
                <a:gd name="connsiteY6" fmla="*/ 109011 h 237229"/>
                <a:gd name="connsiteX7" fmla="*/ 68274 w 695754"/>
                <a:gd name="connsiteY7" fmla="*/ 60554 h 237229"/>
                <a:gd name="connsiteX8" fmla="*/ 328891 w 695754"/>
                <a:gd name="connsiteY8" fmla="*/ 1225 h 23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5754" h="237229">
                  <a:moveTo>
                    <a:pt x="328891" y="1225"/>
                  </a:moveTo>
                  <a:cubicBezTo>
                    <a:pt x="486290" y="12676"/>
                    <a:pt x="619262" y="102520"/>
                    <a:pt x="692384" y="229777"/>
                  </a:cubicBezTo>
                  <a:lnTo>
                    <a:pt x="695754" y="237229"/>
                  </a:lnTo>
                  <a:lnTo>
                    <a:pt x="642699" y="182579"/>
                  </a:lnTo>
                  <a:cubicBezTo>
                    <a:pt x="545351" y="99842"/>
                    <a:pt x="410865" y="48668"/>
                    <a:pt x="262316" y="48668"/>
                  </a:cubicBezTo>
                  <a:cubicBezTo>
                    <a:pt x="188041" y="48668"/>
                    <a:pt x="117283" y="61461"/>
                    <a:pt x="52924" y="84597"/>
                  </a:cubicBezTo>
                  <a:lnTo>
                    <a:pt x="0" y="109011"/>
                  </a:lnTo>
                  <a:lnTo>
                    <a:pt x="68274" y="60554"/>
                  </a:lnTo>
                  <a:cubicBezTo>
                    <a:pt x="144628" y="16682"/>
                    <a:pt x="234451" y="-5645"/>
                    <a:pt x="328891" y="1225"/>
                  </a:cubicBezTo>
                  <a:close/>
                </a:path>
              </a:pathLst>
            </a:custGeom>
            <a:solidFill>
              <a:srgbClr val="A7BCFF"/>
            </a:solidFill>
            <a:ln>
              <a:solidFill>
                <a:srgbClr val="A7B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68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339E52-8510-622D-C8A3-43693F4DA29B}"/>
              </a:ext>
            </a:extLst>
          </p:cNvPr>
          <p:cNvSpPr/>
          <p:nvPr/>
        </p:nvSpPr>
        <p:spPr>
          <a:xfrm>
            <a:off x="11674636" y="152233"/>
            <a:ext cx="1471057" cy="12627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4115BF1-524D-0359-F83F-318E5DF4BF3B}"/>
              </a:ext>
            </a:extLst>
          </p:cNvPr>
          <p:cNvGrpSpPr/>
          <p:nvPr/>
        </p:nvGrpSpPr>
        <p:grpSpPr>
          <a:xfrm>
            <a:off x="-2825540" y="1414976"/>
            <a:ext cx="7854740" cy="5147878"/>
            <a:chOff x="1396994" y="1487665"/>
            <a:chExt cx="7854740" cy="514787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B31351-5225-B2A0-15E0-02A767953CBC}"/>
                </a:ext>
              </a:extLst>
            </p:cNvPr>
            <p:cNvSpPr/>
            <p:nvPr/>
          </p:nvSpPr>
          <p:spPr>
            <a:xfrm>
              <a:off x="7932576" y="3106058"/>
              <a:ext cx="987571" cy="1430564"/>
            </a:xfrm>
            <a:custGeom>
              <a:avLst/>
              <a:gdLst>
                <a:gd name="connsiteX0" fmla="*/ 0 w 616340"/>
                <a:gd name="connsiteY0" fmla="*/ 0 h 304800"/>
                <a:gd name="connsiteX1" fmla="*/ 616340 w 616340"/>
                <a:gd name="connsiteY1" fmla="*/ 0 h 304800"/>
                <a:gd name="connsiteX2" fmla="*/ 616340 w 616340"/>
                <a:gd name="connsiteY2" fmla="*/ 304800 h 304800"/>
                <a:gd name="connsiteX3" fmla="*/ 0 w 616340"/>
                <a:gd name="connsiteY3" fmla="*/ 304800 h 304800"/>
                <a:gd name="connsiteX4" fmla="*/ 0 w 616340"/>
                <a:gd name="connsiteY4" fmla="*/ 0 h 304800"/>
                <a:gd name="connsiteX0" fmla="*/ 0 w 1182397"/>
                <a:gd name="connsiteY0" fmla="*/ 0 h 1654628"/>
                <a:gd name="connsiteX1" fmla="*/ 616340 w 1182397"/>
                <a:gd name="connsiteY1" fmla="*/ 0 h 1654628"/>
                <a:gd name="connsiteX2" fmla="*/ 1182397 w 1182397"/>
                <a:gd name="connsiteY2" fmla="*/ 1654628 h 1654628"/>
                <a:gd name="connsiteX3" fmla="*/ 0 w 1182397"/>
                <a:gd name="connsiteY3" fmla="*/ 304800 h 1654628"/>
                <a:gd name="connsiteX4" fmla="*/ 0 w 1182397"/>
                <a:gd name="connsiteY4" fmla="*/ 0 h 1654628"/>
                <a:gd name="connsiteX0" fmla="*/ 0 w 1342054"/>
                <a:gd name="connsiteY0" fmla="*/ 0 h 1654628"/>
                <a:gd name="connsiteX1" fmla="*/ 1342054 w 1342054"/>
                <a:gd name="connsiteY1" fmla="*/ 1596571 h 1654628"/>
                <a:gd name="connsiteX2" fmla="*/ 1182397 w 1342054"/>
                <a:gd name="connsiteY2" fmla="*/ 1654628 h 1654628"/>
                <a:gd name="connsiteX3" fmla="*/ 0 w 1342054"/>
                <a:gd name="connsiteY3" fmla="*/ 304800 h 1654628"/>
                <a:gd name="connsiteX4" fmla="*/ 0 w 1342054"/>
                <a:gd name="connsiteY4" fmla="*/ 0 h 1654628"/>
                <a:gd name="connsiteX0" fmla="*/ 377372 w 1342054"/>
                <a:gd name="connsiteY0" fmla="*/ 0 h 1393371"/>
                <a:gd name="connsiteX1" fmla="*/ 1342054 w 1342054"/>
                <a:gd name="connsiteY1" fmla="*/ 1335314 h 1393371"/>
                <a:gd name="connsiteX2" fmla="*/ 1182397 w 1342054"/>
                <a:gd name="connsiteY2" fmla="*/ 1393371 h 1393371"/>
                <a:gd name="connsiteX3" fmla="*/ 0 w 1342054"/>
                <a:gd name="connsiteY3" fmla="*/ 43543 h 1393371"/>
                <a:gd name="connsiteX4" fmla="*/ 377372 w 1342054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940025"/>
                <a:gd name="connsiteY0" fmla="*/ 0 h 1430564"/>
                <a:gd name="connsiteX1" fmla="*/ 938375 w 940025"/>
                <a:gd name="connsiteY1" fmla="*/ 1430564 h 1430564"/>
                <a:gd name="connsiteX2" fmla="*/ 848568 w 940025"/>
                <a:gd name="connsiteY2" fmla="*/ 1393371 h 1430564"/>
                <a:gd name="connsiteX3" fmla="*/ 0 w 940025"/>
                <a:gd name="connsiteY3" fmla="*/ 203200 h 1430564"/>
                <a:gd name="connsiteX4" fmla="*/ 43543 w 940025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2032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571" h="1430564">
                  <a:moveTo>
                    <a:pt x="43543" y="0"/>
                  </a:moveTo>
                  <a:cubicBezTo>
                    <a:pt x="916647" y="183847"/>
                    <a:pt x="1090343" y="922866"/>
                    <a:pt x="938375" y="1430564"/>
                  </a:cubicBezTo>
                  <a:lnTo>
                    <a:pt x="848568" y="1393371"/>
                  </a:lnTo>
                  <a:cubicBezTo>
                    <a:pt x="891678" y="1284212"/>
                    <a:pt x="1032762" y="318709"/>
                    <a:pt x="0" y="139700"/>
                  </a:cubicBezTo>
                  <a:lnTo>
                    <a:pt x="43543" y="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8778A0E-AD39-1A60-7B29-8A0C903E2FB8}"/>
                </a:ext>
              </a:extLst>
            </p:cNvPr>
            <p:cNvSpPr/>
            <p:nvPr/>
          </p:nvSpPr>
          <p:spPr>
            <a:xfrm rot="3430019">
              <a:off x="8560984" y="4461393"/>
              <a:ext cx="718325" cy="663175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18325"/>
                <a:gd name="connsiteY0" fmla="*/ 249737 h 665620"/>
                <a:gd name="connsiteX1" fmla="*/ 532588 w 718325"/>
                <a:gd name="connsiteY1" fmla="*/ 114987 h 665620"/>
                <a:gd name="connsiteX2" fmla="*/ 718325 w 718325"/>
                <a:gd name="connsiteY2" fmla="*/ 534087 h 665620"/>
                <a:gd name="connsiteX3" fmla="*/ 0 w 718325"/>
                <a:gd name="connsiteY3" fmla="*/ 249737 h 665620"/>
                <a:gd name="connsiteX0" fmla="*/ 0 w 718325"/>
                <a:gd name="connsiteY0" fmla="*/ 249737 h 663175"/>
                <a:gd name="connsiteX1" fmla="*/ 532588 w 718325"/>
                <a:gd name="connsiteY1" fmla="*/ 114987 h 663175"/>
                <a:gd name="connsiteX2" fmla="*/ 718325 w 718325"/>
                <a:gd name="connsiteY2" fmla="*/ 534087 h 663175"/>
                <a:gd name="connsiteX3" fmla="*/ 0 w 718325"/>
                <a:gd name="connsiteY3" fmla="*/ 249737 h 663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325" h="663175">
                  <a:moveTo>
                    <a:pt x="0" y="249737"/>
                  </a:moveTo>
                  <a:cubicBezTo>
                    <a:pt x="67194" y="-143963"/>
                    <a:pt x="446344" y="22912"/>
                    <a:pt x="532588" y="114987"/>
                  </a:cubicBezTo>
                  <a:cubicBezTo>
                    <a:pt x="675462" y="235637"/>
                    <a:pt x="518300" y="522974"/>
                    <a:pt x="718325" y="534087"/>
                  </a:cubicBezTo>
                  <a:cubicBezTo>
                    <a:pt x="236793" y="921437"/>
                    <a:pt x="100936" y="320353"/>
                    <a:pt x="0" y="249737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8CE1D2AC-2191-D93A-F3AF-C3F46C682633}"/>
                </a:ext>
              </a:extLst>
            </p:cNvPr>
            <p:cNvSpPr/>
            <p:nvPr/>
          </p:nvSpPr>
          <p:spPr>
            <a:xfrm>
              <a:off x="3566036" y="4808133"/>
              <a:ext cx="1368290" cy="1652364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  <a:gd name="connsiteX0" fmla="*/ 0 w 1306286"/>
                <a:gd name="connsiteY0" fmla="*/ 0 h 1262744"/>
                <a:gd name="connsiteX1" fmla="*/ 1306286 w 1306286"/>
                <a:gd name="connsiteY1" fmla="*/ 122663 h 1262744"/>
                <a:gd name="connsiteX2" fmla="*/ 1050143 w 1306286"/>
                <a:gd name="connsiteY2" fmla="*/ 1262744 h 1262744"/>
                <a:gd name="connsiteX3" fmla="*/ 58057 w 1306286"/>
                <a:gd name="connsiteY3" fmla="*/ 1262744 h 1262744"/>
                <a:gd name="connsiteX4" fmla="*/ 0 w 1306286"/>
                <a:gd name="connsiteY4" fmla="*/ 0 h 1262744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446918"/>
                <a:gd name="connsiteX1" fmla="*/ 1291772 w 1291772"/>
                <a:gd name="connsiteY1" fmla="*/ 245446 h 1446918"/>
                <a:gd name="connsiteX2" fmla="*/ 919515 w 1291772"/>
                <a:gd name="connsiteY2" fmla="*/ 1446918 h 1446918"/>
                <a:gd name="connsiteX3" fmla="*/ 43543 w 1291772"/>
                <a:gd name="connsiteY3" fmla="*/ 1385527 h 1446918"/>
                <a:gd name="connsiteX4" fmla="*/ 0 w 1291772"/>
                <a:gd name="connsiteY4" fmla="*/ 0 h 1446918"/>
                <a:gd name="connsiteX0" fmla="*/ 0 w 1291772"/>
                <a:gd name="connsiteY0" fmla="*/ 0 h 1397805"/>
                <a:gd name="connsiteX1" fmla="*/ 1291772 w 1291772"/>
                <a:gd name="connsiteY1" fmla="*/ 245446 h 1397805"/>
                <a:gd name="connsiteX2" fmla="*/ 963058 w 1291772"/>
                <a:gd name="connsiteY2" fmla="*/ 1397805 h 1397805"/>
                <a:gd name="connsiteX3" fmla="*/ 43543 w 1291772"/>
                <a:gd name="connsiteY3" fmla="*/ 1385527 h 1397805"/>
                <a:gd name="connsiteX4" fmla="*/ 0 w 1291772"/>
                <a:gd name="connsiteY4" fmla="*/ 0 h 1397805"/>
                <a:gd name="connsiteX0" fmla="*/ 91924 w 1383696"/>
                <a:gd name="connsiteY0" fmla="*/ 0 h 1397805"/>
                <a:gd name="connsiteX1" fmla="*/ 1383696 w 1383696"/>
                <a:gd name="connsiteY1" fmla="*/ 245446 h 1397805"/>
                <a:gd name="connsiteX2" fmla="*/ 1054982 w 1383696"/>
                <a:gd name="connsiteY2" fmla="*/ 1397805 h 1397805"/>
                <a:gd name="connsiteX3" fmla="*/ 135467 w 1383696"/>
                <a:gd name="connsiteY3" fmla="*/ 1385527 h 1397805"/>
                <a:gd name="connsiteX4" fmla="*/ 91924 w 1383696"/>
                <a:gd name="connsiteY4" fmla="*/ 0 h 1397805"/>
                <a:gd name="connsiteX0" fmla="*/ 109618 w 1401390"/>
                <a:gd name="connsiteY0" fmla="*/ 0 h 1397805"/>
                <a:gd name="connsiteX1" fmla="*/ 1401390 w 1401390"/>
                <a:gd name="connsiteY1" fmla="*/ 245446 h 1397805"/>
                <a:gd name="connsiteX2" fmla="*/ 1072676 w 1401390"/>
                <a:gd name="connsiteY2" fmla="*/ 1397805 h 1397805"/>
                <a:gd name="connsiteX3" fmla="*/ 95104 w 1401390"/>
                <a:gd name="connsiteY3" fmla="*/ 1373249 h 1397805"/>
                <a:gd name="connsiteX4" fmla="*/ 109618 w 1401390"/>
                <a:gd name="connsiteY4" fmla="*/ 0 h 1397805"/>
                <a:gd name="connsiteX0" fmla="*/ 76518 w 1368290"/>
                <a:gd name="connsiteY0" fmla="*/ 0 h 1397805"/>
                <a:gd name="connsiteX1" fmla="*/ 1368290 w 1368290"/>
                <a:gd name="connsiteY1" fmla="*/ 245446 h 1397805"/>
                <a:gd name="connsiteX2" fmla="*/ 1039576 w 1368290"/>
                <a:gd name="connsiteY2" fmla="*/ 1397805 h 1397805"/>
                <a:gd name="connsiteX3" fmla="*/ 62004 w 1368290"/>
                <a:gd name="connsiteY3" fmla="*/ 1373249 h 1397805"/>
                <a:gd name="connsiteX4" fmla="*/ 76518 w 1368290"/>
                <a:gd name="connsiteY4" fmla="*/ 0 h 139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290" h="1397805">
                  <a:moveTo>
                    <a:pt x="76518" y="0"/>
                  </a:moveTo>
                  <a:lnTo>
                    <a:pt x="1368290" y="245446"/>
                  </a:lnTo>
                  <a:cubicBezTo>
                    <a:pt x="789423" y="1204647"/>
                    <a:pt x="1124957" y="1234693"/>
                    <a:pt x="1039576" y="1397805"/>
                  </a:cubicBezTo>
                  <a:lnTo>
                    <a:pt x="62004" y="1373249"/>
                  </a:lnTo>
                  <a:cubicBezTo>
                    <a:pt x="149090" y="1206071"/>
                    <a:pt x="-126683" y="322403"/>
                    <a:pt x="7651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9B1F3F46-4287-1BFE-CAC5-8AC1296DAB1C}"/>
                </a:ext>
              </a:extLst>
            </p:cNvPr>
            <p:cNvSpPr/>
            <p:nvPr/>
          </p:nvSpPr>
          <p:spPr>
            <a:xfrm rot="20713190">
              <a:off x="6945603" y="4580973"/>
              <a:ext cx="1306286" cy="1741715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6" h="1741715">
                  <a:moveTo>
                    <a:pt x="0" y="478971"/>
                  </a:moveTo>
                  <a:lnTo>
                    <a:pt x="1306286" y="0"/>
                  </a:lnTo>
                  <a:cubicBezTo>
                    <a:pt x="770962" y="1524001"/>
                    <a:pt x="1135524" y="1161143"/>
                    <a:pt x="1050143" y="1741715"/>
                  </a:cubicBezTo>
                  <a:lnTo>
                    <a:pt x="58057" y="1741715"/>
                  </a:lnTo>
                  <a:cubicBezTo>
                    <a:pt x="0" y="1267581"/>
                    <a:pt x="290285" y="1243391"/>
                    <a:pt x="0" y="47897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130589-C073-E905-CF3B-17940C4A357B}"/>
                </a:ext>
              </a:extLst>
            </p:cNvPr>
            <p:cNvSpPr/>
            <p:nvPr/>
          </p:nvSpPr>
          <p:spPr>
            <a:xfrm>
              <a:off x="3164115" y="2104572"/>
              <a:ext cx="5185762" cy="3511820"/>
            </a:xfrm>
            <a:custGeom>
              <a:avLst/>
              <a:gdLst>
                <a:gd name="connsiteX0" fmla="*/ 0 w 1654629"/>
                <a:gd name="connsiteY0" fmla="*/ 0 h 943429"/>
                <a:gd name="connsiteX1" fmla="*/ 1654629 w 1654629"/>
                <a:gd name="connsiteY1" fmla="*/ 0 h 943429"/>
                <a:gd name="connsiteX2" fmla="*/ 1654629 w 1654629"/>
                <a:gd name="connsiteY2" fmla="*/ 943429 h 943429"/>
                <a:gd name="connsiteX3" fmla="*/ 0 w 1654629"/>
                <a:gd name="connsiteY3" fmla="*/ 943429 h 943429"/>
                <a:gd name="connsiteX4" fmla="*/ 0 w 1654629"/>
                <a:gd name="connsiteY4" fmla="*/ 0 h 943429"/>
                <a:gd name="connsiteX0" fmla="*/ 0 w 1654629"/>
                <a:gd name="connsiteY0" fmla="*/ 0 h 943429"/>
                <a:gd name="connsiteX1" fmla="*/ 1654629 w 1654629"/>
                <a:gd name="connsiteY1" fmla="*/ 0 h 943429"/>
                <a:gd name="connsiteX2" fmla="*/ 1654629 w 1654629"/>
                <a:gd name="connsiteY2" fmla="*/ 943429 h 943429"/>
                <a:gd name="connsiteX3" fmla="*/ 261257 w 1654629"/>
                <a:gd name="connsiteY3" fmla="*/ 653143 h 943429"/>
                <a:gd name="connsiteX4" fmla="*/ 0 w 1654629"/>
                <a:gd name="connsiteY4" fmla="*/ 0 h 943429"/>
                <a:gd name="connsiteX0" fmla="*/ 0 w 4209144"/>
                <a:gd name="connsiteY0" fmla="*/ 0 h 1161143"/>
                <a:gd name="connsiteX1" fmla="*/ 1654629 w 4209144"/>
                <a:gd name="connsiteY1" fmla="*/ 0 h 1161143"/>
                <a:gd name="connsiteX2" fmla="*/ 4209144 w 4209144"/>
                <a:gd name="connsiteY2" fmla="*/ 1161143 h 1161143"/>
                <a:gd name="connsiteX3" fmla="*/ 261257 w 4209144"/>
                <a:gd name="connsiteY3" fmla="*/ 653143 h 1161143"/>
                <a:gd name="connsiteX4" fmla="*/ 0 w 4209144"/>
                <a:gd name="connsiteY4" fmla="*/ 0 h 1161143"/>
                <a:gd name="connsiteX0" fmla="*/ 0 w 4209144"/>
                <a:gd name="connsiteY0" fmla="*/ 0 h 1438341"/>
                <a:gd name="connsiteX1" fmla="*/ 1654629 w 4209144"/>
                <a:gd name="connsiteY1" fmla="*/ 0 h 1438341"/>
                <a:gd name="connsiteX2" fmla="*/ 4209144 w 4209144"/>
                <a:gd name="connsiteY2" fmla="*/ 1161143 h 1438341"/>
                <a:gd name="connsiteX3" fmla="*/ 261257 w 4209144"/>
                <a:gd name="connsiteY3" fmla="*/ 653143 h 1438341"/>
                <a:gd name="connsiteX4" fmla="*/ 0 w 4209144"/>
                <a:gd name="connsiteY4" fmla="*/ 0 h 1438341"/>
                <a:gd name="connsiteX0" fmla="*/ 0 w 4209144"/>
                <a:gd name="connsiteY0" fmla="*/ 0 h 1494335"/>
                <a:gd name="connsiteX1" fmla="*/ 1654629 w 4209144"/>
                <a:gd name="connsiteY1" fmla="*/ 0 h 1494335"/>
                <a:gd name="connsiteX2" fmla="*/ 4209144 w 4209144"/>
                <a:gd name="connsiteY2" fmla="*/ 1161143 h 1494335"/>
                <a:gd name="connsiteX3" fmla="*/ 261257 w 4209144"/>
                <a:gd name="connsiteY3" fmla="*/ 653143 h 1494335"/>
                <a:gd name="connsiteX4" fmla="*/ 0 w 4209144"/>
                <a:gd name="connsiteY4" fmla="*/ 0 h 1494335"/>
                <a:gd name="connsiteX0" fmla="*/ 0 w 4412342"/>
                <a:gd name="connsiteY0" fmla="*/ 1747027 h 3241362"/>
                <a:gd name="connsiteX1" fmla="*/ 1654629 w 4412342"/>
                <a:gd name="connsiteY1" fmla="*/ 1747027 h 3241362"/>
                <a:gd name="connsiteX2" fmla="*/ 4412342 w 4412342"/>
                <a:gd name="connsiteY2" fmla="*/ 19827 h 3241362"/>
                <a:gd name="connsiteX3" fmla="*/ 4209144 w 4412342"/>
                <a:gd name="connsiteY3" fmla="*/ 2908170 h 3241362"/>
                <a:gd name="connsiteX4" fmla="*/ 261257 w 4412342"/>
                <a:gd name="connsiteY4" fmla="*/ 2400170 h 3241362"/>
                <a:gd name="connsiteX5" fmla="*/ 0 w 4412342"/>
                <a:gd name="connsiteY5" fmla="*/ 1747027 h 3241362"/>
                <a:gd name="connsiteX0" fmla="*/ 0 w 4908484"/>
                <a:gd name="connsiteY0" fmla="*/ 1747027 h 3241362"/>
                <a:gd name="connsiteX1" fmla="*/ 1654629 w 4908484"/>
                <a:gd name="connsiteY1" fmla="*/ 1747027 h 3241362"/>
                <a:gd name="connsiteX2" fmla="*/ 4412342 w 4908484"/>
                <a:gd name="connsiteY2" fmla="*/ 19827 h 3241362"/>
                <a:gd name="connsiteX3" fmla="*/ 4209144 w 4908484"/>
                <a:gd name="connsiteY3" fmla="*/ 2908170 h 3241362"/>
                <a:gd name="connsiteX4" fmla="*/ 261257 w 4908484"/>
                <a:gd name="connsiteY4" fmla="*/ 2400170 h 3241362"/>
                <a:gd name="connsiteX5" fmla="*/ 0 w 4908484"/>
                <a:gd name="connsiteY5" fmla="*/ 1747027 h 3241362"/>
                <a:gd name="connsiteX0" fmla="*/ 0 w 5185762"/>
                <a:gd name="connsiteY0" fmla="*/ 1747027 h 3241362"/>
                <a:gd name="connsiteX1" fmla="*/ 1654629 w 5185762"/>
                <a:gd name="connsiteY1" fmla="*/ 1747027 h 3241362"/>
                <a:gd name="connsiteX2" fmla="*/ 4412342 w 5185762"/>
                <a:gd name="connsiteY2" fmla="*/ 19827 h 3241362"/>
                <a:gd name="connsiteX3" fmla="*/ 4209144 w 5185762"/>
                <a:gd name="connsiteY3" fmla="*/ 2908170 h 3241362"/>
                <a:gd name="connsiteX4" fmla="*/ 261257 w 5185762"/>
                <a:gd name="connsiteY4" fmla="*/ 2400170 h 3241362"/>
                <a:gd name="connsiteX5" fmla="*/ 0 w 5185762"/>
                <a:gd name="connsiteY5" fmla="*/ 1747027 h 3241362"/>
                <a:gd name="connsiteX0" fmla="*/ 0 w 5185762"/>
                <a:gd name="connsiteY0" fmla="*/ 2017485 h 3511820"/>
                <a:gd name="connsiteX1" fmla="*/ 1465943 w 5185762"/>
                <a:gd name="connsiteY1" fmla="*/ 0 h 3511820"/>
                <a:gd name="connsiteX2" fmla="*/ 4412342 w 5185762"/>
                <a:gd name="connsiteY2" fmla="*/ 290285 h 3511820"/>
                <a:gd name="connsiteX3" fmla="*/ 4209144 w 5185762"/>
                <a:gd name="connsiteY3" fmla="*/ 3178628 h 3511820"/>
                <a:gd name="connsiteX4" fmla="*/ 261257 w 5185762"/>
                <a:gd name="connsiteY4" fmla="*/ 2670628 h 3511820"/>
                <a:gd name="connsiteX5" fmla="*/ 0 w 5185762"/>
                <a:gd name="connsiteY5" fmla="*/ 2017485 h 3511820"/>
                <a:gd name="connsiteX0" fmla="*/ 0 w 5185762"/>
                <a:gd name="connsiteY0" fmla="*/ 2017485 h 3511820"/>
                <a:gd name="connsiteX1" fmla="*/ 1465943 w 5185762"/>
                <a:gd name="connsiteY1" fmla="*/ 0 h 3511820"/>
                <a:gd name="connsiteX2" fmla="*/ 4412342 w 5185762"/>
                <a:gd name="connsiteY2" fmla="*/ 290285 h 3511820"/>
                <a:gd name="connsiteX3" fmla="*/ 4209144 w 5185762"/>
                <a:gd name="connsiteY3" fmla="*/ 3178628 h 3511820"/>
                <a:gd name="connsiteX4" fmla="*/ 261257 w 5185762"/>
                <a:gd name="connsiteY4" fmla="*/ 2670628 h 3511820"/>
                <a:gd name="connsiteX5" fmla="*/ 0 w 5185762"/>
                <a:gd name="connsiteY5" fmla="*/ 2017485 h 3511820"/>
                <a:gd name="connsiteX0" fmla="*/ 0 w 5185762"/>
                <a:gd name="connsiteY0" fmla="*/ 2017485 h 3511820"/>
                <a:gd name="connsiteX1" fmla="*/ 1465943 w 5185762"/>
                <a:gd name="connsiteY1" fmla="*/ 0 h 3511820"/>
                <a:gd name="connsiteX2" fmla="*/ 4412342 w 5185762"/>
                <a:gd name="connsiteY2" fmla="*/ 290285 h 3511820"/>
                <a:gd name="connsiteX3" fmla="*/ 4209144 w 5185762"/>
                <a:gd name="connsiteY3" fmla="*/ 3178628 h 3511820"/>
                <a:gd name="connsiteX4" fmla="*/ 261257 w 5185762"/>
                <a:gd name="connsiteY4" fmla="*/ 2670628 h 3511820"/>
                <a:gd name="connsiteX5" fmla="*/ 0 w 5185762"/>
                <a:gd name="connsiteY5" fmla="*/ 2017485 h 351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85762" h="3511820">
                  <a:moveTo>
                    <a:pt x="0" y="2017485"/>
                  </a:moveTo>
                  <a:lnTo>
                    <a:pt x="1465943" y="0"/>
                  </a:lnTo>
                  <a:cubicBezTo>
                    <a:pt x="2051352" y="324153"/>
                    <a:pt x="3333447" y="-164496"/>
                    <a:pt x="4412342" y="290285"/>
                  </a:cubicBezTo>
                  <a:cubicBezTo>
                    <a:pt x="5607352" y="1078894"/>
                    <a:pt x="5321905" y="2999618"/>
                    <a:pt x="4209144" y="3178628"/>
                  </a:cubicBezTo>
                  <a:cubicBezTo>
                    <a:pt x="2791582" y="3967238"/>
                    <a:pt x="401562" y="3173789"/>
                    <a:pt x="261257" y="2670628"/>
                  </a:cubicBezTo>
                  <a:lnTo>
                    <a:pt x="0" y="2017485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F9D8AB-CE66-F561-41BE-4ACE7C001DC1}"/>
                </a:ext>
              </a:extLst>
            </p:cNvPr>
            <p:cNvSpPr/>
            <p:nvPr/>
          </p:nvSpPr>
          <p:spPr>
            <a:xfrm>
              <a:off x="6662057" y="4818743"/>
              <a:ext cx="1306286" cy="1741715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  <a:gd name="connsiteX0" fmla="*/ 1306286 w 1397726"/>
                <a:gd name="connsiteY0" fmla="*/ 0 h 1741715"/>
                <a:gd name="connsiteX1" fmla="*/ 1050143 w 1397726"/>
                <a:gd name="connsiteY1" fmla="*/ 1741715 h 1741715"/>
                <a:gd name="connsiteX2" fmla="*/ 58057 w 1397726"/>
                <a:gd name="connsiteY2" fmla="*/ 1741715 h 1741715"/>
                <a:gd name="connsiteX3" fmla="*/ 0 w 1397726"/>
                <a:gd name="connsiteY3" fmla="*/ 478971 h 1741715"/>
                <a:gd name="connsiteX4" fmla="*/ 1397726 w 1397726"/>
                <a:gd name="connsiteY4" fmla="*/ 91440 h 1741715"/>
                <a:gd name="connsiteX0" fmla="*/ 1306286 w 1306286"/>
                <a:gd name="connsiteY0" fmla="*/ 0 h 1741715"/>
                <a:gd name="connsiteX1" fmla="*/ 1050143 w 1306286"/>
                <a:gd name="connsiteY1" fmla="*/ 1741715 h 1741715"/>
                <a:gd name="connsiteX2" fmla="*/ 58057 w 1306286"/>
                <a:gd name="connsiteY2" fmla="*/ 1741715 h 1741715"/>
                <a:gd name="connsiteX3" fmla="*/ 0 w 1306286"/>
                <a:gd name="connsiteY3" fmla="*/ 478971 h 174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6286" h="1741715">
                  <a:moveTo>
                    <a:pt x="1306286" y="0"/>
                  </a:moveTo>
                  <a:cubicBezTo>
                    <a:pt x="770962" y="1524001"/>
                    <a:pt x="1135524" y="1161143"/>
                    <a:pt x="1050143" y="1741715"/>
                  </a:cubicBezTo>
                  <a:lnTo>
                    <a:pt x="58057" y="1741715"/>
                  </a:lnTo>
                  <a:cubicBezTo>
                    <a:pt x="0" y="1267581"/>
                    <a:pt x="290285" y="1243391"/>
                    <a:pt x="0" y="478971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81552DDA-3B90-87AB-3AC9-FDBE9B3A38EA}"/>
                </a:ext>
              </a:extLst>
            </p:cNvPr>
            <p:cNvSpPr/>
            <p:nvPr/>
          </p:nvSpPr>
          <p:spPr>
            <a:xfrm>
              <a:off x="4010526" y="4983179"/>
              <a:ext cx="1291772" cy="1652364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  <a:gd name="connsiteX0" fmla="*/ 0 w 1306286"/>
                <a:gd name="connsiteY0" fmla="*/ 0 h 1262744"/>
                <a:gd name="connsiteX1" fmla="*/ 1306286 w 1306286"/>
                <a:gd name="connsiteY1" fmla="*/ 122663 h 1262744"/>
                <a:gd name="connsiteX2" fmla="*/ 1050143 w 1306286"/>
                <a:gd name="connsiteY2" fmla="*/ 1262744 h 1262744"/>
                <a:gd name="connsiteX3" fmla="*/ 58057 w 1306286"/>
                <a:gd name="connsiteY3" fmla="*/ 1262744 h 1262744"/>
                <a:gd name="connsiteX4" fmla="*/ 0 w 1306286"/>
                <a:gd name="connsiteY4" fmla="*/ 0 h 1262744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446918"/>
                <a:gd name="connsiteX1" fmla="*/ 1291772 w 1291772"/>
                <a:gd name="connsiteY1" fmla="*/ 245446 h 1446918"/>
                <a:gd name="connsiteX2" fmla="*/ 919515 w 1291772"/>
                <a:gd name="connsiteY2" fmla="*/ 1446918 h 1446918"/>
                <a:gd name="connsiteX3" fmla="*/ 43543 w 1291772"/>
                <a:gd name="connsiteY3" fmla="*/ 1385527 h 1446918"/>
                <a:gd name="connsiteX4" fmla="*/ 0 w 1291772"/>
                <a:gd name="connsiteY4" fmla="*/ 0 h 1446918"/>
                <a:gd name="connsiteX0" fmla="*/ 0 w 1291772"/>
                <a:gd name="connsiteY0" fmla="*/ 0 h 1397805"/>
                <a:gd name="connsiteX1" fmla="*/ 1291772 w 1291772"/>
                <a:gd name="connsiteY1" fmla="*/ 245446 h 1397805"/>
                <a:gd name="connsiteX2" fmla="*/ 963058 w 1291772"/>
                <a:gd name="connsiteY2" fmla="*/ 1397805 h 1397805"/>
                <a:gd name="connsiteX3" fmla="*/ 43543 w 1291772"/>
                <a:gd name="connsiteY3" fmla="*/ 1385527 h 1397805"/>
                <a:gd name="connsiteX4" fmla="*/ 0 w 1291772"/>
                <a:gd name="connsiteY4" fmla="*/ 0 h 1397805"/>
                <a:gd name="connsiteX0" fmla="*/ 1291772 w 1383212"/>
                <a:gd name="connsiteY0" fmla="*/ 245446 h 1397805"/>
                <a:gd name="connsiteX1" fmla="*/ 963058 w 1383212"/>
                <a:gd name="connsiteY1" fmla="*/ 1397805 h 1397805"/>
                <a:gd name="connsiteX2" fmla="*/ 43543 w 1383212"/>
                <a:gd name="connsiteY2" fmla="*/ 1385527 h 1397805"/>
                <a:gd name="connsiteX3" fmla="*/ 0 w 1383212"/>
                <a:gd name="connsiteY3" fmla="*/ 0 h 1397805"/>
                <a:gd name="connsiteX4" fmla="*/ 1383212 w 1383212"/>
                <a:gd name="connsiteY4" fmla="*/ 322799 h 1397805"/>
                <a:gd name="connsiteX0" fmla="*/ 1291772 w 1291772"/>
                <a:gd name="connsiteY0" fmla="*/ 245446 h 1397805"/>
                <a:gd name="connsiteX1" fmla="*/ 963058 w 1291772"/>
                <a:gd name="connsiteY1" fmla="*/ 1397805 h 1397805"/>
                <a:gd name="connsiteX2" fmla="*/ 43543 w 1291772"/>
                <a:gd name="connsiteY2" fmla="*/ 1385527 h 1397805"/>
                <a:gd name="connsiteX3" fmla="*/ 0 w 1291772"/>
                <a:gd name="connsiteY3" fmla="*/ 0 h 139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1772" h="1397805">
                  <a:moveTo>
                    <a:pt x="1291772" y="245446"/>
                  </a:moveTo>
                  <a:cubicBezTo>
                    <a:pt x="712905" y="1204647"/>
                    <a:pt x="1048439" y="1234693"/>
                    <a:pt x="963058" y="1397805"/>
                  </a:cubicBezTo>
                  <a:lnTo>
                    <a:pt x="43543" y="1385527"/>
                  </a:lnTo>
                  <a:cubicBezTo>
                    <a:pt x="-14514" y="911393"/>
                    <a:pt x="333828" y="813533"/>
                    <a:pt x="0" y="0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EAB7F2FD-4580-0D7A-7877-0A8942AAFA33}"/>
                </a:ext>
              </a:extLst>
            </p:cNvPr>
            <p:cNvSpPr/>
            <p:nvPr/>
          </p:nvSpPr>
          <p:spPr>
            <a:xfrm rot="20501765">
              <a:off x="3445697" y="1487665"/>
              <a:ext cx="623160" cy="994756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444500 w 1471057"/>
                <a:gd name="connsiteY3" fmla="*/ 1224643 h 1262743"/>
                <a:gd name="connsiteX4" fmla="*/ 0 w 1471057"/>
                <a:gd name="connsiteY4" fmla="*/ 0 h 1262743"/>
                <a:gd name="connsiteX0" fmla="*/ 342900 w 1026557"/>
                <a:gd name="connsiteY0" fmla="*/ 0 h 1923143"/>
                <a:gd name="connsiteX1" fmla="*/ 1026557 w 1026557"/>
                <a:gd name="connsiteY1" fmla="*/ 660400 h 1923143"/>
                <a:gd name="connsiteX2" fmla="*/ 1026557 w 1026557"/>
                <a:gd name="connsiteY2" fmla="*/ 1923143 h 1923143"/>
                <a:gd name="connsiteX3" fmla="*/ 0 w 1026557"/>
                <a:gd name="connsiteY3" fmla="*/ 1885043 h 1923143"/>
                <a:gd name="connsiteX4" fmla="*/ 342900 w 1026557"/>
                <a:gd name="connsiteY4" fmla="*/ 0 h 1923143"/>
                <a:gd name="connsiteX0" fmla="*/ 609228 w 1292885"/>
                <a:gd name="connsiteY0" fmla="*/ 0 h 1923143"/>
                <a:gd name="connsiteX1" fmla="*/ 1292885 w 1292885"/>
                <a:gd name="connsiteY1" fmla="*/ 660400 h 1923143"/>
                <a:gd name="connsiteX2" fmla="*/ 1292885 w 1292885"/>
                <a:gd name="connsiteY2" fmla="*/ 1923143 h 1923143"/>
                <a:gd name="connsiteX3" fmla="*/ 266328 w 1292885"/>
                <a:gd name="connsiteY3" fmla="*/ 1885043 h 1923143"/>
                <a:gd name="connsiteX4" fmla="*/ 609228 w 1292885"/>
                <a:gd name="connsiteY4" fmla="*/ 0 h 1923143"/>
                <a:gd name="connsiteX0" fmla="*/ 953087 w 1636744"/>
                <a:gd name="connsiteY0" fmla="*/ 0 h 1946443"/>
                <a:gd name="connsiteX1" fmla="*/ 1636744 w 1636744"/>
                <a:gd name="connsiteY1" fmla="*/ 660400 h 1946443"/>
                <a:gd name="connsiteX2" fmla="*/ 1636744 w 1636744"/>
                <a:gd name="connsiteY2" fmla="*/ 1923143 h 1946443"/>
                <a:gd name="connsiteX3" fmla="*/ 610187 w 1636744"/>
                <a:gd name="connsiteY3" fmla="*/ 1885043 h 1946443"/>
                <a:gd name="connsiteX4" fmla="*/ 953087 w 1636744"/>
                <a:gd name="connsiteY4" fmla="*/ 0 h 1946443"/>
                <a:gd name="connsiteX0" fmla="*/ 953087 w 1636744"/>
                <a:gd name="connsiteY0" fmla="*/ 0 h 1923143"/>
                <a:gd name="connsiteX1" fmla="*/ 1636744 w 1636744"/>
                <a:gd name="connsiteY1" fmla="*/ 660400 h 1923143"/>
                <a:gd name="connsiteX2" fmla="*/ 1636744 w 1636744"/>
                <a:gd name="connsiteY2" fmla="*/ 1923143 h 1923143"/>
                <a:gd name="connsiteX3" fmla="*/ 610187 w 1636744"/>
                <a:gd name="connsiteY3" fmla="*/ 1885043 h 1923143"/>
                <a:gd name="connsiteX4" fmla="*/ 953087 w 1636744"/>
                <a:gd name="connsiteY4" fmla="*/ 0 h 1923143"/>
                <a:gd name="connsiteX0" fmla="*/ 953087 w 1636744"/>
                <a:gd name="connsiteY0" fmla="*/ 0 h 1952664"/>
                <a:gd name="connsiteX1" fmla="*/ 1636744 w 1636744"/>
                <a:gd name="connsiteY1" fmla="*/ 660400 h 1952664"/>
                <a:gd name="connsiteX2" fmla="*/ 1636744 w 1636744"/>
                <a:gd name="connsiteY2" fmla="*/ 1923143 h 1952664"/>
                <a:gd name="connsiteX3" fmla="*/ 610187 w 1636744"/>
                <a:gd name="connsiteY3" fmla="*/ 1923143 h 1952664"/>
                <a:gd name="connsiteX4" fmla="*/ 953087 w 1636744"/>
                <a:gd name="connsiteY4" fmla="*/ 0 h 1952664"/>
                <a:gd name="connsiteX0" fmla="*/ 958215 w 1641872"/>
                <a:gd name="connsiteY0" fmla="*/ 0 h 1938738"/>
                <a:gd name="connsiteX1" fmla="*/ 1641872 w 1641872"/>
                <a:gd name="connsiteY1" fmla="*/ 660400 h 1938738"/>
                <a:gd name="connsiteX2" fmla="*/ 1641872 w 1641872"/>
                <a:gd name="connsiteY2" fmla="*/ 1923143 h 1938738"/>
                <a:gd name="connsiteX3" fmla="*/ 615315 w 1641872"/>
                <a:gd name="connsiteY3" fmla="*/ 1923143 h 1938738"/>
                <a:gd name="connsiteX4" fmla="*/ 958215 w 1641872"/>
                <a:gd name="connsiteY4" fmla="*/ 0 h 1938738"/>
                <a:gd name="connsiteX0" fmla="*/ 958215 w 1641872"/>
                <a:gd name="connsiteY0" fmla="*/ 0 h 1938738"/>
                <a:gd name="connsiteX1" fmla="*/ 1641872 w 1641872"/>
                <a:gd name="connsiteY1" fmla="*/ 1923143 h 1938738"/>
                <a:gd name="connsiteX2" fmla="*/ 615315 w 1641872"/>
                <a:gd name="connsiteY2" fmla="*/ 1923143 h 1938738"/>
                <a:gd name="connsiteX3" fmla="*/ 958215 w 1641872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696103 w 1195765"/>
                <a:gd name="connsiteY0" fmla="*/ -1 h 2936642"/>
                <a:gd name="connsiteX1" fmla="*/ 1106115 w 1195765"/>
                <a:gd name="connsiteY1" fmla="*/ 1960855 h 2936642"/>
                <a:gd name="connsiteX2" fmla="*/ 917758 w 1195765"/>
                <a:gd name="connsiteY2" fmla="*/ 2926055 h 2936642"/>
                <a:gd name="connsiteX3" fmla="*/ 696103 w 1195765"/>
                <a:gd name="connsiteY3" fmla="*/ -1 h 2936642"/>
                <a:gd name="connsiteX0" fmla="*/ 696103 w 917757"/>
                <a:gd name="connsiteY0" fmla="*/ -1 h 2936642"/>
                <a:gd name="connsiteX1" fmla="*/ 917758 w 917757"/>
                <a:gd name="connsiteY1" fmla="*/ 2926055 h 2936642"/>
                <a:gd name="connsiteX2" fmla="*/ 696103 w 917757"/>
                <a:gd name="connsiteY2" fmla="*/ -1 h 2936642"/>
                <a:gd name="connsiteX0" fmla="*/ 696103 w 1277356"/>
                <a:gd name="connsiteY0" fmla="*/ -1 h 2936642"/>
                <a:gd name="connsiteX1" fmla="*/ 917758 w 1277356"/>
                <a:gd name="connsiteY1" fmla="*/ 2926055 h 2936642"/>
                <a:gd name="connsiteX2" fmla="*/ 696103 w 1277356"/>
                <a:gd name="connsiteY2" fmla="*/ -1 h 2936642"/>
                <a:gd name="connsiteX0" fmla="*/ 810292 w 1391543"/>
                <a:gd name="connsiteY0" fmla="*/ -1 h 2961415"/>
                <a:gd name="connsiteX1" fmla="*/ 1031947 w 1391543"/>
                <a:gd name="connsiteY1" fmla="*/ 2926055 h 2961415"/>
                <a:gd name="connsiteX2" fmla="*/ 810292 w 1391543"/>
                <a:gd name="connsiteY2" fmla="*/ -1 h 2961415"/>
                <a:gd name="connsiteX0" fmla="*/ 782768 w 1415317"/>
                <a:gd name="connsiteY0" fmla="*/ -1 h 3066534"/>
                <a:gd name="connsiteX1" fmla="*/ 1068926 w 1415317"/>
                <a:gd name="connsiteY1" fmla="*/ 3032230 h 3066534"/>
                <a:gd name="connsiteX2" fmla="*/ 782768 w 1415317"/>
                <a:gd name="connsiteY2" fmla="*/ -1 h 3066534"/>
                <a:gd name="connsiteX0" fmla="*/ 520367 w 1152918"/>
                <a:gd name="connsiteY0" fmla="*/ -1 h 3071051"/>
                <a:gd name="connsiteX1" fmla="*/ 806525 w 1152918"/>
                <a:gd name="connsiteY1" fmla="*/ 3032230 h 3071051"/>
                <a:gd name="connsiteX2" fmla="*/ 520367 w 1152918"/>
                <a:gd name="connsiteY2" fmla="*/ -1 h 3071051"/>
                <a:gd name="connsiteX0" fmla="*/ 820889 w 1453438"/>
                <a:gd name="connsiteY0" fmla="*/ -1 h 3071424"/>
                <a:gd name="connsiteX1" fmla="*/ 1107047 w 1453438"/>
                <a:gd name="connsiteY1" fmla="*/ 3032230 h 3071424"/>
                <a:gd name="connsiteX2" fmla="*/ 820889 w 1453438"/>
                <a:gd name="connsiteY2" fmla="*/ -1 h 3071424"/>
                <a:gd name="connsiteX0" fmla="*/ 820889 w 1549763"/>
                <a:gd name="connsiteY0" fmla="*/ -1 h 3071424"/>
                <a:gd name="connsiteX1" fmla="*/ 1107047 w 1549763"/>
                <a:gd name="connsiteY1" fmla="*/ 3032230 h 3071424"/>
                <a:gd name="connsiteX2" fmla="*/ 820889 w 1549763"/>
                <a:gd name="connsiteY2" fmla="*/ -1 h 3071424"/>
                <a:gd name="connsiteX0" fmla="*/ 1087616 w 1563225"/>
                <a:gd name="connsiteY0" fmla="*/ -1 h 2340101"/>
                <a:gd name="connsiteX1" fmla="*/ 968175 w 1563225"/>
                <a:gd name="connsiteY1" fmla="*/ 2288859 h 2340101"/>
                <a:gd name="connsiteX2" fmla="*/ 1087616 w 1563225"/>
                <a:gd name="connsiteY2" fmla="*/ -1 h 2340101"/>
                <a:gd name="connsiteX0" fmla="*/ 820552 w 1296161"/>
                <a:gd name="connsiteY0" fmla="*/ -1 h 2404945"/>
                <a:gd name="connsiteX1" fmla="*/ 701111 w 1296161"/>
                <a:gd name="connsiteY1" fmla="*/ 2288859 h 2404945"/>
                <a:gd name="connsiteX2" fmla="*/ 820552 w 1296161"/>
                <a:gd name="connsiteY2" fmla="*/ -1 h 2404945"/>
                <a:gd name="connsiteX0" fmla="*/ 756517 w 1285761"/>
                <a:gd name="connsiteY0" fmla="*/ 0 h 2444393"/>
                <a:gd name="connsiteX1" fmla="*/ 733623 w 1285761"/>
                <a:gd name="connsiteY1" fmla="*/ 2329940 h 2444393"/>
                <a:gd name="connsiteX2" fmla="*/ 756517 w 1285761"/>
                <a:gd name="connsiteY2" fmla="*/ 0 h 2444393"/>
                <a:gd name="connsiteX0" fmla="*/ 658818 w 1188064"/>
                <a:gd name="connsiteY0" fmla="*/ 0 h 2439456"/>
                <a:gd name="connsiteX1" fmla="*/ 635924 w 1188064"/>
                <a:gd name="connsiteY1" fmla="*/ 2329940 h 2439456"/>
                <a:gd name="connsiteX2" fmla="*/ 658818 w 1188064"/>
                <a:gd name="connsiteY2" fmla="*/ 0 h 24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8064" h="2439456">
                  <a:moveTo>
                    <a:pt x="658818" y="0"/>
                  </a:moveTo>
                  <a:cubicBezTo>
                    <a:pt x="1191581" y="678537"/>
                    <a:pt x="1528176" y="2134725"/>
                    <a:pt x="635924" y="2329940"/>
                  </a:cubicBezTo>
                  <a:cubicBezTo>
                    <a:pt x="-724243" y="2993272"/>
                    <a:pt x="495679" y="444934"/>
                    <a:pt x="65881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48A3210-110C-EE53-33BE-45D42D079EA1}"/>
                </a:ext>
              </a:extLst>
            </p:cNvPr>
            <p:cNvSpPr/>
            <p:nvPr/>
          </p:nvSpPr>
          <p:spPr>
            <a:xfrm>
              <a:off x="1546303" y="2067868"/>
              <a:ext cx="3494115" cy="3383963"/>
            </a:xfrm>
            <a:custGeom>
              <a:avLst/>
              <a:gdLst>
                <a:gd name="connsiteX0" fmla="*/ 0 w 1459831"/>
                <a:gd name="connsiteY0" fmla="*/ 0 h 1395664"/>
                <a:gd name="connsiteX1" fmla="*/ 1459831 w 1459831"/>
                <a:gd name="connsiteY1" fmla="*/ 0 h 1395664"/>
                <a:gd name="connsiteX2" fmla="*/ 1459831 w 1459831"/>
                <a:gd name="connsiteY2" fmla="*/ 1395664 h 1395664"/>
                <a:gd name="connsiteX3" fmla="*/ 0 w 1459831"/>
                <a:gd name="connsiteY3" fmla="*/ 1395664 h 1395664"/>
                <a:gd name="connsiteX4" fmla="*/ 0 w 1459831"/>
                <a:gd name="connsiteY4" fmla="*/ 0 h 1395664"/>
                <a:gd name="connsiteX0" fmla="*/ 304800 w 1459831"/>
                <a:gd name="connsiteY0" fmla="*/ 0 h 2294022"/>
                <a:gd name="connsiteX1" fmla="*/ 1459831 w 1459831"/>
                <a:gd name="connsiteY1" fmla="*/ 898358 h 2294022"/>
                <a:gd name="connsiteX2" fmla="*/ 1459831 w 1459831"/>
                <a:gd name="connsiteY2" fmla="*/ 2294022 h 2294022"/>
                <a:gd name="connsiteX3" fmla="*/ 0 w 1459831"/>
                <a:gd name="connsiteY3" fmla="*/ 2294022 h 2294022"/>
                <a:gd name="connsiteX4" fmla="*/ 304800 w 1459831"/>
                <a:gd name="connsiteY4" fmla="*/ 0 h 2294022"/>
                <a:gd name="connsiteX0" fmla="*/ 2904562 w 4059593"/>
                <a:gd name="connsiteY0" fmla="*/ 0 h 2294022"/>
                <a:gd name="connsiteX1" fmla="*/ 4059593 w 4059593"/>
                <a:gd name="connsiteY1" fmla="*/ 898358 h 2294022"/>
                <a:gd name="connsiteX2" fmla="*/ 4059593 w 4059593"/>
                <a:gd name="connsiteY2" fmla="*/ 2294022 h 2294022"/>
                <a:gd name="connsiteX3" fmla="*/ 2599762 w 4059593"/>
                <a:gd name="connsiteY3" fmla="*/ 2294022 h 2294022"/>
                <a:gd name="connsiteX4" fmla="*/ 941 w 4059593"/>
                <a:gd name="connsiteY4" fmla="*/ 1700464 h 2294022"/>
                <a:gd name="connsiteX5" fmla="*/ 2904562 w 4059593"/>
                <a:gd name="connsiteY5" fmla="*/ 0 h 2294022"/>
                <a:gd name="connsiteX0" fmla="*/ 2968710 w 4123741"/>
                <a:gd name="connsiteY0" fmla="*/ 0 h 2294022"/>
                <a:gd name="connsiteX1" fmla="*/ 4123741 w 4123741"/>
                <a:gd name="connsiteY1" fmla="*/ 898358 h 2294022"/>
                <a:gd name="connsiteX2" fmla="*/ 4123741 w 4123741"/>
                <a:gd name="connsiteY2" fmla="*/ 2294022 h 2294022"/>
                <a:gd name="connsiteX3" fmla="*/ 2663910 w 4123741"/>
                <a:gd name="connsiteY3" fmla="*/ 2294022 h 2294022"/>
                <a:gd name="connsiteX4" fmla="*/ 920 w 4123741"/>
                <a:gd name="connsiteY4" fmla="*/ 1652337 h 2294022"/>
                <a:gd name="connsiteX5" fmla="*/ 2968710 w 4123741"/>
                <a:gd name="connsiteY5" fmla="*/ 0 h 2294022"/>
                <a:gd name="connsiteX0" fmla="*/ 2970250 w 4125281"/>
                <a:gd name="connsiteY0" fmla="*/ 0 h 3368843"/>
                <a:gd name="connsiteX1" fmla="*/ 4125281 w 4125281"/>
                <a:gd name="connsiteY1" fmla="*/ 898358 h 3368843"/>
                <a:gd name="connsiteX2" fmla="*/ 4125281 w 4125281"/>
                <a:gd name="connsiteY2" fmla="*/ 2294022 h 3368843"/>
                <a:gd name="connsiteX3" fmla="*/ 900819 w 4125281"/>
                <a:gd name="connsiteY3" fmla="*/ 3368843 h 3368843"/>
                <a:gd name="connsiteX4" fmla="*/ 2460 w 4125281"/>
                <a:gd name="connsiteY4" fmla="*/ 1652337 h 3368843"/>
                <a:gd name="connsiteX5" fmla="*/ 2970250 w 4125281"/>
                <a:gd name="connsiteY5" fmla="*/ 0 h 3368843"/>
                <a:gd name="connsiteX0" fmla="*/ 2980626 w 4135657"/>
                <a:gd name="connsiteY0" fmla="*/ 0 h 3369412"/>
                <a:gd name="connsiteX1" fmla="*/ 4135657 w 4135657"/>
                <a:gd name="connsiteY1" fmla="*/ 898358 h 3369412"/>
                <a:gd name="connsiteX2" fmla="*/ 4135657 w 4135657"/>
                <a:gd name="connsiteY2" fmla="*/ 2294022 h 3369412"/>
                <a:gd name="connsiteX3" fmla="*/ 911195 w 4135657"/>
                <a:gd name="connsiteY3" fmla="*/ 3368843 h 3369412"/>
                <a:gd name="connsiteX4" fmla="*/ 12836 w 4135657"/>
                <a:gd name="connsiteY4" fmla="*/ 1652337 h 3369412"/>
                <a:gd name="connsiteX5" fmla="*/ 2980626 w 4135657"/>
                <a:gd name="connsiteY5" fmla="*/ 0 h 3369412"/>
                <a:gd name="connsiteX0" fmla="*/ 2980626 w 4135657"/>
                <a:gd name="connsiteY0" fmla="*/ 0 h 3369412"/>
                <a:gd name="connsiteX1" fmla="*/ 4135657 w 4135657"/>
                <a:gd name="connsiteY1" fmla="*/ 898358 h 3369412"/>
                <a:gd name="connsiteX2" fmla="*/ 4135657 w 4135657"/>
                <a:gd name="connsiteY2" fmla="*/ 2294022 h 3369412"/>
                <a:gd name="connsiteX3" fmla="*/ 911195 w 4135657"/>
                <a:gd name="connsiteY3" fmla="*/ 3368843 h 3369412"/>
                <a:gd name="connsiteX4" fmla="*/ 12836 w 4135657"/>
                <a:gd name="connsiteY4" fmla="*/ 1652337 h 3369412"/>
                <a:gd name="connsiteX5" fmla="*/ 2980626 w 4135657"/>
                <a:gd name="connsiteY5" fmla="*/ 0 h 3369412"/>
                <a:gd name="connsiteX0" fmla="*/ 2980626 w 4135657"/>
                <a:gd name="connsiteY0" fmla="*/ 16368 h 3385780"/>
                <a:gd name="connsiteX1" fmla="*/ 4135657 w 4135657"/>
                <a:gd name="connsiteY1" fmla="*/ 914726 h 3385780"/>
                <a:gd name="connsiteX2" fmla="*/ 4135657 w 4135657"/>
                <a:gd name="connsiteY2" fmla="*/ 2310390 h 3385780"/>
                <a:gd name="connsiteX3" fmla="*/ 911195 w 4135657"/>
                <a:gd name="connsiteY3" fmla="*/ 3385211 h 3385780"/>
                <a:gd name="connsiteX4" fmla="*/ 12836 w 4135657"/>
                <a:gd name="connsiteY4" fmla="*/ 1668705 h 3385780"/>
                <a:gd name="connsiteX5" fmla="*/ 2980626 w 4135657"/>
                <a:gd name="connsiteY5" fmla="*/ 16368 h 3385780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4135657 w 4135657"/>
                <a:gd name="connsiteY2" fmla="*/ 2308573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3493973 w 4135657"/>
                <a:gd name="connsiteY2" fmla="*/ 1795225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3493973 w 4135657"/>
                <a:gd name="connsiteY2" fmla="*/ 1795225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3493973 w 4135657"/>
                <a:gd name="connsiteY2" fmla="*/ 1795225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4135657 w 4227097"/>
                <a:gd name="connsiteY0" fmla="*/ 912909 h 3383963"/>
                <a:gd name="connsiteX1" fmla="*/ 3493973 w 4227097"/>
                <a:gd name="connsiteY1" fmla="*/ 1795225 h 3383963"/>
                <a:gd name="connsiteX2" fmla="*/ 911195 w 4227097"/>
                <a:gd name="connsiteY2" fmla="*/ 3383394 h 3383963"/>
                <a:gd name="connsiteX3" fmla="*/ 12836 w 4227097"/>
                <a:gd name="connsiteY3" fmla="*/ 1666888 h 3383963"/>
                <a:gd name="connsiteX4" fmla="*/ 2980626 w 4227097"/>
                <a:gd name="connsiteY4" fmla="*/ 14551 h 3383963"/>
                <a:gd name="connsiteX5" fmla="*/ 4227097 w 4227097"/>
                <a:gd name="connsiteY5" fmla="*/ 1004349 h 3383963"/>
                <a:gd name="connsiteX0" fmla="*/ 4135657 w 4135657"/>
                <a:gd name="connsiteY0" fmla="*/ 912909 h 3383963"/>
                <a:gd name="connsiteX1" fmla="*/ 3493973 w 4135657"/>
                <a:gd name="connsiteY1" fmla="*/ 1795225 h 3383963"/>
                <a:gd name="connsiteX2" fmla="*/ 911195 w 4135657"/>
                <a:gd name="connsiteY2" fmla="*/ 3383394 h 3383963"/>
                <a:gd name="connsiteX3" fmla="*/ 12836 w 4135657"/>
                <a:gd name="connsiteY3" fmla="*/ 1666888 h 3383963"/>
                <a:gd name="connsiteX4" fmla="*/ 2980626 w 4135657"/>
                <a:gd name="connsiteY4" fmla="*/ 14551 h 3383963"/>
                <a:gd name="connsiteX0" fmla="*/ 3493973 w 3494115"/>
                <a:gd name="connsiteY0" fmla="*/ 1795225 h 3383963"/>
                <a:gd name="connsiteX1" fmla="*/ 911195 w 3494115"/>
                <a:gd name="connsiteY1" fmla="*/ 3383394 h 3383963"/>
                <a:gd name="connsiteX2" fmla="*/ 12836 w 3494115"/>
                <a:gd name="connsiteY2" fmla="*/ 1666888 h 3383963"/>
                <a:gd name="connsiteX3" fmla="*/ 2980626 w 3494115"/>
                <a:gd name="connsiteY3" fmla="*/ 14551 h 33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115" h="3383963">
                  <a:moveTo>
                    <a:pt x="3493973" y="1795225"/>
                  </a:moveTo>
                  <a:cubicBezTo>
                    <a:pt x="3515363" y="2757752"/>
                    <a:pt x="1114394" y="3303183"/>
                    <a:pt x="911195" y="3383394"/>
                  </a:cubicBezTo>
                  <a:cubicBezTo>
                    <a:pt x="71658" y="3415478"/>
                    <a:pt x="-45985" y="2083983"/>
                    <a:pt x="12836" y="1666888"/>
                  </a:cubicBezTo>
                  <a:cubicBezTo>
                    <a:pt x="1242730" y="1805919"/>
                    <a:pt x="2103657" y="-188649"/>
                    <a:pt x="2980626" y="14551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11678F8-F493-C420-1FD0-B11771A1D77B}"/>
                </a:ext>
              </a:extLst>
            </p:cNvPr>
            <p:cNvGrpSpPr/>
            <p:nvPr/>
          </p:nvGrpSpPr>
          <p:grpSpPr>
            <a:xfrm>
              <a:off x="1396994" y="1699240"/>
              <a:ext cx="3484719" cy="3938265"/>
              <a:chOff x="1396994" y="1699240"/>
              <a:chExt cx="3484719" cy="3938265"/>
            </a:xfrm>
            <a:solidFill>
              <a:schemeClr val="bg2">
                <a:lumMod val="90000"/>
              </a:schemeClr>
            </a:solidFill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5280C84-B43B-3F44-3824-60157D97EDAF}"/>
                  </a:ext>
                </a:extLst>
              </p:cNvPr>
              <p:cNvSpPr/>
              <p:nvPr/>
            </p:nvSpPr>
            <p:spPr>
              <a:xfrm>
                <a:off x="1396994" y="1947462"/>
                <a:ext cx="958215" cy="1938738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8215" h="1938738">
                    <a:moveTo>
                      <a:pt x="958215" y="0"/>
                    </a:moveTo>
                    <a:cubicBezTo>
                      <a:pt x="906701" y="319314"/>
                      <a:pt x="715486" y="549729"/>
                      <a:pt x="803672" y="957943"/>
                    </a:cubicBezTo>
                    <a:cubicBezTo>
                      <a:pt x="994886" y="1838476"/>
                      <a:pt x="855901" y="1791910"/>
                      <a:pt x="615315" y="1923143"/>
                    </a:cubicBezTo>
                    <a:cubicBezTo>
                      <a:pt x="-260985" y="2132995"/>
                      <a:pt x="-248285" y="158448"/>
                      <a:pt x="958215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8074149B-26B5-2B1E-9777-8F1547EF3DCC}"/>
                  </a:ext>
                </a:extLst>
              </p:cNvPr>
              <p:cNvSpPr/>
              <p:nvPr/>
            </p:nvSpPr>
            <p:spPr>
              <a:xfrm rot="20501765">
                <a:off x="2313022" y="2743200"/>
                <a:ext cx="502601" cy="790574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8215" h="1938738">
                    <a:moveTo>
                      <a:pt x="958215" y="0"/>
                    </a:moveTo>
                    <a:cubicBezTo>
                      <a:pt x="906701" y="319314"/>
                      <a:pt x="715486" y="549729"/>
                      <a:pt x="803672" y="957943"/>
                    </a:cubicBezTo>
                    <a:cubicBezTo>
                      <a:pt x="994886" y="1838476"/>
                      <a:pt x="855901" y="1791910"/>
                      <a:pt x="615315" y="1923143"/>
                    </a:cubicBezTo>
                    <a:cubicBezTo>
                      <a:pt x="-260985" y="2132995"/>
                      <a:pt x="-248285" y="158448"/>
                      <a:pt x="958215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9DC7DE7A-378E-AC61-ECA8-9A25715A3762}"/>
                  </a:ext>
                </a:extLst>
              </p:cNvPr>
              <p:cNvSpPr/>
              <p:nvPr/>
            </p:nvSpPr>
            <p:spPr>
              <a:xfrm rot="20887901" flipH="1">
                <a:off x="4144896" y="1699240"/>
                <a:ext cx="729889" cy="1207599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696103 w 1195765"/>
                  <a:gd name="connsiteY0" fmla="*/ -1 h 2936642"/>
                  <a:gd name="connsiteX1" fmla="*/ 1106115 w 1195765"/>
                  <a:gd name="connsiteY1" fmla="*/ 1960855 h 2936642"/>
                  <a:gd name="connsiteX2" fmla="*/ 917758 w 1195765"/>
                  <a:gd name="connsiteY2" fmla="*/ 2926055 h 2936642"/>
                  <a:gd name="connsiteX3" fmla="*/ 696103 w 1195765"/>
                  <a:gd name="connsiteY3" fmla="*/ -1 h 2936642"/>
                  <a:gd name="connsiteX0" fmla="*/ 696103 w 917757"/>
                  <a:gd name="connsiteY0" fmla="*/ -1 h 2936642"/>
                  <a:gd name="connsiteX1" fmla="*/ 917758 w 917757"/>
                  <a:gd name="connsiteY1" fmla="*/ 2926055 h 2936642"/>
                  <a:gd name="connsiteX2" fmla="*/ 696103 w 917757"/>
                  <a:gd name="connsiteY2" fmla="*/ -1 h 2936642"/>
                  <a:gd name="connsiteX0" fmla="*/ 696103 w 1277356"/>
                  <a:gd name="connsiteY0" fmla="*/ -1 h 2936642"/>
                  <a:gd name="connsiteX1" fmla="*/ 917758 w 1277356"/>
                  <a:gd name="connsiteY1" fmla="*/ 2926055 h 2936642"/>
                  <a:gd name="connsiteX2" fmla="*/ 696103 w 1277356"/>
                  <a:gd name="connsiteY2" fmla="*/ -1 h 2936642"/>
                  <a:gd name="connsiteX0" fmla="*/ 810292 w 1391543"/>
                  <a:gd name="connsiteY0" fmla="*/ -1 h 2961415"/>
                  <a:gd name="connsiteX1" fmla="*/ 1031947 w 1391543"/>
                  <a:gd name="connsiteY1" fmla="*/ 2926055 h 2961415"/>
                  <a:gd name="connsiteX2" fmla="*/ 810292 w 1391543"/>
                  <a:gd name="connsiteY2" fmla="*/ -1 h 2961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1543" h="2961415">
                    <a:moveTo>
                      <a:pt x="810292" y="-1"/>
                    </a:moveTo>
                    <a:cubicBezTo>
                      <a:pt x="884177" y="975351"/>
                      <a:pt x="1924199" y="2730840"/>
                      <a:pt x="1031947" y="2926055"/>
                    </a:cubicBezTo>
                    <a:cubicBezTo>
                      <a:pt x="-200050" y="3329002"/>
                      <a:pt x="-396208" y="158447"/>
                      <a:pt x="810292" y="-1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312BF91-B734-6270-4C41-E0856A705856}"/>
                  </a:ext>
                </a:extLst>
              </p:cNvPr>
              <p:cNvSpPr/>
              <p:nvPr/>
            </p:nvSpPr>
            <p:spPr>
              <a:xfrm>
                <a:off x="3144604" y="3231488"/>
                <a:ext cx="633136" cy="63313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784392A-6DF4-F487-9F88-1020755CF800}"/>
                  </a:ext>
                </a:extLst>
              </p:cNvPr>
              <p:cNvSpPr/>
              <p:nvPr/>
            </p:nvSpPr>
            <p:spPr>
              <a:xfrm rot="18234362">
                <a:off x="1875174" y="4432738"/>
                <a:ext cx="110518" cy="262441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2837E4F-6C44-EDD0-6579-7D22DD8801EA}"/>
                  </a:ext>
                </a:extLst>
              </p:cNvPr>
              <p:cNvSpPr/>
              <p:nvPr/>
            </p:nvSpPr>
            <p:spPr>
              <a:xfrm>
                <a:off x="3165421" y="3571234"/>
                <a:ext cx="415683" cy="294992"/>
              </a:xfrm>
              <a:custGeom>
                <a:avLst/>
                <a:gdLst>
                  <a:gd name="connsiteX0" fmla="*/ 167030 w 415683"/>
                  <a:gd name="connsiteY0" fmla="*/ 0 h 294992"/>
                  <a:gd name="connsiteX1" fmla="*/ 414149 w 415683"/>
                  <a:gd name="connsiteY1" fmla="*/ 252768 h 294992"/>
                  <a:gd name="connsiteX2" fmla="*/ 415683 w 415683"/>
                  <a:gd name="connsiteY2" fmla="*/ 271867 h 294992"/>
                  <a:gd name="connsiteX3" fmla="*/ 361904 w 415683"/>
                  <a:gd name="connsiteY3" fmla="*/ 288560 h 294992"/>
                  <a:gd name="connsiteX4" fmla="*/ 298104 w 415683"/>
                  <a:gd name="connsiteY4" fmla="*/ 294992 h 294992"/>
                  <a:gd name="connsiteX5" fmla="*/ 6413 w 415683"/>
                  <a:gd name="connsiteY5" fmla="*/ 101647 h 294992"/>
                  <a:gd name="connsiteX6" fmla="*/ 0 w 415683"/>
                  <a:gd name="connsiteY6" fmla="*/ 80986 h 294992"/>
                  <a:gd name="connsiteX7" fmla="*/ 25998 w 415683"/>
                  <a:gd name="connsiteY7" fmla="*/ 54065 h 294992"/>
                  <a:gd name="connsiteX8" fmla="*/ 167030 w 415683"/>
                  <a:gd name="connsiteY8" fmla="*/ 0 h 29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5683" h="294992">
                    <a:moveTo>
                      <a:pt x="167030" y="0"/>
                    </a:moveTo>
                    <a:cubicBezTo>
                      <a:pt x="288927" y="0"/>
                      <a:pt x="390629" y="108514"/>
                      <a:pt x="414149" y="252768"/>
                    </a:cubicBezTo>
                    <a:lnTo>
                      <a:pt x="415683" y="271867"/>
                    </a:lnTo>
                    <a:lnTo>
                      <a:pt x="361904" y="288560"/>
                    </a:lnTo>
                    <a:cubicBezTo>
                      <a:pt x="341296" y="292778"/>
                      <a:pt x="319959" y="294992"/>
                      <a:pt x="298104" y="294992"/>
                    </a:cubicBezTo>
                    <a:cubicBezTo>
                      <a:pt x="166977" y="294992"/>
                      <a:pt x="54471" y="215268"/>
                      <a:pt x="6413" y="101647"/>
                    </a:cubicBezTo>
                    <a:lnTo>
                      <a:pt x="0" y="80986"/>
                    </a:lnTo>
                    <a:lnTo>
                      <a:pt x="25998" y="54065"/>
                    </a:lnTo>
                    <a:cubicBezTo>
                      <a:pt x="66256" y="19931"/>
                      <a:pt x="114789" y="0"/>
                      <a:pt x="16703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4F859E8-4344-6DA2-CA4A-5E9210F22608}"/>
                  </a:ext>
                </a:extLst>
              </p:cNvPr>
              <p:cNvSpPr/>
              <p:nvPr/>
            </p:nvSpPr>
            <p:spPr>
              <a:xfrm>
                <a:off x="2110739" y="4792980"/>
                <a:ext cx="594360" cy="556260"/>
              </a:xfrm>
              <a:custGeom>
                <a:avLst/>
                <a:gdLst>
                  <a:gd name="connsiteX0" fmla="*/ 0 w 609786"/>
                  <a:gd name="connsiteY0" fmla="*/ 645744 h 645744"/>
                  <a:gd name="connsiteX1" fmla="*/ 556260 w 609786"/>
                  <a:gd name="connsiteY1" fmla="*/ 59004 h 645744"/>
                  <a:gd name="connsiteX2" fmla="*/ 556260 w 609786"/>
                  <a:gd name="connsiteY2" fmla="*/ 51384 h 645744"/>
                  <a:gd name="connsiteX0" fmla="*/ 0 w 647886"/>
                  <a:gd name="connsiteY0" fmla="*/ 615264 h 615264"/>
                  <a:gd name="connsiteX1" fmla="*/ 594360 w 647886"/>
                  <a:gd name="connsiteY1" fmla="*/ 59004 h 615264"/>
                  <a:gd name="connsiteX2" fmla="*/ 594360 w 647886"/>
                  <a:gd name="connsiteY2" fmla="*/ 51384 h 615264"/>
                  <a:gd name="connsiteX0" fmla="*/ 0 w 647886"/>
                  <a:gd name="connsiteY0" fmla="*/ 615264 h 615264"/>
                  <a:gd name="connsiteX1" fmla="*/ 594360 w 647886"/>
                  <a:gd name="connsiteY1" fmla="*/ 59004 h 615264"/>
                  <a:gd name="connsiteX2" fmla="*/ 594360 w 647886"/>
                  <a:gd name="connsiteY2" fmla="*/ 51384 h 615264"/>
                  <a:gd name="connsiteX0" fmla="*/ 0 w 631049"/>
                  <a:gd name="connsiteY0" fmla="*/ 576694 h 576694"/>
                  <a:gd name="connsiteX1" fmla="*/ 594360 w 631049"/>
                  <a:gd name="connsiteY1" fmla="*/ 20434 h 576694"/>
                  <a:gd name="connsiteX2" fmla="*/ 594360 w 631049"/>
                  <a:gd name="connsiteY2" fmla="*/ 12814 h 576694"/>
                  <a:gd name="connsiteX0" fmla="*/ 0 w 594360"/>
                  <a:gd name="connsiteY0" fmla="*/ 556260 h 556260"/>
                  <a:gd name="connsiteX1" fmla="*/ 594360 w 594360"/>
                  <a:gd name="connsiteY1" fmla="*/ 0 h 556260"/>
                  <a:gd name="connsiteX0" fmla="*/ 0 w 594360"/>
                  <a:gd name="connsiteY0" fmla="*/ 556260 h 556260"/>
                  <a:gd name="connsiteX1" fmla="*/ 594360 w 594360"/>
                  <a:gd name="connsiteY1" fmla="*/ 0 h 556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4360" h="556260">
                    <a:moveTo>
                      <a:pt x="0" y="556260"/>
                    </a:moveTo>
                    <a:cubicBezTo>
                      <a:pt x="429260" y="406400"/>
                      <a:pt x="523240" y="241300"/>
                      <a:pt x="594360" y="0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38B2F3C0-D0FA-B9F2-6DB4-1E50A1ED304E}"/>
                  </a:ext>
                </a:extLst>
              </p:cNvPr>
              <p:cNvSpPr/>
              <p:nvPr/>
            </p:nvSpPr>
            <p:spPr>
              <a:xfrm rot="18862635">
                <a:off x="1994688" y="4723105"/>
                <a:ext cx="914400" cy="914400"/>
              </a:xfrm>
              <a:prstGeom prst="arc">
                <a:avLst>
                  <a:gd name="adj1" fmla="val 19694431"/>
                  <a:gd name="adj2" fmla="val 0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12">
                <a:extLst>
                  <a:ext uri="{FF2B5EF4-FFF2-40B4-BE49-F238E27FC236}">
                    <a16:creationId xmlns:a16="http://schemas.microsoft.com/office/drawing/2014/main" id="{D32C590E-76C6-F5E3-FE9D-085FFD66EA3E}"/>
                  </a:ext>
                </a:extLst>
              </p:cNvPr>
              <p:cNvSpPr/>
              <p:nvPr/>
            </p:nvSpPr>
            <p:spPr>
              <a:xfrm rot="16200000" flipH="1">
                <a:off x="4365223" y="2521426"/>
                <a:ext cx="289234" cy="743746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696103 w 1195765"/>
                  <a:gd name="connsiteY0" fmla="*/ -1 h 2936642"/>
                  <a:gd name="connsiteX1" fmla="*/ 1106115 w 1195765"/>
                  <a:gd name="connsiteY1" fmla="*/ 1960855 h 2936642"/>
                  <a:gd name="connsiteX2" fmla="*/ 917758 w 1195765"/>
                  <a:gd name="connsiteY2" fmla="*/ 2926055 h 2936642"/>
                  <a:gd name="connsiteX3" fmla="*/ 696103 w 1195765"/>
                  <a:gd name="connsiteY3" fmla="*/ -1 h 2936642"/>
                  <a:gd name="connsiteX0" fmla="*/ 696103 w 917757"/>
                  <a:gd name="connsiteY0" fmla="*/ -1 h 2936642"/>
                  <a:gd name="connsiteX1" fmla="*/ 917758 w 917757"/>
                  <a:gd name="connsiteY1" fmla="*/ 2926055 h 2936642"/>
                  <a:gd name="connsiteX2" fmla="*/ 696103 w 917757"/>
                  <a:gd name="connsiteY2" fmla="*/ -1 h 2936642"/>
                  <a:gd name="connsiteX0" fmla="*/ 696103 w 1277356"/>
                  <a:gd name="connsiteY0" fmla="*/ -1 h 2936642"/>
                  <a:gd name="connsiteX1" fmla="*/ 917758 w 1277356"/>
                  <a:gd name="connsiteY1" fmla="*/ 2926055 h 2936642"/>
                  <a:gd name="connsiteX2" fmla="*/ 696103 w 1277356"/>
                  <a:gd name="connsiteY2" fmla="*/ -1 h 2936642"/>
                  <a:gd name="connsiteX0" fmla="*/ 810292 w 1391543"/>
                  <a:gd name="connsiteY0" fmla="*/ -1 h 2961415"/>
                  <a:gd name="connsiteX1" fmla="*/ 1031947 w 1391543"/>
                  <a:gd name="connsiteY1" fmla="*/ 2926055 h 2961415"/>
                  <a:gd name="connsiteX2" fmla="*/ 810292 w 1391543"/>
                  <a:gd name="connsiteY2" fmla="*/ -1 h 2961415"/>
                  <a:gd name="connsiteX0" fmla="*/ 802802 w 1397693"/>
                  <a:gd name="connsiteY0" fmla="*/ -1 h 3197480"/>
                  <a:gd name="connsiteX1" fmla="*/ 1041726 w 1397693"/>
                  <a:gd name="connsiteY1" fmla="*/ 3164407 h 3197480"/>
                  <a:gd name="connsiteX2" fmla="*/ 802802 w 1397693"/>
                  <a:gd name="connsiteY2" fmla="*/ -1 h 3197480"/>
                  <a:gd name="connsiteX0" fmla="*/ 891587 w 1486478"/>
                  <a:gd name="connsiteY0" fmla="*/ -1 h 3197863"/>
                  <a:gd name="connsiteX1" fmla="*/ 1130511 w 1486478"/>
                  <a:gd name="connsiteY1" fmla="*/ 3164407 h 3197863"/>
                  <a:gd name="connsiteX2" fmla="*/ 891587 w 1486478"/>
                  <a:gd name="connsiteY2" fmla="*/ -1 h 3197863"/>
                  <a:gd name="connsiteX0" fmla="*/ 891587 w 1462734"/>
                  <a:gd name="connsiteY0" fmla="*/ -1 h 3197863"/>
                  <a:gd name="connsiteX1" fmla="*/ 1130511 w 1462734"/>
                  <a:gd name="connsiteY1" fmla="*/ 3164407 h 3197863"/>
                  <a:gd name="connsiteX2" fmla="*/ 891587 w 1462734"/>
                  <a:gd name="connsiteY2" fmla="*/ -1 h 319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2734" h="3197863">
                    <a:moveTo>
                      <a:pt x="891587" y="-1"/>
                    </a:moveTo>
                    <a:cubicBezTo>
                      <a:pt x="828183" y="1422351"/>
                      <a:pt x="2022763" y="2969192"/>
                      <a:pt x="1130511" y="3164407"/>
                    </a:cubicBezTo>
                    <a:cubicBezTo>
                      <a:pt x="-101486" y="3567354"/>
                      <a:pt x="-531129" y="201440"/>
                      <a:pt x="891587" y="-1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2">
                <a:extLst>
                  <a:ext uri="{FF2B5EF4-FFF2-40B4-BE49-F238E27FC236}">
                    <a16:creationId xmlns:a16="http://schemas.microsoft.com/office/drawing/2014/main" id="{C835F89B-67E3-A022-6844-763A6D052016}"/>
                  </a:ext>
                </a:extLst>
              </p:cNvPr>
              <p:cNvSpPr/>
              <p:nvPr/>
            </p:nvSpPr>
            <p:spPr>
              <a:xfrm rot="21161537" flipH="1">
                <a:off x="4380236" y="2059978"/>
                <a:ext cx="289234" cy="743746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696103 w 1195765"/>
                  <a:gd name="connsiteY0" fmla="*/ -1 h 2936642"/>
                  <a:gd name="connsiteX1" fmla="*/ 1106115 w 1195765"/>
                  <a:gd name="connsiteY1" fmla="*/ 1960855 h 2936642"/>
                  <a:gd name="connsiteX2" fmla="*/ 917758 w 1195765"/>
                  <a:gd name="connsiteY2" fmla="*/ 2926055 h 2936642"/>
                  <a:gd name="connsiteX3" fmla="*/ 696103 w 1195765"/>
                  <a:gd name="connsiteY3" fmla="*/ -1 h 2936642"/>
                  <a:gd name="connsiteX0" fmla="*/ 696103 w 917757"/>
                  <a:gd name="connsiteY0" fmla="*/ -1 h 2936642"/>
                  <a:gd name="connsiteX1" fmla="*/ 917758 w 917757"/>
                  <a:gd name="connsiteY1" fmla="*/ 2926055 h 2936642"/>
                  <a:gd name="connsiteX2" fmla="*/ 696103 w 917757"/>
                  <a:gd name="connsiteY2" fmla="*/ -1 h 2936642"/>
                  <a:gd name="connsiteX0" fmla="*/ 696103 w 1277356"/>
                  <a:gd name="connsiteY0" fmla="*/ -1 h 2936642"/>
                  <a:gd name="connsiteX1" fmla="*/ 917758 w 1277356"/>
                  <a:gd name="connsiteY1" fmla="*/ 2926055 h 2936642"/>
                  <a:gd name="connsiteX2" fmla="*/ 696103 w 1277356"/>
                  <a:gd name="connsiteY2" fmla="*/ -1 h 2936642"/>
                  <a:gd name="connsiteX0" fmla="*/ 810292 w 1391543"/>
                  <a:gd name="connsiteY0" fmla="*/ -1 h 2961415"/>
                  <a:gd name="connsiteX1" fmla="*/ 1031947 w 1391543"/>
                  <a:gd name="connsiteY1" fmla="*/ 2926055 h 2961415"/>
                  <a:gd name="connsiteX2" fmla="*/ 810292 w 1391543"/>
                  <a:gd name="connsiteY2" fmla="*/ -1 h 2961415"/>
                  <a:gd name="connsiteX0" fmla="*/ 802802 w 1397693"/>
                  <a:gd name="connsiteY0" fmla="*/ -1 h 3197480"/>
                  <a:gd name="connsiteX1" fmla="*/ 1041726 w 1397693"/>
                  <a:gd name="connsiteY1" fmla="*/ 3164407 h 3197480"/>
                  <a:gd name="connsiteX2" fmla="*/ 802802 w 1397693"/>
                  <a:gd name="connsiteY2" fmla="*/ -1 h 3197480"/>
                  <a:gd name="connsiteX0" fmla="*/ 891587 w 1486478"/>
                  <a:gd name="connsiteY0" fmla="*/ -1 h 3197863"/>
                  <a:gd name="connsiteX1" fmla="*/ 1130511 w 1486478"/>
                  <a:gd name="connsiteY1" fmla="*/ 3164407 h 3197863"/>
                  <a:gd name="connsiteX2" fmla="*/ 891587 w 1486478"/>
                  <a:gd name="connsiteY2" fmla="*/ -1 h 3197863"/>
                  <a:gd name="connsiteX0" fmla="*/ 891587 w 1462734"/>
                  <a:gd name="connsiteY0" fmla="*/ -1 h 3197863"/>
                  <a:gd name="connsiteX1" fmla="*/ 1130511 w 1462734"/>
                  <a:gd name="connsiteY1" fmla="*/ 3164407 h 3197863"/>
                  <a:gd name="connsiteX2" fmla="*/ 891587 w 1462734"/>
                  <a:gd name="connsiteY2" fmla="*/ -1 h 319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2734" h="3197863">
                    <a:moveTo>
                      <a:pt x="891587" y="-1"/>
                    </a:moveTo>
                    <a:cubicBezTo>
                      <a:pt x="828183" y="1422351"/>
                      <a:pt x="2022763" y="2969192"/>
                      <a:pt x="1130511" y="3164407"/>
                    </a:cubicBezTo>
                    <a:cubicBezTo>
                      <a:pt x="-101486" y="3567354"/>
                      <a:pt x="-531129" y="201440"/>
                      <a:pt x="891587" y="-1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73602B-1026-FDA9-C742-93CF99659CAC}"/>
              </a:ext>
            </a:extLst>
          </p:cNvPr>
          <p:cNvGrpSpPr/>
          <p:nvPr/>
        </p:nvGrpSpPr>
        <p:grpSpPr>
          <a:xfrm>
            <a:off x="411145" y="1414976"/>
            <a:ext cx="7854740" cy="5147878"/>
            <a:chOff x="1396994" y="1487665"/>
            <a:chExt cx="7854740" cy="5147878"/>
          </a:xfrm>
          <a:solidFill>
            <a:schemeClr val="bg1"/>
          </a:solidFill>
        </p:grpSpPr>
        <p:sp>
          <p:nvSpPr>
            <p:cNvPr id="31" name="Rectangle 10">
              <a:extLst>
                <a:ext uri="{FF2B5EF4-FFF2-40B4-BE49-F238E27FC236}">
                  <a16:creationId xmlns:a16="http://schemas.microsoft.com/office/drawing/2014/main" id="{B5AA2BB4-E342-33B8-644A-610DE587F7A5}"/>
                </a:ext>
              </a:extLst>
            </p:cNvPr>
            <p:cNvSpPr/>
            <p:nvPr/>
          </p:nvSpPr>
          <p:spPr>
            <a:xfrm>
              <a:off x="7932576" y="3106058"/>
              <a:ext cx="987571" cy="1430564"/>
            </a:xfrm>
            <a:custGeom>
              <a:avLst/>
              <a:gdLst>
                <a:gd name="connsiteX0" fmla="*/ 0 w 616340"/>
                <a:gd name="connsiteY0" fmla="*/ 0 h 304800"/>
                <a:gd name="connsiteX1" fmla="*/ 616340 w 616340"/>
                <a:gd name="connsiteY1" fmla="*/ 0 h 304800"/>
                <a:gd name="connsiteX2" fmla="*/ 616340 w 616340"/>
                <a:gd name="connsiteY2" fmla="*/ 304800 h 304800"/>
                <a:gd name="connsiteX3" fmla="*/ 0 w 616340"/>
                <a:gd name="connsiteY3" fmla="*/ 304800 h 304800"/>
                <a:gd name="connsiteX4" fmla="*/ 0 w 616340"/>
                <a:gd name="connsiteY4" fmla="*/ 0 h 304800"/>
                <a:gd name="connsiteX0" fmla="*/ 0 w 1182397"/>
                <a:gd name="connsiteY0" fmla="*/ 0 h 1654628"/>
                <a:gd name="connsiteX1" fmla="*/ 616340 w 1182397"/>
                <a:gd name="connsiteY1" fmla="*/ 0 h 1654628"/>
                <a:gd name="connsiteX2" fmla="*/ 1182397 w 1182397"/>
                <a:gd name="connsiteY2" fmla="*/ 1654628 h 1654628"/>
                <a:gd name="connsiteX3" fmla="*/ 0 w 1182397"/>
                <a:gd name="connsiteY3" fmla="*/ 304800 h 1654628"/>
                <a:gd name="connsiteX4" fmla="*/ 0 w 1182397"/>
                <a:gd name="connsiteY4" fmla="*/ 0 h 1654628"/>
                <a:gd name="connsiteX0" fmla="*/ 0 w 1342054"/>
                <a:gd name="connsiteY0" fmla="*/ 0 h 1654628"/>
                <a:gd name="connsiteX1" fmla="*/ 1342054 w 1342054"/>
                <a:gd name="connsiteY1" fmla="*/ 1596571 h 1654628"/>
                <a:gd name="connsiteX2" fmla="*/ 1182397 w 1342054"/>
                <a:gd name="connsiteY2" fmla="*/ 1654628 h 1654628"/>
                <a:gd name="connsiteX3" fmla="*/ 0 w 1342054"/>
                <a:gd name="connsiteY3" fmla="*/ 304800 h 1654628"/>
                <a:gd name="connsiteX4" fmla="*/ 0 w 1342054"/>
                <a:gd name="connsiteY4" fmla="*/ 0 h 1654628"/>
                <a:gd name="connsiteX0" fmla="*/ 377372 w 1342054"/>
                <a:gd name="connsiteY0" fmla="*/ 0 h 1393371"/>
                <a:gd name="connsiteX1" fmla="*/ 1342054 w 1342054"/>
                <a:gd name="connsiteY1" fmla="*/ 1335314 h 1393371"/>
                <a:gd name="connsiteX2" fmla="*/ 1182397 w 1342054"/>
                <a:gd name="connsiteY2" fmla="*/ 1393371 h 1393371"/>
                <a:gd name="connsiteX3" fmla="*/ 0 w 1342054"/>
                <a:gd name="connsiteY3" fmla="*/ 43543 h 1393371"/>
                <a:gd name="connsiteX4" fmla="*/ 377372 w 1342054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940025"/>
                <a:gd name="connsiteY0" fmla="*/ 0 h 1430564"/>
                <a:gd name="connsiteX1" fmla="*/ 938375 w 940025"/>
                <a:gd name="connsiteY1" fmla="*/ 1430564 h 1430564"/>
                <a:gd name="connsiteX2" fmla="*/ 848568 w 940025"/>
                <a:gd name="connsiteY2" fmla="*/ 1393371 h 1430564"/>
                <a:gd name="connsiteX3" fmla="*/ 0 w 940025"/>
                <a:gd name="connsiteY3" fmla="*/ 203200 h 1430564"/>
                <a:gd name="connsiteX4" fmla="*/ 43543 w 940025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2032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571" h="1430564">
                  <a:moveTo>
                    <a:pt x="43543" y="0"/>
                  </a:moveTo>
                  <a:cubicBezTo>
                    <a:pt x="916647" y="183847"/>
                    <a:pt x="1090343" y="922866"/>
                    <a:pt x="938375" y="1430564"/>
                  </a:cubicBezTo>
                  <a:lnTo>
                    <a:pt x="848568" y="1393371"/>
                  </a:lnTo>
                  <a:cubicBezTo>
                    <a:pt x="891678" y="1284212"/>
                    <a:pt x="1032762" y="318709"/>
                    <a:pt x="0" y="139700"/>
                  </a:cubicBezTo>
                  <a:lnTo>
                    <a:pt x="43543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FC6A18A9-5D3D-C491-BDB8-036AABC0237B}"/>
                </a:ext>
              </a:extLst>
            </p:cNvPr>
            <p:cNvSpPr/>
            <p:nvPr/>
          </p:nvSpPr>
          <p:spPr>
            <a:xfrm rot="3430019">
              <a:off x="8560984" y="4461393"/>
              <a:ext cx="718325" cy="663175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18325"/>
                <a:gd name="connsiteY0" fmla="*/ 249737 h 665620"/>
                <a:gd name="connsiteX1" fmla="*/ 532588 w 718325"/>
                <a:gd name="connsiteY1" fmla="*/ 114987 h 665620"/>
                <a:gd name="connsiteX2" fmla="*/ 718325 w 718325"/>
                <a:gd name="connsiteY2" fmla="*/ 534087 h 665620"/>
                <a:gd name="connsiteX3" fmla="*/ 0 w 718325"/>
                <a:gd name="connsiteY3" fmla="*/ 249737 h 665620"/>
                <a:gd name="connsiteX0" fmla="*/ 0 w 718325"/>
                <a:gd name="connsiteY0" fmla="*/ 249737 h 663175"/>
                <a:gd name="connsiteX1" fmla="*/ 532588 w 718325"/>
                <a:gd name="connsiteY1" fmla="*/ 114987 h 663175"/>
                <a:gd name="connsiteX2" fmla="*/ 718325 w 718325"/>
                <a:gd name="connsiteY2" fmla="*/ 534087 h 663175"/>
                <a:gd name="connsiteX3" fmla="*/ 0 w 718325"/>
                <a:gd name="connsiteY3" fmla="*/ 249737 h 663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325" h="663175">
                  <a:moveTo>
                    <a:pt x="0" y="249737"/>
                  </a:moveTo>
                  <a:cubicBezTo>
                    <a:pt x="67194" y="-143963"/>
                    <a:pt x="446344" y="22912"/>
                    <a:pt x="532588" y="114987"/>
                  </a:cubicBezTo>
                  <a:cubicBezTo>
                    <a:pt x="675462" y="235637"/>
                    <a:pt x="518300" y="522974"/>
                    <a:pt x="718325" y="534087"/>
                  </a:cubicBezTo>
                  <a:cubicBezTo>
                    <a:pt x="236793" y="921437"/>
                    <a:pt x="100936" y="320353"/>
                    <a:pt x="0" y="249737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2AF62DE8-EAEA-74F3-8434-F5113E9DB94D}"/>
                </a:ext>
              </a:extLst>
            </p:cNvPr>
            <p:cNvSpPr/>
            <p:nvPr/>
          </p:nvSpPr>
          <p:spPr>
            <a:xfrm>
              <a:off x="3566036" y="4808133"/>
              <a:ext cx="1368290" cy="1652364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  <a:gd name="connsiteX0" fmla="*/ 0 w 1306286"/>
                <a:gd name="connsiteY0" fmla="*/ 0 h 1262744"/>
                <a:gd name="connsiteX1" fmla="*/ 1306286 w 1306286"/>
                <a:gd name="connsiteY1" fmla="*/ 122663 h 1262744"/>
                <a:gd name="connsiteX2" fmla="*/ 1050143 w 1306286"/>
                <a:gd name="connsiteY2" fmla="*/ 1262744 h 1262744"/>
                <a:gd name="connsiteX3" fmla="*/ 58057 w 1306286"/>
                <a:gd name="connsiteY3" fmla="*/ 1262744 h 1262744"/>
                <a:gd name="connsiteX4" fmla="*/ 0 w 1306286"/>
                <a:gd name="connsiteY4" fmla="*/ 0 h 1262744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446918"/>
                <a:gd name="connsiteX1" fmla="*/ 1291772 w 1291772"/>
                <a:gd name="connsiteY1" fmla="*/ 245446 h 1446918"/>
                <a:gd name="connsiteX2" fmla="*/ 919515 w 1291772"/>
                <a:gd name="connsiteY2" fmla="*/ 1446918 h 1446918"/>
                <a:gd name="connsiteX3" fmla="*/ 43543 w 1291772"/>
                <a:gd name="connsiteY3" fmla="*/ 1385527 h 1446918"/>
                <a:gd name="connsiteX4" fmla="*/ 0 w 1291772"/>
                <a:gd name="connsiteY4" fmla="*/ 0 h 1446918"/>
                <a:gd name="connsiteX0" fmla="*/ 0 w 1291772"/>
                <a:gd name="connsiteY0" fmla="*/ 0 h 1397805"/>
                <a:gd name="connsiteX1" fmla="*/ 1291772 w 1291772"/>
                <a:gd name="connsiteY1" fmla="*/ 245446 h 1397805"/>
                <a:gd name="connsiteX2" fmla="*/ 963058 w 1291772"/>
                <a:gd name="connsiteY2" fmla="*/ 1397805 h 1397805"/>
                <a:gd name="connsiteX3" fmla="*/ 43543 w 1291772"/>
                <a:gd name="connsiteY3" fmla="*/ 1385527 h 1397805"/>
                <a:gd name="connsiteX4" fmla="*/ 0 w 1291772"/>
                <a:gd name="connsiteY4" fmla="*/ 0 h 1397805"/>
                <a:gd name="connsiteX0" fmla="*/ 91924 w 1383696"/>
                <a:gd name="connsiteY0" fmla="*/ 0 h 1397805"/>
                <a:gd name="connsiteX1" fmla="*/ 1383696 w 1383696"/>
                <a:gd name="connsiteY1" fmla="*/ 245446 h 1397805"/>
                <a:gd name="connsiteX2" fmla="*/ 1054982 w 1383696"/>
                <a:gd name="connsiteY2" fmla="*/ 1397805 h 1397805"/>
                <a:gd name="connsiteX3" fmla="*/ 135467 w 1383696"/>
                <a:gd name="connsiteY3" fmla="*/ 1385527 h 1397805"/>
                <a:gd name="connsiteX4" fmla="*/ 91924 w 1383696"/>
                <a:gd name="connsiteY4" fmla="*/ 0 h 1397805"/>
                <a:gd name="connsiteX0" fmla="*/ 109618 w 1401390"/>
                <a:gd name="connsiteY0" fmla="*/ 0 h 1397805"/>
                <a:gd name="connsiteX1" fmla="*/ 1401390 w 1401390"/>
                <a:gd name="connsiteY1" fmla="*/ 245446 h 1397805"/>
                <a:gd name="connsiteX2" fmla="*/ 1072676 w 1401390"/>
                <a:gd name="connsiteY2" fmla="*/ 1397805 h 1397805"/>
                <a:gd name="connsiteX3" fmla="*/ 95104 w 1401390"/>
                <a:gd name="connsiteY3" fmla="*/ 1373249 h 1397805"/>
                <a:gd name="connsiteX4" fmla="*/ 109618 w 1401390"/>
                <a:gd name="connsiteY4" fmla="*/ 0 h 1397805"/>
                <a:gd name="connsiteX0" fmla="*/ 76518 w 1368290"/>
                <a:gd name="connsiteY0" fmla="*/ 0 h 1397805"/>
                <a:gd name="connsiteX1" fmla="*/ 1368290 w 1368290"/>
                <a:gd name="connsiteY1" fmla="*/ 245446 h 1397805"/>
                <a:gd name="connsiteX2" fmla="*/ 1039576 w 1368290"/>
                <a:gd name="connsiteY2" fmla="*/ 1397805 h 1397805"/>
                <a:gd name="connsiteX3" fmla="*/ 62004 w 1368290"/>
                <a:gd name="connsiteY3" fmla="*/ 1373249 h 1397805"/>
                <a:gd name="connsiteX4" fmla="*/ 76518 w 1368290"/>
                <a:gd name="connsiteY4" fmla="*/ 0 h 139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290" h="1397805">
                  <a:moveTo>
                    <a:pt x="76518" y="0"/>
                  </a:moveTo>
                  <a:lnTo>
                    <a:pt x="1368290" y="245446"/>
                  </a:lnTo>
                  <a:cubicBezTo>
                    <a:pt x="789423" y="1204647"/>
                    <a:pt x="1124957" y="1234693"/>
                    <a:pt x="1039576" y="1397805"/>
                  </a:cubicBezTo>
                  <a:lnTo>
                    <a:pt x="62004" y="1373249"/>
                  </a:lnTo>
                  <a:cubicBezTo>
                    <a:pt x="149090" y="1206071"/>
                    <a:pt x="-126683" y="322403"/>
                    <a:pt x="76518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EA660CC8-12B0-476D-D03E-69CF55666970}"/>
                </a:ext>
              </a:extLst>
            </p:cNvPr>
            <p:cNvSpPr/>
            <p:nvPr/>
          </p:nvSpPr>
          <p:spPr>
            <a:xfrm rot="20713190">
              <a:off x="6945603" y="4580973"/>
              <a:ext cx="1306286" cy="1741715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286" h="1741715">
                  <a:moveTo>
                    <a:pt x="0" y="478971"/>
                  </a:moveTo>
                  <a:lnTo>
                    <a:pt x="1306286" y="0"/>
                  </a:lnTo>
                  <a:cubicBezTo>
                    <a:pt x="770962" y="1524001"/>
                    <a:pt x="1135524" y="1161143"/>
                    <a:pt x="1050143" y="1741715"/>
                  </a:cubicBezTo>
                  <a:lnTo>
                    <a:pt x="58057" y="1741715"/>
                  </a:lnTo>
                  <a:cubicBezTo>
                    <a:pt x="0" y="1267581"/>
                    <a:pt x="290285" y="1243391"/>
                    <a:pt x="0" y="47897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0810AF61-955D-EAF1-AA9C-F0AE83AB881A}"/>
                </a:ext>
              </a:extLst>
            </p:cNvPr>
            <p:cNvSpPr/>
            <p:nvPr/>
          </p:nvSpPr>
          <p:spPr>
            <a:xfrm>
              <a:off x="3164115" y="2104572"/>
              <a:ext cx="5185762" cy="3511820"/>
            </a:xfrm>
            <a:custGeom>
              <a:avLst/>
              <a:gdLst>
                <a:gd name="connsiteX0" fmla="*/ 0 w 1654629"/>
                <a:gd name="connsiteY0" fmla="*/ 0 h 943429"/>
                <a:gd name="connsiteX1" fmla="*/ 1654629 w 1654629"/>
                <a:gd name="connsiteY1" fmla="*/ 0 h 943429"/>
                <a:gd name="connsiteX2" fmla="*/ 1654629 w 1654629"/>
                <a:gd name="connsiteY2" fmla="*/ 943429 h 943429"/>
                <a:gd name="connsiteX3" fmla="*/ 0 w 1654629"/>
                <a:gd name="connsiteY3" fmla="*/ 943429 h 943429"/>
                <a:gd name="connsiteX4" fmla="*/ 0 w 1654629"/>
                <a:gd name="connsiteY4" fmla="*/ 0 h 943429"/>
                <a:gd name="connsiteX0" fmla="*/ 0 w 1654629"/>
                <a:gd name="connsiteY0" fmla="*/ 0 h 943429"/>
                <a:gd name="connsiteX1" fmla="*/ 1654629 w 1654629"/>
                <a:gd name="connsiteY1" fmla="*/ 0 h 943429"/>
                <a:gd name="connsiteX2" fmla="*/ 1654629 w 1654629"/>
                <a:gd name="connsiteY2" fmla="*/ 943429 h 943429"/>
                <a:gd name="connsiteX3" fmla="*/ 261257 w 1654629"/>
                <a:gd name="connsiteY3" fmla="*/ 653143 h 943429"/>
                <a:gd name="connsiteX4" fmla="*/ 0 w 1654629"/>
                <a:gd name="connsiteY4" fmla="*/ 0 h 943429"/>
                <a:gd name="connsiteX0" fmla="*/ 0 w 4209144"/>
                <a:gd name="connsiteY0" fmla="*/ 0 h 1161143"/>
                <a:gd name="connsiteX1" fmla="*/ 1654629 w 4209144"/>
                <a:gd name="connsiteY1" fmla="*/ 0 h 1161143"/>
                <a:gd name="connsiteX2" fmla="*/ 4209144 w 4209144"/>
                <a:gd name="connsiteY2" fmla="*/ 1161143 h 1161143"/>
                <a:gd name="connsiteX3" fmla="*/ 261257 w 4209144"/>
                <a:gd name="connsiteY3" fmla="*/ 653143 h 1161143"/>
                <a:gd name="connsiteX4" fmla="*/ 0 w 4209144"/>
                <a:gd name="connsiteY4" fmla="*/ 0 h 1161143"/>
                <a:gd name="connsiteX0" fmla="*/ 0 w 4209144"/>
                <a:gd name="connsiteY0" fmla="*/ 0 h 1438341"/>
                <a:gd name="connsiteX1" fmla="*/ 1654629 w 4209144"/>
                <a:gd name="connsiteY1" fmla="*/ 0 h 1438341"/>
                <a:gd name="connsiteX2" fmla="*/ 4209144 w 4209144"/>
                <a:gd name="connsiteY2" fmla="*/ 1161143 h 1438341"/>
                <a:gd name="connsiteX3" fmla="*/ 261257 w 4209144"/>
                <a:gd name="connsiteY3" fmla="*/ 653143 h 1438341"/>
                <a:gd name="connsiteX4" fmla="*/ 0 w 4209144"/>
                <a:gd name="connsiteY4" fmla="*/ 0 h 1438341"/>
                <a:gd name="connsiteX0" fmla="*/ 0 w 4209144"/>
                <a:gd name="connsiteY0" fmla="*/ 0 h 1494335"/>
                <a:gd name="connsiteX1" fmla="*/ 1654629 w 4209144"/>
                <a:gd name="connsiteY1" fmla="*/ 0 h 1494335"/>
                <a:gd name="connsiteX2" fmla="*/ 4209144 w 4209144"/>
                <a:gd name="connsiteY2" fmla="*/ 1161143 h 1494335"/>
                <a:gd name="connsiteX3" fmla="*/ 261257 w 4209144"/>
                <a:gd name="connsiteY3" fmla="*/ 653143 h 1494335"/>
                <a:gd name="connsiteX4" fmla="*/ 0 w 4209144"/>
                <a:gd name="connsiteY4" fmla="*/ 0 h 1494335"/>
                <a:gd name="connsiteX0" fmla="*/ 0 w 4412342"/>
                <a:gd name="connsiteY0" fmla="*/ 1747027 h 3241362"/>
                <a:gd name="connsiteX1" fmla="*/ 1654629 w 4412342"/>
                <a:gd name="connsiteY1" fmla="*/ 1747027 h 3241362"/>
                <a:gd name="connsiteX2" fmla="*/ 4412342 w 4412342"/>
                <a:gd name="connsiteY2" fmla="*/ 19827 h 3241362"/>
                <a:gd name="connsiteX3" fmla="*/ 4209144 w 4412342"/>
                <a:gd name="connsiteY3" fmla="*/ 2908170 h 3241362"/>
                <a:gd name="connsiteX4" fmla="*/ 261257 w 4412342"/>
                <a:gd name="connsiteY4" fmla="*/ 2400170 h 3241362"/>
                <a:gd name="connsiteX5" fmla="*/ 0 w 4412342"/>
                <a:gd name="connsiteY5" fmla="*/ 1747027 h 3241362"/>
                <a:gd name="connsiteX0" fmla="*/ 0 w 4908484"/>
                <a:gd name="connsiteY0" fmla="*/ 1747027 h 3241362"/>
                <a:gd name="connsiteX1" fmla="*/ 1654629 w 4908484"/>
                <a:gd name="connsiteY1" fmla="*/ 1747027 h 3241362"/>
                <a:gd name="connsiteX2" fmla="*/ 4412342 w 4908484"/>
                <a:gd name="connsiteY2" fmla="*/ 19827 h 3241362"/>
                <a:gd name="connsiteX3" fmla="*/ 4209144 w 4908484"/>
                <a:gd name="connsiteY3" fmla="*/ 2908170 h 3241362"/>
                <a:gd name="connsiteX4" fmla="*/ 261257 w 4908484"/>
                <a:gd name="connsiteY4" fmla="*/ 2400170 h 3241362"/>
                <a:gd name="connsiteX5" fmla="*/ 0 w 4908484"/>
                <a:gd name="connsiteY5" fmla="*/ 1747027 h 3241362"/>
                <a:gd name="connsiteX0" fmla="*/ 0 w 5185762"/>
                <a:gd name="connsiteY0" fmla="*/ 1747027 h 3241362"/>
                <a:gd name="connsiteX1" fmla="*/ 1654629 w 5185762"/>
                <a:gd name="connsiteY1" fmla="*/ 1747027 h 3241362"/>
                <a:gd name="connsiteX2" fmla="*/ 4412342 w 5185762"/>
                <a:gd name="connsiteY2" fmla="*/ 19827 h 3241362"/>
                <a:gd name="connsiteX3" fmla="*/ 4209144 w 5185762"/>
                <a:gd name="connsiteY3" fmla="*/ 2908170 h 3241362"/>
                <a:gd name="connsiteX4" fmla="*/ 261257 w 5185762"/>
                <a:gd name="connsiteY4" fmla="*/ 2400170 h 3241362"/>
                <a:gd name="connsiteX5" fmla="*/ 0 w 5185762"/>
                <a:gd name="connsiteY5" fmla="*/ 1747027 h 3241362"/>
                <a:gd name="connsiteX0" fmla="*/ 0 w 5185762"/>
                <a:gd name="connsiteY0" fmla="*/ 2017485 h 3511820"/>
                <a:gd name="connsiteX1" fmla="*/ 1465943 w 5185762"/>
                <a:gd name="connsiteY1" fmla="*/ 0 h 3511820"/>
                <a:gd name="connsiteX2" fmla="*/ 4412342 w 5185762"/>
                <a:gd name="connsiteY2" fmla="*/ 290285 h 3511820"/>
                <a:gd name="connsiteX3" fmla="*/ 4209144 w 5185762"/>
                <a:gd name="connsiteY3" fmla="*/ 3178628 h 3511820"/>
                <a:gd name="connsiteX4" fmla="*/ 261257 w 5185762"/>
                <a:gd name="connsiteY4" fmla="*/ 2670628 h 3511820"/>
                <a:gd name="connsiteX5" fmla="*/ 0 w 5185762"/>
                <a:gd name="connsiteY5" fmla="*/ 2017485 h 3511820"/>
                <a:gd name="connsiteX0" fmla="*/ 0 w 5185762"/>
                <a:gd name="connsiteY0" fmla="*/ 2017485 h 3511820"/>
                <a:gd name="connsiteX1" fmla="*/ 1465943 w 5185762"/>
                <a:gd name="connsiteY1" fmla="*/ 0 h 3511820"/>
                <a:gd name="connsiteX2" fmla="*/ 4412342 w 5185762"/>
                <a:gd name="connsiteY2" fmla="*/ 290285 h 3511820"/>
                <a:gd name="connsiteX3" fmla="*/ 4209144 w 5185762"/>
                <a:gd name="connsiteY3" fmla="*/ 3178628 h 3511820"/>
                <a:gd name="connsiteX4" fmla="*/ 261257 w 5185762"/>
                <a:gd name="connsiteY4" fmla="*/ 2670628 h 3511820"/>
                <a:gd name="connsiteX5" fmla="*/ 0 w 5185762"/>
                <a:gd name="connsiteY5" fmla="*/ 2017485 h 3511820"/>
                <a:gd name="connsiteX0" fmla="*/ 0 w 5185762"/>
                <a:gd name="connsiteY0" fmla="*/ 2017485 h 3511820"/>
                <a:gd name="connsiteX1" fmla="*/ 1465943 w 5185762"/>
                <a:gd name="connsiteY1" fmla="*/ 0 h 3511820"/>
                <a:gd name="connsiteX2" fmla="*/ 4412342 w 5185762"/>
                <a:gd name="connsiteY2" fmla="*/ 290285 h 3511820"/>
                <a:gd name="connsiteX3" fmla="*/ 4209144 w 5185762"/>
                <a:gd name="connsiteY3" fmla="*/ 3178628 h 3511820"/>
                <a:gd name="connsiteX4" fmla="*/ 261257 w 5185762"/>
                <a:gd name="connsiteY4" fmla="*/ 2670628 h 3511820"/>
                <a:gd name="connsiteX5" fmla="*/ 0 w 5185762"/>
                <a:gd name="connsiteY5" fmla="*/ 2017485 h 351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85762" h="3511820">
                  <a:moveTo>
                    <a:pt x="0" y="2017485"/>
                  </a:moveTo>
                  <a:lnTo>
                    <a:pt x="1465943" y="0"/>
                  </a:lnTo>
                  <a:cubicBezTo>
                    <a:pt x="2051352" y="324153"/>
                    <a:pt x="3333447" y="-164496"/>
                    <a:pt x="4412342" y="290285"/>
                  </a:cubicBezTo>
                  <a:cubicBezTo>
                    <a:pt x="5607352" y="1078894"/>
                    <a:pt x="5321905" y="2999618"/>
                    <a:pt x="4209144" y="3178628"/>
                  </a:cubicBezTo>
                  <a:cubicBezTo>
                    <a:pt x="2791582" y="3967238"/>
                    <a:pt x="401562" y="3173789"/>
                    <a:pt x="261257" y="2670628"/>
                  </a:cubicBezTo>
                  <a:lnTo>
                    <a:pt x="0" y="20174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51C86324-A11C-4BCC-E213-15159AE5F581}"/>
                </a:ext>
              </a:extLst>
            </p:cNvPr>
            <p:cNvSpPr/>
            <p:nvPr/>
          </p:nvSpPr>
          <p:spPr>
            <a:xfrm>
              <a:off x="6662057" y="4818743"/>
              <a:ext cx="1306286" cy="1741715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  <a:gd name="connsiteX0" fmla="*/ 1306286 w 1397726"/>
                <a:gd name="connsiteY0" fmla="*/ 0 h 1741715"/>
                <a:gd name="connsiteX1" fmla="*/ 1050143 w 1397726"/>
                <a:gd name="connsiteY1" fmla="*/ 1741715 h 1741715"/>
                <a:gd name="connsiteX2" fmla="*/ 58057 w 1397726"/>
                <a:gd name="connsiteY2" fmla="*/ 1741715 h 1741715"/>
                <a:gd name="connsiteX3" fmla="*/ 0 w 1397726"/>
                <a:gd name="connsiteY3" fmla="*/ 478971 h 1741715"/>
                <a:gd name="connsiteX4" fmla="*/ 1397726 w 1397726"/>
                <a:gd name="connsiteY4" fmla="*/ 91440 h 1741715"/>
                <a:gd name="connsiteX0" fmla="*/ 1306286 w 1306286"/>
                <a:gd name="connsiteY0" fmla="*/ 0 h 1741715"/>
                <a:gd name="connsiteX1" fmla="*/ 1050143 w 1306286"/>
                <a:gd name="connsiteY1" fmla="*/ 1741715 h 1741715"/>
                <a:gd name="connsiteX2" fmla="*/ 58057 w 1306286"/>
                <a:gd name="connsiteY2" fmla="*/ 1741715 h 1741715"/>
                <a:gd name="connsiteX3" fmla="*/ 0 w 1306286"/>
                <a:gd name="connsiteY3" fmla="*/ 478971 h 174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6286" h="1741715">
                  <a:moveTo>
                    <a:pt x="1306286" y="0"/>
                  </a:moveTo>
                  <a:cubicBezTo>
                    <a:pt x="770962" y="1524001"/>
                    <a:pt x="1135524" y="1161143"/>
                    <a:pt x="1050143" y="1741715"/>
                  </a:cubicBezTo>
                  <a:lnTo>
                    <a:pt x="58057" y="1741715"/>
                  </a:lnTo>
                  <a:cubicBezTo>
                    <a:pt x="0" y="1267581"/>
                    <a:pt x="290285" y="1243391"/>
                    <a:pt x="0" y="478971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38F31791-3D64-149A-AEC5-DD1D8B4FD205}"/>
                </a:ext>
              </a:extLst>
            </p:cNvPr>
            <p:cNvSpPr/>
            <p:nvPr/>
          </p:nvSpPr>
          <p:spPr>
            <a:xfrm>
              <a:off x="4010526" y="4983179"/>
              <a:ext cx="1291772" cy="1652364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0 w 1471057"/>
                <a:gd name="connsiteY3" fmla="*/ 1262743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0 w 1471057"/>
                <a:gd name="connsiteY4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69457 w 1471057"/>
                <a:gd name="connsiteY2" fmla="*/ 3367315 h 3367315"/>
                <a:gd name="connsiteX3" fmla="*/ 377371 w 1471057"/>
                <a:gd name="connsiteY3" fmla="*/ 3367315 h 3367315"/>
                <a:gd name="connsiteX4" fmla="*/ 319314 w 1471057"/>
                <a:gd name="connsiteY4" fmla="*/ 2104571 h 3367315"/>
                <a:gd name="connsiteX5" fmla="*/ 0 w 1471057"/>
                <a:gd name="connsiteY5" fmla="*/ 0 h 3367315"/>
                <a:gd name="connsiteX0" fmla="*/ 0 w 1471057"/>
                <a:gd name="connsiteY0" fmla="*/ 0 h 3367315"/>
                <a:gd name="connsiteX1" fmla="*/ 1471057 w 1471057"/>
                <a:gd name="connsiteY1" fmla="*/ 0 h 3367315"/>
                <a:gd name="connsiteX2" fmla="*/ 1393371 w 1471057"/>
                <a:gd name="connsiteY2" fmla="*/ 1785257 h 3367315"/>
                <a:gd name="connsiteX3" fmla="*/ 1369457 w 1471057"/>
                <a:gd name="connsiteY3" fmla="*/ 3367315 h 3367315"/>
                <a:gd name="connsiteX4" fmla="*/ 377371 w 1471057"/>
                <a:gd name="connsiteY4" fmla="*/ 3367315 h 3367315"/>
                <a:gd name="connsiteX5" fmla="*/ 319314 w 1471057"/>
                <a:gd name="connsiteY5" fmla="*/ 2104571 h 3367315"/>
                <a:gd name="connsiteX6" fmla="*/ 0 w 1471057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627853"/>
                <a:gd name="connsiteY0" fmla="*/ 0 h 3367315"/>
                <a:gd name="connsiteX1" fmla="*/ 1471057 w 1627853"/>
                <a:gd name="connsiteY1" fmla="*/ 0 h 3367315"/>
                <a:gd name="connsiteX2" fmla="*/ 1625600 w 1627853"/>
                <a:gd name="connsiteY2" fmla="*/ 1625600 h 3367315"/>
                <a:gd name="connsiteX3" fmla="*/ 1369457 w 1627853"/>
                <a:gd name="connsiteY3" fmla="*/ 3367315 h 3367315"/>
                <a:gd name="connsiteX4" fmla="*/ 377371 w 1627853"/>
                <a:gd name="connsiteY4" fmla="*/ 3367315 h 3367315"/>
                <a:gd name="connsiteX5" fmla="*/ 319314 w 1627853"/>
                <a:gd name="connsiteY5" fmla="*/ 2104571 h 3367315"/>
                <a:gd name="connsiteX6" fmla="*/ 0 w 1627853"/>
                <a:gd name="connsiteY6" fmla="*/ 0 h 3367315"/>
                <a:gd name="connsiteX0" fmla="*/ 0 w 1308539"/>
                <a:gd name="connsiteY0" fmla="*/ 2104571 h 3367315"/>
                <a:gd name="connsiteX1" fmla="*/ 1151743 w 1308539"/>
                <a:gd name="connsiteY1" fmla="*/ 0 h 3367315"/>
                <a:gd name="connsiteX2" fmla="*/ 1306286 w 1308539"/>
                <a:gd name="connsiteY2" fmla="*/ 1625600 h 3367315"/>
                <a:gd name="connsiteX3" fmla="*/ 1050143 w 1308539"/>
                <a:gd name="connsiteY3" fmla="*/ 3367315 h 3367315"/>
                <a:gd name="connsiteX4" fmla="*/ 58057 w 1308539"/>
                <a:gd name="connsiteY4" fmla="*/ 3367315 h 3367315"/>
                <a:gd name="connsiteX5" fmla="*/ 0 w 1308539"/>
                <a:gd name="connsiteY5" fmla="*/ 2104571 h 3367315"/>
                <a:gd name="connsiteX0" fmla="*/ 0 w 1306286"/>
                <a:gd name="connsiteY0" fmla="*/ 478971 h 1741715"/>
                <a:gd name="connsiteX1" fmla="*/ 1306286 w 1306286"/>
                <a:gd name="connsiteY1" fmla="*/ 0 h 1741715"/>
                <a:gd name="connsiteX2" fmla="*/ 1050143 w 1306286"/>
                <a:gd name="connsiteY2" fmla="*/ 1741715 h 1741715"/>
                <a:gd name="connsiteX3" fmla="*/ 58057 w 1306286"/>
                <a:gd name="connsiteY3" fmla="*/ 1741715 h 1741715"/>
                <a:gd name="connsiteX4" fmla="*/ 0 w 1306286"/>
                <a:gd name="connsiteY4" fmla="*/ 478971 h 1741715"/>
                <a:gd name="connsiteX0" fmla="*/ 0 w 1306286"/>
                <a:gd name="connsiteY0" fmla="*/ 0 h 1262744"/>
                <a:gd name="connsiteX1" fmla="*/ 1306286 w 1306286"/>
                <a:gd name="connsiteY1" fmla="*/ 122663 h 1262744"/>
                <a:gd name="connsiteX2" fmla="*/ 1050143 w 1306286"/>
                <a:gd name="connsiteY2" fmla="*/ 1262744 h 1262744"/>
                <a:gd name="connsiteX3" fmla="*/ 58057 w 1306286"/>
                <a:gd name="connsiteY3" fmla="*/ 1262744 h 1262744"/>
                <a:gd name="connsiteX4" fmla="*/ 0 w 1306286"/>
                <a:gd name="connsiteY4" fmla="*/ 0 h 1262744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385527"/>
                <a:gd name="connsiteX1" fmla="*/ 1291772 w 1291772"/>
                <a:gd name="connsiteY1" fmla="*/ 245446 h 1385527"/>
                <a:gd name="connsiteX2" fmla="*/ 1035629 w 1291772"/>
                <a:gd name="connsiteY2" fmla="*/ 1385527 h 1385527"/>
                <a:gd name="connsiteX3" fmla="*/ 43543 w 1291772"/>
                <a:gd name="connsiteY3" fmla="*/ 1385527 h 1385527"/>
                <a:gd name="connsiteX4" fmla="*/ 0 w 1291772"/>
                <a:gd name="connsiteY4" fmla="*/ 0 h 1385527"/>
                <a:gd name="connsiteX0" fmla="*/ 0 w 1291772"/>
                <a:gd name="connsiteY0" fmla="*/ 0 h 1446918"/>
                <a:gd name="connsiteX1" fmla="*/ 1291772 w 1291772"/>
                <a:gd name="connsiteY1" fmla="*/ 245446 h 1446918"/>
                <a:gd name="connsiteX2" fmla="*/ 919515 w 1291772"/>
                <a:gd name="connsiteY2" fmla="*/ 1446918 h 1446918"/>
                <a:gd name="connsiteX3" fmla="*/ 43543 w 1291772"/>
                <a:gd name="connsiteY3" fmla="*/ 1385527 h 1446918"/>
                <a:gd name="connsiteX4" fmla="*/ 0 w 1291772"/>
                <a:gd name="connsiteY4" fmla="*/ 0 h 1446918"/>
                <a:gd name="connsiteX0" fmla="*/ 0 w 1291772"/>
                <a:gd name="connsiteY0" fmla="*/ 0 h 1397805"/>
                <a:gd name="connsiteX1" fmla="*/ 1291772 w 1291772"/>
                <a:gd name="connsiteY1" fmla="*/ 245446 h 1397805"/>
                <a:gd name="connsiteX2" fmla="*/ 963058 w 1291772"/>
                <a:gd name="connsiteY2" fmla="*/ 1397805 h 1397805"/>
                <a:gd name="connsiteX3" fmla="*/ 43543 w 1291772"/>
                <a:gd name="connsiteY3" fmla="*/ 1385527 h 1397805"/>
                <a:gd name="connsiteX4" fmla="*/ 0 w 1291772"/>
                <a:gd name="connsiteY4" fmla="*/ 0 h 1397805"/>
                <a:gd name="connsiteX0" fmla="*/ 1291772 w 1383212"/>
                <a:gd name="connsiteY0" fmla="*/ 245446 h 1397805"/>
                <a:gd name="connsiteX1" fmla="*/ 963058 w 1383212"/>
                <a:gd name="connsiteY1" fmla="*/ 1397805 h 1397805"/>
                <a:gd name="connsiteX2" fmla="*/ 43543 w 1383212"/>
                <a:gd name="connsiteY2" fmla="*/ 1385527 h 1397805"/>
                <a:gd name="connsiteX3" fmla="*/ 0 w 1383212"/>
                <a:gd name="connsiteY3" fmla="*/ 0 h 1397805"/>
                <a:gd name="connsiteX4" fmla="*/ 1383212 w 1383212"/>
                <a:gd name="connsiteY4" fmla="*/ 322799 h 1397805"/>
                <a:gd name="connsiteX0" fmla="*/ 1291772 w 1291772"/>
                <a:gd name="connsiteY0" fmla="*/ 245446 h 1397805"/>
                <a:gd name="connsiteX1" fmla="*/ 963058 w 1291772"/>
                <a:gd name="connsiteY1" fmla="*/ 1397805 h 1397805"/>
                <a:gd name="connsiteX2" fmla="*/ 43543 w 1291772"/>
                <a:gd name="connsiteY2" fmla="*/ 1385527 h 1397805"/>
                <a:gd name="connsiteX3" fmla="*/ 0 w 1291772"/>
                <a:gd name="connsiteY3" fmla="*/ 0 h 139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1772" h="1397805">
                  <a:moveTo>
                    <a:pt x="1291772" y="245446"/>
                  </a:moveTo>
                  <a:cubicBezTo>
                    <a:pt x="712905" y="1204647"/>
                    <a:pt x="1048439" y="1234693"/>
                    <a:pt x="963058" y="1397805"/>
                  </a:cubicBezTo>
                  <a:lnTo>
                    <a:pt x="43543" y="1385527"/>
                  </a:lnTo>
                  <a:cubicBezTo>
                    <a:pt x="-14514" y="911393"/>
                    <a:pt x="333828" y="813533"/>
                    <a:pt x="0" y="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12">
              <a:extLst>
                <a:ext uri="{FF2B5EF4-FFF2-40B4-BE49-F238E27FC236}">
                  <a16:creationId xmlns:a16="http://schemas.microsoft.com/office/drawing/2014/main" id="{6ECA4C0F-E810-1F7B-1D27-60368172AD34}"/>
                </a:ext>
              </a:extLst>
            </p:cNvPr>
            <p:cNvSpPr/>
            <p:nvPr/>
          </p:nvSpPr>
          <p:spPr>
            <a:xfrm rot="20501765">
              <a:off x="3445697" y="1487665"/>
              <a:ext cx="623160" cy="994756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444500 w 1471057"/>
                <a:gd name="connsiteY3" fmla="*/ 1224643 h 1262743"/>
                <a:gd name="connsiteX4" fmla="*/ 0 w 1471057"/>
                <a:gd name="connsiteY4" fmla="*/ 0 h 1262743"/>
                <a:gd name="connsiteX0" fmla="*/ 342900 w 1026557"/>
                <a:gd name="connsiteY0" fmla="*/ 0 h 1923143"/>
                <a:gd name="connsiteX1" fmla="*/ 1026557 w 1026557"/>
                <a:gd name="connsiteY1" fmla="*/ 660400 h 1923143"/>
                <a:gd name="connsiteX2" fmla="*/ 1026557 w 1026557"/>
                <a:gd name="connsiteY2" fmla="*/ 1923143 h 1923143"/>
                <a:gd name="connsiteX3" fmla="*/ 0 w 1026557"/>
                <a:gd name="connsiteY3" fmla="*/ 1885043 h 1923143"/>
                <a:gd name="connsiteX4" fmla="*/ 342900 w 1026557"/>
                <a:gd name="connsiteY4" fmla="*/ 0 h 1923143"/>
                <a:gd name="connsiteX0" fmla="*/ 609228 w 1292885"/>
                <a:gd name="connsiteY0" fmla="*/ 0 h 1923143"/>
                <a:gd name="connsiteX1" fmla="*/ 1292885 w 1292885"/>
                <a:gd name="connsiteY1" fmla="*/ 660400 h 1923143"/>
                <a:gd name="connsiteX2" fmla="*/ 1292885 w 1292885"/>
                <a:gd name="connsiteY2" fmla="*/ 1923143 h 1923143"/>
                <a:gd name="connsiteX3" fmla="*/ 266328 w 1292885"/>
                <a:gd name="connsiteY3" fmla="*/ 1885043 h 1923143"/>
                <a:gd name="connsiteX4" fmla="*/ 609228 w 1292885"/>
                <a:gd name="connsiteY4" fmla="*/ 0 h 1923143"/>
                <a:gd name="connsiteX0" fmla="*/ 953087 w 1636744"/>
                <a:gd name="connsiteY0" fmla="*/ 0 h 1946443"/>
                <a:gd name="connsiteX1" fmla="*/ 1636744 w 1636744"/>
                <a:gd name="connsiteY1" fmla="*/ 660400 h 1946443"/>
                <a:gd name="connsiteX2" fmla="*/ 1636744 w 1636744"/>
                <a:gd name="connsiteY2" fmla="*/ 1923143 h 1946443"/>
                <a:gd name="connsiteX3" fmla="*/ 610187 w 1636744"/>
                <a:gd name="connsiteY3" fmla="*/ 1885043 h 1946443"/>
                <a:gd name="connsiteX4" fmla="*/ 953087 w 1636744"/>
                <a:gd name="connsiteY4" fmla="*/ 0 h 1946443"/>
                <a:gd name="connsiteX0" fmla="*/ 953087 w 1636744"/>
                <a:gd name="connsiteY0" fmla="*/ 0 h 1923143"/>
                <a:gd name="connsiteX1" fmla="*/ 1636744 w 1636744"/>
                <a:gd name="connsiteY1" fmla="*/ 660400 h 1923143"/>
                <a:gd name="connsiteX2" fmla="*/ 1636744 w 1636744"/>
                <a:gd name="connsiteY2" fmla="*/ 1923143 h 1923143"/>
                <a:gd name="connsiteX3" fmla="*/ 610187 w 1636744"/>
                <a:gd name="connsiteY3" fmla="*/ 1885043 h 1923143"/>
                <a:gd name="connsiteX4" fmla="*/ 953087 w 1636744"/>
                <a:gd name="connsiteY4" fmla="*/ 0 h 1923143"/>
                <a:gd name="connsiteX0" fmla="*/ 953087 w 1636744"/>
                <a:gd name="connsiteY0" fmla="*/ 0 h 1952664"/>
                <a:gd name="connsiteX1" fmla="*/ 1636744 w 1636744"/>
                <a:gd name="connsiteY1" fmla="*/ 660400 h 1952664"/>
                <a:gd name="connsiteX2" fmla="*/ 1636744 w 1636744"/>
                <a:gd name="connsiteY2" fmla="*/ 1923143 h 1952664"/>
                <a:gd name="connsiteX3" fmla="*/ 610187 w 1636744"/>
                <a:gd name="connsiteY3" fmla="*/ 1923143 h 1952664"/>
                <a:gd name="connsiteX4" fmla="*/ 953087 w 1636744"/>
                <a:gd name="connsiteY4" fmla="*/ 0 h 1952664"/>
                <a:gd name="connsiteX0" fmla="*/ 958215 w 1641872"/>
                <a:gd name="connsiteY0" fmla="*/ 0 h 1938738"/>
                <a:gd name="connsiteX1" fmla="*/ 1641872 w 1641872"/>
                <a:gd name="connsiteY1" fmla="*/ 660400 h 1938738"/>
                <a:gd name="connsiteX2" fmla="*/ 1641872 w 1641872"/>
                <a:gd name="connsiteY2" fmla="*/ 1923143 h 1938738"/>
                <a:gd name="connsiteX3" fmla="*/ 615315 w 1641872"/>
                <a:gd name="connsiteY3" fmla="*/ 1923143 h 1938738"/>
                <a:gd name="connsiteX4" fmla="*/ 958215 w 1641872"/>
                <a:gd name="connsiteY4" fmla="*/ 0 h 1938738"/>
                <a:gd name="connsiteX0" fmla="*/ 958215 w 1641872"/>
                <a:gd name="connsiteY0" fmla="*/ 0 h 1938738"/>
                <a:gd name="connsiteX1" fmla="*/ 1641872 w 1641872"/>
                <a:gd name="connsiteY1" fmla="*/ 1923143 h 1938738"/>
                <a:gd name="connsiteX2" fmla="*/ 615315 w 1641872"/>
                <a:gd name="connsiteY2" fmla="*/ 1923143 h 1938738"/>
                <a:gd name="connsiteX3" fmla="*/ 958215 w 1641872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958215 w 958215"/>
                <a:gd name="connsiteY0" fmla="*/ 0 h 1938738"/>
                <a:gd name="connsiteX1" fmla="*/ 803672 w 958215"/>
                <a:gd name="connsiteY1" fmla="*/ 957943 h 1938738"/>
                <a:gd name="connsiteX2" fmla="*/ 615315 w 958215"/>
                <a:gd name="connsiteY2" fmla="*/ 1923143 h 1938738"/>
                <a:gd name="connsiteX3" fmla="*/ 958215 w 958215"/>
                <a:gd name="connsiteY3" fmla="*/ 0 h 1938738"/>
                <a:gd name="connsiteX0" fmla="*/ 696103 w 1195765"/>
                <a:gd name="connsiteY0" fmla="*/ -1 h 2936642"/>
                <a:gd name="connsiteX1" fmla="*/ 1106115 w 1195765"/>
                <a:gd name="connsiteY1" fmla="*/ 1960855 h 2936642"/>
                <a:gd name="connsiteX2" fmla="*/ 917758 w 1195765"/>
                <a:gd name="connsiteY2" fmla="*/ 2926055 h 2936642"/>
                <a:gd name="connsiteX3" fmla="*/ 696103 w 1195765"/>
                <a:gd name="connsiteY3" fmla="*/ -1 h 2936642"/>
                <a:gd name="connsiteX0" fmla="*/ 696103 w 917757"/>
                <a:gd name="connsiteY0" fmla="*/ -1 h 2936642"/>
                <a:gd name="connsiteX1" fmla="*/ 917758 w 917757"/>
                <a:gd name="connsiteY1" fmla="*/ 2926055 h 2936642"/>
                <a:gd name="connsiteX2" fmla="*/ 696103 w 917757"/>
                <a:gd name="connsiteY2" fmla="*/ -1 h 2936642"/>
                <a:gd name="connsiteX0" fmla="*/ 696103 w 1277356"/>
                <a:gd name="connsiteY0" fmla="*/ -1 h 2936642"/>
                <a:gd name="connsiteX1" fmla="*/ 917758 w 1277356"/>
                <a:gd name="connsiteY1" fmla="*/ 2926055 h 2936642"/>
                <a:gd name="connsiteX2" fmla="*/ 696103 w 1277356"/>
                <a:gd name="connsiteY2" fmla="*/ -1 h 2936642"/>
                <a:gd name="connsiteX0" fmla="*/ 810292 w 1391543"/>
                <a:gd name="connsiteY0" fmla="*/ -1 h 2961415"/>
                <a:gd name="connsiteX1" fmla="*/ 1031947 w 1391543"/>
                <a:gd name="connsiteY1" fmla="*/ 2926055 h 2961415"/>
                <a:gd name="connsiteX2" fmla="*/ 810292 w 1391543"/>
                <a:gd name="connsiteY2" fmla="*/ -1 h 2961415"/>
                <a:gd name="connsiteX0" fmla="*/ 782768 w 1415317"/>
                <a:gd name="connsiteY0" fmla="*/ -1 h 3066534"/>
                <a:gd name="connsiteX1" fmla="*/ 1068926 w 1415317"/>
                <a:gd name="connsiteY1" fmla="*/ 3032230 h 3066534"/>
                <a:gd name="connsiteX2" fmla="*/ 782768 w 1415317"/>
                <a:gd name="connsiteY2" fmla="*/ -1 h 3066534"/>
                <a:gd name="connsiteX0" fmla="*/ 520367 w 1152918"/>
                <a:gd name="connsiteY0" fmla="*/ -1 h 3071051"/>
                <a:gd name="connsiteX1" fmla="*/ 806525 w 1152918"/>
                <a:gd name="connsiteY1" fmla="*/ 3032230 h 3071051"/>
                <a:gd name="connsiteX2" fmla="*/ 520367 w 1152918"/>
                <a:gd name="connsiteY2" fmla="*/ -1 h 3071051"/>
                <a:gd name="connsiteX0" fmla="*/ 820889 w 1453438"/>
                <a:gd name="connsiteY0" fmla="*/ -1 h 3071424"/>
                <a:gd name="connsiteX1" fmla="*/ 1107047 w 1453438"/>
                <a:gd name="connsiteY1" fmla="*/ 3032230 h 3071424"/>
                <a:gd name="connsiteX2" fmla="*/ 820889 w 1453438"/>
                <a:gd name="connsiteY2" fmla="*/ -1 h 3071424"/>
                <a:gd name="connsiteX0" fmla="*/ 820889 w 1549763"/>
                <a:gd name="connsiteY0" fmla="*/ -1 h 3071424"/>
                <a:gd name="connsiteX1" fmla="*/ 1107047 w 1549763"/>
                <a:gd name="connsiteY1" fmla="*/ 3032230 h 3071424"/>
                <a:gd name="connsiteX2" fmla="*/ 820889 w 1549763"/>
                <a:gd name="connsiteY2" fmla="*/ -1 h 3071424"/>
                <a:gd name="connsiteX0" fmla="*/ 1087616 w 1563225"/>
                <a:gd name="connsiteY0" fmla="*/ -1 h 2340101"/>
                <a:gd name="connsiteX1" fmla="*/ 968175 w 1563225"/>
                <a:gd name="connsiteY1" fmla="*/ 2288859 h 2340101"/>
                <a:gd name="connsiteX2" fmla="*/ 1087616 w 1563225"/>
                <a:gd name="connsiteY2" fmla="*/ -1 h 2340101"/>
                <a:gd name="connsiteX0" fmla="*/ 820552 w 1296161"/>
                <a:gd name="connsiteY0" fmla="*/ -1 h 2404945"/>
                <a:gd name="connsiteX1" fmla="*/ 701111 w 1296161"/>
                <a:gd name="connsiteY1" fmla="*/ 2288859 h 2404945"/>
                <a:gd name="connsiteX2" fmla="*/ 820552 w 1296161"/>
                <a:gd name="connsiteY2" fmla="*/ -1 h 2404945"/>
                <a:gd name="connsiteX0" fmla="*/ 756517 w 1285761"/>
                <a:gd name="connsiteY0" fmla="*/ 0 h 2444393"/>
                <a:gd name="connsiteX1" fmla="*/ 733623 w 1285761"/>
                <a:gd name="connsiteY1" fmla="*/ 2329940 h 2444393"/>
                <a:gd name="connsiteX2" fmla="*/ 756517 w 1285761"/>
                <a:gd name="connsiteY2" fmla="*/ 0 h 2444393"/>
                <a:gd name="connsiteX0" fmla="*/ 658818 w 1188064"/>
                <a:gd name="connsiteY0" fmla="*/ 0 h 2439456"/>
                <a:gd name="connsiteX1" fmla="*/ 635924 w 1188064"/>
                <a:gd name="connsiteY1" fmla="*/ 2329940 h 2439456"/>
                <a:gd name="connsiteX2" fmla="*/ 658818 w 1188064"/>
                <a:gd name="connsiteY2" fmla="*/ 0 h 24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8064" h="2439456">
                  <a:moveTo>
                    <a:pt x="658818" y="0"/>
                  </a:moveTo>
                  <a:cubicBezTo>
                    <a:pt x="1191581" y="678537"/>
                    <a:pt x="1528176" y="2134725"/>
                    <a:pt x="635924" y="2329940"/>
                  </a:cubicBezTo>
                  <a:cubicBezTo>
                    <a:pt x="-724243" y="2993272"/>
                    <a:pt x="495679" y="444934"/>
                    <a:pt x="658818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2">
              <a:extLst>
                <a:ext uri="{FF2B5EF4-FFF2-40B4-BE49-F238E27FC236}">
                  <a16:creationId xmlns:a16="http://schemas.microsoft.com/office/drawing/2014/main" id="{828EA0F7-78E7-19FA-2B90-6E28E69B453E}"/>
                </a:ext>
              </a:extLst>
            </p:cNvPr>
            <p:cNvSpPr/>
            <p:nvPr/>
          </p:nvSpPr>
          <p:spPr>
            <a:xfrm>
              <a:off x="1546303" y="2067868"/>
              <a:ext cx="3494115" cy="3383963"/>
            </a:xfrm>
            <a:custGeom>
              <a:avLst/>
              <a:gdLst>
                <a:gd name="connsiteX0" fmla="*/ 0 w 1459831"/>
                <a:gd name="connsiteY0" fmla="*/ 0 h 1395664"/>
                <a:gd name="connsiteX1" fmla="*/ 1459831 w 1459831"/>
                <a:gd name="connsiteY1" fmla="*/ 0 h 1395664"/>
                <a:gd name="connsiteX2" fmla="*/ 1459831 w 1459831"/>
                <a:gd name="connsiteY2" fmla="*/ 1395664 h 1395664"/>
                <a:gd name="connsiteX3" fmla="*/ 0 w 1459831"/>
                <a:gd name="connsiteY3" fmla="*/ 1395664 h 1395664"/>
                <a:gd name="connsiteX4" fmla="*/ 0 w 1459831"/>
                <a:gd name="connsiteY4" fmla="*/ 0 h 1395664"/>
                <a:gd name="connsiteX0" fmla="*/ 304800 w 1459831"/>
                <a:gd name="connsiteY0" fmla="*/ 0 h 2294022"/>
                <a:gd name="connsiteX1" fmla="*/ 1459831 w 1459831"/>
                <a:gd name="connsiteY1" fmla="*/ 898358 h 2294022"/>
                <a:gd name="connsiteX2" fmla="*/ 1459831 w 1459831"/>
                <a:gd name="connsiteY2" fmla="*/ 2294022 h 2294022"/>
                <a:gd name="connsiteX3" fmla="*/ 0 w 1459831"/>
                <a:gd name="connsiteY3" fmla="*/ 2294022 h 2294022"/>
                <a:gd name="connsiteX4" fmla="*/ 304800 w 1459831"/>
                <a:gd name="connsiteY4" fmla="*/ 0 h 2294022"/>
                <a:gd name="connsiteX0" fmla="*/ 2904562 w 4059593"/>
                <a:gd name="connsiteY0" fmla="*/ 0 h 2294022"/>
                <a:gd name="connsiteX1" fmla="*/ 4059593 w 4059593"/>
                <a:gd name="connsiteY1" fmla="*/ 898358 h 2294022"/>
                <a:gd name="connsiteX2" fmla="*/ 4059593 w 4059593"/>
                <a:gd name="connsiteY2" fmla="*/ 2294022 h 2294022"/>
                <a:gd name="connsiteX3" fmla="*/ 2599762 w 4059593"/>
                <a:gd name="connsiteY3" fmla="*/ 2294022 h 2294022"/>
                <a:gd name="connsiteX4" fmla="*/ 941 w 4059593"/>
                <a:gd name="connsiteY4" fmla="*/ 1700464 h 2294022"/>
                <a:gd name="connsiteX5" fmla="*/ 2904562 w 4059593"/>
                <a:gd name="connsiteY5" fmla="*/ 0 h 2294022"/>
                <a:gd name="connsiteX0" fmla="*/ 2968710 w 4123741"/>
                <a:gd name="connsiteY0" fmla="*/ 0 h 2294022"/>
                <a:gd name="connsiteX1" fmla="*/ 4123741 w 4123741"/>
                <a:gd name="connsiteY1" fmla="*/ 898358 h 2294022"/>
                <a:gd name="connsiteX2" fmla="*/ 4123741 w 4123741"/>
                <a:gd name="connsiteY2" fmla="*/ 2294022 h 2294022"/>
                <a:gd name="connsiteX3" fmla="*/ 2663910 w 4123741"/>
                <a:gd name="connsiteY3" fmla="*/ 2294022 h 2294022"/>
                <a:gd name="connsiteX4" fmla="*/ 920 w 4123741"/>
                <a:gd name="connsiteY4" fmla="*/ 1652337 h 2294022"/>
                <a:gd name="connsiteX5" fmla="*/ 2968710 w 4123741"/>
                <a:gd name="connsiteY5" fmla="*/ 0 h 2294022"/>
                <a:gd name="connsiteX0" fmla="*/ 2970250 w 4125281"/>
                <a:gd name="connsiteY0" fmla="*/ 0 h 3368843"/>
                <a:gd name="connsiteX1" fmla="*/ 4125281 w 4125281"/>
                <a:gd name="connsiteY1" fmla="*/ 898358 h 3368843"/>
                <a:gd name="connsiteX2" fmla="*/ 4125281 w 4125281"/>
                <a:gd name="connsiteY2" fmla="*/ 2294022 h 3368843"/>
                <a:gd name="connsiteX3" fmla="*/ 900819 w 4125281"/>
                <a:gd name="connsiteY3" fmla="*/ 3368843 h 3368843"/>
                <a:gd name="connsiteX4" fmla="*/ 2460 w 4125281"/>
                <a:gd name="connsiteY4" fmla="*/ 1652337 h 3368843"/>
                <a:gd name="connsiteX5" fmla="*/ 2970250 w 4125281"/>
                <a:gd name="connsiteY5" fmla="*/ 0 h 3368843"/>
                <a:gd name="connsiteX0" fmla="*/ 2980626 w 4135657"/>
                <a:gd name="connsiteY0" fmla="*/ 0 h 3369412"/>
                <a:gd name="connsiteX1" fmla="*/ 4135657 w 4135657"/>
                <a:gd name="connsiteY1" fmla="*/ 898358 h 3369412"/>
                <a:gd name="connsiteX2" fmla="*/ 4135657 w 4135657"/>
                <a:gd name="connsiteY2" fmla="*/ 2294022 h 3369412"/>
                <a:gd name="connsiteX3" fmla="*/ 911195 w 4135657"/>
                <a:gd name="connsiteY3" fmla="*/ 3368843 h 3369412"/>
                <a:gd name="connsiteX4" fmla="*/ 12836 w 4135657"/>
                <a:gd name="connsiteY4" fmla="*/ 1652337 h 3369412"/>
                <a:gd name="connsiteX5" fmla="*/ 2980626 w 4135657"/>
                <a:gd name="connsiteY5" fmla="*/ 0 h 3369412"/>
                <a:gd name="connsiteX0" fmla="*/ 2980626 w 4135657"/>
                <a:gd name="connsiteY0" fmla="*/ 0 h 3369412"/>
                <a:gd name="connsiteX1" fmla="*/ 4135657 w 4135657"/>
                <a:gd name="connsiteY1" fmla="*/ 898358 h 3369412"/>
                <a:gd name="connsiteX2" fmla="*/ 4135657 w 4135657"/>
                <a:gd name="connsiteY2" fmla="*/ 2294022 h 3369412"/>
                <a:gd name="connsiteX3" fmla="*/ 911195 w 4135657"/>
                <a:gd name="connsiteY3" fmla="*/ 3368843 h 3369412"/>
                <a:gd name="connsiteX4" fmla="*/ 12836 w 4135657"/>
                <a:gd name="connsiteY4" fmla="*/ 1652337 h 3369412"/>
                <a:gd name="connsiteX5" fmla="*/ 2980626 w 4135657"/>
                <a:gd name="connsiteY5" fmla="*/ 0 h 3369412"/>
                <a:gd name="connsiteX0" fmla="*/ 2980626 w 4135657"/>
                <a:gd name="connsiteY0" fmla="*/ 16368 h 3385780"/>
                <a:gd name="connsiteX1" fmla="*/ 4135657 w 4135657"/>
                <a:gd name="connsiteY1" fmla="*/ 914726 h 3385780"/>
                <a:gd name="connsiteX2" fmla="*/ 4135657 w 4135657"/>
                <a:gd name="connsiteY2" fmla="*/ 2310390 h 3385780"/>
                <a:gd name="connsiteX3" fmla="*/ 911195 w 4135657"/>
                <a:gd name="connsiteY3" fmla="*/ 3385211 h 3385780"/>
                <a:gd name="connsiteX4" fmla="*/ 12836 w 4135657"/>
                <a:gd name="connsiteY4" fmla="*/ 1668705 h 3385780"/>
                <a:gd name="connsiteX5" fmla="*/ 2980626 w 4135657"/>
                <a:gd name="connsiteY5" fmla="*/ 16368 h 3385780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4135657 w 4135657"/>
                <a:gd name="connsiteY2" fmla="*/ 2308573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3493973 w 4135657"/>
                <a:gd name="connsiteY2" fmla="*/ 1795225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3493973 w 4135657"/>
                <a:gd name="connsiteY2" fmla="*/ 1795225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2980626 w 4135657"/>
                <a:gd name="connsiteY0" fmla="*/ 14551 h 3383963"/>
                <a:gd name="connsiteX1" fmla="*/ 4135657 w 4135657"/>
                <a:gd name="connsiteY1" fmla="*/ 912909 h 3383963"/>
                <a:gd name="connsiteX2" fmla="*/ 3493973 w 4135657"/>
                <a:gd name="connsiteY2" fmla="*/ 1795225 h 3383963"/>
                <a:gd name="connsiteX3" fmla="*/ 911195 w 4135657"/>
                <a:gd name="connsiteY3" fmla="*/ 3383394 h 3383963"/>
                <a:gd name="connsiteX4" fmla="*/ 12836 w 4135657"/>
                <a:gd name="connsiteY4" fmla="*/ 1666888 h 3383963"/>
                <a:gd name="connsiteX5" fmla="*/ 2980626 w 4135657"/>
                <a:gd name="connsiteY5" fmla="*/ 14551 h 3383963"/>
                <a:gd name="connsiteX0" fmla="*/ 4135657 w 4227097"/>
                <a:gd name="connsiteY0" fmla="*/ 912909 h 3383963"/>
                <a:gd name="connsiteX1" fmla="*/ 3493973 w 4227097"/>
                <a:gd name="connsiteY1" fmla="*/ 1795225 h 3383963"/>
                <a:gd name="connsiteX2" fmla="*/ 911195 w 4227097"/>
                <a:gd name="connsiteY2" fmla="*/ 3383394 h 3383963"/>
                <a:gd name="connsiteX3" fmla="*/ 12836 w 4227097"/>
                <a:gd name="connsiteY3" fmla="*/ 1666888 h 3383963"/>
                <a:gd name="connsiteX4" fmla="*/ 2980626 w 4227097"/>
                <a:gd name="connsiteY4" fmla="*/ 14551 h 3383963"/>
                <a:gd name="connsiteX5" fmla="*/ 4227097 w 4227097"/>
                <a:gd name="connsiteY5" fmla="*/ 1004349 h 3383963"/>
                <a:gd name="connsiteX0" fmla="*/ 4135657 w 4135657"/>
                <a:gd name="connsiteY0" fmla="*/ 912909 h 3383963"/>
                <a:gd name="connsiteX1" fmla="*/ 3493973 w 4135657"/>
                <a:gd name="connsiteY1" fmla="*/ 1795225 h 3383963"/>
                <a:gd name="connsiteX2" fmla="*/ 911195 w 4135657"/>
                <a:gd name="connsiteY2" fmla="*/ 3383394 h 3383963"/>
                <a:gd name="connsiteX3" fmla="*/ 12836 w 4135657"/>
                <a:gd name="connsiteY3" fmla="*/ 1666888 h 3383963"/>
                <a:gd name="connsiteX4" fmla="*/ 2980626 w 4135657"/>
                <a:gd name="connsiteY4" fmla="*/ 14551 h 3383963"/>
                <a:gd name="connsiteX0" fmla="*/ 3493973 w 3494115"/>
                <a:gd name="connsiteY0" fmla="*/ 1795225 h 3383963"/>
                <a:gd name="connsiteX1" fmla="*/ 911195 w 3494115"/>
                <a:gd name="connsiteY1" fmla="*/ 3383394 h 3383963"/>
                <a:gd name="connsiteX2" fmla="*/ 12836 w 3494115"/>
                <a:gd name="connsiteY2" fmla="*/ 1666888 h 3383963"/>
                <a:gd name="connsiteX3" fmla="*/ 2980626 w 3494115"/>
                <a:gd name="connsiteY3" fmla="*/ 14551 h 33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115" h="3383963">
                  <a:moveTo>
                    <a:pt x="3493973" y="1795225"/>
                  </a:moveTo>
                  <a:cubicBezTo>
                    <a:pt x="3515363" y="2757752"/>
                    <a:pt x="1114394" y="3303183"/>
                    <a:pt x="911195" y="3383394"/>
                  </a:cubicBezTo>
                  <a:cubicBezTo>
                    <a:pt x="71658" y="3415478"/>
                    <a:pt x="-45985" y="2083983"/>
                    <a:pt x="12836" y="1666888"/>
                  </a:cubicBezTo>
                  <a:cubicBezTo>
                    <a:pt x="1242730" y="1805919"/>
                    <a:pt x="2103657" y="-188649"/>
                    <a:pt x="2980626" y="14551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EB2B26D-93CC-F430-133E-A44AB67BCB5E}"/>
                </a:ext>
              </a:extLst>
            </p:cNvPr>
            <p:cNvGrpSpPr/>
            <p:nvPr/>
          </p:nvGrpSpPr>
          <p:grpSpPr>
            <a:xfrm>
              <a:off x="1396994" y="1699240"/>
              <a:ext cx="3484719" cy="3938265"/>
              <a:chOff x="1396994" y="1699240"/>
              <a:chExt cx="3484719" cy="3938265"/>
            </a:xfrm>
            <a:grpFill/>
          </p:grpSpPr>
          <p:sp>
            <p:nvSpPr>
              <p:cNvPr id="41" name="Rectangle 12">
                <a:extLst>
                  <a:ext uri="{FF2B5EF4-FFF2-40B4-BE49-F238E27FC236}">
                    <a16:creationId xmlns:a16="http://schemas.microsoft.com/office/drawing/2014/main" id="{51D5D588-8198-952E-7C3F-6F6F6BA44B7D}"/>
                  </a:ext>
                </a:extLst>
              </p:cNvPr>
              <p:cNvSpPr/>
              <p:nvPr/>
            </p:nvSpPr>
            <p:spPr>
              <a:xfrm>
                <a:off x="1396994" y="1947462"/>
                <a:ext cx="958215" cy="1938738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8215" h="1938738">
                    <a:moveTo>
                      <a:pt x="958215" y="0"/>
                    </a:moveTo>
                    <a:cubicBezTo>
                      <a:pt x="906701" y="319314"/>
                      <a:pt x="715486" y="549729"/>
                      <a:pt x="803672" y="957943"/>
                    </a:cubicBezTo>
                    <a:cubicBezTo>
                      <a:pt x="994886" y="1838476"/>
                      <a:pt x="855901" y="1791910"/>
                      <a:pt x="615315" y="1923143"/>
                    </a:cubicBezTo>
                    <a:cubicBezTo>
                      <a:pt x="-260985" y="2132995"/>
                      <a:pt x="-248285" y="158448"/>
                      <a:pt x="958215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Rectangle 12">
                <a:extLst>
                  <a:ext uri="{FF2B5EF4-FFF2-40B4-BE49-F238E27FC236}">
                    <a16:creationId xmlns:a16="http://schemas.microsoft.com/office/drawing/2014/main" id="{2C850ADF-4265-FA86-E8C4-40697E8D2F96}"/>
                  </a:ext>
                </a:extLst>
              </p:cNvPr>
              <p:cNvSpPr/>
              <p:nvPr/>
            </p:nvSpPr>
            <p:spPr>
              <a:xfrm rot="20501765">
                <a:off x="2313022" y="2743200"/>
                <a:ext cx="502601" cy="790574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8215" h="1938738">
                    <a:moveTo>
                      <a:pt x="958215" y="0"/>
                    </a:moveTo>
                    <a:cubicBezTo>
                      <a:pt x="906701" y="319314"/>
                      <a:pt x="715486" y="549729"/>
                      <a:pt x="803672" y="957943"/>
                    </a:cubicBezTo>
                    <a:cubicBezTo>
                      <a:pt x="994886" y="1838476"/>
                      <a:pt x="855901" y="1791910"/>
                      <a:pt x="615315" y="1923143"/>
                    </a:cubicBezTo>
                    <a:cubicBezTo>
                      <a:pt x="-260985" y="2132995"/>
                      <a:pt x="-248285" y="158448"/>
                      <a:pt x="958215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12">
                <a:extLst>
                  <a:ext uri="{FF2B5EF4-FFF2-40B4-BE49-F238E27FC236}">
                    <a16:creationId xmlns:a16="http://schemas.microsoft.com/office/drawing/2014/main" id="{38CB45AE-58F5-8F4F-0A44-674CABD0AF73}"/>
                  </a:ext>
                </a:extLst>
              </p:cNvPr>
              <p:cNvSpPr/>
              <p:nvPr/>
            </p:nvSpPr>
            <p:spPr>
              <a:xfrm rot="20887901" flipH="1">
                <a:off x="4144896" y="1699240"/>
                <a:ext cx="729889" cy="1207599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696103 w 1195765"/>
                  <a:gd name="connsiteY0" fmla="*/ -1 h 2936642"/>
                  <a:gd name="connsiteX1" fmla="*/ 1106115 w 1195765"/>
                  <a:gd name="connsiteY1" fmla="*/ 1960855 h 2936642"/>
                  <a:gd name="connsiteX2" fmla="*/ 917758 w 1195765"/>
                  <a:gd name="connsiteY2" fmla="*/ 2926055 h 2936642"/>
                  <a:gd name="connsiteX3" fmla="*/ 696103 w 1195765"/>
                  <a:gd name="connsiteY3" fmla="*/ -1 h 2936642"/>
                  <a:gd name="connsiteX0" fmla="*/ 696103 w 917757"/>
                  <a:gd name="connsiteY0" fmla="*/ -1 h 2936642"/>
                  <a:gd name="connsiteX1" fmla="*/ 917758 w 917757"/>
                  <a:gd name="connsiteY1" fmla="*/ 2926055 h 2936642"/>
                  <a:gd name="connsiteX2" fmla="*/ 696103 w 917757"/>
                  <a:gd name="connsiteY2" fmla="*/ -1 h 2936642"/>
                  <a:gd name="connsiteX0" fmla="*/ 696103 w 1277356"/>
                  <a:gd name="connsiteY0" fmla="*/ -1 h 2936642"/>
                  <a:gd name="connsiteX1" fmla="*/ 917758 w 1277356"/>
                  <a:gd name="connsiteY1" fmla="*/ 2926055 h 2936642"/>
                  <a:gd name="connsiteX2" fmla="*/ 696103 w 1277356"/>
                  <a:gd name="connsiteY2" fmla="*/ -1 h 2936642"/>
                  <a:gd name="connsiteX0" fmla="*/ 810292 w 1391543"/>
                  <a:gd name="connsiteY0" fmla="*/ -1 h 2961415"/>
                  <a:gd name="connsiteX1" fmla="*/ 1031947 w 1391543"/>
                  <a:gd name="connsiteY1" fmla="*/ 2926055 h 2961415"/>
                  <a:gd name="connsiteX2" fmla="*/ 810292 w 1391543"/>
                  <a:gd name="connsiteY2" fmla="*/ -1 h 2961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1543" h="2961415">
                    <a:moveTo>
                      <a:pt x="810292" y="-1"/>
                    </a:moveTo>
                    <a:cubicBezTo>
                      <a:pt x="884177" y="975351"/>
                      <a:pt x="1924199" y="2730840"/>
                      <a:pt x="1031947" y="2926055"/>
                    </a:cubicBezTo>
                    <a:cubicBezTo>
                      <a:pt x="-200050" y="3329002"/>
                      <a:pt x="-396208" y="158447"/>
                      <a:pt x="810292" y="-1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48E18DB-003C-D941-F4AB-5F7B2C587080}"/>
                  </a:ext>
                </a:extLst>
              </p:cNvPr>
              <p:cNvSpPr/>
              <p:nvPr/>
            </p:nvSpPr>
            <p:spPr>
              <a:xfrm>
                <a:off x="3144604" y="3231488"/>
                <a:ext cx="633136" cy="633136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CEB5709-32D5-1B29-41CF-66A167F1CAC3}"/>
                  </a:ext>
                </a:extLst>
              </p:cNvPr>
              <p:cNvSpPr/>
              <p:nvPr/>
            </p:nvSpPr>
            <p:spPr>
              <a:xfrm rot="18234362">
                <a:off x="1875174" y="4432738"/>
                <a:ext cx="110518" cy="262441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6A1D459-7C3D-D223-B403-E0670487654B}"/>
                  </a:ext>
                </a:extLst>
              </p:cNvPr>
              <p:cNvSpPr/>
              <p:nvPr/>
            </p:nvSpPr>
            <p:spPr>
              <a:xfrm>
                <a:off x="3165421" y="3571234"/>
                <a:ext cx="415683" cy="294992"/>
              </a:xfrm>
              <a:custGeom>
                <a:avLst/>
                <a:gdLst>
                  <a:gd name="connsiteX0" fmla="*/ 167030 w 415683"/>
                  <a:gd name="connsiteY0" fmla="*/ 0 h 294992"/>
                  <a:gd name="connsiteX1" fmla="*/ 414149 w 415683"/>
                  <a:gd name="connsiteY1" fmla="*/ 252768 h 294992"/>
                  <a:gd name="connsiteX2" fmla="*/ 415683 w 415683"/>
                  <a:gd name="connsiteY2" fmla="*/ 271867 h 294992"/>
                  <a:gd name="connsiteX3" fmla="*/ 361904 w 415683"/>
                  <a:gd name="connsiteY3" fmla="*/ 288560 h 294992"/>
                  <a:gd name="connsiteX4" fmla="*/ 298104 w 415683"/>
                  <a:gd name="connsiteY4" fmla="*/ 294992 h 294992"/>
                  <a:gd name="connsiteX5" fmla="*/ 6413 w 415683"/>
                  <a:gd name="connsiteY5" fmla="*/ 101647 h 294992"/>
                  <a:gd name="connsiteX6" fmla="*/ 0 w 415683"/>
                  <a:gd name="connsiteY6" fmla="*/ 80986 h 294992"/>
                  <a:gd name="connsiteX7" fmla="*/ 25998 w 415683"/>
                  <a:gd name="connsiteY7" fmla="*/ 54065 h 294992"/>
                  <a:gd name="connsiteX8" fmla="*/ 167030 w 415683"/>
                  <a:gd name="connsiteY8" fmla="*/ 0 h 29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5683" h="294992">
                    <a:moveTo>
                      <a:pt x="167030" y="0"/>
                    </a:moveTo>
                    <a:cubicBezTo>
                      <a:pt x="288927" y="0"/>
                      <a:pt x="390629" y="108514"/>
                      <a:pt x="414149" y="252768"/>
                    </a:cubicBezTo>
                    <a:lnTo>
                      <a:pt x="415683" y="271867"/>
                    </a:lnTo>
                    <a:lnTo>
                      <a:pt x="361904" y="288560"/>
                    </a:lnTo>
                    <a:cubicBezTo>
                      <a:pt x="341296" y="292778"/>
                      <a:pt x="319959" y="294992"/>
                      <a:pt x="298104" y="294992"/>
                    </a:cubicBezTo>
                    <a:cubicBezTo>
                      <a:pt x="166977" y="294992"/>
                      <a:pt x="54471" y="215268"/>
                      <a:pt x="6413" y="101647"/>
                    </a:cubicBezTo>
                    <a:lnTo>
                      <a:pt x="0" y="80986"/>
                    </a:lnTo>
                    <a:lnTo>
                      <a:pt x="25998" y="54065"/>
                    </a:lnTo>
                    <a:cubicBezTo>
                      <a:pt x="66256" y="19931"/>
                      <a:pt x="114789" y="0"/>
                      <a:pt x="167030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46C298B-1B33-A5D3-BFC4-D43F76890D2D}"/>
                  </a:ext>
                </a:extLst>
              </p:cNvPr>
              <p:cNvSpPr/>
              <p:nvPr/>
            </p:nvSpPr>
            <p:spPr>
              <a:xfrm>
                <a:off x="2110739" y="4792980"/>
                <a:ext cx="594360" cy="556260"/>
              </a:xfrm>
              <a:custGeom>
                <a:avLst/>
                <a:gdLst>
                  <a:gd name="connsiteX0" fmla="*/ 0 w 609786"/>
                  <a:gd name="connsiteY0" fmla="*/ 645744 h 645744"/>
                  <a:gd name="connsiteX1" fmla="*/ 556260 w 609786"/>
                  <a:gd name="connsiteY1" fmla="*/ 59004 h 645744"/>
                  <a:gd name="connsiteX2" fmla="*/ 556260 w 609786"/>
                  <a:gd name="connsiteY2" fmla="*/ 51384 h 645744"/>
                  <a:gd name="connsiteX0" fmla="*/ 0 w 647886"/>
                  <a:gd name="connsiteY0" fmla="*/ 615264 h 615264"/>
                  <a:gd name="connsiteX1" fmla="*/ 594360 w 647886"/>
                  <a:gd name="connsiteY1" fmla="*/ 59004 h 615264"/>
                  <a:gd name="connsiteX2" fmla="*/ 594360 w 647886"/>
                  <a:gd name="connsiteY2" fmla="*/ 51384 h 615264"/>
                  <a:gd name="connsiteX0" fmla="*/ 0 w 647886"/>
                  <a:gd name="connsiteY0" fmla="*/ 615264 h 615264"/>
                  <a:gd name="connsiteX1" fmla="*/ 594360 w 647886"/>
                  <a:gd name="connsiteY1" fmla="*/ 59004 h 615264"/>
                  <a:gd name="connsiteX2" fmla="*/ 594360 w 647886"/>
                  <a:gd name="connsiteY2" fmla="*/ 51384 h 615264"/>
                  <a:gd name="connsiteX0" fmla="*/ 0 w 631049"/>
                  <a:gd name="connsiteY0" fmla="*/ 576694 h 576694"/>
                  <a:gd name="connsiteX1" fmla="*/ 594360 w 631049"/>
                  <a:gd name="connsiteY1" fmla="*/ 20434 h 576694"/>
                  <a:gd name="connsiteX2" fmla="*/ 594360 w 631049"/>
                  <a:gd name="connsiteY2" fmla="*/ 12814 h 576694"/>
                  <a:gd name="connsiteX0" fmla="*/ 0 w 594360"/>
                  <a:gd name="connsiteY0" fmla="*/ 556260 h 556260"/>
                  <a:gd name="connsiteX1" fmla="*/ 594360 w 594360"/>
                  <a:gd name="connsiteY1" fmla="*/ 0 h 556260"/>
                  <a:gd name="connsiteX0" fmla="*/ 0 w 594360"/>
                  <a:gd name="connsiteY0" fmla="*/ 556260 h 556260"/>
                  <a:gd name="connsiteX1" fmla="*/ 594360 w 594360"/>
                  <a:gd name="connsiteY1" fmla="*/ 0 h 556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4360" h="556260">
                    <a:moveTo>
                      <a:pt x="0" y="556260"/>
                    </a:moveTo>
                    <a:cubicBezTo>
                      <a:pt x="429260" y="406400"/>
                      <a:pt x="523240" y="241300"/>
                      <a:pt x="594360" y="0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D2442330-E058-5403-4074-17DE484C1D8D}"/>
                  </a:ext>
                </a:extLst>
              </p:cNvPr>
              <p:cNvSpPr/>
              <p:nvPr/>
            </p:nvSpPr>
            <p:spPr>
              <a:xfrm rot="18862635">
                <a:off x="1994688" y="4723105"/>
                <a:ext cx="914400" cy="914400"/>
              </a:xfrm>
              <a:prstGeom prst="arc">
                <a:avLst>
                  <a:gd name="adj1" fmla="val 19694431"/>
                  <a:gd name="adj2" fmla="val 0"/>
                </a:avLst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Rectangle 12">
                <a:extLst>
                  <a:ext uri="{FF2B5EF4-FFF2-40B4-BE49-F238E27FC236}">
                    <a16:creationId xmlns:a16="http://schemas.microsoft.com/office/drawing/2014/main" id="{19946E0A-816F-C34A-E90A-8D74B1DA03C6}"/>
                  </a:ext>
                </a:extLst>
              </p:cNvPr>
              <p:cNvSpPr/>
              <p:nvPr/>
            </p:nvSpPr>
            <p:spPr>
              <a:xfrm rot="16200000" flipH="1">
                <a:off x="4365223" y="2521426"/>
                <a:ext cx="289234" cy="743746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696103 w 1195765"/>
                  <a:gd name="connsiteY0" fmla="*/ -1 h 2936642"/>
                  <a:gd name="connsiteX1" fmla="*/ 1106115 w 1195765"/>
                  <a:gd name="connsiteY1" fmla="*/ 1960855 h 2936642"/>
                  <a:gd name="connsiteX2" fmla="*/ 917758 w 1195765"/>
                  <a:gd name="connsiteY2" fmla="*/ 2926055 h 2936642"/>
                  <a:gd name="connsiteX3" fmla="*/ 696103 w 1195765"/>
                  <a:gd name="connsiteY3" fmla="*/ -1 h 2936642"/>
                  <a:gd name="connsiteX0" fmla="*/ 696103 w 917757"/>
                  <a:gd name="connsiteY0" fmla="*/ -1 h 2936642"/>
                  <a:gd name="connsiteX1" fmla="*/ 917758 w 917757"/>
                  <a:gd name="connsiteY1" fmla="*/ 2926055 h 2936642"/>
                  <a:gd name="connsiteX2" fmla="*/ 696103 w 917757"/>
                  <a:gd name="connsiteY2" fmla="*/ -1 h 2936642"/>
                  <a:gd name="connsiteX0" fmla="*/ 696103 w 1277356"/>
                  <a:gd name="connsiteY0" fmla="*/ -1 h 2936642"/>
                  <a:gd name="connsiteX1" fmla="*/ 917758 w 1277356"/>
                  <a:gd name="connsiteY1" fmla="*/ 2926055 h 2936642"/>
                  <a:gd name="connsiteX2" fmla="*/ 696103 w 1277356"/>
                  <a:gd name="connsiteY2" fmla="*/ -1 h 2936642"/>
                  <a:gd name="connsiteX0" fmla="*/ 810292 w 1391543"/>
                  <a:gd name="connsiteY0" fmla="*/ -1 h 2961415"/>
                  <a:gd name="connsiteX1" fmla="*/ 1031947 w 1391543"/>
                  <a:gd name="connsiteY1" fmla="*/ 2926055 h 2961415"/>
                  <a:gd name="connsiteX2" fmla="*/ 810292 w 1391543"/>
                  <a:gd name="connsiteY2" fmla="*/ -1 h 2961415"/>
                  <a:gd name="connsiteX0" fmla="*/ 802802 w 1397693"/>
                  <a:gd name="connsiteY0" fmla="*/ -1 h 3197480"/>
                  <a:gd name="connsiteX1" fmla="*/ 1041726 w 1397693"/>
                  <a:gd name="connsiteY1" fmla="*/ 3164407 h 3197480"/>
                  <a:gd name="connsiteX2" fmla="*/ 802802 w 1397693"/>
                  <a:gd name="connsiteY2" fmla="*/ -1 h 3197480"/>
                  <a:gd name="connsiteX0" fmla="*/ 891587 w 1486478"/>
                  <a:gd name="connsiteY0" fmla="*/ -1 h 3197863"/>
                  <a:gd name="connsiteX1" fmla="*/ 1130511 w 1486478"/>
                  <a:gd name="connsiteY1" fmla="*/ 3164407 h 3197863"/>
                  <a:gd name="connsiteX2" fmla="*/ 891587 w 1486478"/>
                  <a:gd name="connsiteY2" fmla="*/ -1 h 3197863"/>
                  <a:gd name="connsiteX0" fmla="*/ 891587 w 1462734"/>
                  <a:gd name="connsiteY0" fmla="*/ -1 h 3197863"/>
                  <a:gd name="connsiteX1" fmla="*/ 1130511 w 1462734"/>
                  <a:gd name="connsiteY1" fmla="*/ 3164407 h 3197863"/>
                  <a:gd name="connsiteX2" fmla="*/ 891587 w 1462734"/>
                  <a:gd name="connsiteY2" fmla="*/ -1 h 319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2734" h="3197863">
                    <a:moveTo>
                      <a:pt x="891587" y="-1"/>
                    </a:moveTo>
                    <a:cubicBezTo>
                      <a:pt x="828183" y="1422351"/>
                      <a:pt x="2022763" y="2969192"/>
                      <a:pt x="1130511" y="3164407"/>
                    </a:cubicBezTo>
                    <a:cubicBezTo>
                      <a:pt x="-101486" y="3567354"/>
                      <a:pt x="-531129" y="201440"/>
                      <a:pt x="891587" y="-1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tangle 12">
                <a:extLst>
                  <a:ext uri="{FF2B5EF4-FFF2-40B4-BE49-F238E27FC236}">
                    <a16:creationId xmlns:a16="http://schemas.microsoft.com/office/drawing/2014/main" id="{60788793-ABE8-FD6C-662A-EEE873B644D9}"/>
                  </a:ext>
                </a:extLst>
              </p:cNvPr>
              <p:cNvSpPr/>
              <p:nvPr/>
            </p:nvSpPr>
            <p:spPr>
              <a:xfrm rot="21161537" flipH="1">
                <a:off x="4380236" y="2059978"/>
                <a:ext cx="289234" cy="743746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696103 w 1195765"/>
                  <a:gd name="connsiteY0" fmla="*/ -1 h 2936642"/>
                  <a:gd name="connsiteX1" fmla="*/ 1106115 w 1195765"/>
                  <a:gd name="connsiteY1" fmla="*/ 1960855 h 2936642"/>
                  <a:gd name="connsiteX2" fmla="*/ 917758 w 1195765"/>
                  <a:gd name="connsiteY2" fmla="*/ 2926055 h 2936642"/>
                  <a:gd name="connsiteX3" fmla="*/ 696103 w 1195765"/>
                  <a:gd name="connsiteY3" fmla="*/ -1 h 2936642"/>
                  <a:gd name="connsiteX0" fmla="*/ 696103 w 917757"/>
                  <a:gd name="connsiteY0" fmla="*/ -1 h 2936642"/>
                  <a:gd name="connsiteX1" fmla="*/ 917758 w 917757"/>
                  <a:gd name="connsiteY1" fmla="*/ 2926055 h 2936642"/>
                  <a:gd name="connsiteX2" fmla="*/ 696103 w 917757"/>
                  <a:gd name="connsiteY2" fmla="*/ -1 h 2936642"/>
                  <a:gd name="connsiteX0" fmla="*/ 696103 w 1277356"/>
                  <a:gd name="connsiteY0" fmla="*/ -1 h 2936642"/>
                  <a:gd name="connsiteX1" fmla="*/ 917758 w 1277356"/>
                  <a:gd name="connsiteY1" fmla="*/ 2926055 h 2936642"/>
                  <a:gd name="connsiteX2" fmla="*/ 696103 w 1277356"/>
                  <a:gd name="connsiteY2" fmla="*/ -1 h 2936642"/>
                  <a:gd name="connsiteX0" fmla="*/ 810292 w 1391543"/>
                  <a:gd name="connsiteY0" fmla="*/ -1 h 2961415"/>
                  <a:gd name="connsiteX1" fmla="*/ 1031947 w 1391543"/>
                  <a:gd name="connsiteY1" fmla="*/ 2926055 h 2961415"/>
                  <a:gd name="connsiteX2" fmla="*/ 810292 w 1391543"/>
                  <a:gd name="connsiteY2" fmla="*/ -1 h 2961415"/>
                  <a:gd name="connsiteX0" fmla="*/ 802802 w 1397693"/>
                  <a:gd name="connsiteY0" fmla="*/ -1 h 3197480"/>
                  <a:gd name="connsiteX1" fmla="*/ 1041726 w 1397693"/>
                  <a:gd name="connsiteY1" fmla="*/ 3164407 h 3197480"/>
                  <a:gd name="connsiteX2" fmla="*/ 802802 w 1397693"/>
                  <a:gd name="connsiteY2" fmla="*/ -1 h 3197480"/>
                  <a:gd name="connsiteX0" fmla="*/ 891587 w 1486478"/>
                  <a:gd name="connsiteY0" fmla="*/ -1 h 3197863"/>
                  <a:gd name="connsiteX1" fmla="*/ 1130511 w 1486478"/>
                  <a:gd name="connsiteY1" fmla="*/ 3164407 h 3197863"/>
                  <a:gd name="connsiteX2" fmla="*/ 891587 w 1486478"/>
                  <a:gd name="connsiteY2" fmla="*/ -1 h 3197863"/>
                  <a:gd name="connsiteX0" fmla="*/ 891587 w 1462734"/>
                  <a:gd name="connsiteY0" fmla="*/ -1 h 3197863"/>
                  <a:gd name="connsiteX1" fmla="*/ 1130511 w 1462734"/>
                  <a:gd name="connsiteY1" fmla="*/ 3164407 h 3197863"/>
                  <a:gd name="connsiteX2" fmla="*/ 891587 w 1462734"/>
                  <a:gd name="connsiteY2" fmla="*/ -1 h 319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2734" h="3197863">
                    <a:moveTo>
                      <a:pt x="891587" y="-1"/>
                    </a:moveTo>
                    <a:cubicBezTo>
                      <a:pt x="828183" y="1422351"/>
                      <a:pt x="2022763" y="2969192"/>
                      <a:pt x="1130511" y="3164407"/>
                    </a:cubicBezTo>
                    <a:cubicBezTo>
                      <a:pt x="-101486" y="3567354"/>
                      <a:pt x="-531129" y="201440"/>
                      <a:pt x="891587" y="-1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69CFA77-27C8-8FBA-550B-D5943B0F7138}"/>
              </a:ext>
            </a:extLst>
          </p:cNvPr>
          <p:cNvGrpSpPr/>
          <p:nvPr/>
        </p:nvGrpSpPr>
        <p:grpSpPr>
          <a:xfrm>
            <a:off x="2997176" y="827986"/>
            <a:ext cx="7854740" cy="5147878"/>
            <a:chOff x="2997176" y="827986"/>
            <a:chExt cx="7854740" cy="514787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4E0EA5F-7F2E-7E4B-C853-7662E8D572A8}"/>
                </a:ext>
              </a:extLst>
            </p:cNvPr>
            <p:cNvGrpSpPr/>
            <p:nvPr/>
          </p:nvGrpSpPr>
          <p:grpSpPr>
            <a:xfrm>
              <a:off x="2997176" y="827986"/>
              <a:ext cx="7854740" cy="5147878"/>
              <a:chOff x="1396994" y="1487665"/>
              <a:chExt cx="7854740" cy="5147878"/>
            </a:xfrm>
          </p:grpSpPr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63970FAE-29D1-FAC0-433C-B04C7FA6E541}"/>
                  </a:ext>
                </a:extLst>
              </p:cNvPr>
              <p:cNvSpPr/>
              <p:nvPr/>
            </p:nvSpPr>
            <p:spPr>
              <a:xfrm>
                <a:off x="7932576" y="3106058"/>
                <a:ext cx="987571" cy="1430564"/>
              </a:xfrm>
              <a:custGeom>
                <a:avLst/>
                <a:gdLst>
                  <a:gd name="connsiteX0" fmla="*/ 0 w 616340"/>
                  <a:gd name="connsiteY0" fmla="*/ 0 h 304800"/>
                  <a:gd name="connsiteX1" fmla="*/ 616340 w 616340"/>
                  <a:gd name="connsiteY1" fmla="*/ 0 h 304800"/>
                  <a:gd name="connsiteX2" fmla="*/ 616340 w 616340"/>
                  <a:gd name="connsiteY2" fmla="*/ 304800 h 304800"/>
                  <a:gd name="connsiteX3" fmla="*/ 0 w 616340"/>
                  <a:gd name="connsiteY3" fmla="*/ 304800 h 304800"/>
                  <a:gd name="connsiteX4" fmla="*/ 0 w 616340"/>
                  <a:gd name="connsiteY4" fmla="*/ 0 h 304800"/>
                  <a:gd name="connsiteX0" fmla="*/ 0 w 1182397"/>
                  <a:gd name="connsiteY0" fmla="*/ 0 h 1654628"/>
                  <a:gd name="connsiteX1" fmla="*/ 616340 w 1182397"/>
                  <a:gd name="connsiteY1" fmla="*/ 0 h 1654628"/>
                  <a:gd name="connsiteX2" fmla="*/ 1182397 w 1182397"/>
                  <a:gd name="connsiteY2" fmla="*/ 1654628 h 1654628"/>
                  <a:gd name="connsiteX3" fmla="*/ 0 w 1182397"/>
                  <a:gd name="connsiteY3" fmla="*/ 304800 h 1654628"/>
                  <a:gd name="connsiteX4" fmla="*/ 0 w 1182397"/>
                  <a:gd name="connsiteY4" fmla="*/ 0 h 1654628"/>
                  <a:gd name="connsiteX0" fmla="*/ 0 w 1342054"/>
                  <a:gd name="connsiteY0" fmla="*/ 0 h 1654628"/>
                  <a:gd name="connsiteX1" fmla="*/ 1342054 w 1342054"/>
                  <a:gd name="connsiteY1" fmla="*/ 1596571 h 1654628"/>
                  <a:gd name="connsiteX2" fmla="*/ 1182397 w 1342054"/>
                  <a:gd name="connsiteY2" fmla="*/ 1654628 h 1654628"/>
                  <a:gd name="connsiteX3" fmla="*/ 0 w 1342054"/>
                  <a:gd name="connsiteY3" fmla="*/ 304800 h 1654628"/>
                  <a:gd name="connsiteX4" fmla="*/ 0 w 1342054"/>
                  <a:gd name="connsiteY4" fmla="*/ 0 h 1654628"/>
                  <a:gd name="connsiteX0" fmla="*/ 377372 w 1342054"/>
                  <a:gd name="connsiteY0" fmla="*/ 0 h 1393371"/>
                  <a:gd name="connsiteX1" fmla="*/ 1342054 w 1342054"/>
                  <a:gd name="connsiteY1" fmla="*/ 1335314 h 1393371"/>
                  <a:gd name="connsiteX2" fmla="*/ 1182397 w 1342054"/>
                  <a:gd name="connsiteY2" fmla="*/ 1393371 h 1393371"/>
                  <a:gd name="connsiteX3" fmla="*/ 0 w 1342054"/>
                  <a:gd name="connsiteY3" fmla="*/ 43543 h 1393371"/>
                  <a:gd name="connsiteX4" fmla="*/ 377372 w 1342054"/>
                  <a:gd name="connsiteY4" fmla="*/ 0 h 1393371"/>
                  <a:gd name="connsiteX0" fmla="*/ 116115 w 1080797"/>
                  <a:gd name="connsiteY0" fmla="*/ 0 h 1393371"/>
                  <a:gd name="connsiteX1" fmla="*/ 1080797 w 1080797"/>
                  <a:gd name="connsiteY1" fmla="*/ 1335314 h 1393371"/>
                  <a:gd name="connsiteX2" fmla="*/ 921140 w 1080797"/>
                  <a:gd name="connsiteY2" fmla="*/ 1393371 h 1393371"/>
                  <a:gd name="connsiteX3" fmla="*/ 0 w 1080797"/>
                  <a:gd name="connsiteY3" fmla="*/ 290286 h 1393371"/>
                  <a:gd name="connsiteX4" fmla="*/ 116115 w 1080797"/>
                  <a:gd name="connsiteY4" fmla="*/ 0 h 1393371"/>
                  <a:gd name="connsiteX0" fmla="*/ 116115 w 1080797"/>
                  <a:gd name="connsiteY0" fmla="*/ 0 h 1393371"/>
                  <a:gd name="connsiteX1" fmla="*/ 1080797 w 1080797"/>
                  <a:gd name="connsiteY1" fmla="*/ 1335314 h 1393371"/>
                  <a:gd name="connsiteX2" fmla="*/ 921140 w 1080797"/>
                  <a:gd name="connsiteY2" fmla="*/ 1393371 h 1393371"/>
                  <a:gd name="connsiteX3" fmla="*/ 0 w 1080797"/>
                  <a:gd name="connsiteY3" fmla="*/ 290286 h 1393371"/>
                  <a:gd name="connsiteX4" fmla="*/ 116115 w 1080797"/>
                  <a:gd name="connsiteY4" fmla="*/ 0 h 1393371"/>
                  <a:gd name="connsiteX0" fmla="*/ 116115 w 1081689"/>
                  <a:gd name="connsiteY0" fmla="*/ 0 h 1393371"/>
                  <a:gd name="connsiteX1" fmla="*/ 1080797 w 1081689"/>
                  <a:gd name="connsiteY1" fmla="*/ 1335314 h 1393371"/>
                  <a:gd name="connsiteX2" fmla="*/ 921140 w 1081689"/>
                  <a:gd name="connsiteY2" fmla="*/ 1393371 h 1393371"/>
                  <a:gd name="connsiteX3" fmla="*/ 0 w 1081689"/>
                  <a:gd name="connsiteY3" fmla="*/ 290286 h 1393371"/>
                  <a:gd name="connsiteX4" fmla="*/ 116115 w 1081689"/>
                  <a:gd name="connsiteY4" fmla="*/ 0 h 1393371"/>
                  <a:gd name="connsiteX0" fmla="*/ 116115 w 1081689"/>
                  <a:gd name="connsiteY0" fmla="*/ 0 h 1393371"/>
                  <a:gd name="connsiteX1" fmla="*/ 1080797 w 1081689"/>
                  <a:gd name="connsiteY1" fmla="*/ 1335314 h 1393371"/>
                  <a:gd name="connsiteX2" fmla="*/ 921140 w 1081689"/>
                  <a:gd name="connsiteY2" fmla="*/ 1393371 h 1393371"/>
                  <a:gd name="connsiteX3" fmla="*/ 0 w 1081689"/>
                  <a:gd name="connsiteY3" fmla="*/ 290286 h 1393371"/>
                  <a:gd name="connsiteX4" fmla="*/ 116115 w 1081689"/>
                  <a:gd name="connsiteY4" fmla="*/ 0 h 1393371"/>
                  <a:gd name="connsiteX0" fmla="*/ 43543 w 1009117"/>
                  <a:gd name="connsiteY0" fmla="*/ 0 h 1393371"/>
                  <a:gd name="connsiteX1" fmla="*/ 1008225 w 1009117"/>
                  <a:gd name="connsiteY1" fmla="*/ 1335314 h 1393371"/>
                  <a:gd name="connsiteX2" fmla="*/ 848568 w 1009117"/>
                  <a:gd name="connsiteY2" fmla="*/ 1393371 h 1393371"/>
                  <a:gd name="connsiteX3" fmla="*/ 0 w 1009117"/>
                  <a:gd name="connsiteY3" fmla="*/ 203200 h 1393371"/>
                  <a:gd name="connsiteX4" fmla="*/ 43543 w 1009117"/>
                  <a:gd name="connsiteY4" fmla="*/ 0 h 1393371"/>
                  <a:gd name="connsiteX0" fmla="*/ 43543 w 1009117"/>
                  <a:gd name="connsiteY0" fmla="*/ 0 h 1393371"/>
                  <a:gd name="connsiteX1" fmla="*/ 1008225 w 1009117"/>
                  <a:gd name="connsiteY1" fmla="*/ 1335314 h 1393371"/>
                  <a:gd name="connsiteX2" fmla="*/ 848568 w 1009117"/>
                  <a:gd name="connsiteY2" fmla="*/ 1393371 h 1393371"/>
                  <a:gd name="connsiteX3" fmla="*/ 0 w 1009117"/>
                  <a:gd name="connsiteY3" fmla="*/ 203200 h 1393371"/>
                  <a:gd name="connsiteX4" fmla="*/ 43543 w 1009117"/>
                  <a:gd name="connsiteY4" fmla="*/ 0 h 1393371"/>
                  <a:gd name="connsiteX0" fmla="*/ 43543 w 940025"/>
                  <a:gd name="connsiteY0" fmla="*/ 0 h 1430564"/>
                  <a:gd name="connsiteX1" fmla="*/ 938375 w 940025"/>
                  <a:gd name="connsiteY1" fmla="*/ 1430564 h 1430564"/>
                  <a:gd name="connsiteX2" fmla="*/ 848568 w 940025"/>
                  <a:gd name="connsiteY2" fmla="*/ 1393371 h 1430564"/>
                  <a:gd name="connsiteX3" fmla="*/ 0 w 940025"/>
                  <a:gd name="connsiteY3" fmla="*/ 203200 h 1430564"/>
                  <a:gd name="connsiteX4" fmla="*/ 43543 w 940025"/>
                  <a:gd name="connsiteY4" fmla="*/ 0 h 1430564"/>
                  <a:gd name="connsiteX0" fmla="*/ 43543 w 987571"/>
                  <a:gd name="connsiteY0" fmla="*/ 0 h 1430564"/>
                  <a:gd name="connsiteX1" fmla="*/ 938375 w 987571"/>
                  <a:gd name="connsiteY1" fmla="*/ 1430564 h 1430564"/>
                  <a:gd name="connsiteX2" fmla="*/ 848568 w 987571"/>
                  <a:gd name="connsiteY2" fmla="*/ 1393371 h 1430564"/>
                  <a:gd name="connsiteX3" fmla="*/ 0 w 987571"/>
                  <a:gd name="connsiteY3" fmla="*/ 203200 h 1430564"/>
                  <a:gd name="connsiteX4" fmla="*/ 43543 w 987571"/>
                  <a:gd name="connsiteY4" fmla="*/ 0 h 1430564"/>
                  <a:gd name="connsiteX0" fmla="*/ 43543 w 987571"/>
                  <a:gd name="connsiteY0" fmla="*/ 0 h 1430564"/>
                  <a:gd name="connsiteX1" fmla="*/ 938375 w 987571"/>
                  <a:gd name="connsiteY1" fmla="*/ 1430564 h 1430564"/>
                  <a:gd name="connsiteX2" fmla="*/ 848568 w 987571"/>
                  <a:gd name="connsiteY2" fmla="*/ 1393371 h 1430564"/>
                  <a:gd name="connsiteX3" fmla="*/ 0 w 987571"/>
                  <a:gd name="connsiteY3" fmla="*/ 139700 h 1430564"/>
                  <a:gd name="connsiteX4" fmla="*/ 43543 w 987571"/>
                  <a:gd name="connsiteY4" fmla="*/ 0 h 1430564"/>
                  <a:gd name="connsiteX0" fmla="*/ 43543 w 987571"/>
                  <a:gd name="connsiteY0" fmla="*/ 0 h 1430564"/>
                  <a:gd name="connsiteX1" fmla="*/ 938375 w 987571"/>
                  <a:gd name="connsiteY1" fmla="*/ 1430564 h 1430564"/>
                  <a:gd name="connsiteX2" fmla="*/ 848568 w 987571"/>
                  <a:gd name="connsiteY2" fmla="*/ 1393371 h 1430564"/>
                  <a:gd name="connsiteX3" fmla="*/ 0 w 987571"/>
                  <a:gd name="connsiteY3" fmla="*/ 139700 h 1430564"/>
                  <a:gd name="connsiteX4" fmla="*/ 43543 w 987571"/>
                  <a:gd name="connsiteY4" fmla="*/ 0 h 1430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7571" h="1430564">
                    <a:moveTo>
                      <a:pt x="43543" y="0"/>
                    </a:moveTo>
                    <a:cubicBezTo>
                      <a:pt x="916647" y="183847"/>
                      <a:pt x="1090343" y="922866"/>
                      <a:pt x="938375" y="1430564"/>
                    </a:cubicBezTo>
                    <a:lnTo>
                      <a:pt x="848568" y="1393371"/>
                    </a:lnTo>
                    <a:cubicBezTo>
                      <a:pt x="891678" y="1284212"/>
                      <a:pt x="1032762" y="318709"/>
                      <a:pt x="0" y="139700"/>
                    </a:cubicBezTo>
                    <a:lnTo>
                      <a:pt x="43543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23">
                <a:extLst>
                  <a:ext uri="{FF2B5EF4-FFF2-40B4-BE49-F238E27FC236}">
                    <a16:creationId xmlns:a16="http://schemas.microsoft.com/office/drawing/2014/main" id="{41439B18-0490-BCD7-635E-76051FF058FF}"/>
                  </a:ext>
                </a:extLst>
              </p:cNvPr>
              <p:cNvSpPr/>
              <p:nvPr/>
            </p:nvSpPr>
            <p:spPr>
              <a:xfrm rot="3430019">
                <a:off x="8560984" y="4461393"/>
                <a:ext cx="718325" cy="663175"/>
              </a:xfrm>
              <a:custGeom>
                <a:avLst/>
                <a:gdLst>
                  <a:gd name="connsiteX0" fmla="*/ 0 w 358745"/>
                  <a:gd name="connsiteY0" fmla="*/ 0 h 323850"/>
                  <a:gd name="connsiteX1" fmla="*/ 358745 w 358745"/>
                  <a:gd name="connsiteY1" fmla="*/ 0 h 323850"/>
                  <a:gd name="connsiteX2" fmla="*/ 358745 w 358745"/>
                  <a:gd name="connsiteY2" fmla="*/ 323850 h 323850"/>
                  <a:gd name="connsiteX3" fmla="*/ 0 w 358745"/>
                  <a:gd name="connsiteY3" fmla="*/ 323850 h 323850"/>
                  <a:gd name="connsiteX4" fmla="*/ 0 w 358745"/>
                  <a:gd name="connsiteY4" fmla="*/ 0 h 323850"/>
                  <a:gd name="connsiteX0" fmla="*/ 0 w 463520"/>
                  <a:gd name="connsiteY0" fmla="*/ 152400 h 323850"/>
                  <a:gd name="connsiteX1" fmla="*/ 463520 w 463520"/>
                  <a:gd name="connsiteY1" fmla="*/ 0 h 323850"/>
                  <a:gd name="connsiteX2" fmla="*/ 463520 w 463520"/>
                  <a:gd name="connsiteY2" fmla="*/ 323850 h 323850"/>
                  <a:gd name="connsiteX3" fmla="*/ 104775 w 463520"/>
                  <a:gd name="connsiteY3" fmla="*/ 323850 h 323850"/>
                  <a:gd name="connsiteX4" fmla="*/ 0 w 463520"/>
                  <a:gd name="connsiteY4" fmla="*/ 152400 h 323850"/>
                  <a:gd name="connsiteX0" fmla="*/ 0 w 701645"/>
                  <a:gd name="connsiteY0" fmla="*/ 152400 h 419100"/>
                  <a:gd name="connsiteX1" fmla="*/ 463520 w 701645"/>
                  <a:gd name="connsiteY1" fmla="*/ 0 h 419100"/>
                  <a:gd name="connsiteX2" fmla="*/ 701645 w 701645"/>
                  <a:gd name="connsiteY2" fmla="*/ 419100 h 419100"/>
                  <a:gd name="connsiteX3" fmla="*/ 104775 w 701645"/>
                  <a:gd name="connsiteY3" fmla="*/ 323850 h 419100"/>
                  <a:gd name="connsiteX4" fmla="*/ 0 w 701645"/>
                  <a:gd name="connsiteY4" fmla="*/ 152400 h 419100"/>
                  <a:gd name="connsiteX0" fmla="*/ 0 w 701645"/>
                  <a:gd name="connsiteY0" fmla="*/ 152400 h 419100"/>
                  <a:gd name="connsiteX1" fmla="*/ 515908 w 701645"/>
                  <a:gd name="connsiteY1" fmla="*/ 0 h 419100"/>
                  <a:gd name="connsiteX2" fmla="*/ 701645 w 701645"/>
                  <a:gd name="connsiteY2" fmla="*/ 419100 h 419100"/>
                  <a:gd name="connsiteX3" fmla="*/ 104775 w 701645"/>
                  <a:gd name="connsiteY3" fmla="*/ 323850 h 419100"/>
                  <a:gd name="connsiteX4" fmla="*/ 0 w 701645"/>
                  <a:gd name="connsiteY4" fmla="*/ 152400 h 419100"/>
                  <a:gd name="connsiteX0" fmla="*/ 0 w 701645"/>
                  <a:gd name="connsiteY0" fmla="*/ 209353 h 476053"/>
                  <a:gd name="connsiteX1" fmla="*/ 515908 w 701645"/>
                  <a:gd name="connsiteY1" fmla="*/ 56953 h 476053"/>
                  <a:gd name="connsiteX2" fmla="*/ 701645 w 701645"/>
                  <a:gd name="connsiteY2" fmla="*/ 476053 h 476053"/>
                  <a:gd name="connsiteX3" fmla="*/ 104775 w 701645"/>
                  <a:gd name="connsiteY3" fmla="*/ 380803 h 476053"/>
                  <a:gd name="connsiteX4" fmla="*/ 0 w 701645"/>
                  <a:gd name="connsiteY4" fmla="*/ 209353 h 476053"/>
                  <a:gd name="connsiteX0" fmla="*/ 0 w 701645"/>
                  <a:gd name="connsiteY0" fmla="*/ 258367 h 525067"/>
                  <a:gd name="connsiteX1" fmla="*/ 515908 w 701645"/>
                  <a:gd name="connsiteY1" fmla="*/ 105967 h 525067"/>
                  <a:gd name="connsiteX2" fmla="*/ 701645 w 701645"/>
                  <a:gd name="connsiteY2" fmla="*/ 525067 h 525067"/>
                  <a:gd name="connsiteX3" fmla="*/ 104775 w 701645"/>
                  <a:gd name="connsiteY3" fmla="*/ 429817 h 525067"/>
                  <a:gd name="connsiteX4" fmla="*/ 0 w 701645"/>
                  <a:gd name="connsiteY4" fmla="*/ 258367 h 525067"/>
                  <a:gd name="connsiteX0" fmla="*/ 0 w 701645"/>
                  <a:gd name="connsiteY0" fmla="*/ 258367 h 525067"/>
                  <a:gd name="connsiteX1" fmla="*/ 515908 w 701645"/>
                  <a:gd name="connsiteY1" fmla="*/ 105967 h 525067"/>
                  <a:gd name="connsiteX2" fmla="*/ 701645 w 701645"/>
                  <a:gd name="connsiteY2" fmla="*/ 525067 h 525067"/>
                  <a:gd name="connsiteX3" fmla="*/ 0 w 701645"/>
                  <a:gd name="connsiteY3" fmla="*/ 258367 h 525067"/>
                  <a:gd name="connsiteX0" fmla="*/ 0 w 701645"/>
                  <a:gd name="connsiteY0" fmla="*/ 258367 h 659310"/>
                  <a:gd name="connsiteX1" fmla="*/ 515908 w 701645"/>
                  <a:gd name="connsiteY1" fmla="*/ 105967 h 659310"/>
                  <a:gd name="connsiteX2" fmla="*/ 701645 w 701645"/>
                  <a:gd name="connsiteY2" fmla="*/ 525067 h 659310"/>
                  <a:gd name="connsiteX3" fmla="*/ 0 w 701645"/>
                  <a:gd name="connsiteY3" fmla="*/ 258367 h 659310"/>
                  <a:gd name="connsiteX0" fmla="*/ 0 w 701645"/>
                  <a:gd name="connsiteY0" fmla="*/ 258367 h 659310"/>
                  <a:gd name="connsiteX1" fmla="*/ 515908 w 701645"/>
                  <a:gd name="connsiteY1" fmla="*/ 105967 h 659310"/>
                  <a:gd name="connsiteX2" fmla="*/ 701645 w 701645"/>
                  <a:gd name="connsiteY2" fmla="*/ 525067 h 659310"/>
                  <a:gd name="connsiteX3" fmla="*/ 0 w 701645"/>
                  <a:gd name="connsiteY3" fmla="*/ 258367 h 659310"/>
                  <a:gd name="connsiteX0" fmla="*/ 0 w 701645"/>
                  <a:gd name="connsiteY0" fmla="*/ 258367 h 659310"/>
                  <a:gd name="connsiteX1" fmla="*/ 515908 w 701645"/>
                  <a:gd name="connsiteY1" fmla="*/ 105967 h 659310"/>
                  <a:gd name="connsiteX2" fmla="*/ 701645 w 701645"/>
                  <a:gd name="connsiteY2" fmla="*/ 525067 h 659310"/>
                  <a:gd name="connsiteX3" fmla="*/ 0 w 701645"/>
                  <a:gd name="connsiteY3" fmla="*/ 258367 h 659310"/>
                  <a:gd name="connsiteX0" fmla="*/ 0 w 701645"/>
                  <a:gd name="connsiteY0" fmla="*/ 258367 h 659310"/>
                  <a:gd name="connsiteX1" fmla="*/ 515908 w 701645"/>
                  <a:gd name="connsiteY1" fmla="*/ 105967 h 659310"/>
                  <a:gd name="connsiteX2" fmla="*/ 701645 w 701645"/>
                  <a:gd name="connsiteY2" fmla="*/ 525067 h 659310"/>
                  <a:gd name="connsiteX3" fmla="*/ 0 w 701645"/>
                  <a:gd name="connsiteY3" fmla="*/ 258367 h 659310"/>
                  <a:gd name="connsiteX0" fmla="*/ 0 w 718325"/>
                  <a:gd name="connsiteY0" fmla="*/ 249737 h 665620"/>
                  <a:gd name="connsiteX1" fmla="*/ 532588 w 718325"/>
                  <a:gd name="connsiteY1" fmla="*/ 114987 h 665620"/>
                  <a:gd name="connsiteX2" fmla="*/ 718325 w 718325"/>
                  <a:gd name="connsiteY2" fmla="*/ 534087 h 665620"/>
                  <a:gd name="connsiteX3" fmla="*/ 0 w 718325"/>
                  <a:gd name="connsiteY3" fmla="*/ 249737 h 665620"/>
                  <a:gd name="connsiteX0" fmla="*/ 0 w 718325"/>
                  <a:gd name="connsiteY0" fmla="*/ 249737 h 663175"/>
                  <a:gd name="connsiteX1" fmla="*/ 532588 w 718325"/>
                  <a:gd name="connsiteY1" fmla="*/ 114987 h 663175"/>
                  <a:gd name="connsiteX2" fmla="*/ 718325 w 718325"/>
                  <a:gd name="connsiteY2" fmla="*/ 534087 h 663175"/>
                  <a:gd name="connsiteX3" fmla="*/ 0 w 718325"/>
                  <a:gd name="connsiteY3" fmla="*/ 249737 h 66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8325" h="663175">
                    <a:moveTo>
                      <a:pt x="0" y="249737"/>
                    </a:moveTo>
                    <a:cubicBezTo>
                      <a:pt x="67194" y="-143963"/>
                      <a:pt x="446344" y="22912"/>
                      <a:pt x="532588" y="114987"/>
                    </a:cubicBezTo>
                    <a:cubicBezTo>
                      <a:pt x="675462" y="235637"/>
                      <a:pt x="518300" y="522974"/>
                      <a:pt x="718325" y="534087"/>
                    </a:cubicBezTo>
                    <a:cubicBezTo>
                      <a:pt x="236793" y="921437"/>
                      <a:pt x="100936" y="320353"/>
                      <a:pt x="0" y="249737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Rectangle 4">
                <a:extLst>
                  <a:ext uri="{FF2B5EF4-FFF2-40B4-BE49-F238E27FC236}">
                    <a16:creationId xmlns:a16="http://schemas.microsoft.com/office/drawing/2014/main" id="{1002C735-503C-E935-C664-A5BC4354CC1F}"/>
                  </a:ext>
                </a:extLst>
              </p:cNvPr>
              <p:cNvSpPr/>
              <p:nvPr/>
            </p:nvSpPr>
            <p:spPr>
              <a:xfrm>
                <a:off x="3566036" y="4808133"/>
                <a:ext cx="1368290" cy="1652364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0 w 1471057"/>
                  <a:gd name="connsiteY3" fmla="*/ 1262743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93371 w 1471057"/>
                  <a:gd name="connsiteY2" fmla="*/ 1785257 h 3367315"/>
                  <a:gd name="connsiteX3" fmla="*/ 1369457 w 1471057"/>
                  <a:gd name="connsiteY3" fmla="*/ 3367315 h 3367315"/>
                  <a:gd name="connsiteX4" fmla="*/ 377371 w 1471057"/>
                  <a:gd name="connsiteY4" fmla="*/ 3367315 h 3367315"/>
                  <a:gd name="connsiteX5" fmla="*/ 319314 w 1471057"/>
                  <a:gd name="connsiteY5" fmla="*/ 2104571 h 3367315"/>
                  <a:gd name="connsiteX6" fmla="*/ 0 w 1471057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308539"/>
                  <a:gd name="connsiteY0" fmla="*/ 2104571 h 3367315"/>
                  <a:gd name="connsiteX1" fmla="*/ 1151743 w 1308539"/>
                  <a:gd name="connsiteY1" fmla="*/ 0 h 3367315"/>
                  <a:gd name="connsiteX2" fmla="*/ 1306286 w 1308539"/>
                  <a:gd name="connsiteY2" fmla="*/ 1625600 h 3367315"/>
                  <a:gd name="connsiteX3" fmla="*/ 1050143 w 1308539"/>
                  <a:gd name="connsiteY3" fmla="*/ 3367315 h 3367315"/>
                  <a:gd name="connsiteX4" fmla="*/ 58057 w 1308539"/>
                  <a:gd name="connsiteY4" fmla="*/ 3367315 h 3367315"/>
                  <a:gd name="connsiteX5" fmla="*/ 0 w 1308539"/>
                  <a:gd name="connsiteY5" fmla="*/ 2104571 h 3367315"/>
                  <a:gd name="connsiteX0" fmla="*/ 0 w 1306286"/>
                  <a:gd name="connsiteY0" fmla="*/ 478971 h 1741715"/>
                  <a:gd name="connsiteX1" fmla="*/ 1306286 w 1306286"/>
                  <a:gd name="connsiteY1" fmla="*/ 0 h 1741715"/>
                  <a:gd name="connsiteX2" fmla="*/ 1050143 w 1306286"/>
                  <a:gd name="connsiteY2" fmla="*/ 1741715 h 1741715"/>
                  <a:gd name="connsiteX3" fmla="*/ 58057 w 1306286"/>
                  <a:gd name="connsiteY3" fmla="*/ 1741715 h 1741715"/>
                  <a:gd name="connsiteX4" fmla="*/ 0 w 1306286"/>
                  <a:gd name="connsiteY4" fmla="*/ 478971 h 1741715"/>
                  <a:gd name="connsiteX0" fmla="*/ 0 w 1306286"/>
                  <a:gd name="connsiteY0" fmla="*/ 0 h 1262744"/>
                  <a:gd name="connsiteX1" fmla="*/ 1306286 w 1306286"/>
                  <a:gd name="connsiteY1" fmla="*/ 122663 h 1262744"/>
                  <a:gd name="connsiteX2" fmla="*/ 1050143 w 1306286"/>
                  <a:gd name="connsiteY2" fmla="*/ 1262744 h 1262744"/>
                  <a:gd name="connsiteX3" fmla="*/ 58057 w 1306286"/>
                  <a:gd name="connsiteY3" fmla="*/ 1262744 h 1262744"/>
                  <a:gd name="connsiteX4" fmla="*/ 0 w 1306286"/>
                  <a:gd name="connsiteY4" fmla="*/ 0 h 1262744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446918"/>
                  <a:gd name="connsiteX1" fmla="*/ 1291772 w 1291772"/>
                  <a:gd name="connsiteY1" fmla="*/ 245446 h 1446918"/>
                  <a:gd name="connsiteX2" fmla="*/ 919515 w 1291772"/>
                  <a:gd name="connsiteY2" fmla="*/ 1446918 h 1446918"/>
                  <a:gd name="connsiteX3" fmla="*/ 43543 w 1291772"/>
                  <a:gd name="connsiteY3" fmla="*/ 1385527 h 1446918"/>
                  <a:gd name="connsiteX4" fmla="*/ 0 w 1291772"/>
                  <a:gd name="connsiteY4" fmla="*/ 0 h 1446918"/>
                  <a:gd name="connsiteX0" fmla="*/ 0 w 1291772"/>
                  <a:gd name="connsiteY0" fmla="*/ 0 h 1397805"/>
                  <a:gd name="connsiteX1" fmla="*/ 1291772 w 1291772"/>
                  <a:gd name="connsiteY1" fmla="*/ 245446 h 1397805"/>
                  <a:gd name="connsiteX2" fmla="*/ 963058 w 1291772"/>
                  <a:gd name="connsiteY2" fmla="*/ 1397805 h 1397805"/>
                  <a:gd name="connsiteX3" fmla="*/ 43543 w 1291772"/>
                  <a:gd name="connsiteY3" fmla="*/ 1385527 h 1397805"/>
                  <a:gd name="connsiteX4" fmla="*/ 0 w 1291772"/>
                  <a:gd name="connsiteY4" fmla="*/ 0 h 1397805"/>
                  <a:gd name="connsiteX0" fmla="*/ 91924 w 1383696"/>
                  <a:gd name="connsiteY0" fmla="*/ 0 h 1397805"/>
                  <a:gd name="connsiteX1" fmla="*/ 1383696 w 1383696"/>
                  <a:gd name="connsiteY1" fmla="*/ 245446 h 1397805"/>
                  <a:gd name="connsiteX2" fmla="*/ 1054982 w 1383696"/>
                  <a:gd name="connsiteY2" fmla="*/ 1397805 h 1397805"/>
                  <a:gd name="connsiteX3" fmla="*/ 135467 w 1383696"/>
                  <a:gd name="connsiteY3" fmla="*/ 1385527 h 1397805"/>
                  <a:gd name="connsiteX4" fmla="*/ 91924 w 1383696"/>
                  <a:gd name="connsiteY4" fmla="*/ 0 h 1397805"/>
                  <a:gd name="connsiteX0" fmla="*/ 109618 w 1401390"/>
                  <a:gd name="connsiteY0" fmla="*/ 0 h 1397805"/>
                  <a:gd name="connsiteX1" fmla="*/ 1401390 w 1401390"/>
                  <a:gd name="connsiteY1" fmla="*/ 245446 h 1397805"/>
                  <a:gd name="connsiteX2" fmla="*/ 1072676 w 1401390"/>
                  <a:gd name="connsiteY2" fmla="*/ 1397805 h 1397805"/>
                  <a:gd name="connsiteX3" fmla="*/ 95104 w 1401390"/>
                  <a:gd name="connsiteY3" fmla="*/ 1373249 h 1397805"/>
                  <a:gd name="connsiteX4" fmla="*/ 109618 w 1401390"/>
                  <a:gd name="connsiteY4" fmla="*/ 0 h 1397805"/>
                  <a:gd name="connsiteX0" fmla="*/ 76518 w 1368290"/>
                  <a:gd name="connsiteY0" fmla="*/ 0 h 1397805"/>
                  <a:gd name="connsiteX1" fmla="*/ 1368290 w 1368290"/>
                  <a:gd name="connsiteY1" fmla="*/ 245446 h 1397805"/>
                  <a:gd name="connsiteX2" fmla="*/ 1039576 w 1368290"/>
                  <a:gd name="connsiteY2" fmla="*/ 1397805 h 1397805"/>
                  <a:gd name="connsiteX3" fmla="*/ 62004 w 1368290"/>
                  <a:gd name="connsiteY3" fmla="*/ 1373249 h 1397805"/>
                  <a:gd name="connsiteX4" fmla="*/ 76518 w 1368290"/>
                  <a:gd name="connsiteY4" fmla="*/ 0 h 1397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8290" h="1397805">
                    <a:moveTo>
                      <a:pt x="76518" y="0"/>
                    </a:moveTo>
                    <a:lnTo>
                      <a:pt x="1368290" y="245446"/>
                    </a:lnTo>
                    <a:cubicBezTo>
                      <a:pt x="789423" y="1204647"/>
                      <a:pt x="1124957" y="1234693"/>
                      <a:pt x="1039576" y="1397805"/>
                    </a:cubicBezTo>
                    <a:lnTo>
                      <a:pt x="62004" y="1373249"/>
                    </a:lnTo>
                    <a:cubicBezTo>
                      <a:pt x="149090" y="1206071"/>
                      <a:pt x="-126683" y="322403"/>
                      <a:pt x="76518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4">
                <a:extLst>
                  <a:ext uri="{FF2B5EF4-FFF2-40B4-BE49-F238E27FC236}">
                    <a16:creationId xmlns:a16="http://schemas.microsoft.com/office/drawing/2014/main" id="{2FB07F7E-3C93-EEC6-740D-1742C1207BC2}"/>
                  </a:ext>
                </a:extLst>
              </p:cNvPr>
              <p:cNvSpPr/>
              <p:nvPr/>
            </p:nvSpPr>
            <p:spPr>
              <a:xfrm rot="20713190">
                <a:off x="6945603" y="4580973"/>
                <a:ext cx="1306286" cy="1741715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0 w 1471057"/>
                  <a:gd name="connsiteY3" fmla="*/ 1262743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93371 w 1471057"/>
                  <a:gd name="connsiteY2" fmla="*/ 1785257 h 3367315"/>
                  <a:gd name="connsiteX3" fmla="*/ 1369457 w 1471057"/>
                  <a:gd name="connsiteY3" fmla="*/ 3367315 h 3367315"/>
                  <a:gd name="connsiteX4" fmla="*/ 377371 w 1471057"/>
                  <a:gd name="connsiteY4" fmla="*/ 3367315 h 3367315"/>
                  <a:gd name="connsiteX5" fmla="*/ 319314 w 1471057"/>
                  <a:gd name="connsiteY5" fmla="*/ 2104571 h 3367315"/>
                  <a:gd name="connsiteX6" fmla="*/ 0 w 1471057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308539"/>
                  <a:gd name="connsiteY0" fmla="*/ 2104571 h 3367315"/>
                  <a:gd name="connsiteX1" fmla="*/ 1151743 w 1308539"/>
                  <a:gd name="connsiteY1" fmla="*/ 0 h 3367315"/>
                  <a:gd name="connsiteX2" fmla="*/ 1306286 w 1308539"/>
                  <a:gd name="connsiteY2" fmla="*/ 1625600 h 3367315"/>
                  <a:gd name="connsiteX3" fmla="*/ 1050143 w 1308539"/>
                  <a:gd name="connsiteY3" fmla="*/ 3367315 h 3367315"/>
                  <a:gd name="connsiteX4" fmla="*/ 58057 w 1308539"/>
                  <a:gd name="connsiteY4" fmla="*/ 3367315 h 3367315"/>
                  <a:gd name="connsiteX5" fmla="*/ 0 w 1308539"/>
                  <a:gd name="connsiteY5" fmla="*/ 2104571 h 3367315"/>
                  <a:gd name="connsiteX0" fmla="*/ 0 w 1306286"/>
                  <a:gd name="connsiteY0" fmla="*/ 478971 h 1741715"/>
                  <a:gd name="connsiteX1" fmla="*/ 1306286 w 1306286"/>
                  <a:gd name="connsiteY1" fmla="*/ 0 h 1741715"/>
                  <a:gd name="connsiteX2" fmla="*/ 1050143 w 1306286"/>
                  <a:gd name="connsiteY2" fmla="*/ 1741715 h 1741715"/>
                  <a:gd name="connsiteX3" fmla="*/ 58057 w 1306286"/>
                  <a:gd name="connsiteY3" fmla="*/ 1741715 h 1741715"/>
                  <a:gd name="connsiteX4" fmla="*/ 0 w 1306286"/>
                  <a:gd name="connsiteY4" fmla="*/ 478971 h 1741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6286" h="1741715">
                    <a:moveTo>
                      <a:pt x="0" y="478971"/>
                    </a:moveTo>
                    <a:lnTo>
                      <a:pt x="1306286" y="0"/>
                    </a:lnTo>
                    <a:cubicBezTo>
                      <a:pt x="770962" y="1524001"/>
                      <a:pt x="1135524" y="1161143"/>
                      <a:pt x="1050143" y="1741715"/>
                    </a:cubicBezTo>
                    <a:lnTo>
                      <a:pt x="58057" y="1741715"/>
                    </a:lnTo>
                    <a:cubicBezTo>
                      <a:pt x="0" y="1267581"/>
                      <a:pt x="290285" y="1243391"/>
                      <a:pt x="0" y="478971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3">
                <a:extLst>
                  <a:ext uri="{FF2B5EF4-FFF2-40B4-BE49-F238E27FC236}">
                    <a16:creationId xmlns:a16="http://schemas.microsoft.com/office/drawing/2014/main" id="{D7B5899A-C2B9-A96C-297C-1D716497EB6B}"/>
                  </a:ext>
                </a:extLst>
              </p:cNvPr>
              <p:cNvSpPr/>
              <p:nvPr/>
            </p:nvSpPr>
            <p:spPr>
              <a:xfrm>
                <a:off x="3164115" y="2104572"/>
                <a:ext cx="5185762" cy="3511820"/>
              </a:xfrm>
              <a:custGeom>
                <a:avLst/>
                <a:gdLst>
                  <a:gd name="connsiteX0" fmla="*/ 0 w 1654629"/>
                  <a:gd name="connsiteY0" fmla="*/ 0 h 943429"/>
                  <a:gd name="connsiteX1" fmla="*/ 1654629 w 1654629"/>
                  <a:gd name="connsiteY1" fmla="*/ 0 h 943429"/>
                  <a:gd name="connsiteX2" fmla="*/ 1654629 w 1654629"/>
                  <a:gd name="connsiteY2" fmla="*/ 943429 h 943429"/>
                  <a:gd name="connsiteX3" fmla="*/ 0 w 1654629"/>
                  <a:gd name="connsiteY3" fmla="*/ 943429 h 943429"/>
                  <a:gd name="connsiteX4" fmla="*/ 0 w 1654629"/>
                  <a:gd name="connsiteY4" fmla="*/ 0 h 943429"/>
                  <a:gd name="connsiteX0" fmla="*/ 0 w 1654629"/>
                  <a:gd name="connsiteY0" fmla="*/ 0 h 943429"/>
                  <a:gd name="connsiteX1" fmla="*/ 1654629 w 1654629"/>
                  <a:gd name="connsiteY1" fmla="*/ 0 h 943429"/>
                  <a:gd name="connsiteX2" fmla="*/ 1654629 w 1654629"/>
                  <a:gd name="connsiteY2" fmla="*/ 943429 h 943429"/>
                  <a:gd name="connsiteX3" fmla="*/ 261257 w 1654629"/>
                  <a:gd name="connsiteY3" fmla="*/ 653143 h 943429"/>
                  <a:gd name="connsiteX4" fmla="*/ 0 w 1654629"/>
                  <a:gd name="connsiteY4" fmla="*/ 0 h 943429"/>
                  <a:gd name="connsiteX0" fmla="*/ 0 w 4209144"/>
                  <a:gd name="connsiteY0" fmla="*/ 0 h 1161143"/>
                  <a:gd name="connsiteX1" fmla="*/ 1654629 w 4209144"/>
                  <a:gd name="connsiteY1" fmla="*/ 0 h 1161143"/>
                  <a:gd name="connsiteX2" fmla="*/ 4209144 w 4209144"/>
                  <a:gd name="connsiteY2" fmla="*/ 1161143 h 1161143"/>
                  <a:gd name="connsiteX3" fmla="*/ 261257 w 4209144"/>
                  <a:gd name="connsiteY3" fmla="*/ 653143 h 1161143"/>
                  <a:gd name="connsiteX4" fmla="*/ 0 w 4209144"/>
                  <a:gd name="connsiteY4" fmla="*/ 0 h 1161143"/>
                  <a:gd name="connsiteX0" fmla="*/ 0 w 4209144"/>
                  <a:gd name="connsiteY0" fmla="*/ 0 h 1438341"/>
                  <a:gd name="connsiteX1" fmla="*/ 1654629 w 4209144"/>
                  <a:gd name="connsiteY1" fmla="*/ 0 h 1438341"/>
                  <a:gd name="connsiteX2" fmla="*/ 4209144 w 4209144"/>
                  <a:gd name="connsiteY2" fmla="*/ 1161143 h 1438341"/>
                  <a:gd name="connsiteX3" fmla="*/ 261257 w 4209144"/>
                  <a:gd name="connsiteY3" fmla="*/ 653143 h 1438341"/>
                  <a:gd name="connsiteX4" fmla="*/ 0 w 4209144"/>
                  <a:gd name="connsiteY4" fmla="*/ 0 h 1438341"/>
                  <a:gd name="connsiteX0" fmla="*/ 0 w 4209144"/>
                  <a:gd name="connsiteY0" fmla="*/ 0 h 1494335"/>
                  <a:gd name="connsiteX1" fmla="*/ 1654629 w 4209144"/>
                  <a:gd name="connsiteY1" fmla="*/ 0 h 1494335"/>
                  <a:gd name="connsiteX2" fmla="*/ 4209144 w 4209144"/>
                  <a:gd name="connsiteY2" fmla="*/ 1161143 h 1494335"/>
                  <a:gd name="connsiteX3" fmla="*/ 261257 w 4209144"/>
                  <a:gd name="connsiteY3" fmla="*/ 653143 h 1494335"/>
                  <a:gd name="connsiteX4" fmla="*/ 0 w 4209144"/>
                  <a:gd name="connsiteY4" fmla="*/ 0 h 1494335"/>
                  <a:gd name="connsiteX0" fmla="*/ 0 w 4412342"/>
                  <a:gd name="connsiteY0" fmla="*/ 1747027 h 3241362"/>
                  <a:gd name="connsiteX1" fmla="*/ 1654629 w 4412342"/>
                  <a:gd name="connsiteY1" fmla="*/ 1747027 h 3241362"/>
                  <a:gd name="connsiteX2" fmla="*/ 4412342 w 4412342"/>
                  <a:gd name="connsiteY2" fmla="*/ 19827 h 3241362"/>
                  <a:gd name="connsiteX3" fmla="*/ 4209144 w 4412342"/>
                  <a:gd name="connsiteY3" fmla="*/ 2908170 h 3241362"/>
                  <a:gd name="connsiteX4" fmla="*/ 261257 w 4412342"/>
                  <a:gd name="connsiteY4" fmla="*/ 2400170 h 3241362"/>
                  <a:gd name="connsiteX5" fmla="*/ 0 w 4412342"/>
                  <a:gd name="connsiteY5" fmla="*/ 1747027 h 3241362"/>
                  <a:gd name="connsiteX0" fmla="*/ 0 w 4908484"/>
                  <a:gd name="connsiteY0" fmla="*/ 1747027 h 3241362"/>
                  <a:gd name="connsiteX1" fmla="*/ 1654629 w 4908484"/>
                  <a:gd name="connsiteY1" fmla="*/ 1747027 h 3241362"/>
                  <a:gd name="connsiteX2" fmla="*/ 4412342 w 4908484"/>
                  <a:gd name="connsiteY2" fmla="*/ 19827 h 3241362"/>
                  <a:gd name="connsiteX3" fmla="*/ 4209144 w 4908484"/>
                  <a:gd name="connsiteY3" fmla="*/ 2908170 h 3241362"/>
                  <a:gd name="connsiteX4" fmla="*/ 261257 w 4908484"/>
                  <a:gd name="connsiteY4" fmla="*/ 2400170 h 3241362"/>
                  <a:gd name="connsiteX5" fmla="*/ 0 w 4908484"/>
                  <a:gd name="connsiteY5" fmla="*/ 1747027 h 3241362"/>
                  <a:gd name="connsiteX0" fmla="*/ 0 w 5185762"/>
                  <a:gd name="connsiteY0" fmla="*/ 1747027 h 3241362"/>
                  <a:gd name="connsiteX1" fmla="*/ 1654629 w 5185762"/>
                  <a:gd name="connsiteY1" fmla="*/ 1747027 h 3241362"/>
                  <a:gd name="connsiteX2" fmla="*/ 4412342 w 5185762"/>
                  <a:gd name="connsiteY2" fmla="*/ 19827 h 3241362"/>
                  <a:gd name="connsiteX3" fmla="*/ 4209144 w 5185762"/>
                  <a:gd name="connsiteY3" fmla="*/ 2908170 h 3241362"/>
                  <a:gd name="connsiteX4" fmla="*/ 261257 w 5185762"/>
                  <a:gd name="connsiteY4" fmla="*/ 2400170 h 3241362"/>
                  <a:gd name="connsiteX5" fmla="*/ 0 w 5185762"/>
                  <a:gd name="connsiteY5" fmla="*/ 1747027 h 3241362"/>
                  <a:gd name="connsiteX0" fmla="*/ 0 w 5185762"/>
                  <a:gd name="connsiteY0" fmla="*/ 2017485 h 3511820"/>
                  <a:gd name="connsiteX1" fmla="*/ 1465943 w 5185762"/>
                  <a:gd name="connsiteY1" fmla="*/ 0 h 3511820"/>
                  <a:gd name="connsiteX2" fmla="*/ 4412342 w 5185762"/>
                  <a:gd name="connsiteY2" fmla="*/ 290285 h 3511820"/>
                  <a:gd name="connsiteX3" fmla="*/ 4209144 w 5185762"/>
                  <a:gd name="connsiteY3" fmla="*/ 3178628 h 3511820"/>
                  <a:gd name="connsiteX4" fmla="*/ 261257 w 5185762"/>
                  <a:gd name="connsiteY4" fmla="*/ 2670628 h 3511820"/>
                  <a:gd name="connsiteX5" fmla="*/ 0 w 5185762"/>
                  <a:gd name="connsiteY5" fmla="*/ 2017485 h 3511820"/>
                  <a:gd name="connsiteX0" fmla="*/ 0 w 5185762"/>
                  <a:gd name="connsiteY0" fmla="*/ 2017485 h 3511820"/>
                  <a:gd name="connsiteX1" fmla="*/ 1465943 w 5185762"/>
                  <a:gd name="connsiteY1" fmla="*/ 0 h 3511820"/>
                  <a:gd name="connsiteX2" fmla="*/ 4412342 w 5185762"/>
                  <a:gd name="connsiteY2" fmla="*/ 290285 h 3511820"/>
                  <a:gd name="connsiteX3" fmla="*/ 4209144 w 5185762"/>
                  <a:gd name="connsiteY3" fmla="*/ 3178628 h 3511820"/>
                  <a:gd name="connsiteX4" fmla="*/ 261257 w 5185762"/>
                  <a:gd name="connsiteY4" fmla="*/ 2670628 h 3511820"/>
                  <a:gd name="connsiteX5" fmla="*/ 0 w 5185762"/>
                  <a:gd name="connsiteY5" fmla="*/ 2017485 h 3511820"/>
                  <a:gd name="connsiteX0" fmla="*/ 0 w 5185762"/>
                  <a:gd name="connsiteY0" fmla="*/ 2017485 h 3511820"/>
                  <a:gd name="connsiteX1" fmla="*/ 1465943 w 5185762"/>
                  <a:gd name="connsiteY1" fmla="*/ 0 h 3511820"/>
                  <a:gd name="connsiteX2" fmla="*/ 4412342 w 5185762"/>
                  <a:gd name="connsiteY2" fmla="*/ 290285 h 3511820"/>
                  <a:gd name="connsiteX3" fmla="*/ 4209144 w 5185762"/>
                  <a:gd name="connsiteY3" fmla="*/ 3178628 h 3511820"/>
                  <a:gd name="connsiteX4" fmla="*/ 261257 w 5185762"/>
                  <a:gd name="connsiteY4" fmla="*/ 2670628 h 3511820"/>
                  <a:gd name="connsiteX5" fmla="*/ 0 w 5185762"/>
                  <a:gd name="connsiteY5" fmla="*/ 2017485 h 3511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85762" h="3511820">
                    <a:moveTo>
                      <a:pt x="0" y="2017485"/>
                    </a:moveTo>
                    <a:lnTo>
                      <a:pt x="1465943" y="0"/>
                    </a:lnTo>
                    <a:cubicBezTo>
                      <a:pt x="2051352" y="324153"/>
                      <a:pt x="3333447" y="-164496"/>
                      <a:pt x="4412342" y="290285"/>
                    </a:cubicBezTo>
                    <a:cubicBezTo>
                      <a:pt x="5607352" y="1078894"/>
                      <a:pt x="5321905" y="2999618"/>
                      <a:pt x="4209144" y="3178628"/>
                    </a:cubicBezTo>
                    <a:cubicBezTo>
                      <a:pt x="2791582" y="3967238"/>
                      <a:pt x="401562" y="3173789"/>
                      <a:pt x="261257" y="2670628"/>
                    </a:cubicBezTo>
                    <a:lnTo>
                      <a:pt x="0" y="2017485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57" name="Rectangle 4">
                <a:extLst>
                  <a:ext uri="{FF2B5EF4-FFF2-40B4-BE49-F238E27FC236}">
                    <a16:creationId xmlns:a16="http://schemas.microsoft.com/office/drawing/2014/main" id="{F387B11E-3ACE-45B1-321F-C81BEFACD39E}"/>
                  </a:ext>
                </a:extLst>
              </p:cNvPr>
              <p:cNvSpPr/>
              <p:nvPr/>
            </p:nvSpPr>
            <p:spPr>
              <a:xfrm>
                <a:off x="6662057" y="4818743"/>
                <a:ext cx="1306286" cy="1741715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0 w 1471057"/>
                  <a:gd name="connsiteY3" fmla="*/ 1262743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93371 w 1471057"/>
                  <a:gd name="connsiteY2" fmla="*/ 1785257 h 3367315"/>
                  <a:gd name="connsiteX3" fmla="*/ 1369457 w 1471057"/>
                  <a:gd name="connsiteY3" fmla="*/ 3367315 h 3367315"/>
                  <a:gd name="connsiteX4" fmla="*/ 377371 w 1471057"/>
                  <a:gd name="connsiteY4" fmla="*/ 3367315 h 3367315"/>
                  <a:gd name="connsiteX5" fmla="*/ 319314 w 1471057"/>
                  <a:gd name="connsiteY5" fmla="*/ 2104571 h 3367315"/>
                  <a:gd name="connsiteX6" fmla="*/ 0 w 1471057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308539"/>
                  <a:gd name="connsiteY0" fmla="*/ 2104571 h 3367315"/>
                  <a:gd name="connsiteX1" fmla="*/ 1151743 w 1308539"/>
                  <a:gd name="connsiteY1" fmla="*/ 0 h 3367315"/>
                  <a:gd name="connsiteX2" fmla="*/ 1306286 w 1308539"/>
                  <a:gd name="connsiteY2" fmla="*/ 1625600 h 3367315"/>
                  <a:gd name="connsiteX3" fmla="*/ 1050143 w 1308539"/>
                  <a:gd name="connsiteY3" fmla="*/ 3367315 h 3367315"/>
                  <a:gd name="connsiteX4" fmla="*/ 58057 w 1308539"/>
                  <a:gd name="connsiteY4" fmla="*/ 3367315 h 3367315"/>
                  <a:gd name="connsiteX5" fmla="*/ 0 w 1308539"/>
                  <a:gd name="connsiteY5" fmla="*/ 2104571 h 3367315"/>
                  <a:gd name="connsiteX0" fmla="*/ 0 w 1306286"/>
                  <a:gd name="connsiteY0" fmla="*/ 478971 h 1741715"/>
                  <a:gd name="connsiteX1" fmla="*/ 1306286 w 1306286"/>
                  <a:gd name="connsiteY1" fmla="*/ 0 h 1741715"/>
                  <a:gd name="connsiteX2" fmla="*/ 1050143 w 1306286"/>
                  <a:gd name="connsiteY2" fmla="*/ 1741715 h 1741715"/>
                  <a:gd name="connsiteX3" fmla="*/ 58057 w 1306286"/>
                  <a:gd name="connsiteY3" fmla="*/ 1741715 h 1741715"/>
                  <a:gd name="connsiteX4" fmla="*/ 0 w 1306286"/>
                  <a:gd name="connsiteY4" fmla="*/ 478971 h 1741715"/>
                  <a:gd name="connsiteX0" fmla="*/ 1306286 w 1397726"/>
                  <a:gd name="connsiteY0" fmla="*/ 0 h 1741715"/>
                  <a:gd name="connsiteX1" fmla="*/ 1050143 w 1397726"/>
                  <a:gd name="connsiteY1" fmla="*/ 1741715 h 1741715"/>
                  <a:gd name="connsiteX2" fmla="*/ 58057 w 1397726"/>
                  <a:gd name="connsiteY2" fmla="*/ 1741715 h 1741715"/>
                  <a:gd name="connsiteX3" fmla="*/ 0 w 1397726"/>
                  <a:gd name="connsiteY3" fmla="*/ 478971 h 1741715"/>
                  <a:gd name="connsiteX4" fmla="*/ 1397726 w 1397726"/>
                  <a:gd name="connsiteY4" fmla="*/ 91440 h 1741715"/>
                  <a:gd name="connsiteX0" fmla="*/ 1306286 w 1306286"/>
                  <a:gd name="connsiteY0" fmla="*/ 0 h 1741715"/>
                  <a:gd name="connsiteX1" fmla="*/ 1050143 w 1306286"/>
                  <a:gd name="connsiteY1" fmla="*/ 1741715 h 1741715"/>
                  <a:gd name="connsiteX2" fmla="*/ 58057 w 1306286"/>
                  <a:gd name="connsiteY2" fmla="*/ 1741715 h 1741715"/>
                  <a:gd name="connsiteX3" fmla="*/ 0 w 1306286"/>
                  <a:gd name="connsiteY3" fmla="*/ 478971 h 1741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6286" h="1741715">
                    <a:moveTo>
                      <a:pt x="1306286" y="0"/>
                    </a:moveTo>
                    <a:cubicBezTo>
                      <a:pt x="770962" y="1524001"/>
                      <a:pt x="1135524" y="1161143"/>
                      <a:pt x="1050143" y="1741715"/>
                    </a:cubicBezTo>
                    <a:lnTo>
                      <a:pt x="58057" y="1741715"/>
                    </a:lnTo>
                    <a:cubicBezTo>
                      <a:pt x="0" y="1267581"/>
                      <a:pt x="290285" y="1243391"/>
                      <a:pt x="0" y="478971"/>
                    </a:cubicBezTo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4">
                <a:extLst>
                  <a:ext uri="{FF2B5EF4-FFF2-40B4-BE49-F238E27FC236}">
                    <a16:creationId xmlns:a16="http://schemas.microsoft.com/office/drawing/2014/main" id="{FC7060D1-9E7E-5782-05B6-97C11B35B073}"/>
                  </a:ext>
                </a:extLst>
              </p:cNvPr>
              <p:cNvSpPr/>
              <p:nvPr/>
            </p:nvSpPr>
            <p:spPr>
              <a:xfrm>
                <a:off x="4010526" y="4983179"/>
                <a:ext cx="1291772" cy="1652364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0 w 1471057"/>
                  <a:gd name="connsiteY3" fmla="*/ 1262743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0 w 1471057"/>
                  <a:gd name="connsiteY4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69457 w 1471057"/>
                  <a:gd name="connsiteY2" fmla="*/ 3367315 h 3367315"/>
                  <a:gd name="connsiteX3" fmla="*/ 377371 w 1471057"/>
                  <a:gd name="connsiteY3" fmla="*/ 3367315 h 3367315"/>
                  <a:gd name="connsiteX4" fmla="*/ 319314 w 1471057"/>
                  <a:gd name="connsiteY4" fmla="*/ 2104571 h 3367315"/>
                  <a:gd name="connsiteX5" fmla="*/ 0 w 1471057"/>
                  <a:gd name="connsiteY5" fmla="*/ 0 h 3367315"/>
                  <a:gd name="connsiteX0" fmla="*/ 0 w 1471057"/>
                  <a:gd name="connsiteY0" fmla="*/ 0 h 3367315"/>
                  <a:gd name="connsiteX1" fmla="*/ 1471057 w 1471057"/>
                  <a:gd name="connsiteY1" fmla="*/ 0 h 3367315"/>
                  <a:gd name="connsiteX2" fmla="*/ 1393371 w 1471057"/>
                  <a:gd name="connsiteY2" fmla="*/ 1785257 h 3367315"/>
                  <a:gd name="connsiteX3" fmla="*/ 1369457 w 1471057"/>
                  <a:gd name="connsiteY3" fmla="*/ 3367315 h 3367315"/>
                  <a:gd name="connsiteX4" fmla="*/ 377371 w 1471057"/>
                  <a:gd name="connsiteY4" fmla="*/ 3367315 h 3367315"/>
                  <a:gd name="connsiteX5" fmla="*/ 319314 w 1471057"/>
                  <a:gd name="connsiteY5" fmla="*/ 2104571 h 3367315"/>
                  <a:gd name="connsiteX6" fmla="*/ 0 w 1471057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627853"/>
                  <a:gd name="connsiteY0" fmla="*/ 0 h 3367315"/>
                  <a:gd name="connsiteX1" fmla="*/ 1471057 w 1627853"/>
                  <a:gd name="connsiteY1" fmla="*/ 0 h 3367315"/>
                  <a:gd name="connsiteX2" fmla="*/ 1625600 w 1627853"/>
                  <a:gd name="connsiteY2" fmla="*/ 1625600 h 3367315"/>
                  <a:gd name="connsiteX3" fmla="*/ 1369457 w 1627853"/>
                  <a:gd name="connsiteY3" fmla="*/ 3367315 h 3367315"/>
                  <a:gd name="connsiteX4" fmla="*/ 377371 w 1627853"/>
                  <a:gd name="connsiteY4" fmla="*/ 3367315 h 3367315"/>
                  <a:gd name="connsiteX5" fmla="*/ 319314 w 1627853"/>
                  <a:gd name="connsiteY5" fmla="*/ 2104571 h 3367315"/>
                  <a:gd name="connsiteX6" fmla="*/ 0 w 1627853"/>
                  <a:gd name="connsiteY6" fmla="*/ 0 h 3367315"/>
                  <a:gd name="connsiteX0" fmla="*/ 0 w 1308539"/>
                  <a:gd name="connsiteY0" fmla="*/ 2104571 h 3367315"/>
                  <a:gd name="connsiteX1" fmla="*/ 1151743 w 1308539"/>
                  <a:gd name="connsiteY1" fmla="*/ 0 h 3367315"/>
                  <a:gd name="connsiteX2" fmla="*/ 1306286 w 1308539"/>
                  <a:gd name="connsiteY2" fmla="*/ 1625600 h 3367315"/>
                  <a:gd name="connsiteX3" fmla="*/ 1050143 w 1308539"/>
                  <a:gd name="connsiteY3" fmla="*/ 3367315 h 3367315"/>
                  <a:gd name="connsiteX4" fmla="*/ 58057 w 1308539"/>
                  <a:gd name="connsiteY4" fmla="*/ 3367315 h 3367315"/>
                  <a:gd name="connsiteX5" fmla="*/ 0 w 1308539"/>
                  <a:gd name="connsiteY5" fmla="*/ 2104571 h 3367315"/>
                  <a:gd name="connsiteX0" fmla="*/ 0 w 1306286"/>
                  <a:gd name="connsiteY0" fmla="*/ 478971 h 1741715"/>
                  <a:gd name="connsiteX1" fmla="*/ 1306286 w 1306286"/>
                  <a:gd name="connsiteY1" fmla="*/ 0 h 1741715"/>
                  <a:gd name="connsiteX2" fmla="*/ 1050143 w 1306286"/>
                  <a:gd name="connsiteY2" fmla="*/ 1741715 h 1741715"/>
                  <a:gd name="connsiteX3" fmla="*/ 58057 w 1306286"/>
                  <a:gd name="connsiteY3" fmla="*/ 1741715 h 1741715"/>
                  <a:gd name="connsiteX4" fmla="*/ 0 w 1306286"/>
                  <a:gd name="connsiteY4" fmla="*/ 478971 h 1741715"/>
                  <a:gd name="connsiteX0" fmla="*/ 0 w 1306286"/>
                  <a:gd name="connsiteY0" fmla="*/ 0 h 1262744"/>
                  <a:gd name="connsiteX1" fmla="*/ 1306286 w 1306286"/>
                  <a:gd name="connsiteY1" fmla="*/ 122663 h 1262744"/>
                  <a:gd name="connsiteX2" fmla="*/ 1050143 w 1306286"/>
                  <a:gd name="connsiteY2" fmla="*/ 1262744 h 1262744"/>
                  <a:gd name="connsiteX3" fmla="*/ 58057 w 1306286"/>
                  <a:gd name="connsiteY3" fmla="*/ 1262744 h 1262744"/>
                  <a:gd name="connsiteX4" fmla="*/ 0 w 1306286"/>
                  <a:gd name="connsiteY4" fmla="*/ 0 h 1262744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385527"/>
                  <a:gd name="connsiteX1" fmla="*/ 1291772 w 1291772"/>
                  <a:gd name="connsiteY1" fmla="*/ 245446 h 1385527"/>
                  <a:gd name="connsiteX2" fmla="*/ 1035629 w 1291772"/>
                  <a:gd name="connsiteY2" fmla="*/ 1385527 h 1385527"/>
                  <a:gd name="connsiteX3" fmla="*/ 43543 w 1291772"/>
                  <a:gd name="connsiteY3" fmla="*/ 1385527 h 1385527"/>
                  <a:gd name="connsiteX4" fmla="*/ 0 w 1291772"/>
                  <a:gd name="connsiteY4" fmla="*/ 0 h 1385527"/>
                  <a:gd name="connsiteX0" fmla="*/ 0 w 1291772"/>
                  <a:gd name="connsiteY0" fmla="*/ 0 h 1446918"/>
                  <a:gd name="connsiteX1" fmla="*/ 1291772 w 1291772"/>
                  <a:gd name="connsiteY1" fmla="*/ 245446 h 1446918"/>
                  <a:gd name="connsiteX2" fmla="*/ 919515 w 1291772"/>
                  <a:gd name="connsiteY2" fmla="*/ 1446918 h 1446918"/>
                  <a:gd name="connsiteX3" fmla="*/ 43543 w 1291772"/>
                  <a:gd name="connsiteY3" fmla="*/ 1385527 h 1446918"/>
                  <a:gd name="connsiteX4" fmla="*/ 0 w 1291772"/>
                  <a:gd name="connsiteY4" fmla="*/ 0 h 1446918"/>
                  <a:gd name="connsiteX0" fmla="*/ 0 w 1291772"/>
                  <a:gd name="connsiteY0" fmla="*/ 0 h 1397805"/>
                  <a:gd name="connsiteX1" fmla="*/ 1291772 w 1291772"/>
                  <a:gd name="connsiteY1" fmla="*/ 245446 h 1397805"/>
                  <a:gd name="connsiteX2" fmla="*/ 963058 w 1291772"/>
                  <a:gd name="connsiteY2" fmla="*/ 1397805 h 1397805"/>
                  <a:gd name="connsiteX3" fmla="*/ 43543 w 1291772"/>
                  <a:gd name="connsiteY3" fmla="*/ 1385527 h 1397805"/>
                  <a:gd name="connsiteX4" fmla="*/ 0 w 1291772"/>
                  <a:gd name="connsiteY4" fmla="*/ 0 h 1397805"/>
                  <a:gd name="connsiteX0" fmla="*/ 1291772 w 1383212"/>
                  <a:gd name="connsiteY0" fmla="*/ 245446 h 1397805"/>
                  <a:gd name="connsiteX1" fmla="*/ 963058 w 1383212"/>
                  <a:gd name="connsiteY1" fmla="*/ 1397805 h 1397805"/>
                  <a:gd name="connsiteX2" fmla="*/ 43543 w 1383212"/>
                  <a:gd name="connsiteY2" fmla="*/ 1385527 h 1397805"/>
                  <a:gd name="connsiteX3" fmla="*/ 0 w 1383212"/>
                  <a:gd name="connsiteY3" fmla="*/ 0 h 1397805"/>
                  <a:gd name="connsiteX4" fmla="*/ 1383212 w 1383212"/>
                  <a:gd name="connsiteY4" fmla="*/ 322799 h 1397805"/>
                  <a:gd name="connsiteX0" fmla="*/ 1291772 w 1291772"/>
                  <a:gd name="connsiteY0" fmla="*/ 245446 h 1397805"/>
                  <a:gd name="connsiteX1" fmla="*/ 963058 w 1291772"/>
                  <a:gd name="connsiteY1" fmla="*/ 1397805 h 1397805"/>
                  <a:gd name="connsiteX2" fmla="*/ 43543 w 1291772"/>
                  <a:gd name="connsiteY2" fmla="*/ 1385527 h 1397805"/>
                  <a:gd name="connsiteX3" fmla="*/ 0 w 1291772"/>
                  <a:gd name="connsiteY3" fmla="*/ 0 h 1397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1772" h="1397805">
                    <a:moveTo>
                      <a:pt x="1291772" y="245446"/>
                    </a:moveTo>
                    <a:cubicBezTo>
                      <a:pt x="712905" y="1204647"/>
                      <a:pt x="1048439" y="1234693"/>
                      <a:pt x="963058" y="1397805"/>
                    </a:cubicBezTo>
                    <a:lnTo>
                      <a:pt x="43543" y="1385527"/>
                    </a:lnTo>
                    <a:cubicBezTo>
                      <a:pt x="-14514" y="911393"/>
                      <a:pt x="333828" y="813533"/>
                      <a:pt x="0" y="0"/>
                    </a:cubicBezTo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12">
                <a:extLst>
                  <a:ext uri="{FF2B5EF4-FFF2-40B4-BE49-F238E27FC236}">
                    <a16:creationId xmlns:a16="http://schemas.microsoft.com/office/drawing/2014/main" id="{2E7A2EED-1FE3-C3AE-E2BC-CEACDC385ACA}"/>
                  </a:ext>
                </a:extLst>
              </p:cNvPr>
              <p:cNvSpPr/>
              <p:nvPr/>
            </p:nvSpPr>
            <p:spPr>
              <a:xfrm rot="20501765">
                <a:off x="3445697" y="1487665"/>
                <a:ext cx="623160" cy="994756"/>
              </a:xfrm>
              <a:custGeom>
                <a:avLst/>
                <a:gdLst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0 w 1471057"/>
                  <a:gd name="connsiteY3" fmla="*/ 1262743 h 1262743"/>
                  <a:gd name="connsiteX4" fmla="*/ 0 w 1471057"/>
                  <a:gd name="connsiteY4" fmla="*/ 0 h 1262743"/>
                  <a:gd name="connsiteX0" fmla="*/ 0 w 1471057"/>
                  <a:gd name="connsiteY0" fmla="*/ 0 h 1262743"/>
                  <a:gd name="connsiteX1" fmla="*/ 1471057 w 1471057"/>
                  <a:gd name="connsiteY1" fmla="*/ 0 h 1262743"/>
                  <a:gd name="connsiteX2" fmla="*/ 1471057 w 1471057"/>
                  <a:gd name="connsiteY2" fmla="*/ 1262743 h 1262743"/>
                  <a:gd name="connsiteX3" fmla="*/ 444500 w 1471057"/>
                  <a:gd name="connsiteY3" fmla="*/ 1224643 h 1262743"/>
                  <a:gd name="connsiteX4" fmla="*/ 0 w 1471057"/>
                  <a:gd name="connsiteY4" fmla="*/ 0 h 1262743"/>
                  <a:gd name="connsiteX0" fmla="*/ 342900 w 1026557"/>
                  <a:gd name="connsiteY0" fmla="*/ 0 h 1923143"/>
                  <a:gd name="connsiteX1" fmla="*/ 1026557 w 1026557"/>
                  <a:gd name="connsiteY1" fmla="*/ 660400 h 1923143"/>
                  <a:gd name="connsiteX2" fmla="*/ 1026557 w 1026557"/>
                  <a:gd name="connsiteY2" fmla="*/ 1923143 h 1923143"/>
                  <a:gd name="connsiteX3" fmla="*/ 0 w 1026557"/>
                  <a:gd name="connsiteY3" fmla="*/ 1885043 h 1923143"/>
                  <a:gd name="connsiteX4" fmla="*/ 342900 w 1026557"/>
                  <a:gd name="connsiteY4" fmla="*/ 0 h 1923143"/>
                  <a:gd name="connsiteX0" fmla="*/ 609228 w 1292885"/>
                  <a:gd name="connsiteY0" fmla="*/ 0 h 1923143"/>
                  <a:gd name="connsiteX1" fmla="*/ 1292885 w 1292885"/>
                  <a:gd name="connsiteY1" fmla="*/ 660400 h 1923143"/>
                  <a:gd name="connsiteX2" fmla="*/ 1292885 w 1292885"/>
                  <a:gd name="connsiteY2" fmla="*/ 1923143 h 1923143"/>
                  <a:gd name="connsiteX3" fmla="*/ 266328 w 1292885"/>
                  <a:gd name="connsiteY3" fmla="*/ 1885043 h 1923143"/>
                  <a:gd name="connsiteX4" fmla="*/ 609228 w 1292885"/>
                  <a:gd name="connsiteY4" fmla="*/ 0 h 1923143"/>
                  <a:gd name="connsiteX0" fmla="*/ 953087 w 1636744"/>
                  <a:gd name="connsiteY0" fmla="*/ 0 h 1946443"/>
                  <a:gd name="connsiteX1" fmla="*/ 1636744 w 1636744"/>
                  <a:gd name="connsiteY1" fmla="*/ 660400 h 1946443"/>
                  <a:gd name="connsiteX2" fmla="*/ 1636744 w 1636744"/>
                  <a:gd name="connsiteY2" fmla="*/ 1923143 h 1946443"/>
                  <a:gd name="connsiteX3" fmla="*/ 610187 w 1636744"/>
                  <a:gd name="connsiteY3" fmla="*/ 1885043 h 1946443"/>
                  <a:gd name="connsiteX4" fmla="*/ 953087 w 1636744"/>
                  <a:gd name="connsiteY4" fmla="*/ 0 h 1946443"/>
                  <a:gd name="connsiteX0" fmla="*/ 953087 w 1636744"/>
                  <a:gd name="connsiteY0" fmla="*/ 0 h 1923143"/>
                  <a:gd name="connsiteX1" fmla="*/ 1636744 w 1636744"/>
                  <a:gd name="connsiteY1" fmla="*/ 660400 h 1923143"/>
                  <a:gd name="connsiteX2" fmla="*/ 1636744 w 1636744"/>
                  <a:gd name="connsiteY2" fmla="*/ 1923143 h 1923143"/>
                  <a:gd name="connsiteX3" fmla="*/ 610187 w 1636744"/>
                  <a:gd name="connsiteY3" fmla="*/ 1885043 h 1923143"/>
                  <a:gd name="connsiteX4" fmla="*/ 953087 w 1636744"/>
                  <a:gd name="connsiteY4" fmla="*/ 0 h 1923143"/>
                  <a:gd name="connsiteX0" fmla="*/ 953087 w 1636744"/>
                  <a:gd name="connsiteY0" fmla="*/ 0 h 1952664"/>
                  <a:gd name="connsiteX1" fmla="*/ 1636744 w 1636744"/>
                  <a:gd name="connsiteY1" fmla="*/ 660400 h 1952664"/>
                  <a:gd name="connsiteX2" fmla="*/ 1636744 w 1636744"/>
                  <a:gd name="connsiteY2" fmla="*/ 1923143 h 1952664"/>
                  <a:gd name="connsiteX3" fmla="*/ 610187 w 1636744"/>
                  <a:gd name="connsiteY3" fmla="*/ 1923143 h 1952664"/>
                  <a:gd name="connsiteX4" fmla="*/ 953087 w 1636744"/>
                  <a:gd name="connsiteY4" fmla="*/ 0 h 1952664"/>
                  <a:gd name="connsiteX0" fmla="*/ 958215 w 1641872"/>
                  <a:gd name="connsiteY0" fmla="*/ 0 h 1938738"/>
                  <a:gd name="connsiteX1" fmla="*/ 1641872 w 1641872"/>
                  <a:gd name="connsiteY1" fmla="*/ 660400 h 1938738"/>
                  <a:gd name="connsiteX2" fmla="*/ 1641872 w 1641872"/>
                  <a:gd name="connsiteY2" fmla="*/ 1923143 h 1938738"/>
                  <a:gd name="connsiteX3" fmla="*/ 615315 w 1641872"/>
                  <a:gd name="connsiteY3" fmla="*/ 1923143 h 1938738"/>
                  <a:gd name="connsiteX4" fmla="*/ 958215 w 1641872"/>
                  <a:gd name="connsiteY4" fmla="*/ 0 h 1938738"/>
                  <a:gd name="connsiteX0" fmla="*/ 958215 w 1641872"/>
                  <a:gd name="connsiteY0" fmla="*/ 0 h 1938738"/>
                  <a:gd name="connsiteX1" fmla="*/ 1641872 w 1641872"/>
                  <a:gd name="connsiteY1" fmla="*/ 1923143 h 1938738"/>
                  <a:gd name="connsiteX2" fmla="*/ 615315 w 1641872"/>
                  <a:gd name="connsiteY2" fmla="*/ 1923143 h 1938738"/>
                  <a:gd name="connsiteX3" fmla="*/ 958215 w 1641872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958215 w 958215"/>
                  <a:gd name="connsiteY0" fmla="*/ 0 h 1938738"/>
                  <a:gd name="connsiteX1" fmla="*/ 803672 w 958215"/>
                  <a:gd name="connsiteY1" fmla="*/ 957943 h 1938738"/>
                  <a:gd name="connsiteX2" fmla="*/ 615315 w 958215"/>
                  <a:gd name="connsiteY2" fmla="*/ 1923143 h 1938738"/>
                  <a:gd name="connsiteX3" fmla="*/ 958215 w 958215"/>
                  <a:gd name="connsiteY3" fmla="*/ 0 h 1938738"/>
                  <a:gd name="connsiteX0" fmla="*/ 696103 w 1195765"/>
                  <a:gd name="connsiteY0" fmla="*/ -1 h 2936642"/>
                  <a:gd name="connsiteX1" fmla="*/ 1106115 w 1195765"/>
                  <a:gd name="connsiteY1" fmla="*/ 1960855 h 2936642"/>
                  <a:gd name="connsiteX2" fmla="*/ 917758 w 1195765"/>
                  <a:gd name="connsiteY2" fmla="*/ 2926055 h 2936642"/>
                  <a:gd name="connsiteX3" fmla="*/ 696103 w 1195765"/>
                  <a:gd name="connsiteY3" fmla="*/ -1 h 2936642"/>
                  <a:gd name="connsiteX0" fmla="*/ 696103 w 917757"/>
                  <a:gd name="connsiteY0" fmla="*/ -1 h 2936642"/>
                  <a:gd name="connsiteX1" fmla="*/ 917758 w 917757"/>
                  <a:gd name="connsiteY1" fmla="*/ 2926055 h 2936642"/>
                  <a:gd name="connsiteX2" fmla="*/ 696103 w 917757"/>
                  <a:gd name="connsiteY2" fmla="*/ -1 h 2936642"/>
                  <a:gd name="connsiteX0" fmla="*/ 696103 w 1277356"/>
                  <a:gd name="connsiteY0" fmla="*/ -1 h 2936642"/>
                  <a:gd name="connsiteX1" fmla="*/ 917758 w 1277356"/>
                  <a:gd name="connsiteY1" fmla="*/ 2926055 h 2936642"/>
                  <a:gd name="connsiteX2" fmla="*/ 696103 w 1277356"/>
                  <a:gd name="connsiteY2" fmla="*/ -1 h 2936642"/>
                  <a:gd name="connsiteX0" fmla="*/ 810292 w 1391543"/>
                  <a:gd name="connsiteY0" fmla="*/ -1 h 2961415"/>
                  <a:gd name="connsiteX1" fmla="*/ 1031947 w 1391543"/>
                  <a:gd name="connsiteY1" fmla="*/ 2926055 h 2961415"/>
                  <a:gd name="connsiteX2" fmla="*/ 810292 w 1391543"/>
                  <a:gd name="connsiteY2" fmla="*/ -1 h 2961415"/>
                  <a:gd name="connsiteX0" fmla="*/ 782768 w 1415317"/>
                  <a:gd name="connsiteY0" fmla="*/ -1 h 3066534"/>
                  <a:gd name="connsiteX1" fmla="*/ 1068926 w 1415317"/>
                  <a:gd name="connsiteY1" fmla="*/ 3032230 h 3066534"/>
                  <a:gd name="connsiteX2" fmla="*/ 782768 w 1415317"/>
                  <a:gd name="connsiteY2" fmla="*/ -1 h 3066534"/>
                  <a:gd name="connsiteX0" fmla="*/ 520367 w 1152918"/>
                  <a:gd name="connsiteY0" fmla="*/ -1 h 3071051"/>
                  <a:gd name="connsiteX1" fmla="*/ 806525 w 1152918"/>
                  <a:gd name="connsiteY1" fmla="*/ 3032230 h 3071051"/>
                  <a:gd name="connsiteX2" fmla="*/ 520367 w 1152918"/>
                  <a:gd name="connsiteY2" fmla="*/ -1 h 3071051"/>
                  <a:gd name="connsiteX0" fmla="*/ 820889 w 1453438"/>
                  <a:gd name="connsiteY0" fmla="*/ -1 h 3071424"/>
                  <a:gd name="connsiteX1" fmla="*/ 1107047 w 1453438"/>
                  <a:gd name="connsiteY1" fmla="*/ 3032230 h 3071424"/>
                  <a:gd name="connsiteX2" fmla="*/ 820889 w 1453438"/>
                  <a:gd name="connsiteY2" fmla="*/ -1 h 3071424"/>
                  <a:gd name="connsiteX0" fmla="*/ 820889 w 1549763"/>
                  <a:gd name="connsiteY0" fmla="*/ -1 h 3071424"/>
                  <a:gd name="connsiteX1" fmla="*/ 1107047 w 1549763"/>
                  <a:gd name="connsiteY1" fmla="*/ 3032230 h 3071424"/>
                  <a:gd name="connsiteX2" fmla="*/ 820889 w 1549763"/>
                  <a:gd name="connsiteY2" fmla="*/ -1 h 3071424"/>
                  <a:gd name="connsiteX0" fmla="*/ 1087616 w 1563225"/>
                  <a:gd name="connsiteY0" fmla="*/ -1 h 2340101"/>
                  <a:gd name="connsiteX1" fmla="*/ 968175 w 1563225"/>
                  <a:gd name="connsiteY1" fmla="*/ 2288859 h 2340101"/>
                  <a:gd name="connsiteX2" fmla="*/ 1087616 w 1563225"/>
                  <a:gd name="connsiteY2" fmla="*/ -1 h 2340101"/>
                  <a:gd name="connsiteX0" fmla="*/ 820552 w 1296161"/>
                  <a:gd name="connsiteY0" fmla="*/ -1 h 2404945"/>
                  <a:gd name="connsiteX1" fmla="*/ 701111 w 1296161"/>
                  <a:gd name="connsiteY1" fmla="*/ 2288859 h 2404945"/>
                  <a:gd name="connsiteX2" fmla="*/ 820552 w 1296161"/>
                  <a:gd name="connsiteY2" fmla="*/ -1 h 2404945"/>
                  <a:gd name="connsiteX0" fmla="*/ 756517 w 1285761"/>
                  <a:gd name="connsiteY0" fmla="*/ 0 h 2444393"/>
                  <a:gd name="connsiteX1" fmla="*/ 733623 w 1285761"/>
                  <a:gd name="connsiteY1" fmla="*/ 2329940 h 2444393"/>
                  <a:gd name="connsiteX2" fmla="*/ 756517 w 1285761"/>
                  <a:gd name="connsiteY2" fmla="*/ 0 h 2444393"/>
                  <a:gd name="connsiteX0" fmla="*/ 658818 w 1188064"/>
                  <a:gd name="connsiteY0" fmla="*/ 0 h 2439456"/>
                  <a:gd name="connsiteX1" fmla="*/ 635924 w 1188064"/>
                  <a:gd name="connsiteY1" fmla="*/ 2329940 h 2439456"/>
                  <a:gd name="connsiteX2" fmla="*/ 658818 w 1188064"/>
                  <a:gd name="connsiteY2" fmla="*/ 0 h 2439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88064" h="2439456">
                    <a:moveTo>
                      <a:pt x="658818" y="0"/>
                    </a:moveTo>
                    <a:cubicBezTo>
                      <a:pt x="1191581" y="678537"/>
                      <a:pt x="1528176" y="2134725"/>
                      <a:pt x="635924" y="2329940"/>
                    </a:cubicBezTo>
                    <a:cubicBezTo>
                      <a:pt x="-724243" y="2993272"/>
                      <a:pt x="495679" y="444934"/>
                      <a:pt x="658818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Rectangle 2">
                <a:extLst>
                  <a:ext uri="{FF2B5EF4-FFF2-40B4-BE49-F238E27FC236}">
                    <a16:creationId xmlns:a16="http://schemas.microsoft.com/office/drawing/2014/main" id="{70A8F813-15D1-4A21-85C8-12F17FCDB40D}"/>
                  </a:ext>
                </a:extLst>
              </p:cNvPr>
              <p:cNvSpPr/>
              <p:nvPr/>
            </p:nvSpPr>
            <p:spPr>
              <a:xfrm>
                <a:off x="1546303" y="2067868"/>
                <a:ext cx="3494115" cy="3383963"/>
              </a:xfrm>
              <a:custGeom>
                <a:avLst/>
                <a:gdLst>
                  <a:gd name="connsiteX0" fmla="*/ 0 w 1459831"/>
                  <a:gd name="connsiteY0" fmla="*/ 0 h 1395664"/>
                  <a:gd name="connsiteX1" fmla="*/ 1459831 w 1459831"/>
                  <a:gd name="connsiteY1" fmla="*/ 0 h 1395664"/>
                  <a:gd name="connsiteX2" fmla="*/ 1459831 w 1459831"/>
                  <a:gd name="connsiteY2" fmla="*/ 1395664 h 1395664"/>
                  <a:gd name="connsiteX3" fmla="*/ 0 w 1459831"/>
                  <a:gd name="connsiteY3" fmla="*/ 1395664 h 1395664"/>
                  <a:gd name="connsiteX4" fmla="*/ 0 w 1459831"/>
                  <a:gd name="connsiteY4" fmla="*/ 0 h 1395664"/>
                  <a:gd name="connsiteX0" fmla="*/ 304800 w 1459831"/>
                  <a:gd name="connsiteY0" fmla="*/ 0 h 2294022"/>
                  <a:gd name="connsiteX1" fmla="*/ 1459831 w 1459831"/>
                  <a:gd name="connsiteY1" fmla="*/ 898358 h 2294022"/>
                  <a:gd name="connsiteX2" fmla="*/ 1459831 w 1459831"/>
                  <a:gd name="connsiteY2" fmla="*/ 2294022 h 2294022"/>
                  <a:gd name="connsiteX3" fmla="*/ 0 w 1459831"/>
                  <a:gd name="connsiteY3" fmla="*/ 2294022 h 2294022"/>
                  <a:gd name="connsiteX4" fmla="*/ 304800 w 1459831"/>
                  <a:gd name="connsiteY4" fmla="*/ 0 h 2294022"/>
                  <a:gd name="connsiteX0" fmla="*/ 2904562 w 4059593"/>
                  <a:gd name="connsiteY0" fmla="*/ 0 h 2294022"/>
                  <a:gd name="connsiteX1" fmla="*/ 4059593 w 4059593"/>
                  <a:gd name="connsiteY1" fmla="*/ 898358 h 2294022"/>
                  <a:gd name="connsiteX2" fmla="*/ 4059593 w 4059593"/>
                  <a:gd name="connsiteY2" fmla="*/ 2294022 h 2294022"/>
                  <a:gd name="connsiteX3" fmla="*/ 2599762 w 4059593"/>
                  <a:gd name="connsiteY3" fmla="*/ 2294022 h 2294022"/>
                  <a:gd name="connsiteX4" fmla="*/ 941 w 4059593"/>
                  <a:gd name="connsiteY4" fmla="*/ 1700464 h 2294022"/>
                  <a:gd name="connsiteX5" fmla="*/ 2904562 w 4059593"/>
                  <a:gd name="connsiteY5" fmla="*/ 0 h 2294022"/>
                  <a:gd name="connsiteX0" fmla="*/ 2968710 w 4123741"/>
                  <a:gd name="connsiteY0" fmla="*/ 0 h 2294022"/>
                  <a:gd name="connsiteX1" fmla="*/ 4123741 w 4123741"/>
                  <a:gd name="connsiteY1" fmla="*/ 898358 h 2294022"/>
                  <a:gd name="connsiteX2" fmla="*/ 4123741 w 4123741"/>
                  <a:gd name="connsiteY2" fmla="*/ 2294022 h 2294022"/>
                  <a:gd name="connsiteX3" fmla="*/ 2663910 w 4123741"/>
                  <a:gd name="connsiteY3" fmla="*/ 2294022 h 2294022"/>
                  <a:gd name="connsiteX4" fmla="*/ 920 w 4123741"/>
                  <a:gd name="connsiteY4" fmla="*/ 1652337 h 2294022"/>
                  <a:gd name="connsiteX5" fmla="*/ 2968710 w 4123741"/>
                  <a:gd name="connsiteY5" fmla="*/ 0 h 2294022"/>
                  <a:gd name="connsiteX0" fmla="*/ 2970250 w 4125281"/>
                  <a:gd name="connsiteY0" fmla="*/ 0 h 3368843"/>
                  <a:gd name="connsiteX1" fmla="*/ 4125281 w 4125281"/>
                  <a:gd name="connsiteY1" fmla="*/ 898358 h 3368843"/>
                  <a:gd name="connsiteX2" fmla="*/ 4125281 w 4125281"/>
                  <a:gd name="connsiteY2" fmla="*/ 2294022 h 3368843"/>
                  <a:gd name="connsiteX3" fmla="*/ 900819 w 4125281"/>
                  <a:gd name="connsiteY3" fmla="*/ 3368843 h 3368843"/>
                  <a:gd name="connsiteX4" fmla="*/ 2460 w 4125281"/>
                  <a:gd name="connsiteY4" fmla="*/ 1652337 h 3368843"/>
                  <a:gd name="connsiteX5" fmla="*/ 2970250 w 4125281"/>
                  <a:gd name="connsiteY5" fmla="*/ 0 h 3368843"/>
                  <a:gd name="connsiteX0" fmla="*/ 2980626 w 4135657"/>
                  <a:gd name="connsiteY0" fmla="*/ 0 h 3369412"/>
                  <a:gd name="connsiteX1" fmla="*/ 4135657 w 4135657"/>
                  <a:gd name="connsiteY1" fmla="*/ 898358 h 3369412"/>
                  <a:gd name="connsiteX2" fmla="*/ 4135657 w 4135657"/>
                  <a:gd name="connsiteY2" fmla="*/ 2294022 h 3369412"/>
                  <a:gd name="connsiteX3" fmla="*/ 911195 w 4135657"/>
                  <a:gd name="connsiteY3" fmla="*/ 3368843 h 3369412"/>
                  <a:gd name="connsiteX4" fmla="*/ 12836 w 4135657"/>
                  <a:gd name="connsiteY4" fmla="*/ 1652337 h 3369412"/>
                  <a:gd name="connsiteX5" fmla="*/ 2980626 w 4135657"/>
                  <a:gd name="connsiteY5" fmla="*/ 0 h 3369412"/>
                  <a:gd name="connsiteX0" fmla="*/ 2980626 w 4135657"/>
                  <a:gd name="connsiteY0" fmla="*/ 0 h 3369412"/>
                  <a:gd name="connsiteX1" fmla="*/ 4135657 w 4135657"/>
                  <a:gd name="connsiteY1" fmla="*/ 898358 h 3369412"/>
                  <a:gd name="connsiteX2" fmla="*/ 4135657 w 4135657"/>
                  <a:gd name="connsiteY2" fmla="*/ 2294022 h 3369412"/>
                  <a:gd name="connsiteX3" fmla="*/ 911195 w 4135657"/>
                  <a:gd name="connsiteY3" fmla="*/ 3368843 h 3369412"/>
                  <a:gd name="connsiteX4" fmla="*/ 12836 w 4135657"/>
                  <a:gd name="connsiteY4" fmla="*/ 1652337 h 3369412"/>
                  <a:gd name="connsiteX5" fmla="*/ 2980626 w 4135657"/>
                  <a:gd name="connsiteY5" fmla="*/ 0 h 3369412"/>
                  <a:gd name="connsiteX0" fmla="*/ 2980626 w 4135657"/>
                  <a:gd name="connsiteY0" fmla="*/ 16368 h 3385780"/>
                  <a:gd name="connsiteX1" fmla="*/ 4135657 w 4135657"/>
                  <a:gd name="connsiteY1" fmla="*/ 914726 h 3385780"/>
                  <a:gd name="connsiteX2" fmla="*/ 4135657 w 4135657"/>
                  <a:gd name="connsiteY2" fmla="*/ 2310390 h 3385780"/>
                  <a:gd name="connsiteX3" fmla="*/ 911195 w 4135657"/>
                  <a:gd name="connsiteY3" fmla="*/ 3385211 h 3385780"/>
                  <a:gd name="connsiteX4" fmla="*/ 12836 w 4135657"/>
                  <a:gd name="connsiteY4" fmla="*/ 1668705 h 3385780"/>
                  <a:gd name="connsiteX5" fmla="*/ 2980626 w 4135657"/>
                  <a:gd name="connsiteY5" fmla="*/ 16368 h 3385780"/>
                  <a:gd name="connsiteX0" fmla="*/ 2980626 w 4135657"/>
                  <a:gd name="connsiteY0" fmla="*/ 14551 h 3383963"/>
                  <a:gd name="connsiteX1" fmla="*/ 4135657 w 4135657"/>
                  <a:gd name="connsiteY1" fmla="*/ 912909 h 3383963"/>
                  <a:gd name="connsiteX2" fmla="*/ 4135657 w 4135657"/>
                  <a:gd name="connsiteY2" fmla="*/ 2308573 h 3383963"/>
                  <a:gd name="connsiteX3" fmla="*/ 911195 w 4135657"/>
                  <a:gd name="connsiteY3" fmla="*/ 3383394 h 3383963"/>
                  <a:gd name="connsiteX4" fmla="*/ 12836 w 4135657"/>
                  <a:gd name="connsiteY4" fmla="*/ 1666888 h 3383963"/>
                  <a:gd name="connsiteX5" fmla="*/ 2980626 w 4135657"/>
                  <a:gd name="connsiteY5" fmla="*/ 14551 h 3383963"/>
                  <a:gd name="connsiteX0" fmla="*/ 2980626 w 4135657"/>
                  <a:gd name="connsiteY0" fmla="*/ 14551 h 3383963"/>
                  <a:gd name="connsiteX1" fmla="*/ 4135657 w 4135657"/>
                  <a:gd name="connsiteY1" fmla="*/ 912909 h 3383963"/>
                  <a:gd name="connsiteX2" fmla="*/ 3493973 w 4135657"/>
                  <a:gd name="connsiteY2" fmla="*/ 1795225 h 3383963"/>
                  <a:gd name="connsiteX3" fmla="*/ 911195 w 4135657"/>
                  <a:gd name="connsiteY3" fmla="*/ 3383394 h 3383963"/>
                  <a:gd name="connsiteX4" fmla="*/ 12836 w 4135657"/>
                  <a:gd name="connsiteY4" fmla="*/ 1666888 h 3383963"/>
                  <a:gd name="connsiteX5" fmla="*/ 2980626 w 4135657"/>
                  <a:gd name="connsiteY5" fmla="*/ 14551 h 3383963"/>
                  <a:gd name="connsiteX0" fmla="*/ 2980626 w 4135657"/>
                  <a:gd name="connsiteY0" fmla="*/ 14551 h 3383963"/>
                  <a:gd name="connsiteX1" fmla="*/ 4135657 w 4135657"/>
                  <a:gd name="connsiteY1" fmla="*/ 912909 h 3383963"/>
                  <a:gd name="connsiteX2" fmla="*/ 3493973 w 4135657"/>
                  <a:gd name="connsiteY2" fmla="*/ 1795225 h 3383963"/>
                  <a:gd name="connsiteX3" fmla="*/ 911195 w 4135657"/>
                  <a:gd name="connsiteY3" fmla="*/ 3383394 h 3383963"/>
                  <a:gd name="connsiteX4" fmla="*/ 12836 w 4135657"/>
                  <a:gd name="connsiteY4" fmla="*/ 1666888 h 3383963"/>
                  <a:gd name="connsiteX5" fmla="*/ 2980626 w 4135657"/>
                  <a:gd name="connsiteY5" fmla="*/ 14551 h 3383963"/>
                  <a:gd name="connsiteX0" fmla="*/ 2980626 w 4135657"/>
                  <a:gd name="connsiteY0" fmla="*/ 14551 h 3383963"/>
                  <a:gd name="connsiteX1" fmla="*/ 4135657 w 4135657"/>
                  <a:gd name="connsiteY1" fmla="*/ 912909 h 3383963"/>
                  <a:gd name="connsiteX2" fmla="*/ 3493973 w 4135657"/>
                  <a:gd name="connsiteY2" fmla="*/ 1795225 h 3383963"/>
                  <a:gd name="connsiteX3" fmla="*/ 911195 w 4135657"/>
                  <a:gd name="connsiteY3" fmla="*/ 3383394 h 3383963"/>
                  <a:gd name="connsiteX4" fmla="*/ 12836 w 4135657"/>
                  <a:gd name="connsiteY4" fmla="*/ 1666888 h 3383963"/>
                  <a:gd name="connsiteX5" fmla="*/ 2980626 w 4135657"/>
                  <a:gd name="connsiteY5" fmla="*/ 14551 h 3383963"/>
                  <a:gd name="connsiteX0" fmla="*/ 4135657 w 4227097"/>
                  <a:gd name="connsiteY0" fmla="*/ 912909 h 3383963"/>
                  <a:gd name="connsiteX1" fmla="*/ 3493973 w 4227097"/>
                  <a:gd name="connsiteY1" fmla="*/ 1795225 h 3383963"/>
                  <a:gd name="connsiteX2" fmla="*/ 911195 w 4227097"/>
                  <a:gd name="connsiteY2" fmla="*/ 3383394 h 3383963"/>
                  <a:gd name="connsiteX3" fmla="*/ 12836 w 4227097"/>
                  <a:gd name="connsiteY3" fmla="*/ 1666888 h 3383963"/>
                  <a:gd name="connsiteX4" fmla="*/ 2980626 w 4227097"/>
                  <a:gd name="connsiteY4" fmla="*/ 14551 h 3383963"/>
                  <a:gd name="connsiteX5" fmla="*/ 4227097 w 4227097"/>
                  <a:gd name="connsiteY5" fmla="*/ 1004349 h 3383963"/>
                  <a:gd name="connsiteX0" fmla="*/ 4135657 w 4135657"/>
                  <a:gd name="connsiteY0" fmla="*/ 912909 h 3383963"/>
                  <a:gd name="connsiteX1" fmla="*/ 3493973 w 4135657"/>
                  <a:gd name="connsiteY1" fmla="*/ 1795225 h 3383963"/>
                  <a:gd name="connsiteX2" fmla="*/ 911195 w 4135657"/>
                  <a:gd name="connsiteY2" fmla="*/ 3383394 h 3383963"/>
                  <a:gd name="connsiteX3" fmla="*/ 12836 w 4135657"/>
                  <a:gd name="connsiteY3" fmla="*/ 1666888 h 3383963"/>
                  <a:gd name="connsiteX4" fmla="*/ 2980626 w 4135657"/>
                  <a:gd name="connsiteY4" fmla="*/ 14551 h 3383963"/>
                  <a:gd name="connsiteX0" fmla="*/ 3493973 w 3494115"/>
                  <a:gd name="connsiteY0" fmla="*/ 1795225 h 3383963"/>
                  <a:gd name="connsiteX1" fmla="*/ 911195 w 3494115"/>
                  <a:gd name="connsiteY1" fmla="*/ 3383394 h 3383963"/>
                  <a:gd name="connsiteX2" fmla="*/ 12836 w 3494115"/>
                  <a:gd name="connsiteY2" fmla="*/ 1666888 h 3383963"/>
                  <a:gd name="connsiteX3" fmla="*/ 2980626 w 3494115"/>
                  <a:gd name="connsiteY3" fmla="*/ 14551 h 3383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94115" h="3383963">
                    <a:moveTo>
                      <a:pt x="3493973" y="1795225"/>
                    </a:moveTo>
                    <a:cubicBezTo>
                      <a:pt x="3515363" y="2757752"/>
                      <a:pt x="1114394" y="3303183"/>
                      <a:pt x="911195" y="3383394"/>
                    </a:cubicBezTo>
                    <a:cubicBezTo>
                      <a:pt x="71658" y="3415478"/>
                      <a:pt x="-45985" y="2083983"/>
                      <a:pt x="12836" y="1666888"/>
                    </a:cubicBezTo>
                    <a:cubicBezTo>
                      <a:pt x="1242730" y="1805919"/>
                      <a:pt x="2103657" y="-188649"/>
                      <a:pt x="2980626" y="14551"/>
                    </a:cubicBezTo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4E2F6F2F-CA06-D892-424B-101479E9FBD4}"/>
                  </a:ext>
                </a:extLst>
              </p:cNvPr>
              <p:cNvGrpSpPr/>
              <p:nvPr/>
            </p:nvGrpSpPr>
            <p:grpSpPr>
              <a:xfrm>
                <a:off x="1396994" y="1699240"/>
                <a:ext cx="3484719" cy="2919978"/>
                <a:chOff x="1396994" y="1699240"/>
                <a:chExt cx="3484719" cy="2919978"/>
              </a:xfrm>
              <a:solidFill>
                <a:schemeClr val="bg2">
                  <a:lumMod val="90000"/>
                </a:schemeClr>
              </a:solidFill>
            </p:grpSpPr>
            <p:sp>
              <p:nvSpPr>
                <p:cNvPr id="62" name="Rectangle 12">
                  <a:extLst>
                    <a:ext uri="{FF2B5EF4-FFF2-40B4-BE49-F238E27FC236}">
                      <a16:creationId xmlns:a16="http://schemas.microsoft.com/office/drawing/2014/main" id="{26D97829-1C9B-9091-7A0E-60B1A3748EBB}"/>
                    </a:ext>
                  </a:extLst>
                </p:cNvPr>
                <p:cNvSpPr/>
                <p:nvPr/>
              </p:nvSpPr>
              <p:spPr>
                <a:xfrm>
                  <a:off x="1396994" y="1947462"/>
                  <a:ext cx="958215" cy="1938738"/>
                </a:xfrm>
                <a:custGeom>
                  <a:avLst/>
                  <a:gdLst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0 w 1471057"/>
                    <a:gd name="connsiteY3" fmla="*/ 1262743 h 1262743"/>
                    <a:gd name="connsiteX4" fmla="*/ 0 w 1471057"/>
                    <a:gd name="connsiteY4" fmla="*/ 0 h 1262743"/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444500 w 1471057"/>
                    <a:gd name="connsiteY3" fmla="*/ 1224643 h 1262743"/>
                    <a:gd name="connsiteX4" fmla="*/ 0 w 1471057"/>
                    <a:gd name="connsiteY4" fmla="*/ 0 h 1262743"/>
                    <a:gd name="connsiteX0" fmla="*/ 342900 w 1026557"/>
                    <a:gd name="connsiteY0" fmla="*/ 0 h 1923143"/>
                    <a:gd name="connsiteX1" fmla="*/ 1026557 w 1026557"/>
                    <a:gd name="connsiteY1" fmla="*/ 660400 h 1923143"/>
                    <a:gd name="connsiteX2" fmla="*/ 1026557 w 1026557"/>
                    <a:gd name="connsiteY2" fmla="*/ 1923143 h 1923143"/>
                    <a:gd name="connsiteX3" fmla="*/ 0 w 1026557"/>
                    <a:gd name="connsiteY3" fmla="*/ 1885043 h 1923143"/>
                    <a:gd name="connsiteX4" fmla="*/ 342900 w 1026557"/>
                    <a:gd name="connsiteY4" fmla="*/ 0 h 1923143"/>
                    <a:gd name="connsiteX0" fmla="*/ 609228 w 1292885"/>
                    <a:gd name="connsiteY0" fmla="*/ 0 h 1923143"/>
                    <a:gd name="connsiteX1" fmla="*/ 1292885 w 1292885"/>
                    <a:gd name="connsiteY1" fmla="*/ 660400 h 1923143"/>
                    <a:gd name="connsiteX2" fmla="*/ 1292885 w 1292885"/>
                    <a:gd name="connsiteY2" fmla="*/ 1923143 h 1923143"/>
                    <a:gd name="connsiteX3" fmla="*/ 266328 w 1292885"/>
                    <a:gd name="connsiteY3" fmla="*/ 1885043 h 1923143"/>
                    <a:gd name="connsiteX4" fmla="*/ 609228 w 1292885"/>
                    <a:gd name="connsiteY4" fmla="*/ 0 h 1923143"/>
                    <a:gd name="connsiteX0" fmla="*/ 953087 w 1636744"/>
                    <a:gd name="connsiteY0" fmla="*/ 0 h 1946443"/>
                    <a:gd name="connsiteX1" fmla="*/ 1636744 w 1636744"/>
                    <a:gd name="connsiteY1" fmla="*/ 660400 h 1946443"/>
                    <a:gd name="connsiteX2" fmla="*/ 1636744 w 1636744"/>
                    <a:gd name="connsiteY2" fmla="*/ 1923143 h 1946443"/>
                    <a:gd name="connsiteX3" fmla="*/ 610187 w 1636744"/>
                    <a:gd name="connsiteY3" fmla="*/ 1885043 h 1946443"/>
                    <a:gd name="connsiteX4" fmla="*/ 953087 w 1636744"/>
                    <a:gd name="connsiteY4" fmla="*/ 0 h 1946443"/>
                    <a:gd name="connsiteX0" fmla="*/ 953087 w 1636744"/>
                    <a:gd name="connsiteY0" fmla="*/ 0 h 1923143"/>
                    <a:gd name="connsiteX1" fmla="*/ 1636744 w 1636744"/>
                    <a:gd name="connsiteY1" fmla="*/ 660400 h 1923143"/>
                    <a:gd name="connsiteX2" fmla="*/ 1636744 w 1636744"/>
                    <a:gd name="connsiteY2" fmla="*/ 1923143 h 1923143"/>
                    <a:gd name="connsiteX3" fmla="*/ 610187 w 1636744"/>
                    <a:gd name="connsiteY3" fmla="*/ 1885043 h 1923143"/>
                    <a:gd name="connsiteX4" fmla="*/ 953087 w 1636744"/>
                    <a:gd name="connsiteY4" fmla="*/ 0 h 1923143"/>
                    <a:gd name="connsiteX0" fmla="*/ 953087 w 1636744"/>
                    <a:gd name="connsiteY0" fmla="*/ 0 h 1952664"/>
                    <a:gd name="connsiteX1" fmla="*/ 1636744 w 1636744"/>
                    <a:gd name="connsiteY1" fmla="*/ 660400 h 1952664"/>
                    <a:gd name="connsiteX2" fmla="*/ 1636744 w 1636744"/>
                    <a:gd name="connsiteY2" fmla="*/ 1923143 h 1952664"/>
                    <a:gd name="connsiteX3" fmla="*/ 610187 w 1636744"/>
                    <a:gd name="connsiteY3" fmla="*/ 1923143 h 1952664"/>
                    <a:gd name="connsiteX4" fmla="*/ 953087 w 1636744"/>
                    <a:gd name="connsiteY4" fmla="*/ 0 h 1952664"/>
                    <a:gd name="connsiteX0" fmla="*/ 958215 w 1641872"/>
                    <a:gd name="connsiteY0" fmla="*/ 0 h 1938738"/>
                    <a:gd name="connsiteX1" fmla="*/ 1641872 w 1641872"/>
                    <a:gd name="connsiteY1" fmla="*/ 660400 h 1938738"/>
                    <a:gd name="connsiteX2" fmla="*/ 1641872 w 1641872"/>
                    <a:gd name="connsiteY2" fmla="*/ 1923143 h 1938738"/>
                    <a:gd name="connsiteX3" fmla="*/ 615315 w 1641872"/>
                    <a:gd name="connsiteY3" fmla="*/ 1923143 h 1938738"/>
                    <a:gd name="connsiteX4" fmla="*/ 958215 w 1641872"/>
                    <a:gd name="connsiteY4" fmla="*/ 0 h 1938738"/>
                    <a:gd name="connsiteX0" fmla="*/ 958215 w 1641872"/>
                    <a:gd name="connsiteY0" fmla="*/ 0 h 1938738"/>
                    <a:gd name="connsiteX1" fmla="*/ 1641872 w 1641872"/>
                    <a:gd name="connsiteY1" fmla="*/ 1923143 h 1938738"/>
                    <a:gd name="connsiteX2" fmla="*/ 615315 w 1641872"/>
                    <a:gd name="connsiteY2" fmla="*/ 1923143 h 1938738"/>
                    <a:gd name="connsiteX3" fmla="*/ 958215 w 1641872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8215" h="1938738">
                      <a:moveTo>
                        <a:pt x="958215" y="0"/>
                      </a:moveTo>
                      <a:cubicBezTo>
                        <a:pt x="906701" y="319314"/>
                        <a:pt x="715486" y="549729"/>
                        <a:pt x="803672" y="957943"/>
                      </a:cubicBezTo>
                      <a:cubicBezTo>
                        <a:pt x="994886" y="1838476"/>
                        <a:pt x="855901" y="1791910"/>
                        <a:pt x="615315" y="1923143"/>
                      </a:cubicBezTo>
                      <a:cubicBezTo>
                        <a:pt x="-260985" y="2132995"/>
                        <a:pt x="-248285" y="158448"/>
                        <a:pt x="958215" y="0"/>
                      </a:cubicBezTo>
                      <a:close/>
                    </a:path>
                  </a:pathLst>
                </a:custGeom>
                <a:grp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12">
                  <a:extLst>
                    <a:ext uri="{FF2B5EF4-FFF2-40B4-BE49-F238E27FC236}">
                      <a16:creationId xmlns:a16="http://schemas.microsoft.com/office/drawing/2014/main" id="{0FBF2EC9-1829-B838-3A27-AB6AAB4A4D19}"/>
                    </a:ext>
                  </a:extLst>
                </p:cNvPr>
                <p:cNvSpPr/>
                <p:nvPr/>
              </p:nvSpPr>
              <p:spPr>
                <a:xfrm rot="20501765">
                  <a:off x="2313022" y="2743200"/>
                  <a:ext cx="502601" cy="790574"/>
                </a:xfrm>
                <a:custGeom>
                  <a:avLst/>
                  <a:gdLst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0 w 1471057"/>
                    <a:gd name="connsiteY3" fmla="*/ 1262743 h 1262743"/>
                    <a:gd name="connsiteX4" fmla="*/ 0 w 1471057"/>
                    <a:gd name="connsiteY4" fmla="*/ 0 h 1262743"/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444500 w 1471057"/>
                    <a:gd name="connsiteY3" fmla="*/ 1224643 h 1262743"/>
                    <a:gd name="connsiteX4" fmla="*/ 0 w 1471057"/>
                    <a:gd name="connsiteY4" fmla="*/ 0 h 1262743"/>
                    <a:gd name="connsiteX0" fmla="*/ 342900 w 1026557"/>
                    <a:gd name="connsiteY0" fmla="*/ 0 h 1923143"/>
                    <a:gd name="connsiteX1" fmla="*/ 1026557 w 1026557"/>
                    <a:gd name="connsiteY1" fmla="*/ 660400 h 1923143"/>
                    <a:gd name="connsiteX2" fmla="*/ 1026557 w 1026557"/>
                    <a:gd name="connsiteY2" fmla="*/ 1923143 h 1923143"/>
                    <a:gd name="connsiteX3" fmla="*/ 0 w 1026557"/>
                    <a:gd name="connsiteY3" fmla="*/ 1885043 h 1923143"/>
                    <a:gd name="connsiteX4" fmla="*/ 342900 w 1026557"/>
                    <a:gd name="connsiteY4" fmla="*/ 0 h 1923143"/>
                    <a:gd name="connsiteX0" fmla="*/ 609228 w 1292885"/>
                    <a:gd name="connsiteY0" fmla="*/ 0 h 1923143"/>
                    <a:gd name="connsiteX1" fmla="*/ 1292885 w 1292885"/>
                    <a:gd name="connsiteY1" fmla="*/ 660400 h 1923143"/>
                    <a:gd name="connsiteX2" fmla="*/ 1292885 w 1292885"/>
                    <a:gd name="connsiteY2" fmla="*/ 1923143 h 1923143"/>
                    <a:gd name="connsiteX3" fmla="*/ 266328 w 1292885"/>
                    <a:gd name="connsiteY3" fmla="*/ 1885043 h 1923143"/>
                    <a:gd name="connsiteX4" fmla="*/ 609228 w 1292885"/>
                    <a:gd name="connsiteY4" fmla="*/ 0 h 1923143"/>
                    <a:gd name="connsiteX0" fmla="*/ 953087 w 1636744"/>
                    <a:gd name="connsiteY0" fmla="*/ 0 h 1946443"/>
                    <a:gd name="connsiteX1" fmla="*/ 1636744 w 1636744"/>
                    <a:gd name="connsiteY1" fmla="*/ 660400 h 1946443"/>
                    <a:gd name="connsiteX2" fmla="*/ 1636744 w 1636744"/>
                    <a:gd name="connsiteY2" fmla="*/ 1923143 h 1946443"/>
                    <a:gd name="connsiteX3" fmla="*/ 610187 w 1636744"/>
                    <a:gd name="connsiteY3" fmla="*/ 1885043 h 1946443"/>
                    <a:gd name="connsiteX4" fmla="*/ 953087 w 1636744"/>
                    <a:gd name="connsiteY4" fmla="*/ 0 h 1946443"/>
                    <a:gd name="connsiteX0" fmla="*/ 953087 w 1636744"/>
                    <a:gd name="connsiteY0" fmla="*/ 0 h 1923143"/>
                    <a:gd name="connsiteX1" fmla="*/ 1636744 w 1636744"/>
                    <a:gd name="connsiteY1" fmla="*/ 660400 h 1923143"/>
                    <a:gd name="connsiteX2" fmla="*/ 1636744 w 1636744"/>
                    <a:gd name="connsiteY2" fmla="*/ 1923143 h 1923143"/>
                    <a:gd name="connsiteX3" fmla="*/ 610187 w 1636744"/>
                    <a:gd name="connsiteY3" fmla="*/ 1885043 h 1923143"/>
                    <a:gd name="connsiteX4" fmla="*/ 953087 w 1636744"/>
                    <a:gd name="connsiteY4" fmla="*/ 0 h 1923143"/>
                    <a:gd name="connsiteX0" fmla="*/ 953087 w 1636744"/>
                    <a:gd name="connsiteY0" fmla="*/ 0 h 1952664"/>
                    <a:gd name="connsiteX1" fmla="*/ 1636744 w 1636744"/>
                    <a:gd name="connsiteY1" fmla="*/ 660400 h 1952664"/>
                    <a:gd name="connsiteX2" fmla="*/ 1636744 w 1636744"/>
                    <a:gd name="connsiteY2" fmla="*/ 1923143 h 1952664"/>
                    <a:gd name="connsiteX3" fmla="*/ 610187 w 1636744"/>
                    <a:gd name="connsiteY3" fmla="*/ 1923143 h 1952664"/>
                    <a:gd name="connsiteX4" fmla="*/ 953087 w 1636744"/>
                    <a:gd name="connsiteY4" fmla="*/ 0 h 1952664"/>
                    <a:gd name="connsiteX0" fmla="*/ 958215 w 1641872"/>
                    <a:gd name="connsiteY0" fmla="*/ 0 h 1938738"/>
                    <a:gd name="connsiteX1" fmla="*/ 1641872 w 1641872"/>
                    <a:gd name="connsiteY1" fmla="*/ 660400 h 1938738"/>
                    <a:gd name="connsiteX2" fmla="*/ 1641872 w 1641872"/>
                    <a:gd name="connsiteY2" fmla="*/ 1923143 h 1938738"/>
                    <a:gd name="connsiteX3" fmla="*/ 615315 w 1641872"/>
                    <a:gd name="connsiteY3" fmla="*/ 1923143 h 1938738"/>
                    <a:gd name="connsiteX4" fmla="*/ 958215 w 1641872"/>
                    <a:gd name="connsiteY4" fmla="*/ 0 h 1938738"/>
                    <a:gd name="connsiteX0" fmla="*/ 958215 w 1641872"/>
                    <a:gd name="connsiteY0" fmla="*/ 0 h 1938738"/>
                    <a:gd name="connsiteX1" fmla="*/ 1641872 w 1641872"/>
                    <a:gd name="connsiteY1" fmla="*/ 1923143 h 1938738"/>
                    <a:gd name="connsiteX2" fmla="*/ 615315 w 1641872"/>
                    <a:gd name="connsiteY2" fmla="*/ 1923143 h 1938738"/>
                    <a:gd name="connsiteX3" fmla="*/ 958215 w 1641872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8215" h="1938738">
                      <a:moveTo>
                        <a:pt x="958215" y="0"/>
                      </a:moveTo>
                      <a:cubicBezTo>
                        <a:pt x="906701" y="319314"/>
                        <a:pt x="715486" y="549729"/>
                        <a:pt x="803672" y="957943"/>
                      </a:cubicBezTo>
                      <a:cubicBezTo>
                        <a:pt x="994886" y="1838476"/>
                        <a:pt x="855901" y="1791910"/>
                        <a:pt x="615315" y="1923143"/>
                      </a:cubicBezTo>
                      <a:cubicBezTo>
                        <a:pt x="-260985" y="2132995"/>
                        <a:pt x="-248285" y="158448"/>
                        <a:pt x="958215" y="0"/>
                      </a:cubicBezTo>
                      <a:close/>
                    </a:path>
                  </a:pathLst>
                </a:custGeom>
                <a:grp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4" name="Rectangle 12">
                  <a:extLst>
                    <a:ext uri="{FF2B5EF4-FFF2-40B4-BE49-F238E27FC236}">
                      <a16:creationId xmlns:a16="http://schemas.microsoft.com/office/drawing/2014/main" id="{780ADA3D-B4F5-4EC8-35AE-C4AF46C517C3}"/>
                    </a:ext>
                  </a:extLst>
                </p:cNvPr>
                <p:cNvSpPr/>
                <p:nvPr/>
              </p:nvSpPr>
              <p:spPr>
                <a:xfrm rot="20887901" flipH="1">
                  <a:off x="4144896" y="1699240"/>
                  <a:ext cx="729889" cy="1207599"/>
                </a:xfrm>
                <a:custGeom>
                  <a:avLst/>
                  <a:gdLst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0 w 1471057"/>
                    <a:gd name="connsiteY3" fmla="*/ 1262743 h 1262743"/>
                    <a:gd name="connsiteX4" fmla="*/ 0 w 1471057"/>
                    <a:gd name="connsiteY4" fmla="*/ 0 h 1262743"/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444500 w 1471057"/>
                    <a:gd name="connsiteY3" fmla="*/ 1224643 h 1262743"/>
                    <a:gd name="connsiteX4" fmla="*/ 0 w 1471057"/>
                    <a:gd name="connsiteY4" fmla="*/ 0 h 1262743"/>
                    <a:gd name="connsiteX0" fmla="*/ 342900 w 1026557"/>
                    <a:gd name="connsiteY0" fmla="*/ 0 h 1923143"/>
                    <a:gd name="connsiteX1" fmla="*/ 1026557 w 1026557"/>
                    <a:gd name="connsiteY1" fmla="*/ 660400 h 1923143"/>
                    <a:gd name="connsiteX2" fmla="*/ 1026557 w 1026557"/>
                    <a:gd name="connsiteY2" fmla="*/ 1923143 h 1923143"/>
                    <a:gd name="connsiteX3" fmla="*/ 0 w 1026557"/>
                    <a:gd name="connsiteY3" fmla="*/ 1885043 h 1923143"/>
                    <a:gd name="connsiteX4" fmla="*/ 342900 w 1026557"/>
                    <a:gd name="connsiteY4" fmla="*/ 0 h 1923143"/>
                    <a:gd name="connsiteX0" fmla="*/ 609228 w 1292885"/>
                    <a:gd name="connsiteY0" fmla="*/ 0 h 1923143"/>
                    <a:gd name="connsiteX1" fmla="*/ 1292885 w 1292885"/>
                    <a:gd name="connsiteY1" fmla="*/ 660400 h 1923143"/>
                    <a:gd name="connsiteX2" fmla="*/ 1292885 w 1292885"/>
                    <a:gd name="connsiteY2" fmla="*/ 1923143 h 1923143"/>
                    <a:gd name="connsiteX3" fmla="*/ 266328 w 1292885"/>
                    <a:gd name="connsiteY3" fmla="*/ 1885043 h 1923143"/>
                    <a:gd name="connsiteX4" fmla="*/ 609228 w 1292885"/>
                    <a:gd name="connsiteY4" fmla="*/ 0 h 1923143"/>
                    <a:gd name="connsiteX0" fmla="*/ 953087 w 1636744"/>
                    <a:gd name="connsiteY0" fmla="*/ 0 h 1946443"/>
                    <a:gd name="connsiteX1" fmla="*/ 1636744 w 1636744"/>
                    <a:gd name="connsiteY1" fmla="*/ 660400 h 1946443"/>
                    <a:gd name="connsiteX2" fmla="*/ 1636744 w 1636744"/>
                    <a:gd name="connsiteY2" fmla="*/ 1923143 h 1946443"/>
                    <a:gd name="connsiteX3" fmla="*/ 610187 w 1636744"/>
                    <a:gd name="connsiteY3" fmla="*/ 1885043 h 1946443"/>
                    <a:gd name="connsiteX4" fmla="*/ 953087 w 1636744"/>
                    <a:gd name="connsiteY4" fmla="*/ 0 h 1946443"/>
                    <a:gd name="connsiteX0" fmla="*/ 953087 w 1636744"/>
                    <a:gd name="connsiteY0" fmla="*/ 0 h 1923143"/>
                    <a:gd name="connsiteX1" fmla="*/ 1636744 w 1636744"/>
                    <a:gd name="connsiteY1" fmla="*/ 660400 h 1923143"/>
                    <a:gd name="connsiteX2" fmla="*/ 1636744 w 1636744"/>
                    <a:gd name="connsiteY2" fmla="*/ 1923143 h 1923143"/>
                    <a:gd name="connsiteX3" fmla="*/ 610187 w 1636744"/>
                    <a:gd name="connsiteY3" fmla="*/ 1885043 h 1923143"/>
                    <a:gd name="connsiteX4" fmla="*/ 953087 w 1636744"/>
                    <a:gd name="connsiteY4" fmla="*/ 0 h 1923143"/>
                    <a:gd name="connsiteX0" fmla="*/ 953087 w 1636744"/>
                    <a:gd name="connsiteY0" fmla="*/ 0 h 1952664"/>
                    <a:gd name="connsiteX1" fmla="*/ 1636744 w 1636744"/>
                    <a:gd name="connsiteY1" fmla="*/ 660400 h 1952664"/>
                    <a:gd name="connsiteX2" fmla="*/ 1636744 w 1636744"/>
                    <a:gd name="connsiteY2" fmla="*/ 1923143 h 1952664"/>
                    <a:gd name="connsiteX3" fmla="*/ 610187 w 1636744"/>
                    <a:gd name="connsiteY3" fmla="*/ 1923143 h 1952664"/>
                    <a:gd name="connsiteX4" fmla="*/ 953087 w 1636744"/>
                    <a:gd name="connsiteY4" fmla="*/ 0 h 1952664"/>
                    <a:gd name="connsiteX0" fmla="*/ 958215 w 1641872"/>
                    <a:gd name="connsiteY0" fmla="*/ 0 h 1938738"/>
                    <a:gd name="connsiteX1" fmla="*/ 1641872 w 1641872"/>
                    <a:gd name="connsiteY1" fmla="*/ 660400 h 1938738"/>
                    <a:gd name="connsiteX2" fmla="*/ 1641872 w 1641872"/>
                    <a:gd name="connsiteY2" fmla="*/ 1923143 h 1938738"/>
                    <a:gd name="connsiteX3" fmla="*/ 615315 w 1641872"/>
                    <a:gd name="connsiteY3" fmla="*/ 1923143 h 1938738"/>
                    <a:gd name="connsiteX4" fmla="*/ 958215 w 1641872"/>
                    <a:gd name="connsiteY4" fmla="*/ 0 h 1938738"/>
                    <a:gd name="connsiteX0" fmla="*/ 958215 w 1641872"/>
                    <a:gd name="connsiteY0" fmla="*/ 0 h 1938738"/>
                    <a:gd name="connsiteX1" fmla="*/ 1641872 w 1641872"/>
                    <a:gd name="connsiteY1" fmla="*/ 1923143 h 1938738"/>
                    <a:gd name="connsiteX2" fmla="*/ 615315 w 1641872"/>
                    <a:gd name="connsiteY2" fmla="*/ 1923143 h 1938738"/>
                    <a:gd name="connsiteX3" fmla="*/ 958215 w 1641872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696103 w 1195765"/>
                    <a:gd name="connsiteY0" fmla="*/ -1 h 2936642"/>
                    <a:gd name="connsiteX1" fmla="*/ 1106115 w 1195765"/>
                    <a:gd name="connsiteY1" fmla="*/ 1960855 h 2936642"/>
                    <a:gd name="connsiteX2" fmla="*/ 917758 w 1195765"/>
                    <a:gd name="connsiteY2" fmla="*/ 2926055 h 2936642"/>
                    <a:gd name="connsiteX3" fmla="*/ 696103 w 1195765"/>
                    <a:gd name="connsiteY3" fmla="*/ -1 h 2936642"/>
                    <a:gd name="connsiteX0" fmla="*/ 696103 w 917757"/>
                    <a:gd name="connsiteY0" fmla="*/ -1 h 2936642"/>
                    <a:gd name="connsiteX1" fmla="*/ 917758 w 917757"/>
                    <a:gd name="connsiteY1" fmla="*/ 2926055 h 2936642"/>
                    <a:gd name="connsiteX2" fmla="*/ 696103 w 917757"/>
                    <a:gd name="connsiteY2" fmla="*/ -1 h 2936642"/>
                    <a:gd name="connsiteX0" fmla="*/ 696103 w 1277356"/>
                    <a:gd name="connsiteY0" fmla="*/ -1 h 2936642"/>
                    <a:gd name="connsiteX1" fmla="*/ 917758 w 1277356"/>
                    <a:gd name="connsiteY1" fmla="*/ 2926055 h 2936642"/>
                    <a:gd name="connsiteX2" fmla="*/ 696103 w 1277356"/>
                    <a:gd name="connsiteY2" fmla="*/ -1 h 2936642"/>
                    <a:gd name="connsiteX0" fmla="*/ 810292 w 1391543"/>
                    <a:gd name="connsiteY0" fmla="*/ -1 h 2961415"/>
                    <a:gd name="connsiteX1" fmla="*/ 1031947 w 1391543"/>
                    <a:gd name="connsiteY1" fmla="*/ 2926055 h 2961415"/>
                    <a:gd name="connsiteX2" fmla="*/ 810292 w 1391543"/>
                    <a:gd name="connsiteY2" fmla="*/ -1 h 2961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91543" h="2961415">
                      <a:moveTo>
                        <a:pt x="810292" y="-1"/>
                      </a:moveTo>
                      <a:cubicBezTo>
                        <a:pt x="884177" y="975351"/>
                        <a:pt x="1924199" y="2730840"/>
                        <a:pt x="1031947" y="2926055"/>
                      </a:cubicBezTo>
                      <a:cubicBezTo>
                        <a:pt x="-200050" y="3329002"/>
                        <a:pt x="-396208" y="158447"/>
                        <a:pt x="810292" y="-1"/>
                      </a:cubicBezTo>
                      <a:close/>
                    </a:path>
                  </a:pathLst>
                </a:custGeom>
                <a:grp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F21C0B6A-E859-2B61-ECB7-3DF0C829C376}"/>
                    </a:ext>
                  </a:extLst>
                </p:cNvPr>
                <p:cNvSpPr/>
                <p:nvPr/>
              </p:nvSpPr>
              <p:spPr>
                <a:xfrm>
                  <a:off x="3144604" y="3231488"/>
                  <a:ext cx="633136" cy="633136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6B6B5167-742E-F336-AB26-501B835F092A}"/>
                    </a:ext>
                  </a:extLst>
                </p:cNvPr>
                <p:cNvSpPr/>
                <p:nvPr/>
              </p:nvSpPr>
              <p:spPr>
                <a:xfrm rot="18234362">
                  <a:off x="1875174" y="4432738"/>
                  <a:ext cx="110518" cy="262441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5630E865-0ECC-6E83-B02F-D51B0251D01C}"/>
                    </a:ext>
                  </a:extLst>
                </p:cNvPr>
                <p:cNvSpPr/>
                <p:nvPr/>
              </p:nvSpPr>
              <p:spPr>
                <a:xfrm>
                  <a:off x="3165421" y="3571234"/>
                  <a:ext cx="415683" cy="294992"/>
                </a:xfrm>
                <a:custGeom>
                  <a:avLst/>
                  <a:gdLst>
                    <a:gd name="connsiteX0" fmla="*/ 167030 w 415683"/>
                    <a:gd name="connsiteY0" fmla="*/ 0 h 294992"/>
                    <a:gd name="connsiteX1" fmla="*/ 414149 w 415683"/>
                    <a:gd name="connsiteY1" fmla="*/ 252768 h 294992"/>
                    <a:gd name="connsiteX2" fmla="*/ 415683 w 415683"/>
                    <a:gd name="connsiteY2" fmla="*/ 271867 h 294992"/>
                    <a:gd name="connsiteX3" fmla="*/ 361904 w 415683"/>
                    <a:gd name="connsiteY3" fmla="*/ 288560 h 294992"/>
                    <a:gd name="connsiteX4" fmla="*/ 298104 w 415683"/>
                    <a:gd name="connsiteY4" fmla="*/ 294992 h 294992"/>
                    <a:gd name="connsiteX5" fmla="*/ 6413 w 415683"/>
                    <a:gd name="connsiteY5" fmla="*/ 101647 h 294992"/>
                    <a:gd name="connsiteX6" fmla="*/ 0 w 415683"/>
                    <a:gd name="connsiteY6" fmla="*/ 80986 h 294992"/>
                    <a:gd name="connsiteX7" fmla="*/ 25998 w 415683"/>
                    <a:gd name="connsiteY7" fmla="*/ 54065 h 294992"/>
                    <a:gd name="connsiteX8" fmla="*/ 167030 w 415683"/>
                    <a:gd name="connsiteY8" fmla="*/ 0 h 2949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5683" h="294992">
                      <a:moveTo>
                        <a:pt x="167030" y="0"/>
                      </a:moveTo>
                      <a:cubicBezTo>
                        <a:pt x="288927" y="0"/>
                        <a:pt x="390629" y="108514"/>
                        <a:pt x="414149" y="252768"/>
                      </a:cubicBezTo>
                      <a:lnTo>
                        <a:pt x="415683" y="271867"/>
                      </a:lnTo>
                      <a:lnTo>
                        <a:pt x="361904" y="288560"/>
                      </a:lnTo>
                      <a:cubicBezTo>
                        <a:pt x="341296" y="292778"/>
                        <a:pt x="319959" y="294992"/>
                        <a:pt x="298104" y="294992"/>
                      </a:cubicBezTo>
                      <a:cubicBezTo>
                        <a:pt x="166977" y="294992"/>
                        <a:pt x="54471" y="215268"/>
                        <a:pt x="6413" y="101647"/>
                      </a:cubicBezTo>
                      <a:lnTo>
                        <a:pt x="0" y="80986"/>
                      </a:lnTo>
                      <a:lnTo>
                        <a:pt x="25998" y="54065"/>
                      </a:lnTo>
                      <a:cubicBezTo>
                        <a:pt x="66256" y="19931"/>
                        <a:pt x="114789" y="0"/>
                        <a:pt x="16703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0" name="Rectangle 12">
                  <a:extLst>
                    <a:ext uri="{FF2B5EF4-FFF2-40B4-BE49-F238E27FC236}">
                      <a16:creationId xmlns:a16="http://schemas.microsoft.com/office/drawing/2014/main" id="{0743C379-87EF-BE4D-DD6E-0217C1AE5DDA}"/>
                    </a:ext>
                  </a:extLst>
                </p:cNvPr>
                <p:cNvSpPr/>
                <p:nvPr/>
              </p:nvSpPr>
              <p:spPr>
                <a:xfrm rot="16200000" flipH="1">
                  <a:off x="4365223" y="2521426"/>
                  <a:ext cx="289234" cy="743746"/>
                </a:xfrm>
                <a:custGeom>
                  <a:avLst/>
                  <a:gdLst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0 w 1471057"/>
                    <a:gd name="connsiteY3" fmla="*/ 1262743 h 1262743"/>
                    <a:gd name="connsiteX4" fmla="*/ 0 w 1471057"/>
                    <a:gd name="connsiteY4" fmla="*/ 0 h 1262743"/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444500 w 1471057"/>
                    <a:gd name="connsiteY3" fmla="*/ 1224643 h 1262743"/>
                    <a:gd name="connsiteX4" fmla="*/ 0 w 1471057"/>
                    <a:gd name="connsiteY4" fmla="*/ 0 h 1262743"/>
                    <a:gd name="connsiteX0" fmla="*/ 342900 w 1026557"/>
                    <a:gd name="connsiteY0" fmla="*/ 0 h 1923143"/>
                    <a:gd name="connsiteX1" fmla="*/ 1026557 w 1026557"/>
                    <a:gd name="connsiteY1" fmla="*/ 660400 h 1923143"/>
                    <a:gd name="connsiteX2" fmla="*/ 1026557 w 1026557"/>
                    <a:gd name="connsiteY2" fmla="*/ 1923143 h 1923143"/>
                    <a:gd name="connsiteX3" fmla="*/ 0 w 1026557"/>
                    <a:gd name="connsiteY3" fmla="*/ 1885043 h 1923143"/>
                    <a:gd name="connsiteX4" fmla="*/ 342900 w 1026557"/>
                    <a:gd name="connsiteY4" fmla="*/ 0 h 1923143"/>
                    <a:gd name="connsiteX0" fmla="*/ 609228 w 1292885"/>
                    <a:gd name="connsiteY0" fmla="*/ 0 h 1923143"/>
                    <a:gd name="connsiteX1" fmla="*/ 1292885 w 1292885"/>
                    <a:gd name="connsiteY1" fmla="*/ 660400 h 1923143"/>
                    <a:gd name="connsiteX2" fmla="*/ 1292885 w 1292885"/>
                    <a:gd name="connsiteY2" fmla="*/ 1923143 h 1923143"/>
                    <a:gd name="connsiteX3" fmla="*/ 266328 w 1292885"/>
                    <a:gd name="connsiteY3" fmla="*/ 1885043 h 1923143"/>
                    <a:gd name="connsiteX4" fmla="*/ 609228 w 1292885"/>
                    <a:gd name="connsiteY4" fmla="*/ 0 h 1923143"/>
                    <a:gd name="connsiteX0" fmla="*/ 953087 w 1636744"/>
                    <a:gd name="connsiteY0" fmla="*/ 0 h 1946443"/>
                    <a:gd name="connsiteX1" fmla="*/ 1636744 w 1636744"/>
                    <a:gd name="connsiteY1" fmla="*/ 660400 h 1946443"/>
                    <a:gd name="connsiteX2" fmla="*/ 1636744 w 1636744"/>
                    <a:gd name="connsiteY2" fmla="*/ 1923143 h 1946443"/>
                    <a:gd name="connsiteX3" fmla="*/ 610187 w 1636744"/>
                    <a:gd name="connsiteY3" fmla="*/ 1885043 h 1946443"/>
                    <a:gd name="connsiteX4" fmla="*/ 953087 w 1636744"/>
                    <a:gd name="connsiteY4" fmla="*/ 0 h 1946443"/>
                    <a:gd name="connsiteX0" fmla="*/ 953087 w 1636744"/>
                    <a:gd name="connsiteY0" fmla="*/ 0 h 1923143"/>
                    <a:gd name="connsiteX1" fmla="*/ 1636744 w 1636744"/>
                    <a:gd name="connsiteY1" fmla="*/ 660400 h 1923143"/>
                    <a:gd name="connsiteX2" fmla="*/ 1636744 w 1636744"/>
                    <a:gd name="connsiteY2" fmla="*/ 1923143 h 1923143"/>
                    <a:gd name="connsiteX3" fmla="*/ 610187 w 1636744"/>
                    <a:gd name="connsiteY3" fmla="*/ 1885043 h 1923143"/>
                    <a:gd name="connsiteX4" fmla="*/ 953087 w 1636744"/>
                    <a:gd name="connsiteY4" fmla="*/ 0 h 1923143"/>
                    <a:gd name="connsiteX0" fmla="*/ 953087 w 1636744"/>
                    <a:gd name="connsiteY0" fmla="*/ 0 h 1952664"/>
                    <a:gd name="connsiteX1" fmla="*/ 1636744 w 1636744"/>
                    <a:gd name="connsiteY1" fmla="*/ 660400 h 1952664"/>
                    <a:gd name="connsiteX2" fmla="*/ 1636744 w 1636744"/>
                    <a:gd name="connsiteY2" fmla="*/ 1923143 h 1952664"/>
                    <a:gd name="connsiteX3" fmla="*/ 610187 w 1636744"/>
                    <a:gd name="connsiteY3" fmla="*/ 1923143 h 1952664"/>
                    <a:gd name="connsiteX4" fmla="*/ 953087 w 1636744"/>
                    <a:gd name="connsiteY4" fmla="*/ 0 h 1952664"/>
                    <a:gd name="connsiteX0" fmla="*/ 958215 w 1641872"/>
                    <a:gd name="connsiteY0" fmla="*/ 0 h 1938738"/>
                    <a:gd name="connsiteX1" fmla="*/ 1641872 w 1641872"/>
                    <a:gd name="connsiteY1" fmla="*/ 660400 h 1938738"/>
                    <a:gd name="connsiteX2" fmla="*/ 1641872 w 1641872"/>
                    <a:gd name="connsiteY2" fmla="*/ 1923143 h 1938738"/>
                    <a:gd name="connsiteX3" fmla="*/ 615315 w 1641872"/>
                    <a:gd name="connsiteY3" fmla="*/ 1923143 h 1938738"/>
                    <a:gd name="connsiteX4" fmla="*/ 958215 w 1641872"/>
                    <a:gd name="connsiteY4" fmla="*/ 0 h 1938738"/>
                    <a:gd name="connsiteX0" fmla="*/ 958215 w 1641872"/>
                    <a:gd name="connsiteY0" fmla="*/ 0 h 1938738"/>
                    <a:gd name="connsiteX1" fmla="*/ 1641872 w 1641872"/>
                    <a:gd name="connsiteY1" fmla="*/ 1923143 h 1938738"/>
                    <a:gd name="connsiteX2" fmla="*/ 615315 w 1641872"/>
                    <a:gd name="connsiteY2" fmla="*/ 1923143 h 1938738"/>
                    <a:gd name="connsiteX3" fmla="*/ 958215 w 1641872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696103 w 1195765"/>
                    <a:gd name="connsiteY0" fmla="*/ -1 h 2936642"/>
                    <a:gd name="connsiteX1" fmla="*/ 1106115 w 1195765"/>
                    <a:gd name="connsiteY1" fmla="*/ 1960855 h 2936642"/>
                    <a:gd name="connsiteX2" fmla="*/ 917758 w 1195765"/>
                    <a:gd name="connsiteY2" fmla="*/ 2926055 h 2936642"/>
                    <a:gd name="connsiteX3" fmla="*/ 696103 w 1195765"/>
                    <a:gd name="connsiteY3" fmla="*/ -1 h 2936642"/>
                    <a:gd name="connsiteX0" fmla="*/ 696103 w 917757"/>
                    <a:gd name="connsiteY0" fmla="*/ -1 h 2936642"/>
                    <a:gd name="connsiteX1" fmla="*/ 917758 w 917757"/>
                    <a:gd name="connsiteY1" fmla="*/ 2926055 h 2936642"/>
                    <a:gd name="connsiteX2" fmla="*/ 696103 w 917757"/>
                    <a:gd name="connsiteY2" fmla="*/ -1 h 2936642"/>
                    <a:gd name="connsiteX0" fmla="*/ 696103 w 1277356"/>
                    <a:gd name="connsiteY0" fmla="*/ -1 h 2936642"/>
                    <a:gd name="connsiteX1" fmla="*/ 917758 w 1277356"/>
                    <a:gd name="connsiteY1" fmla="*/ 2926055 h 2936642"/>
                    <a:gd name="connsiteX2" fmla="*/ 696103 w 1277356"/>
                    <a:gd name="connsiteY2" fmla="*/ -1 h 2936642"/>
                    <a:gd name="connsiteX0" fmla="*/ 810292 w 1391543"/>
                    <a:gd name="connsiteY0" fmla="*/ -1 h 2961415"/>
                    <a:gd name="connsiteX1" fmla="*/ 1031947 w 1391543"/>
                    <a:gd name="connsiteY1" fmla="*/ 2926055 h 2961415"/>
                    <a:gd name="connsiteX2" fmla="*/ 810292 w 1391543"/>
                    <a:gd name="connsiteY2" fmla="*/ -1 h 2961415"/>
                    <a:gd name="connsiteX0" fmla="*/ 802802 w 1397693"/>
                    <a:gd name="connsiteY0" fmla="*/ -1 h 3197480"/>
                    <a:gd name="connsiteX1" fmla="*/ 1041726 w 1397693"/>
                    <a:gd name="connsiteY1" fmla="*/ 3164407 h 3197480"/>
                    <a:gd name="connsiteX2" fmla="*/ 802802 w 1397693"/>
                    <a:gd name="connsiteY2" fmla="*/ -1 h 3197480"/>
                    <a:gd name="connsiteX0" fmla="*/ 891587 w 1486478"/>
                    <a:gd name="connsiteY0" fmla="*/ -1 h 3197863"/>
                    <a:gd name="connsiteX1" fmla="*/ 1130511 w 1486478"/>
                    <a:gd name="connsiteY1" fmla="*/ 3164407 h 3197863"/>
                    <a:gd name="connsiteX2" fmla="*/ 891587 w 1486478"/>
                    <a:gd name="connsiteY2" fmla="*/ -1 h 3197863"/>
                    <a:gd name="connsiteX0" fmla="*/ 891587 w 1462734"/>
                    <a:gd name="connsiteY0" fmla="*/ -1 h 3197863"/>
                    <a:gd name="connsiteX1" fmla="*/ 1130511 w 1462734"/>
                    <a:gd name="connsiteY1" fmla="*/ 3164407 h 3197863"/>
                    <a:gd name="connsiteX2" fmla="*/ 891587 w 1462734"/>
                    <a:gd name="connsiteY2" fmla="*/ -1 h 3197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62734" h="3197863">
                      <a:moveTo>
                        <a:pt x="891587" y="-1"/>
                      </a:moveTo>
                      <a:cubicBezTo>
                        <a:pt x="828183" y="1422351"/>
                        <a:pt x="2022763" y="2969192"/>
                        <a:pt x="1130511" y="3164407"/>
                      </a:cubicBezTo>
                      <a:cubicBezTo>
                        <a:pt x="-101486" y="3567354"/>
                        <a:pt x="-531129" y="201440"/>
                        <a:pt x="891587" y="-1"/>
                      </a:cubicBez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Rectangle 12">
                  <a:extLst>
                    <a:ext uri="{FF2B5EF4-FFF2-40B4-BE49-F238E27FC236}">
                      <a16:creationId xmlns:a16="http://schemas.microsoft.com/office/drawing/2014/main" id="{C8453B0B-358F-61E4-2D20-4757546227A3}"/>
                    </a:ext>
                  </a:extLst>
                </p:cNvPr>
                <p:cNvSpPr/>
                <p:nvPr/>
              </p:nvSpPr>
              <p:spPr>
                <a:xfrm rot="21161537" flipH="1">
                  <a:off x="4380236" y="2059978"/>
                  <a:ext cx="289234" cy="743746"/>
                </a:xfrm>
                <a:custGeom>
                  <a:avLst/>
                  <a:gdLst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0 w 1471057"/>
                    <a:gd name="connsiteY3" fmla="*/ 1262743 h 1262743"/>
                    <a:gd name="connsiteX4" fmla="*/ 0 w 1471057"/>
                    <a:gd name="connsiteY4" fmla="*/ 0 h 1262743"/>
                    <a:gd name="connsiteX0" fmla="*/ 0 w 1471057"/>
                    <a:gd name="connsiteY0" fmla="*/ 0 h 1262743"/>
                    <a:gd name="connsiteX1" fmla="*/ 1471057 w 1471057"/>
                    <a:gd name="connsiteY1" fmla="*/ 0 h 1262743"/>
                    <a:gd name="connsiteX2" fmla="*/ 1471057 w 1471057"/>
                    <a:gd name="connsiteY2" fmla="*/ 1262743 h 1262743"/>
                    <a:gd name="connsiteX3" fmla="*/ 444500 w 1471057"/>
                    <a:gd name="connsiteY3" fmla="*/ 1224643 h 1262743"/>
                    <a:gd name="connsiteX4" fmla="*/ 0 w 1471057"/>
                    <a:gd name="connsiteY4" fmla="*/ 0 h 1262743"/>
                    <a:gd name="connsiteX0" fmla="*/ 342900 w 1026557"/>
                    <a:gd name="connsiteY0" fmla="*/ 0 h 1923143"/>
                    <a:gd name="connsiteX1" fmla="*/ 1026557 w 1026557"/>
                    <a:gd name="connsiteY1" fmla="*/ 660400 h 1923143"/>
                    <a:gd name="connsiteX2" fmla="*/ 1026557 w 1026557"/>
                    <a:gd name="connsiteY2" fmla="*/ 1923143 h 1923143"/>
                    <a:gd name="connsiteX3" fmla="*/ 0 w 1026557"/>
                    <a:gd name="connsiteY3" fmla="*/ 1885043 h 1923143"/>
                    <a:gd name="connsiteX4" fmla="*/ 342900 w 1026557"/>
                    <a:gd name="connsiteY4" fmla="*/ 0 h 1923143"/>
                    <a:gd name="connsiteX0" fmla="*/ 609228 w 1292885"/>
                    <a:gd name="connsiteY0" fmla="*/ 0 h 1923143"/>
                    <a:gd name="connsiteX1" fmla="*/ 1292885 w 1292885"/>
                    <a:gd name="connsiteY1" fmla="*/ 660400 h 1923143"/>
                    <a:gd name="connsiteX2" fmla="*/ 1292885 w 1292885"/>
                    <a:gd name="connsiteY2" fmla="*/ 1923143 h 1923143"/>
                    <a:gd name="connsiteX3" fmla="*/ 266328 w 1292885"/>
                    <a:gd name="connsiteY3" fmla="*/ 1885043 h 1923143"/>
                    <a:gd name="connsiteX4" fmla="*/ 609228 w 1292885"/>
                    <a:gd name="connsiteY4" fmla="*/ 0 h 1923143"/>
                    <a:gd name="connsiteX0" fmla="*/ 953087 w 1636744"/>
                    <a:gd name="connsiteY0" fmla="*/ 0 h 1946443"/>
                    <a:gd name="connsiteX1" fmla="*/ 1636744 w 1636744"/>
                    <a:gd name="connsiteY1" fmla="*/ 660400 h 1946443"/>
                    <a:gd name="connsiteX2" fmla="*/ 1636744 w 1636744"/>
                    <a:gd name="connsiteY2" fmla="*/ 1923143 h 1946443"/>
                    <a:gd name="connsiteX3" fmla="*/ 610187 w 1636744"/>
                    <a:gd name="connsiteY3" fmla="*/ 1885043 h 1946443"/>
                    <a:gd name="connsiteX4" fmla="*/ 953087 w 1636744"/>
                    <a:gd name="connsiteY4" fmla="*/ 0 h 1946443"/>
                    <a:gd name="connsiteX0" fmla="*/ 953087 w 1636744"/>
                    <a:gd name="connsiteY0" fmla="*/ 0 h 1923143"/>
                    <a:gd name="connsiteX1" fmla="*/ 1636744 w 1636744"/>
                    <a:gd name="connsiteY1" fmla="*/ 660400 h 1923143"/>
                    <a:gd name="connsiteX2" fmla="*/ 1636744 w 1636744"/>
                    <a:gd name="connsiteY2" fmla="*/ 1923143 h 1923143"/>
                    <a:gd name="connsiteX3" fmla="*/ 610187 w 1636744"/>
                    <a:gd name="connsiteY3" fmla="*/ 1885043 h 1923143"/>
                    <a:gd name="connsiteX4" fmla="*/ 953087 w 1636744"/>
                    <a:gd name="connsiteY4" fmla="*/ 0 h 1923143"/>
                    <a:gd name="connsiteX0" fmla="*/ 953087 w 1636744"/>
                    <a:gd name="connsiteY0" fmla="*/ 0 h 1952664"/>
                    <a:gd name="connsiteX1" fmla="*/ 1636744 w 1636744"/>
                    <a:gd name="connsiteY1" fmla="*/ 660400 h 1952664"/>
                    <a:gd name="connsiteX2" fmla="*/ 1636744 w 1636744"/>
                    <a:gd name="connsiteY2" fmla="*/ 1923143 h 1952664"/>
                    <a:gd name="connsiteX3" fmla="*/ 610187 w 1636744"/>
                    <a:gd name="connsiteY3" fmla="*/ 1923143 h 1952664"/>
                    <a:gd name="connsiteX4" fmla="*/ 953087 w 1636744"/>
                    <a:gd name="connsiteY4" fmla="*/ 0 h 1952664"/>
                    <a:gd name="connsiteX0" fmla="*/ 958215 w 1641872"/>
                    <a:gd name="connsiteY0" fmla="*/ 0 h 1938738"/>
                    <a:gd name="connsiteX1" fmla="*/ 1641872 w 1641872"/>
                    <a:gd name="connsiteY1" fmla="*/ 660400 h 1938738"/>
                    <a:gd name="connsiteX2" fmla="*/ 1641872 w 1641872"/>
                    <a:gd name="connsiteY2" fmla="*/ 1923143 h 1938738"/>
                    <a:gd name="connsiteX3" fmla="*/ 615315 w 1641872"/>
                    <a:gd name="connsiteY3" fmla="*/ 1923143 h 1938738"/>
                    <a:gd name="connsiteX4" fmla="*/ 958215 w 1641872"/>
                    <a:gd name="connsiteY4" fmla="*/ 0 h 1938738"/>
                    <a:gd name="connsiteX0" fmla="*/ 958215 w 1641872"/>
                    <a:gd name="connsiteY0" fmla="*/ 0 h 1938738"/>
                    <a:gd name="connsiteX1" fmla="*/ 1641872 w 1641872"/>
                    <a:gd name="connsiteY1" fmla="*/ 1923143 h 1938738"/>
                    <a:gd name="connsiteX2" fmla="*/ 615315 w 1641872"/>
                    <a:gd name="connsiteY2" fmla="*/ 1923143 h 1938738"/>
                    <a:gd name="connsiteX3" fmla="*/ 958215 w 1641872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958215 w 958215"/>
                    <a:gd name="connsiteY0" fmla="*/ 0 h 1938738"/>
                    <a:gd name="connsiteX1" fmla="*/ 803672 w 958215"/>
                    <a:gd name="connsiteY1" fmla="*/ 957943 h 1938738"/>
                    <a:gd name="connsiteX2" fmla="*/ 615315 w 958215"/>
                    <a:gd name="connsiteY2" fmla="*/ 1923143 h 1938738"/>
                    <a:gd name="connsiteX3" fmla="*/ 958215 w 958215"/>
                    <a:gd name="connsiteY3" fmla="*/ 0 h 1938738"/>
                    <a:gd name="connsiteX0" fmla="*/ 696103 w 1195765"/>
                    <a:gd name="connsiteY0" fmla="*/ -1 h 2936642"/>
                    <a:gd name="connsiteX1" fmla="*/ 1106115 w 1195765"/>
                    <a:gd name="connsiteY1" fmla="*/ 1960855 h 2936642"/>
                    <a:gd name="connsiteX2" fmla="*/ 917758 w 1195765"/>
                    <a:gd name="connsiteY2" fmla="*/ 2926055 h 2936642"/>
                    <a:gd name="connsiteX3" fmla="*/ 696103 w 1195765"/>
                    <a:gd name="connsiteY3" fmla="*/ -1 h 2936642"/>
                    <a:gd name="connsiteX0" fmla="*/ 696103 w 917757"/>
                    <a:gd name="connsiteY0" fmla="*/ -1 h 2936642"/>
                    <a:gd name="connsiteX1" fmla="*/ 917758 w 917757"/>
                    <a:gd name="connsiteY1" fmla="*/ 2926055 h 2936642"/>
                    <a:gd name="connsiteX2" fmla="*/ 696103 w 917757"/>
                    <a:gd name="connsiteY2" fmla="*/ -1 h 2936642"/>
                    <a:gd name="connsiteX0" fmla="*/ 696103 w 1277356"/>
                    <a:gd name="connsiteY0" fmla="*/ -1 h 2936642"/>
                    <a:gd name="connsiteX1" fmla="*/ 917758 w 1277356"/>
                    <a:gd name="connsiteY1" fmla="*/ 2926055 h 2936642"/>
                    <a:gd name="connsiteX2" fmla="*/ 696103 w 1277356"/>
                    <a:gd name="connsiteY2" fmla="*/ -1 h 2936642"/>
                    <a:gd name="connsiteX0" fmla="*/ 810292 w 1391543"/>
                    <a:gd name="connsiteY0" fmla="*/ -1 h 2961415"/>
                    <a:gd name="connsiteX1" fmla="*/ 1031947 w 1391543"/>
                    <a:gd name="connsiteY1" fmla="*/ 2926055 h 2961415"/>
                    <a:gd name="connsiteX2" fmla="*/ 810292 w 1391543"/>
                    <a:gd name="connsiteY2" fmla="*/ -1 h 2961415"/>
                    <a:gd name="connsiteX0" fmla="*/ 802802 w 1397693"/>
                    <a:gd name="connsiteY0" fmla="*/ -1 h 3197480"/>
                    <a:gd name="connsiteX1" fmla="*/ 1041726 w 1397693"/>
                    <a:gd name="connsiteY1" fmla="*/ 3164407 h 3197480"/>
                    <a:gd name="connsiteX2" fmla="*/ 802802 w 1397693"/>
                    <a:gd name="connsiteY2" fmla="*/ -1 h 3197480"/>
                    <a:gd name="connsiteX0" fmla="*/ 891587 w 1486478"/>
                    <a:gd name="connsiteY0" fmla="*/ -1 h 3197863"/>
                    <a:gd name="connsiteX1" fmla="*/ 1130511 w 1486478"/>
                    <a:gd name="connsiteY1" fmla="*/ 3164407 h 3197863"/>
                    <a:gd name="connsiteX2" fmla="*/ 891587 w 1486478"/>
                    <a:gd name="connsiteY2" fmla="*/ -1 h 3197863"/>
                    <a:gd name="connsiteX0" fmla="*/ 891587 w 1462734"/>
                    <a:gd name="connsiteY0" fmla="*/ -1 h 3197863"/>
                    <a:gd name="connsiteX1" fmla="*/ 1130511 w 1462734"/>
                    <a:gd name="connsiteY1" fmla="*/ 3164407 h 3197863"/>
                    <a:gd name="connsiteX2" fmla="*/ 891587 w 1462734"/>
                    <a:gd name="connsiteY2" fmla="*/ -1 h 3197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62734" h="3197863">
                      <a:moveTo>
                        <a:pt x="891587" y="-1"/>
                      </a:moveTo>
                      <a:cubicBezTo>
                        <a:pt x="828183" y="1422351"/>
                        <a:pt x="2022763" y="2969192"/>
                        <a:pt x="1130511" y="3164407"/>
                      </a:cubicBezTo>
                      <a:cubicBezTo>
                        <a:pt x="-101486" y="3567354"/>
                        <a:pt x="-531129" y="201440"/>
                        <a:pt x="891587" y="-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0F6A344-1AD2-B529-93CB-685E4BBC6FB0}"/>
                </a:ext>
              </a:extLst>
            </p:cNvPr>
            <p:cNvSpPr/>
            <p:nvPr/>
          </p:nvSpPr>
          <p:spPr>
            <a:xfrm>
              <a:off x="3710921" y="4133301"/>
              <a:ext cx="594360" cy="556260"/>
            </a:xfrm>
            <a:custGeom>
              <a:avLst/>
              <a:gdLst>
                <a:gd name="connsiteX0" fmla="*/ 0 w 609786"/>
                <a:gd name="connsiteY0" fmla="*/ 645744 h 645744"/>
                <a:gd name="connsiteX1" fmla="*/ 556260 w 609786"/>
                <a:gd name="connsiteY1" fmla="*/ 59004 h 645744"/>
                <a:gd name="connsiteX2" fmla="*/ 556260 w 609786"/>
                <a:gd name="connsiteY2" fmla="*/ 51384 h 645744"/>
                <a:gd name="connsiteX0" fmla="*/ 0 w 647886"/>
                <a:gd name="connsiteY0" fmla="*/ 615264 h 615264"/>
                <a:gd name="connsiteX1" fmla="*/ 594360 w 647886"/>
                <a:gd name="connsiteY1" fmla="*/ 59004 h 615264"/>
                <a:gd name="connsiteX2" fmla="*/ 594360 w 647886"/>
                <a:gd name="connsiteY2" fmla="*/ 51384 h 615264"/>
                <a:gd name="connsiteX0" fmla="*/ 0 w 647886"/>
                <a:gd name="connsiteY0" fmla="*/ 615264 h 615264"/>
                <a:gd name="connsiteX1" fmla="*/ 594360 w 647886"/>
                <a:gd name="connsiteY1" fmla="*/ 59004 h 615264"/>
                <a:gd name="connsiteX2" fmla="*/ 594360 w 647886"/>
                <a:gd name="connsiteY2" fmla="*/ 51384 h 615264"/>
                <a:gd name="connsiteX0" fmla="*/ 0 w 631049"/>
                <a:gd name="connsiteY0" fmla="*/ 576694 h 576694"/>
                <a:gd name="connsiteX1" fmla="*/ 594360 w 631049"/>
                <a:gd name="connsiteY1" fmla="*/ 20434 h 576694"/>
                <a:gd name="connsiteX2" fmla="*/ 594360 w 631049"/>
                <a:gd name="connsiteY2" fmla="*/ 12814 h 576694"/>
                <a:gd name="connsiteX0" fmla="*/ 0 w 594360"/>
                <a:gd name="connsiteY0" fmla="*/ 556260 h 556260"/>
                <a:gd name="connsiteX1" fmla="*/ 594360 w 594360"/>
                <a:gd name="connsiteY1" fmla="*/ 0 h 556260"/>
                <a:gd name="connsiteX0" fmla="*/ 0 w 594360"/>
                <a:gd name="connsiteY0" fmla="*/ 556260 h 556260"/>
                <a:gd name="connsiteX1" fmla="*/ 594360 w 594360"/>
                <a:gd name="connsiteY1" fmla="*/ 0 h 556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4360" h="556260">
                  <a:moveTo>
                    <a:pt x="0" y="556260"/>
                  </a:moveTo>
                  <a:cubicBezTo>
                    <a:pt x="429260" y="406400"/>
                    <a:pt x="523240" y="241300"/>
                    <a:pt x="594360" y="0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AA54CC11-3BD6-CBA0-FCF7-C41864142B87}"/>
                </a:ext>
              </a:extLst>
            </p:cNvPr>
            <p:cNvSpPr/>
            <p:nvPr/>
          </p:nvSpPr>
          <p:spPr>
            <a:xfrm rot="18862635">
              <a:off x="3594870" y="4063426"/>
              <a:ext cx="914400" cy="914400"/>
            </a:xfrm>
            <a:prstGeom prst="arc">
              <a:avLst>
                <a:gd name="adj1" fmla="val 19694431"/>
                <a:gd name="adj2" fmla="val 0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473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4DA0F8-A2A7-7D95-61FE-8ADBB72A66A9}"/>
              </a:ext>
            </a:extLst>
          </p:cNvPr>
          <p:cNvSpPr/>
          <p:nvPr/>
        </p:nvSpPr>
        <p:spPr>
          <a:xfrm>
            <a:off x="11674636" y="152233"/>
            <a:ext cx="1471057" cy="12627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442353D-CA89-D0FB-6061-43EE01A09B23}"/>
              </a:ext>
            </a:extLst>
          </p:cNvPr>
          <p:cNvGrpSpPr/>
          <p:nvPr/>
        </p:nvGrpSpPr>
        <p:grpSpPr>
          <a:xfrm>
            <a:off x="1562683" y="380552"/>
            <a:ext cx="5925130" cy="6583610"/>
            <a:chOff x="1562683" y="380552"/>
            <a:chExt cx="5925130" cy="6583610"/>
          </a:xfrm>
        </p:grpSpPr>
        <p:sp>
          <p:nvSpPr>
            <p:cNvPr id="49" name="Rectangle 10">
              <a:extLst>
                <a:ext uri="{FF2B5EF4-FFF2-40B4-BE49-F238E27FC236}">
                  <a16:creationId xmlns:a16="http://schemas.microsoft.com/office/drawing/2014/main" id="{613A538D-6F68-0B81-D370-B6D7237F5DC6}"/>
                </a:ext>
              </a:extLst>
            </p:cNvPr>
            <p:cNvSpPr/>
            <p:nvPr/>
          </p:nvSpPr>
          <p:spPr>
            <a:xfrm rot="1321554" flipH="1">
              <a:off x="1862605" y="4162243"/>
              <a:ext cx="991549" cy="1116964"/>
            </a:xfrm>
            <a:custGeom>
              <a:avLst/>
              <a:gdLst>
                <a:gd name="connsiteX0" fmla="*/ 0 w 616340"/>
                <a:gd name="connsiteY0" fmla="*/ 0 h 304800"/>
                <a:gd name="connsiteX1" fmla="*/ 616340 w 616340"/>
                <a:gd name="connsiteY1" fmla="*/ 0 h 304800"/>
                <a:gd name="connsiteX2" fmla="*/ 616340 w 616340"/>
                <a:gd name="connsiteY2" fmla="*/ 304800 h 304800"/>
                <a:gd name="connsiteX3" fmla="*/ 0 w 616340"/>
                <a:gd name="connsiteY3" fmla="*/ 304800 h 304800"/>
                <a:gd name="connsiteX4" fmla="*/ 0 w 616340"/>
                <a:gd name="connsiteY4" fmla="*/ 0 h 304800"/>
                <a:gd name="connsiteX0" fmla="*/ 0 w 1182397"/>
                <a:gd name="connsiteY0" fmla="*/ 0 h 1654628"/>
                <a:gd name="connsiteX1" fmla="*/ 616340 w 1182397"/>
                <a:gd name="connsiteY1" fmla="*/ 0 h 1654628"/>
                <a:gd name="connsiteX2" fmla="*/ 1182397 w 1182397"/>
                <a:gd name="connsiteY2" fmla="*/ 1654628 h 1654628"/>
                <a:gd name="connsiteX3" fmla="*/ 0 w 1182397"/>
                <a:gd name="connsiteY3" fmla="*/ 304800 h 1654628"/>
                <a:gd name="connsiteX4" fmla="*/ 0 w 1182397"/>
                <a:gd name="connsiteY4" fmla="*/ 0 h 1654628"/>
                <a:gd name="connsiteX0" fmla="*/ 0 w 1342054"/>
                <a:gd name="connsiteY0" fmla="*/ 0 h 1654628"/>
                <a:gd name="connsiteX1" fmla="*/ 1342054 w 1342054"/>
                <a:gd name="connsiteY1" fmla="*/ 1596571 h 1654628"/>
                <a:gd name="connsiteX2" fmla="*/ 1182397 w 1342054"/>
                <a:gd name="connsiteY2" fmla="*/ 1654628 h 1654628"/>
                <a:gd name="connsiteX3" fmla="*/ 0 w 1342054"/>
                <a:gd name="connsiteY3" fmla="*/ 304800 h 1654628"/>
                <a:gd name="connsiteX4" fmla="*/ 0 w 1342054"/>
                <a:gd name="connsiteY4" fmla="*/ 0 h 1654628"/>
                <a:gd name="connsiteX0" fmla="*/ 377372 w 1342054"/>
                <a:gd name="connsiteY0" fmla="*/ 0 h 1393371"/>
                <a:gd name="connsiteX1" fmla="*/ 1342054 w 1342054"/>
                <a:gd name="connsiteY1" fmla="*/ 1335314 h 1393371"/>
                <a:gd name="connsiteX2" fmla="*/ 1182397 w 1342054"/>
                <a:gd name="connsiteY2" fmla="*/ 1393371 h 1393371"/>
                <a:gd name="connsiteX3" fmla="*/ 0 w 1342054"/>
                <a:gd name="connsiteY3" fmla="*/ 43543 h 1393371"/>
                <a:gd name="connsiteX4" fmla="*/ 377372 w 1342054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940025"/>
                <a:gd name="connsiteY0" fmla="*/ 0 h 1430564"/>
                <a:gd name="connsiteX1" fmla="*/ 938375 w 940025"/>
                <a:gd name="connsiteY1" fmla="*/ 1430564 h 1430564"/>
                <a:gd name="connsiteX2" fmla="*/ 848568 w 940025"/>
                <a:gd name="connsiteY2" fmla="*/ 1393371 h 1430564"/>
                <a:gd name="connsiteX3" fmla="*/ 0 w 940025"/>
                <a:gd name="connsiteY3" fmla="*/ 203200 h 1430564"/>
                <a:gd name="connsiteX4" fmla="*/ 43543 w 940025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2032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706080 w 987571"/>
                <a:gd name="connsiteY2" fmla="*/ 921690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24982"/>
                <a:gd name="connsiteY0" fmla="*/ 0 h 1052498"/>
                <a:gd name="connsiteX1" fmla="*/ 866586 w 924982"/>
                <a:gd name="connsiteY1" fmla="*/ 1052498 h 1052498"/>
                <a:gd name="connsiteX2" fmla="*/ 706080 w 924982"/>
                <a:gd name="connsiteY2" fmla="*/ 921690 h 1052498"/>
                <a:gd name="connsiteX3" fmla="*/ 0 w 924982"/>
                <a:gd name="connsiteY3" fmla="*/ 139700 h 1052498"/>
                <a:gd name="connsiteX4" fmla="*/ 43543 w 924982"/>
                <a:gd name="connsiteY4" fmla="*/ 0 h 1052498"/>
                <a:gd name="connsiteX0" fmla="*/ 48456 w 929895"/>
                <a:gd name="connsiteY0" fmla="*/ 0 h 1052498"/>
                <a:gd name="connsiteX1" fmla="*/ 871499 w 929895"/>
                <a:gd name="connsiteY1" fmla="*/ 1052498 h 1052498"/>
                <a:gd name="connsiteX2" fmla="*/ 710993 w 929895"/>
                <a:gd name="connsiteY2" fmla="*/ 921690 h 1052498"/>
                <a:gd name="connsiteX3" fmla="*/ 0 w 929895"/>
                <a:gd name="connsiteY3" fmla="*/ 279682 h 1052498"/>
                <a:gd name="connsiteX4" fmla="*/ 48456 w 929895"/>
                <a:gd name="connsiteY4" fmla="*/ 0 h 1052498"/>
                <a:gd name="connsiteX0" fmla="*/ 48456 w 929895"/>
                <a:gd name="connsiteY0" fmla="*/ 0 h 1052498"/>
                <a:gd name="connsiteX1" fmla="*/ 871499 w 929895"/>
                <a:gd name="connsiteY1" fmla="*/ 1052498 h 1052498"/>
                <a:gd name="connsiteX2" fmla="*/ 710993 w 929895"/>
                <a:gd name="connsiteY2" fmla="*/ 921690 h 1052498"/>
                <a:gd name="connsiteX3" fmla="*/ 0 w 929895"/>
                <a:gd name="connsiteY3" fmla="*/ 279682 h 1052498"/>
                <a:gd name="connsiteX4" fmla="*/ 48456 w 929895"/>
                <a:gd name="connsiteY4" fmla="*/ 0 h 1052498"/>
                <a:gd name="connsiteX0" fmla="*/ 48456 w 919275"/>
                <a:gd name="connsiteY0" fmla="*/ 0 h 1052498"/>
                <a:gd name="connsiteX1" fmla="*/ 871499 w 919275"/>
                <a:gd name="connsiteY1" fmla="*/ 1052498 h 1052498"/>
                <a:gd name="connsiteX2" fmla="*/ 710993 w 919275"/>
                <a:gd name="connsiteY2" fmla="*/ 921690 h 1052498"/>
                <a:gd name="connsiteX3" fmla="*/ 0 w 919275"/>
                <a:gd name="connsiteY3" fmla="*/ 279682 h 1052498"/>
                <a:gd name="connsiteX4" fmla="*/ 48456 w 919275"/>
                <a:gd name="connsiteY4" fmla="*/ 0 h 105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9275" h="1052498">
                  <a:moveTo>
                    <a:pt x="48456" y="0"/>
                  </a:moveTo>
                  <a:cubicBezTo>
                    <a:pt x="829576" y="223480"/>
                    <a:pt x="1023467" y="544800"/>
                    <a:pt x="871499" y="1052498"/>
                  </a:cubicBezTo>
                  <a:lnTo>
                    <a:pt x="710993" y="921690"/>
                  </a:lnTo>
                  <a:cubicBezTo>
                    <a:pt x="754103" y="812531"/>
                    <a:pt x="701319" y="509594"/>
                    <a:pt x="0" y="279682"/>
                  </a:cubicBezTo>
                  <a:lnTo>
                    <a:pt x="48456" y="0"/>
                  </a:lnTo>
                  <a:close/>
                </a:path>
              </a:pathLst>
            </a:custGeom>
            <a:solidFill>
              <a:srgbClr val="CA896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D5B9FE-9E46-B544-1AD3-A2895B45224A}"/>
                </a:ext>
              </a:extLst>
            </p:cNvPr>
            <p:cNvSpPr/>
            <p:nvPr/>
          </p:nvSpPr>
          <p:spPr>
            <a:xfrm>
              <a:off x="2565435" y="3909062"/>
              <a:ext cx="3855111" cy="2916988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1640114 w 3111171"/>
                <a:gd name="connsiteY0" fmla="*/ 0 h 2815772"/>
                <a:gd name="connsiteX1" fmla="*/ 3111171 w 3111171"/>
                <a:gd name="connsiteY1" fmla="*/ 0 h 2815772"/>
                <a:gd name="connsiteX2" fmla="*/ 3111171 w 3111171"/>
                <a:gd name="connsiteY2" fmla="*/ 1262743 h 2815772"/>
                <a:gd name="connsiteX3" fmla="*/ 0 w 3111171"/>
                <a:gd name="connsiteY3" fmla="*/ 2815772 h 2815772"/>
                <a:gd name="connsiteX4" fmla="*/ 1640114 w 3111171"/>
                <a:gd name="connsiteY4" fmla="*/ 0 h 2815772"/>
                <a:gd name="connsiteX0" fmla="*/ 493486 w 3111171"/>
                <a:gd name="connsiteY0" fmla="*/ 116114 h 2815772"/>
                <a:gd name="connsiteX1" fmla="*/ 3111171 w 3111171"/>
                <a:gd name="connsiteY1" fmla="*/ 0 h 2815772"/>
                <a:gd name="connsiteX2" fmla="*/ 3111171 w 3111171"/>
                <a:gd name="connsiteY2" fmla="*/ 1262743 h 2815772"/>
                <a:gd name="connsiteX3" fmla="*/ 0 w 3111171"/>
                <a:gd name="connsiteY3" fmla="*/ 2815772 h 2815772"/>
                <a:gd name="connsiteX4" fmla="*/ 493486 w 3111171"/>
                <a:gd name="connsiteY4" fmla="*/ 116114 h 2815772"/>
                <a:gd name="connsiteX0" fmla="*/ 1135439 w 3753124"/>
                <a:gd name="connsiteY0" fmla="*/ 116114 h 2815772"/>
                <a:gd name="connsiteX1" fmla="*/ 3753124 w 3753124"/>
                <a:gd name="connsiteY1" fmla="*/ 0 h 2815772"/>
                <a:gd name="connsiteX2" fmla="*/ 3753124 w 3753124"/>
                <a:gd name="connsiteY2" fmla="*/ 1262743 h 2815772"/>
                <a:gd name="connsiteX3" fmla="*/ 641953 w 3753124"/>
                <a:gd name="connsiteY3" fmla="*/ 2815772 h 2815772"/>
                <a:gd name="connsiteX4" fmla="*/ 1135439 w 3753124"/>
                <a:gd name="connsiteY4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734365 w 3845536"/>
                <a:gd name="connsiteY3" fmla="*/ 2815772 h 2815772"/>
                <a:gd name="connsiteX4" fmla="*/ 1227851 w 3845536"/>
                <a:gd name="connsiteY4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13369 w 3845536"/>
                <a:gd name="connsiteY3" fmla="*/ 2688770 h 2815772"/>
                <a:gd name="connsiteX4" fmla="*/ 734365 w 3845536"/>
                <a:gd name="connsiteY4" fmla="*/ 2815772 h 2815772"/>
                <a:gd name="connsiteX5" fmla="*/ 1227851 w 3845536"/>
                <a:gd name="connsiteY5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126283 w 3845536"/>
                <a:gd name="connsiteY3" fmla="*/ 1992085 h 2815772"/>
                <a:gd name="connsiteX4" fmla="*/ 1213369 w 3845536"/>
                <a:gd name="connsiteY4" fmla="*/ 2688770 h 2815772"/>
                <a:gd name="connsiteX5" fmla="*/ 734365 w 3845536"/>
                <a:gd name="connsiteY5" fmla="*/ 2815772 h 2815772"/>
                <a:gd name="connsiteX6" fmla="*/ 1227851 w 3845536"/>
                <a:gd name="connsiteY6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27520 w 3845536"/>
                <a:gd name="connsiteY3" fmla="*/ 2225039 h 2815772"/>
                <a:gd name="connsiteX4" fmla="*/ 1126283 w 3845536"/>
                <a:gd name="connsiteY4" fmla="*/ 1992085 h 2815772"/>
                <a:gd name="connsiteX5" fmla="*/ 1213369 w 3845536"/>
                <a:gd name="connsiteY5" fmla="*/ 2688770 h 2815772"/>
                <a:gd name="connsiteX6" fmla="*/ 734365 w 3845536"/>
                <a:gd name="connsiteY6" fmla="*/ 2815772 h 2815772"/>
                <a:gd name="connsiteX7" fmla="*/ 1227851 w 3845536"/>
                <a:gd name="connsiteY7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27520 w 3845536"/>
                <a:gd name="connsiteY3" fmla="*/ 2225039 h 2815772"/>
                <a:gd name="connsiteX4" fmla="*/ 1126283 w 3845536"/>
                <a:gd name="connsiteY4" fmla="*/ 1992085 h 2815772"/>
                <a:gd name="connsiteX5" fmla="*/ 1213369 w 3845536"/>
                <a:gd name="connsiteY5" fmla="*/ 2688770 h 2815772"/>
                <a:gd name="connsiteX6" fmla="*/ 734365 w 3845536"/>
                <a:gd name="connsiteY6" fmla="*/ 2815772 h 2815772"/>
                <a:gd name="connsiteX7" fmla="*/ 1227851 w 3845536"/>
                <a:gd name="connsiteY7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2713420 w 3845536"/>
                <a:gd name="connsiteY3" fmla="*/ 2285999 h 2815772"/>
                <a:gd name="connsiteX4" fmla="*/ 1227520 w 3845536"/>
                <a:gd name="connsiteY4" fmla="*/ 2225039 h 2815772"/>
                <a:gd name="connsiteX5" fmla="*/ 1126283 w 3845536"/>
                <a:gd name="connsiteY5" fmla="*/ 1992085 h 2815772"/>
                <a:gd name="connsiteX6" fmla="*/ 1213369 w 3845536"/>
                <a:gd name="connsiteY6" fmla="*/ 2688770 h 2815772"/>
                <a:gd name="connsiteX7" fmla="*/ 734365 w 3845536"/>
                <a:gd name="connsiteY7" fmla="*/ 2815772 h 2815772"/>
                <a:gd name="connsiteX8" fmla="*/ 1227851 w 3845536"/>
                <a:gd name="connsiteY8" fmla="*/ 116114 h 2815772"/>
                <a:gd name="connsiteX0" fmla="*/ 1227851 w 3845536"/>
                <a:gd name="connsiteY0" fmla="*/ 116114 h 2890073"/>
                <a:gd name="connsiteX1" fmla="*/ 3845536 w 3845536"/>
                <a:gd name="connsiteY1" fmla="*/ 0 h 2890073"/>
                <a:gd name="connsiteX2" fmla="*/ 3845536 w 3845536"/>
                <a:gd name="connsiteY2" fmla="*/ 1262743 h 2890073"/>
                <a:gd name="connsiteX3" fmla="*/ 2789620 w 3845536"/>
                <a:gd name="connsiteY3" fmla="*/ 2865119 h 2890073"/>
                <a:gd name="connsiteX4" fmla="*/ 2713420 w 3845536"/>
                <a:gd name="connsiteY4" fmla="*/ 2285999 h 2890073"/>
                <a:gd name="connsiteX5" fmla="*/ 1227520 w 3845536"/>
                <a:gd name="connsiteY5" fmla="*/ 2225039 h 2890073"/>
                <a:gd name="connsiteX6" fmla="*/ 1126283 w 3845536"/>
                <a:gd name="connsiteY6" fmla="*/ 1992085 h 2890073"/>
                <a:gd name="connsiteX7" fmla="*/ 1213369 w 3845536"/>
                <a:gd name="connsiteY7" fmla="*/ 2688770 h 2890073"/>
                <a:gd name="connsiteX8" fmla="*/ 734365 w 3845536"/>
                <a:gd name="connsiteY8" fmla="*/ 2815772 h 2890073"/>
                <a:gd name="connsiteX9" fmla="*/ 1227851 w 3845536"/>
                <a:gd name="connsiteY9" fmla="*/ 116114 h 2890073"/>
                <a:gd name="connsiteX0" fmla="*/ 1227851 w 3845536"/>
                <a:gd name="connsiteY0" fmla="*/ 116114 h 2892854"/>
                <a:gd name="connsiteX1" fmla="*/ 3845536 w 3845536"/>
                <a:gd name="connsiteY1" fmla="*/ 0 h 2892854"/>
                <a:gd name="connsiteX2" fmla="*/ 3845536 w 3845536"/>
                <a:gd name="connsiteY2" fmla="*/ 1262743 h 2892854"/>
                <a:gd name="connsiteX3" fmla="*/ 2789620 w 3845536"/>
                <a:gd name="connsiteY3" fmla="*/ 2865119 h 2892854"/>
                <a:gd name="connsiteX4" fmla="*/ 2713420 w 3845536"/>
                <a:gd name="connsiteY4" fmla="*/ 2285999 h 2892854"/>
                <a:gd name="connsiteX5" fmla="*/ 1227520 w 3845536"/>
                <a:gd name="connsiteY5" fmla="*/ 2225039 h 2892854"/>
                <a:gd name="connsiteX6" fmla="*/ 1126283 w 3845536"/>
                <a:gd name="connsiteY6" fmla="*/ 1992085 h 2892854"/>
                <a:gd name="connsiteX7" fmla="*/ 1213369 w 3845536"/>
                <a:gd name="connsiteY7" fmla="*/ 2688770 h 2892854"/>
                <a:gd name="connsiteX8" fmla="*/ 734365 w 3845536"/>
                <a:gd name="connsiteY8" fmla="*/ 2815772 h 2892854"/>
                <a:gd name="connsiteX9" fmla="*/ 1227851 w 3845536"/>
                <a:gd name="connsiteY9" fmla="*/ 116114 h 2892854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126283 w 3845536"/>
                <a:gd name="connsiteY6" fmla="*/ 1992085 h 2868175"/>
                <a:gd name="connsiteX7" fmla="*/ 1213369 w 3845536"/>
                <a:gd name="connsiteY7" fmla="*/ 2688770 h 2868175"/>
                <a:gd name="connsiteX8" fmla="*/ 734365 w 3845536"/>
                <a:gd name="connsiteY8" fmla="*/ 2815772 h 2868175"/>
                <a:gd name="connsiteX9" fmla="*/ 1227851 w 3845536"/>
                <a:gd name="connsiteY9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30575 w 3848260"/>
                <a:gd name="connsiteY0" fmla="*/ 116114 h 2868175"/>
                <a:gd name="connsiteX1" fmla="*/ 3848260 w 3848260"/>
                <a:gd name="connsiteY1" fmla="*/ 0 h 2868175"/>
                <a:gd name="connsiteX2" fmla="*/ 3848260 w 3848260"/>
                <a:gd name="connsiteY2" fmla="*/ 1262743 h 2868175"/>
                <a:gd name="connsiteX3" fmla="*/ 2792344 w 3848260"/>
                <a:gd name="connsiteY3" fmla="*/ 2865119 h 2868175"/>
                <a:gd name="connsiteX4" fmla="*/ 2716144 w 3848260"/>
                <a:gd name="connsiteY4" fmla="*/ 2285999 h 2868175"/>
                <a:gd name="connsiteX5" fmla="*/ 1230244 w 3848260"/>
                <a:gd name="connsiteY5" fmla="*/ 2225039 h 2868175"/>
                <a:gd name="connsiteX6" fmla="*/ 1216093 w 3848260"/>
                <a:gd name="connsiteY6" fmla="*/ 2688770 h 2868175"/>
                <a:gd name="connsiteX7" fmla="*/ 729469 w 3848260"/>
                <a:gd name="connsiteY7" fmla="*/ 2800532 h 2868175"/>
                <a:gd name="connsiteX8" fmla="*/ 1230575 w 3848260"/>
                <a:gd name="connsiteY8" fmla="*/ 116114 h 2868175"/>
                <a:gd name="connsiteX0" fmla="*/ 1230575 w 3848260"/>
                <a:gd name="connsiteY0" fmla="*/ 116114 h 2868175"/>
                <a:gd name="connsiteX1" fmla="*/ 3848260 w 3848260"/>
                <a:gd name="connsiteY1" fmla="*/ 0 h 2868175"/>
                <a:gd name="connsiteX2" fmla="*/ 3848260 w 3848260"/>
                <a:gd name="connsiteY2" fmla="*/ 1262743 h 2868175"/>
                <a:gd name="connsiteX3" fmla="*/ 2792344 w 3848260"/>
                <a:gd name="connsiteY3" fmla="*/ 2865119 h 2868175"/>
                <a:gd name="connsiteX4" fmla="*/ 2716144 w 3848260"/>
                <a:gd name="connsiteY4" fmla="*/ 2285999 h 2868175"/>
                <a:gd name="connsiteX5" fmla="*/ 1230244 w 3848260"/>
                <a:gd name="connsiteY5" fmla="*/ 2225039 h 2868175"/>
                <a:gd name="connsiteX6" fmla="*/ 1216093 w 3848260"/>
                <a:gd name="connsiteY6" fmla="*/ 2688770 h 2868175"/>
                <a:gd name="connsiteX7" fmla="*/ 729469 w 3848260"/>
                <a:gd name="connsiteY7" fmla="*/ 2800532 h 2868175"/>
                <a:gd name="connsiteX8" fmla="*/ 1230575 w 3848260"/>
                <a:gd name="connsiteY8" fmla="*/ 116114 h 2868175"/>
                <a:gd name="connsiteX0" fmla="*/ 1237276 w 3854961"/>
                <a:gd name="connsiteY0" fmla="*/ 116114 h 2868175"/>
                <a:gd name="connsiteX1" fmla="*/ 3854961 w 3854961"/>
                <a:gd name="connsiteY1" fmla="*/ 0 h 2868175"/>
                <a:gd name="connsiteX2" fmla="*/ 3854961 w 3854961"/>
                <a:gd name="connsiteY2" fmla="*/ 1262743 h 2868175"/>
                <a:gd name="connsiteX3" fmla="*/ 2799045 w 3854961"/>
                <a:gd name="connsiteY3" fmla="*/ 2865119 h 2868175"/>
                <a:gd name="connsiteX4" fmla="*/ 2722845 w 3854961"/>
                <a:gd name="connsiteY4" fmla="*/ 2285999 h 2868175"/>
                <a:gd name="connsiteX5" fmla="*/ 1236945 w 3854961"/>
                <a:gd name="connsiteY5" fmla="*/ 2225039 h 2868175"/>
                <a:gd name="connsiteX6" fmla="*/ 1222794 w 3854961"/>
                <a:gd name="connsiteY6" fmla="*/ 2688770 h 2868175"/>
                <a:gd name="connsiteX7" fmla="*/ 736170 w 3854961"/>
                <a:gd name="connsiteY7" fmla="*/ 2800532 h 2868175"/>
                <a:gd name="connsiteX8" fmla="*/ 1237276 w 3854961"/>
                <a:gd name="connsiteY8" fmla="*/ 116114 h 2868175"/>
                <a:gd name="connsiteX0" fmla="*/ 1237276 w 3854961"/>
                <a:gd name="connsiteY0" fmla="*/ 116114 h 2915700"/>
                <a:gd name="connsiteX1" fmla="*/ 3854961 w 3854961"/>
                <a:gd name="connsiteY1" fmla="*/ 0 h 2915700"/>
                <a:gd name="connsiteX2" fmla="*/ 3854961 w 3854961"/>
                <a:gd name="connsiteY2" fmla="*/ 1262743 h 2915700"/>
                <a:gd name="connsiteX3" fmla="*/ 3553426 w 3854961"/>
                <a:gd name="connsiteY3" fmla="*/ 2788919 h 2915700"/>
                <a:gd name="connsiteX4" fmla="*/ 2799045 w 3854961"/>
                <a:gd name="connsiteY4" fmla="*/ 2865119 h 2915700"/>
                <a:gd name="connsiteX5" fmla="*/ 2722845 w 3854961"/>
                <a:gd name="connsiteY5" fmla="*/ 2285999 h 2915700"/>
                <a:gd name="connsiteX6" fmla="*/ 1236945 w 3854961"/>
                <a:gd name="connsiteY6" fmla="*/ 2225039 h 2915700"/>
                <a:gd name="connsiteX7" fmla="*/ 1222794 w 3854961"/>
                <a:gd name="connsiteY7" fmla="*/ 2688770 h 2915700"/>
                <a:gd name="connsiteX8" fmla="*/ 736170 w 3854961"/>
                <a:gd name="connsiteY8" fmla="*/ 2800532 h 2915700"/>
                <a:gd name="connsiteX9" fmla="*/ 1237276 w 3854961"/>
                <a:gd name="connsiteY9" fmla="*/ 116114 h 2915700"/>
                <a:gd name="connsiteX0" fmla="*/ 1237276 w 3854961"/>
                <a:gd name="connsiteY0" fmla="*/ 93254 h 2892840"/>
                <a:gd name="connsiteX1" fmla="*/ 3580641 w 3854961"/>
                <a:gd name="connsiteY1" fmla="*/ 0 h 2892840"/>
                <a:gd name="connsiteX2" fmla="*/ 3854961 w 3854961"/>
                <a:gd name="connsiteY2" fmla="*/ 1239883 h 2892840"/>
                <a:gd name="connsiteX3" fmla="*/ 3553426 w 3854961"/>
                <a:gd name="connsiteY3" fmla="*/ 2766059 h 2892840"/>
                <a:gd name="connsiteX4" fmla="*/ 2799045 w 3854961"/>
                <a:gd name="connsiteY4" fmla="*/ 2842259 h 2892840"/>
                <a:gd name="connsiteX5" fmla="*/ 2722845 w 3854961"/>
                <a:gd name="connsiteY5" fmla="*/ 2263139 h 2892840"/>
                <a:gd name="connsiteX6" fmla="*/ 1236945 w 3854961"/>
                <a:gd name="connsiteY6" fmla="*/ 2202179 h 2892840"/>
                <a:gd name="connsiteX7" fmla="*/ 1222794 w 3854961"/>
                <a:gd name="connsiteY7" fmla="*/ 2665910 h 2892840"/>
                <a:gd name="connsiteX8" fmla="*/ 736170 w 3854961"/>
                <a:gd name="connsiteY8" fmla="*/ 2777672 h 2892840"/>
                <a:gd name="connsiteX9" fmla="*/ 1237276 w 3854961"/>
                <a:gd name="connsiteY9" fmla="*/ 93254 h 2892840"/>
                <a:gd name="connsiteX0" fmla="*/ 1237276 w 3580641"/>
                <a:gd name="connsiteY0" fmla="*/ 93254 h 2892840"/>
                <a:gd name="connsiteX1" fmla="*/ 3580641 w 3580641"/>
                <a:gd name="connsiteY1" fmla="*/ 0 h 2892840"/>
                <a:gd name="connsiteX2" fmla="*/ 3553426 w 3580641"/>
                <a:gd name="connsiteY2" fmla="*/ 2766059 h 2892840"/>
                <a:gd name="connsiteX3" fmla="*/ 2799045 w 3580641"/>
                <a:gd name="connsiteY3" fmla="*/ 2842259 h 2892840"/>
                <a:gd name="connsiteX4" fmla="*/ 2722845 w 3580641"/>
                <a:gd name="connsiteY4" fmla="*/ 2263139 h 2892840"/>
                <a:gd name="connsiteX5" fmla="*/ 1236945 w 3580641"/>
                <a:gd name="connsiteY5" fmla="*/ 2202179 h 2892840"/>
                <a:gd name="connsiteX6" fmla="*/ 1222794 w 3580641"/>
                <a:gd name="connsiteY6" fmla="*/ 2665910 h 2892840"/>
                <a:gd name="connsiteX7" fmla="*/ 736170 w 3580641"/>
                <a:gd name="connsiteY7" fmla="*/ 2777672 h 2892840"/>
                <a:gd name="connsiteX8" fmla="*/ 1237276 w 3580641"/>
                <a:gd name="connsiteY8" fmla="*/ 93254 h 2892840"/>
                <a:gd name="connsiteX0" fmla="*/ 1237276 w 3580641"/>
                <a:gd name="connsiteY0" fmla="*/ 93254 h 2916988"/>
                <a:gd name="connsiteX1" fmla="*/ 3580641 w 3580641"/>
                <a:gd name="connsiteY1" fmla="*/ 0 h 2916988"/>
                <a:gd name="connsiteX2" fmla="*/ 3553426 w 3580641"/>
                <a:gd name="connsiteY2" fmla="*/ 2766059 h 2916988"/>
                <a:gd name="connsiteX3" fmla="*/ 2799045 w 3580641"/>
                <a:gd name="connsiteY3" fmla="*/ 2842259 h 2916988"/>
                <a:gd name="connsiteX4" fmla="*/ 2722845 w 3580641"/>
                <a:gd name="connsiteY4" fmla="*/ 2263139 h 2916988"/>
                <a:gd name="connsiteX5" fmla="*/ 1236945 w 3580641"/>
                <a:gd name="connsiteY5" fmla="*/ 2202179 h 2916988"/>
                <a:gd name="connsiteX6" fmla="*/ 1222794 w 3580641"/>
                <a:gd name="connsiteY6" fmla="*/ 2665910 h 2916988"/>
                <a:gd name="connsiteX7" fmla="*/ 736170 w 3580641"/>
                <a:gd name="connsiteY7" fmla="*/ 2777672 h 2916988"/>
                <a:gd name="connsiteX8" fmla="*/ 1237276 w 3580641"/>
                <a:gd name="connsiteY8" fmla="*/ 93254 h 2916988"/>
                <a:gd name="connsiteX0" fmla="*/ 1237276 w 3580641"/>
                <a:gd name="connsiteY0" fmla="*/ 93254 h 2916988"/>
                <a:gd name="connsiteX1" fmla="*/ 3580641 w 3580641"/>
                <a:gd name="connsiteY1" fmla="*/ 0 h 2916988"/>
                <a:gd name="connsiteX2" fmla="*/ 3553426 w 3580641"/>
                <a:gd name="connsiteY2" fmla="*/ 2766059 h 2916988"/>
                <a:gd name="connsiteX3" fmla="*/ 2799045 w 3580641"/>
                <a:gd name="connsiteY3" fmla="*/ 2842259 h 2916988"/>
                <a:gd name="connsiteX4" fmla="*/ 2722845 w 3580641"/>
                <a:gd name="connsiteY4" fmla="*/ 2263139 h 2916988"/>
                <a:gd name="connsiteX5" fmla="*/ 1236945 w 3580641"/>
                <a:gd name="connsiteY5" fmla="*/ 2202179 h 2916988"/>
                <a:gd name="connsiteX6" fmla="*/ 1222794 w 3580641"/>
                <a:gd name="connsiteY6" fmla="*/ 2665910 h 2916988"/>
                <a:gd name="connsiteX7" fmla="*/ 736170 w 3580641"/>
                <a:gd name="connsiteY7" fmla="*/ 2777672 h 2916988"/>
                <a:gd name="connsiteX8" fmla="*/ 1237276 w 3580641"/>
                <a:gd name="connsiteY8" fmla="*/ 93254 h 2916988"/>
                <a:gd name="connsiteX0" fmla="*/ 1237276 w 3795210"/>
                <a:gd name="connsiteY0" fmla="*/ 93254 h 2916988"/>
                <a:gd name="connsiteX1" fmla="*/ 3580641 w 3795210"/>
                <a:gd name="connsiteY1" fmla="*/ 0 h 2916988"/>
                <a:gd name="connsiteX2" fmla="*/ 3553426 w 3795210"/>
                <a:gd name="connsiteY2" fmla="*/ 2766059 h 2916988"/>
                <a:gd name="connsiteX3" fmla="*/ 2799045 w 3795210"/>
                <a:gd name="connsiteY3" fmla="*/ 2842259 h 2916988"/>
                <a:gd name="connsiteX4" fmla="*/ 2722845 w 3795210"/>
                <a:gd name="connsiteY4" fmla="*/ 2263139 h 2916988"/>
                <a:gd name="connsiteX5" fmla="*/ 1236945 w 3795210"/>
                <a:gd name="connsiteY5" fmla="*/ 2202179 h 2916988"/>
                <a:gd name="connsiteX6" fmla="*/ 1222794 w 3795210"/>
                <a:gd name="connsiteY6" fmla="*/ 2665910 h 2916988"/>
                <a:gd name="connsiteX7" fmla="*/ 736170 w 3795210"/>
                <a:gd name="connsiteY7" fmla="*/ 2777672 h 2916988"/>
                <a:gd name="connsiteX8" fmla="*/ 1237276 w 3795210"/>
                <a:gd name="connsiteY8" fmla="*/ 93254 h 2916988"/>
                <a:gd name="connsiteX0" fmla="*/ 1237276 w 3855111"/>
                <a:gd name="connsiteY0" fmla="*/ 93254 h 2916988"/>
                <a:gd name="connsiteX1" fmla="*/ 3580641 w 3855111"/>
                <a:gd name="connsiteY1" fmla="*/ 0 h 2916988"/>
                <a:gd name="connsiteX2" fmla="*/ 3553426 w 3855111"/>
                <a:gd name="connsiteY2" fmla="*/ 2766059 h 2916988"/>
                <a:gd name="connsiteX3" fmla="*/ 2799045 w 3855111"/>
                <a:gd name="connsiteY3" fmla="*/ 2842259 h 2916988"/>
                <a:gd name="connsiteX4" fmla="*/ 2722845 w 3855111"/>
                <a:gd name="connsiteY4" fmla="*/ 2263139 h 2916988"/>
                <a:gd name="connsiteX5" fmla="*/ 1236945 w 3855111"/>
                <a:gd name="connsiteY5" fmla="*/ 2202179 h 2916988"/>
                <a:gd name="connsiteX6" fmla="*/ 1222794 w 3855111"/>
                <a:gd name="connsiteY6" fmla="*/ 2665910 h 2916988"/>
                <a:gd name="connsiteX7" fmla="*/ 736170 w 3855111"/>
                <a:gd name="connsiteY7" fmla="*/ 2777672 h 2916988"/>
                <a:gd name="connsiteX8" fmla="*/ 1237276 w 3855111"/>
                <a:gd name="connsiteY8" fmla="*/ 93254 h 291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55111" h="2916988">
                  <a:moveTo>
                    <a:pt x="1237276" y="93254"/>
                  </a:moveTo>
                  <a:lnTo>
                    <a:pt x="3580641" y="0"/>
                  </a:lnTo>
                  <a:cubicBezTo>
                    <a:pt x="4074489" y="967740"/>
                    <a:pt x="3798718" y="2270759"/>
                    <a:pt x="3553426" y="2766059"/>
                  </a:cubicBezTo>
                  <a:cubicBezTo>
                    <a:pt x="3377440" y="3033122"/>
                    <a:pt x="2861275" y="2870199"/>
                    <a:pt x="2799045" y="2842259"/>
                  </a:cubicBezTo>
                  <a:cubicBezTo>
                    <a:pt x="2633219" y="2761342"/>
                    <a:pt x="2606005" y="2344419"/>
                    <a:pt x="2722845" y="2263139"/>
                  </a:cubicBezTo>
                  <a:cubicBezTo>
                    <a:pt x="2435825" y="2273299"/>
                    <a:pt x="1298268" y="2228305"/>
                    <a:pt x="1236945" y="2202179"/>
                  </a:cubicBezTo>
                  <a:cubicBezTo>
                    <a:pt x="1139337" y="2269307"/>
                    <a:pt x="1304987" y="2567455"/>
                    <a:pt x="1222794" y="2665910"/>
                  </a:cubicBezTo>
                  <a:cubicBezTo>
                    <a:pt x="1085986" y="2807304"/>
                    <a:pt x="888218" y="2803918"/>
                    <a:pt x="736170" y="2777672"/>
                  </a:cubicBezTo>
                  <a:cubicBezTo>
                    <a:pt x="543976" y="2742475"/>
                    <a:pt x="-1089848" y="673826"/>
                    <a:pt x="1237276" y="93254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9B5143-19C2-FF68-D378-F8F40364EB75}"/>
                </a:ext>
              </a:extLst>
            </p:cNvPr>
            <p:cNvSpPr/>
            <p:nvPr/>
          </p:nvSpPr>
          <p:spPr>
            <a:xfrm>
              <a:off x="3935130" y="5725614"/>
              <a:ext cx="1132852" cy="1238548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91771"/>
                <a:gd name="connsiteX1" fmla="*/ 1471057 w 1471057"/>
                <a:gd name="connsiteY1" fmla="*/ 0 h 1291771"/>
                <a:gd name="connsiteX2" fmla="*/ 1471057 w 1471057"/>
                <a:gd name="connsiteY2" fmla="*/ 1262743 h 1291771"/>
                <a:gd name="connsiteX3" fmla="*/ 508000 w 1471057"/>
                <a:gd name="connsiteY3" fmla="*/ 1291771 h 1291771"/>
                <a:gd name="connsiteX4" fmla="*/ 0 w 1471057"/>
                <a:gd name="connsiteY4" fmla="*/ 0 h 1291771"/>
                <a:gd name="connsiteX0" fmla="*/ 0 w 1659742"/>
                <a:gd name="connsiteY0" fmla="*/ 101600 h 1291771"/>
                <a:gd name="connsiteX1" fmla="*/ 1659742 w 1659742"/>
                <a:gd name="connsiteY1" fmla="*/ 0 h 1291771"/>
                <a:gd name="connsiteX2" fmla="*/ 1659742 w 1659742"/>
                <a:gd name="connsiteY2" fmla="*/ 1262743 h 1291771"/>
                <a:gd name="connsiteX3" fmla="*/ 696685 w 1659742"/>
                <a:gd name="connsiteY3" fmla="*/ 1291771 h 1291771"/>
                <a:gd name="connsiteX4" fmla="*/ 0 w 1659742"/>
                <a:gd name="connsiteY4" fmla="*/ 101600 h 1291771"/>
                <a:gd name="connsiteX0" fmla="*/ 0 w 1659742"/>
                <a:gd name="connsiteY0" fmla="*/ 0 h 1190171"/>
                <a:gd name="connsiteX1" fmla="*/ 948542 w 1659742"/>
                <a:gd name="connsiteY1" fmla="*/ 203200 h 1190171"/>
                <a:gd name="connsiteX2" fmla="*/ 1659742 w 1659742"/>
                <a:gd name="connsiteY2" fmla="*/ 1161143 h 1190171"/>
                <a:gd name="connsiteX3" fmla="*/ 696685 w 1659742"/>
                <a:gd name="connsiteY3" fmla="*/ 1190171 h 1190171"/>
                <a:gd name="connsiteX4" fmla="*/ 0 w 1659742"/>
                <a:gd name="connsiteY4" fmla="*/ 0 h 1190171"/>
                <a:gd name="connsiteX0" fmla="*/ 0 w 948542"/>
                <a:gd name="connsiteY0" fmla="*/ 0 h 1190171"/>
                <a:gd name="connsiteX1" fmla="*/ 948542 w 948542"/>
                <a:gd name="connsiteY1" fmla="*/ 203200 h 1190171"/>
                <a:gd name="connsiteX2" fmla="*/ 696685 w 948542"/>
                <a:gd name="connsiteY2" fmla="*/ 1190171 h 1190171"/>
                <a:gd name="connsiteX3" fmla="*/ 0 w 948542"/>
                <a:gd name="connsiteY3" fmla="*/ 0 h 1190171"/>
                <a:gd name="connsiteX0" fmla="*/ 0 w 1126680"/>
                <a:gd name="connsiteY0" fmla="*/ 0 h 1190171"/>
                <a:gd name="connsiteX1" fmla="*/ 948542 w 1126680"/>
                <a:gd name="connsiteY1" fmla="*/ 203200 h 1190171"/>
                <a:gd name="connsiteX2" fmla="*/ 696685 w 1126680"/>
                <a:gd name="connsiteY2" fmla="*/ 1190171 h 1190171"/>
                <a:gd name="connsiteX3" fmla="*/ 0 w 1126680"/>
                <a:gd name="connsiteY3" fmla="*/ 0 h 1190171"/>
                <a:gd name="connsiteX0" fmla="*/ 0 w 1126680"/>
                <a:gd name="connsiteY0" fmla="*/ 0 h 1191069"/>
                <a:gd name="connsiteX1" fmla="*/ 948542 w 1126680"/>
                <a:gd name="connsiteY1" fmla="*/ 203200 h 1191069"/>
                <a:gd name="connsiteX2" fmla="*/ 696685 w 1126680"/>
                <a:gd name="connsiteY2" fmla="*/ 1190171 h 1191069"/>
                <a:gd name="connsiteX3" fmla="*/ 0 w 1126680"/>
                <a:gd name="connsiteY3" fmla="*/ 0 h 1191069"/>
                <a:gd name="connsiteX0" fmla="*/ 0 w 1093342"/>
                <a:gd name="connsiteY0" fmla="*/ 0 h 1238647"/>
                <a:gd name="connsiteX1" fmla="*/ 915204 w 1093342"/>
                <a:gd name="connsiteY1" fmla="*/ 250825 h 1238647"/>
                <a:gd name="connsiteX2" fmla="*/ 663347 w 1093342"/>
                <a:gd name="connsiteY2" fmla="*/ 1237796 h 1238647"/>
                <a:gd name="connsiteX3" fmla="*/ 0 w 1093342"/>
                <a:gd name="connsiteY3" fmla="*/ 0 h 1238647"/>
                <a:gd name="connsiteX0" fmla="*/ 2293 w 1095635"/>
                <a:gd name="connsiteY0" fmla="*/ 0 h 1238548"/>
                <a:gd name="connsiteX1" fmla="*/ 917497 w 1095635"/>
                <a:gd name="connsiteY1" fmla="*/ 250825 h 1238548"/>
                <a:gd name="connsiteX2" fmla="*/ 665640 w 1095635"/>
                <a:gd name="connsiteY2" fmla="*/ 1237796 h 1238548"/>
                <a:gd name="connsiteX3" fmla="*/ 2293 w 1095635"/>
                <a:gd name="connsiteY3" fmla="*/ 0 h 1238548"/>
                <a:gd name="connsiteX0" fmla="*/ 2293 w 1130995"/>
                <a:gd name="connsiteY0" fmla="*/ 0 h 1238548"/>
                <a:gd name="connsiteX1" fmla="*/ 917497 w 1130995"/>
                <a:gd name="connsiteY1" fmla="*/ 250825 h 1238548"/>
                <a:gd name="connsiteX2" fmla="*/ 665640 w 1130995"/>
                <a:gd name="connsiteY2" fmla="*/ 1237796 h 1238548"/>
                <a:gd name="connsiteX3" fmla="*/ 2293 w 1130995"/>
                <a:gd name="connsiteY3" fmla="*/ 0 h 1238548"/>
                <a:gd name="connsiteX0" fmla="*/ 2293 w 1132852"/>
                <a:gd name="connsiteY0" fmla="*/ 0 h 1238548"/>
                <a:gd name="connsiteX1" fmla="*/ 922260 w 1132852"/>
                <a:gd name="connsiteY1" fmla="*/ 217488 h 1238548"/>
                <a:gd name="connsiteX2" fmla="*/ 665640 w 1132852"/>
                <a:gd name="connsiteY2" fmla="*/ 1237796 h 1238548"/>
                <a:gd name="connsiteX3" fmla="*/ 2293 w 1132852"/>
                <a:gd name="connsiteY3" fmla="*/ 0 h 1238548"/>
                <a:gd name="connsiteX0" fmla="*/ 922260 w 1132852"/>
                <a:gd name="connsiteY0" fmla="*/ 217488 h 1238548"/>
                <a:gd name="connsiteX1" fmla="*/ 665640 w 1132852"/>
                <a:gd name="connsiteY1" fmla="*/ 1237796 h 1238548"/>
                <a:gd name="connsiteX2" fmla="*/ 2293 w 1132852"/>
                <a:gd name="connsiteY2" fmla="*/ 0 h 1238548"/>
                <a:gd name="connsiteX3" fmla="*/ 1013700 w 1132852"/>
                <a:gd name="connsiteY3" fmla="*/ 308928 h 1238548"/>
                <a:gd name="connsiteX0" fmla="*/ 922260 w 1132852"/>
                <a:gd name="connsiteY0" fmla="*/ 217488 h 1238548"/>
                <a:gd name="connsiteX1" fmla="*/ 665640 w 1132852"/>
                <a:gd name="connsiteY1" fmla="*/ 1237796 h 1238548"/>
                <a:gd name="connsiteX2" fmla="*/ 2293 w 1132852"/>
                <a:gd name="connsiteY2" fmla="*/ 0 h 123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852" h="1238548">
                  <a:moveTo>
                    <a:pt x="922260" y="217488"/>
                  </a:moveTo>
                  <a:cubicBezTo>
                    <a:pt x="957371" y="298828"/>
                    <a:pt x="1511592" y="1132643"/>
                    <a:pt x="665640" y="1237796"/>
                  </a:cubicBezTo>
                  <a:cubicBezTo>
                    <a:pt x="-42838" y="1269697"/>
                    <a:pt x="-3604" y="277661"/>
                    <a:pt x="2293" y="0"/>
                  </a:cubicBezTo>
                </a:path>
              </a:pathLst>
            </a:custGeom>
            <a:solidFill>
              <a:srgbClr val="CA896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6E91318-DD2F-B607-71B8-AE3FC8EA47FD}"/>
                </a:ext>
              </a:extLst>
            </p:cNvPr>
            <p:cNvSpPr/>
            <p:nvPr/>
          </p:nvSpPr>
          <p:spPr>
            <a:xfrm>
              <a:off x="4011805" y="6425430"/>
              <a:ext cx="1056177" cy="538732"/>
            </a:xfrm>
            <a:custGeom>
              <a:avLst/>
              <a:gdLst>
                <a:gd name="connsiteX0" fmla="*/ 1043596 w 1056177"/>
                <a:gd name="connsiteY0" fmla="*/ 0 h 538732"/>
                <a:gd name="connsiteX1" fmla="*/ 1047673 w 1056177"/>
                <a:gd name="connsiteY1" fmla="*/ 18896 h 538732"/>
                <a:gd name="connsiteX2" fmla="*/ 588964 w 1056177"/>
                <a:gd name="connsiteY2" fmla="*/ 537980 h 538732"/>
                <a:gd name="connsiteX3" fmla="*/ 23032 w 1056177"/>
                <a:gd name="connsiteY3" fmla="*/ 137453 h 538732"/>
                <a:gd name="connsiteX4" fmla="*/ 0 w 1056177"/>
                <a:gd name="connsiteY4" fmla="*/ 67407 h 538732"/>
                <a:gd name="connsiteX5" fmla="*/ 18499 w 1056177"/>
                <a:gd name="connsiteY5" fmla="*/ 69250 h 538732"/>
                <a:gd name="connsiteX6" fmla="*/ 1002935 w 1056177"/>
                <a:gd name="connsiteY6" fmla="*/ 20911 h 538732"/>
                <a:gd name="connsiteX7" fmla="*/ 1043596 w 1056177"/>
                <a:gd name="connsiteY7" fmla="*/ 0 h 53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6177" h="538732">
                  <a:moveTo>
                    <a:pt x="1043596" y="0"/>
                  </a:moveTo>
                  <a:lnTo>
                    <a:pt x="1047673" y="18896"/>
                  </a:lnTo>
                  <a:cubicBezTo>
                    <a:pt x="1084873" y="250662"/>
                    <a:pt x="1011940" y="485404"/>
                    <a:pt x="588964" y="537980"/>
                  </a:cubicBezTo>
                  <a:cubicBezTo>
                    <a:pt x="279005" y="551937"/>
                    <a:pt x="112163" y="369906"/>
                    <a:pt x="23032" y="137453"/>
                  </a:cubicBezTo>
                  <a:lnTo>
                    <a:pt x="0" y="67407"/>
                  </a:lnTo>
                  <a:lnTo>
                    <a:pt x="18499" y="69250"/>
                  </a:lnTo>
                  <a:cubicBezTo>
                    <a:pt x="251931" y="105406"/>
                    <a:pt x="442134" y="288544"/>
                    <a:pt x="1002935" y="20911"/>
                  </a:cubicBezTo>
                  <a:lnTo>
                    <a:pt x="1043596" y="0"/>
                  </a:lnTo>
                  <a:close/>
                </a:path>
              </a:pathLst>
            </a:custGeom>
            <a:solidFill>
              <a:srgbClr val="68361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CB58E18-4B04-55CF-7C4D-1B2730545492}"/>
                </a:ext>
              </a:extLst>
            </p:cNvPr>
            <p:cNvSpPr/>
            <p:nvPr/>
          </p:nvSpPr>
          <p:spPr>
            <a:xfrm>
              <a:off x="2963487" y="6235908"/>
              <a:ext cx="849348" cy="449280"/>
            </a:xfrm>
            <a:custGeom>
              <a:avLst/>
              <a:gdLst>
                <a:gd name="connsiteX0" fmla="*/ 813117 w 849348"/>
                <a:gd name="connsiteY0" fmla="*/ 0 h 449280"/>
                <a:gd name="connsiteX1" fmla="*/ 814072 w 849348"/>
                <a:gd name="connsiteY1" fmla="*/ 9867 h 449280"/>
                <a:gd name="connsiteX2" fmla="*/ 825621 w 849348"/>
                <a:gd name="connsiteY2" fmla="*/ 323331 h 449280"/>
                <a:gd name="connsiteX3" fmla="*/ 338997 w 849348"/>
                <a:gd name="connsiteY3" fmla="*/ 435093 h 449280"/>
                <a:gd name="connsiteX4" fmla="*/ 8961 w 849348"/>
                <a:gd name="connsiteY4" fmla="*/ 82447 h 449280"/>
                <a:gd name="connsiteX5" fmla="*/ 0 w 849348"/>
                <a:gd name="connsiteY5" fmla="*/ 68407 h 449280"/>
                <a:gd name="connsiteX6" fmla="*/ 76987 w 849348"/>
                <a:gd name="connsiteY6" fmla="*/ 91530 h 449280"/>
                <a:gd name="connsiteX7" fmla="*/ 723144 w 849348"/>
                <a:gd name="connsiteY7" fmla="*/ 39515 h 449280"/>
                <a:gd name="connsiteX8" fmla="*/ 813117 w 849348"/>
                <a:gd name="connsiteY8" fmla="*/ 0 h 44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9348" h="449280">
                  <a:moveTo>
                    <a:pt x="813117" y="0"/>
                  </a:moveTo>
                  <a:lnTo>
                    <a:pt x="814072" y="9867"/>
                  </a:lnTo>
                  <a:cubicBezTo>
                    <a:pt x="831549" y="122257"/>
                    <a:pt x="876992" y="261797"/>
                    <a:pt x="825621" y="323331"/>
                  </a:cubicBezTo>
                  <a:cubicBezTo>
                    <a:pt x="688813" y="464725"/>
                    <a:pt x="491045" y="461339"/>
                    <a:pt x="338997" y="435093"/>
                  </a:cubicBezTo>
                  <a:cubicBezTo>
                    <a:pt x="290949" y="426294"/>
                    <a:pt x="152798" y="290404"/>
                    <a:pt x="8961" y="82447"/>
                  </a:cubicBezTo>
                  <a:lnTo>
                    <a:pt x="0" y="68407"/>
                  </a:lnTo>
                  <a:lnTo>
                    <a:pt x="76987" y="91530"/>
                  </a:lnTo>
                  <a:cubicBezTo>
                    <a:pt x="228377" y="134616"/>
                    <a:pt x="411616" y="163712"/>
                    <a:pt x="723144" y="39515"/>
                  </a:cubicBezTo>
                  <a:lnTo>
                    <a:pt x="813117" y="0"/>
                  </a:lnTo>
                  <a:close/>
                </a:path>
              </a:pathLst>
            </a:custGeom>
            <a:solidFill>
              <a:srgbClr val="68361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394C071-6F33-7239-57E4-FB8139112CA6}"/>
                </a:ext>
              </a:extLst>
            </p:cNvPr>
            <p:cNvSpPr/>
            <p:nvPr/>
          </p:nvSpPr>
          <p:spPr>
            <a:xfrm>
              <a:off x="5207145" y="6263045"/>
              <a:ext cx="1055129" cy="569169"/>
            </a:xfrm>
            <a:custGeom>
              <a:avLst/>
              <a:gdLst>
                <a:gd name="connsiteX0" fmla="*/ 1055129 w 1055129"/>
                <a:gd name="connsiteY0" fmla="*/ 0 h 569169"/>
                <a:gd name="connsiteX1" fmla="*/ 1037941 w 1055129"/>
                <a:gd name="connsiteY1" fmla="*/ 61979 h 569169"/>
                <a:gd name="connsiteX2" fmla="*/ 902024 w 1055129"/>
                <a:gd name="connsiteY2" fmla="*/ 418240 h 569169"/>
                <a:gd name="connsiteX3" fmla="*/ 147643 w 1055129"/>
                <a:gd name="connsiteY3" fmla="*/ 494440 h 569169"/>
                <a:gd name="connsiteX4" fmla="*/ 484 w 1055129"/>
                <a:gd name="connsiteY4" fmla="*/ 112940 h 569169"/>
                <a:gd name="connsiteX5" fmla="*/ 4377 w 1055129"/>
                <a:gd name="connsiteY5" fmla="*/ 80963 h 569169"/>
                <a:gd name="connsiteX6" fmla="*/ 6788 w 1055129"/>
                <a:gd name="connsiteY6" fmla="*/ 81203 h 569169"/>
                <a:gd name="connsiteX7" fmla="*/ 991224 w 1055129"/>
                <a:gd name="connsiteY7" fmla="*/ 32864 h 569169"/>
                <a:gd name="connsiteX8" fmla="*/ 1055129 w 1055129"/>
                <a:gd name="connsiteY8" fmla="*/ 0 h 56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5129" h="569169">
                  <a:moveTo>
                    <a:pt x="1055129" y="0"/>
                  </a:moveTo>
                  <a:lnTo>
                    <a:pt x="1037941" y="61979"/>
                  </a:lnTo>
                  <a:cubicBezTo>
                    <a:pt x="995080" y="204106"/>
                    <a:pt x="948016" y="325371"/>
                    <a:pt x="902024" y="418240"/>
                  </a:cubicBezTo>
                  <a:cubicBezTo>
                    <a:pt x="726038" y="685303"/>
                    <a:pt x="209873" y="522380"/>
                    <a:pt x="147643" y="494440"/>
                  </a:cubicBezTo>
                  <a:cubicBezTo>
                    <a:pt x="44002" y="443867"/>
                    <a:pt x="-5494" y="262042"/>
                    <a:pt x="484" y="112940"/>
                  </a:cubicBezTo>
                  <a:lnTo>
                    <a:pt x="4377" y="80963"/>
                  </a:lnTo>
                  <a:lnTo>
                    <a:pt x="6788" y="81203"/>
                  </a:lnTo>
                  <a:cubicBezTo>
                    <a:pt x="240220" y="117359"/>
                    <a:pt x="430423" y="300497"/>
                    <a:pt x="991224" y="32864"/>
                  </a:cubicBezTo>
                  <a:lnTo>
                    <a:pt x="1055129" y="0"/>
                  </a:lnTo>
                  <a:close/>
                </a:path>
              </a:pathLst>
            </a:custGeom>
            <a:solidFill>
              <a:srgbClr val="68361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B180A3DD-513E-82FE-4A3A-4B3DD87D6053}"/>
                </a:ext>
              </a:extLst>
            </p:cNvPr>
            <p:cNvSpPr/>
            <p:nvPr/>
          </p:nvSpPr>
          <p:spPr>
            <a:xfrm rot="18318320" flipH="1">
              <a:off x="1659248" y="4905426"/>
              <a:ext cx="750617" cy="919924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586275"/>
                <a:gd name="connsiteY0" fmla="*/ 156831 h 833069"/>
                <a:gd name="connsiteX1" fmla="*/ 400538 w 586275"/>
                <a:gd name="connsiteY1" fmla="*/ 315672 h 833069"/>
                <a:gd name="connsiteX2" fmla="*/ 586275 w 586275"/>
                <a:gd name="connsiteY2" fmla="*/ 734772 h 833069"/>
                <a:gd name="connsiteX3" fmla="*/ 0 w 586275"/>
                <a:gd name="connsiteY3" fmla="*/ 156831 h 833069"/>
                <a:gd name="connsiteX0" fmla="*/ 203677 w 789952"/>
                <a:gd name="connsiteY0" fmla="*/ 156831 h 734772"/>
                <a:gd name="connsiteX1" fmla="*/ 604215 w 789952"/>
                <a:gd name="connsiteY1" fmla="*/ 315672 h 734772"/>
                <a:gd name="connsiteX2" fmla="*/ 789952 w 789952"/>
                <a:gd name="connsiteY2" fmla="*/ 734772 h 734772"/>
                <a:gd name="connsiteX3" fmla="*/ 24308 w 789952"/>
                <a:gd name="connsiteY3" fmla="*/ 330161 h 734772"/>
                <a:gd name="connsiteX4" fmla="*/ 203677 w 789952"/>
                <a:gd name="connsiteY4" fmla="*/ 156831 h 734772"/>
                <a:gd name="connsiteX0" fmla="*/ 203677 w 789952"/>
                <a:gd name="connsiteY0" fmla="*/ 120748 h 698689"/>
                <a:gd name="connsiteX1" fmla="*/ 677107 w 789952"/>
                <a:gd name="connsiteY1" fmla="*/ 506282 h 698689"/>
                <a:gd name="connsiteX2" fmla="*/ 789952 w 789952"/>
                <a:gd name="connsiteY2" fmla="*/ 698689 h 698689"/>
                <a:gd name="connsiteX3" fmla="*/ 24308 w 789952"/>
                <a:gd name="connsiteY3" fmla="*/ 294078 h 698689"/>
                <a:gd name="connsiteX4" fmla="*/ 203677 w 789952"/>
                <a:gd name="connsiteY4" fmla="*/ 120748 h 698689"/>
                <a:gd name="connsiteX0" fmla="*/ 203677 w 698838"/>
                <a:gd name="connsiteY0" fmla="*/ 120748 h 1012873"/>
                <a:gd name="connsiteX1" fmla="*/ 677107 w 698838"/>
                <a:gd name="connsiteY1" fmla="*/ 506282 h 1012873"/>
                <a:gd name="connsiteX2" fmla="*/ 404051 w 698838"/>
                <a:gd name="connsiteY2" fmla="*/ 1012873 h 1012873"/>
                <a:gd name="connsiteX3" fmla="*/ 24308 w 698838"/>
                <a:gd name="connsiteY3" fmla="*/ 294078 h 1012873"/>
                <a:gd name="connsiteX4" fmla="*/ 203677 w 698838"/>
                <a:gd name="connsiteY4" fmla="*/ 120748 h 1012873"/>
                <a:gd name="connsiteX0" fmla="*/ 203677 w 707268"/>
                <a:gd name="connsiteY0" fmla="*/ 120748 h 1018078"/>
                <a:gd name="connsiteX1" fmla="*/ 677107 w 707268"/>
                <a:gd name="connsiteY1" fmla="*/ 506282 h 1018078"/>
                <a:gd name="connsiteX2" fmla="*/ 617110 w 707268"/>
                <a:gd name="connsiteY2" fmla="*/ 577719 h 1018078"/>
                <a:gd name="connsiteX3" fmla="*/ 404051 w 707268"/>
                <a:gd name="connsiteY3" fmla="*/ 1012873 h 1018078"/>
                <a:gd name="connsiteX4" fmla="*/ 24308 w 707268"/>
                <a:gd name="connsiteY4" fmla="*/ 294078 h 1018078"/>
                <a:gd name="connsiteX5" fmla="*/ 203677 w 707268"/>
                <a:gd name="connsiteY5" fmla="*/ 120748 h 1018078"/>
                <a:gd name="connsiteX0" fmla="*/ 203677 w 688467"/>
                <a:gd name="connsiteY0" fmla="*/ 120748 h 1018078"/>
                <a:gd name="connsiteX1" fmla="*/ 677107 w 688467"/>
                <a:gd name="connsiteY1" fmla="*/ 506282 h 1018078"/>
                <a:gd name="connsiteX2" fmla="*/ 617110 w 688467"/>
                <a:gd name="connsiteY2" fmla="*/ 577719 h 1018078"/>
                <a:gd name="connsiteX3" fmla="*/ 404051 w 688467"/>
                <a:gd name="connsiteY3" fmla="*/ 1012873 h 1018078"/>
                <a:gd name="connsiteX4" fmla="*/ 24308 w 688467"/>
                <a:gd name="connsiteY4" fmla="*/ 294078 h 1018078"/>
                <a:gd name="connsiteX5" fmla="*/ 203677 w 688467"/>
                <a:gd name="connsiteY5" fmla="*/ 120748 h 1018078"/>
                <a:gd name="connsiteX0" fmla="*/ 203677 w 688266"/>
                <a:gd name="connsiteY0" fmla="*/ 120748 h 1018078"/>
                <a:gd name="connsiteX1" fmla="*/ 677107 w 688266"/>
                <a:gd name="connsiteY1" fmla="*/ 506282 h 1018078"/>
                <a:gd name="connsiteX2" fmla="*/ 617110 w 688266"/>
                <a:gd name="connsiteY2" fmla="*/ 577719 h 1018078"/>
                <a:gd name="connsiteX3" fmla="*/ 404051 w 688266"/>
                <a:gd name="connsiteY3" fmla="*/ 1012873 h 1018078"/>
                <a:gd name="connsiteX4" fmla="*/ 24308 w 688266"/>
                <a:gd name="connsiteY4" fmla="*/ 294078 h 1018078"/>
                <a:gd name="connsiteX5" fmla="*/ 203677 w 688266"/>
                <a:gd name="connsiteY5" fmla="*/ 120748 h 1018078"/>
                <a:gd name="connsiteX0" fmla="*/ 203677 w 688266"/>
                <a:gd name="connsiteY0" fmla="*/ 120748 h 1016055"/>
                <a:gd name="connsiteX1" fmla="*/ 677107 w 688266"/>
                <a:gd name="connsiteY1" fmla="*/ 506282 h 1016055"/>
                <a:gd name="connsiteX2" fmla="*/ 617110 w 688266"/>
                <a:gd name="connsiteY2" fmla="*/ 577719 h 1016055"/>
                <a:gd name="connsiteX3" fmla="*/ 362704 w 688266"/>
                <a:gd name="connsiteY3" fmla="*/ 1010826 h 1016055"/>
                <a:gd name="connsiteX4" fmla="*/ 24308 w 688266"/>
                <a:gd name="connsiteY4" fmla="*/ 294078 h 1016055"/>
                <a:gd name="connsiteX5" fmla="*/ 203677 w 688266"/>
                <a:gd name="connsiteY5" fmla="*/ 120748 h 1016055"/>
                <a:gd name="connsiteX0" fmla="*/ 231844 w 716433"/>
                <a:gd name="connsiteY0" fmla="*/ 120748 h 1016055"/>
                <a:gd name="connsiteX1" fmla="*/ 705274 w 716433"/>
                <a:gd name="connsiteY1" fmla="*/ 506282 h 1016055"/>
                <a:gd name="connsiteX2" fmla="*/ 645277 w 716433"/>
                <a:gd name="connsiteY2" fmla="*/ 577719 h 1016055"/>
                <a:gd name="connsiteX3" fmla="*/ 390871 w 716433"/>
                <a:gd name="connsiteY3" fmla="*/ 1010826 h 1016055"/>
                <a:gd name="connsiteX4" fmla="*/ 22066 w 716433"/>
                <a:gd name="connsiteY4" fmla="*/ 622691 h 1016055"/>
                <a:gd name="connsiteX5" fmla="*/ 231844 w 716433"/>
                <a:gd name="connsiteY5" fmla="*/ 120748 h 1016055"/>
                <a:gd name="connsiteX0" fmla="*/ 233326 w 717915"/>
                <a:gd name="connsiteY0" fmla="*/ 120748 h 1016055"/>
                <a:gd name="connsiteX1" fmla="*/ 706756 w 717915"/>
                <a:gd name="connsiteY1" fmla="*/ 506282 h 1016055"/>
                <a:gd name="connsiteX2" fmla="*/ 646759 w 717915"/>
                <a:gd name="connsiteY2" fmla="*/ 577719 h 1016055"/>
                <a:gd name="connsiteX3" fmla="*/ 392353 w 717915"/>
                <a:gd name="connsiteY3" fmla="*/ 1010826 h 1016055"/>
                <a:gd name="connsiteX4" fmla="*/ 23548 w 717915"/>
                <a:gd name="connsiteY4" fmla="*/ 622691 h 1016055"/>
                <a:gd name="connsiteX5" fmla="*/ 45752 w 717915"/>
                <a:gd name="connsiteY5" fmla="*/ 272705 h 1016055"/>
                <a:gd name="connsiteX6" fmla="*/ 233326 w 717915"/>
                <a:gd name="connsiteY6" fmla="*/ 120748 h 1016055"/>
                <a:gd name="connsiteX0" fmla="*/ 253414 w 738003"/>
                <a:gd name="connsiteY0" fmla="*/ 120748 h 1016055"/>
                <a:gd name="connsiteX1" fmla="*/ 726844 w 738003"/>
                <a:gd name="connsiteY1" fmla="*/ 506282 h 1016055"/>
                <a:gd name="connsiteX2" fmla="*/ 666847 w 738003"/>
                <a:gd name="connsiteY2" fmla="*/ 577719 h 1016055"/>
                <a:gd name="connsiteX3" fmla="*/ 412441 w 738003"/>
                <a:gd name="connsiteY3" fmla="*/ 1010826 h 1016055"/>
                <a:gd name="connsiteX4" fmla="*/ 43636 w 738003"/>
                <a:gd name="connsiteY4" fmla="*/ 622691 h 1016055"/>
                <a:gd name="connsiteX5" fmla="*/ 65840 w 738003"/>
                <a:gd name="connsiteY5" fmla="*/ 272705 h 1016055"/>
                <a:gd name="connsiteX6" fmla="*/ 253414 w 738003"/>
                <a:gd name="connsiteY6" fmla="*/ 120748 h 1016055"/>
                <a:gd name="connsiteX0" fmla="*/ 266028 w 750617"/>
                <a:gd name="connsiteY0" fmla="*/ 120748 h 1016055"/>
                <a:gd name="connsiteX1" fmla="*/ 739458 w 750617"/>
                <a:gd name="connsiteY1" fmla="*/ 506282 h 1016055"/>
                <a:gd name="connsiteX2" fmla="*/ 679461 w 750617"/>
                <a:gd name="connsiteY2" fmla="*/ 577719 h 1016055"/>
                <a:gd name="connsiteX3" fmla="*/ 425055 w 750617"/>
                <a:gd name="connsiteY3" fmla="*/ 1010826 h 1016055"/>
                <a:gd name="connsiteX4" fmla="*/ 56250 w 750617"/>
                <a:gd name="connsiteY4" fmla="*/ 622691 h 1016055"/>
                <a:gd name="connsiteX5" fmla="*/ 78454 w 750617"/>
                <a:gd name="connsiteY5" fmla="*/ 272705 h 1016055"/>
                <a:gd name="connsiteX6" fmla="*/ 266028 w 750617"/>
                <a:gd name="connsiteY6" fmla="*/ 120748 h 1016055"/>
                <a:gd name="connsiteX0" fmla="*/ 266028 w 750617"/>
                <a:gd name="connsiteY0" fmla="*/ 120748 h 1016055"/>
                <a:gd name="connsiteX1" fmla="*/ 739458 w 750617"/>
                <a:gd name="connsiteY1" fmla="*/ 506282 h 1016055"/>
                <a:gd name="connsiteX2" fmla="*/ 679461 w 750617"/>
                <a:gd name="connsiteY2" fmla="*/ 577719 h 1016055"/>
                <a:gd name="connsiteX3" fmla="*/ 425055 w 750617"/>
                <a:gd name="connsiteY3" fmla="*/ 1010826 h 1016055"/>
                <a:gd name="connsiteX4" fmla="*/ 56250 w 750617"/>
                <a:gd name="connsiteY4" fmla="*/ 622691 h 1016055"/>
                <a:gd name="connsiteX5" fmla="*/ 78454 w 750617"/>
                <a:gd name="connsiteY5" fmla="*/ 272705 h 1016055"/>
                <a:gd name="connsiteX6" fmla="*/ 266028 w 750617"/>
                <a:gd name="connsiteY6" fmla="*/ 120748 h 1016055"/>
                <a:gd name="connsiteX0" fmla="*/ 266028 w 750617"/>
                <a:gd name="connsiteY0" fmla="*/ 25035 h 920342"/>
                <a:gd name="connsiteX1" fmla="*/ 739458 w 750617"/>
                <a:gd name="connsiteY1" fmla="*/ 410569 h 920342"/>
                <a:gd name="connsiteX2" fmla="*/ 679461 w 750617"/>
                <a:gd name="connsiteY2" fmla="*/ 482006 h 920342"/>
                <a:gd name="connsiteX3" fmla="*/ 425055 w 750617"/>
                <a:gd name="connsiteY3" fmla="*/ 915113 h 920342"/>
                <a:gd name="connsiteX4" fmla="*/ 56250 w 750617"/>
                <a:gd name="connsiteY4" fmla="*/ 526978 h 920342"/>
                <a:gd name="connsiteX5" fmla="*/ 78454 w 750617"/>
                <a:gd name="connsiteY5" fmla="*/ 176992 h 920342"/>
                <a:gd name="connsiteX6" fmla="*/ 266028 w 750617"/>
                <a:gd name="connsiteY6" fmla="*/ 25035 h 920342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0617" h="919924">
                  <a:moveTo>
                    <a:pt x="266028" y="24617"/>
                  </a:moveTo>
                  <a:cubicBezTo>
                    <a:pt x="590070" y="-105487"/>
                    <a:pt x="653214" y="318076"/>
                    <a:pt x="739458" y="410151"/>
                  </a:cubicBezTo>
                  <a:cubicBezTo>
                    <a:pt x="773330" y="463449"/>
                    <a:pt x="723357" y="454372"/>
                    <a:pt x="679461" y="481588"/>
                  </a:cubicBezTo>
                  <a:cubicBezTo>
                    <a:pt x="633952" y="566020"/>
                    <a:pt x="532870" y="970298"/>
                    <a:pt x="425055" y="914695"/>
                  </a:cubicBezTo>
                  <a:cubicBezTo>
                    <a:pt x="372951" y="904565"/>
                    <a:pt x="136914" y="696402"/>
                    <a:pt x="56250" y="526560"/>
                  </a:cubicBezTo>
                  <a:cubicBezTo>
                    <a:pt x="-24702" y="465578"/>
                    <a:pt x="-19118" y="293703"/>
                    <a:pt x="78454" y="176574"/>
                  </a:cubicBezTo>
                  <a:cubicBezTo>
                    <a:pt x="113961" y="136098"/>
                    <a:pt x="143695" y="125560"/>
                    <a:pt x="266028" y="24617"/>
                  </a:cubicBezTo>
                  <a:close/>
                </a:path>
              </a:pathLst>
            </a:custGeom>
            <a:solidFill>
              <a:srgbClr val="68361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0229A6-99EE-44F7-FFBC-C80D8A80F22B}"/>
                </a:ext>
              </a:extLst>
            </p:cNvPr>
            <p:cNvSpPr/>
            <p:nvPr/>
          </p:nvSpPr>
          <p:spPr>
            <a:xfrm>
              <a:off x="1562683" y="2034116"/>
              <a:ext cx="1714500" cy="1492683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461657"/>
                <a:gd name="connsiteY0" fmla="*/ 279400 h 1262743"/>
                <a:gd name="connsiteX1" fmla="*/ 2461657 w 2461657"/>
                <a:gd name="connsiteY1" fmla="*/ 0 h 1262743"/>
                <a:gd name="connsiteX2" fmla="*/ 2461657 w 2461657"/>
                <a:gd name="connsiteY2" fmla="*/ 1262743 h 1262743"/>
                <a:gd name="connsiteX3" fmla="*/ 990600 w 2461657"/>
                <a:gd name="connsiteY3" fmla="*/ 1262743 h 1262743"/>
                <a:gd name="connsiteX4" fmla="*/ 0 w 2461657"/>
                <a:gd name="connsiteY4" fmla="*/ 279400 h 12627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14500 w 2461657"/>
                <a:gd name="connsiteY3" fmla="*/ 1046843 h 2189843"/>
                <a:gd name="connsiteX4" fmla="*/ 0 w 2461657"/>
                <a:gd name="connsiteY4" fmla="*/ 1206500 h 2189843"/>
                <a:gd name="connsiteX0" fmla="*/ 0 w 1714500"/>
                <a:gd name="connsiteY0" fmla="*/ 1206500 h 1492683"/>
                <a:gd name="connsiteX1" fmla="*/ 1610757 w 1714500"/>
                <a:gd name="connsiteY1" fmla="*/ 0 h 1492683"/>
                <a:gd name="connsiteX2" fmla="*/ 1714500 w 1714500"/>
                <a:gd name="connsiteY2" fmla="*/ 1046843 h 1492683"/>
                <a:gd name="connsiteX3" fmla="*/ 0 w 1714500"/>
                <a:gd name="connsiteY3" fmla="*/ 1206500 h 149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0" h="1492683">
                  <a:moveTo>
                    <a:pt x="0" y="1206500"/>
                  </a:moveTo>
                  <a:cubicBezTo>
                    <a:pt x="168619" y="740833"/>
                    <a:pt x="1073838" y="402167"/>
                    <a:pt x="1610757" y="0"/>
                  </a:cubicBezTo>
                  <a:lnTo>
                    <a:pt x="1714500" y="1046843"/>
                  </a:lnTo>
                  <a:cubicBezTo>
                    <a:pt x="1159933" y="1586895"/>
                    <a:pt x="198967" y="1631648"/>
                    <a:pt x="0" y="1206500"/>
                  </a:cubicBezTo>
                  <a:close/>
                </a:path>
              </a:pathLst>
            </a:custGeom>
            <a:solidFill>
              <a:srgbClr val="FBA8A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20">
              <a:extLst>
                <a:ext uri="{FF2B5EF4-FFF2-40B4-BE49-F238E27FC236}">
                  <a16:creationId xmlns:a16="http://schemas.microsoft.com/office/drawing/2014/main" id="{A532937D-3DA8-AB5D-887E-AD76B871F875}"/>
                </a:ext>
              </a:extLst>
            </p:cNvPr>
            <p:cNvSpPr/>
            <p:nvPr/>
          </p:nvSpPr>
          <p:spPr>
            <a:xfrm rot="20036096" flipH="1">
              <a:off x="5773313" y="861176"/>
              <a:ext cx="1714500" cy="1492683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461657"/>
                <a:gd name="connsiteY0" fmla="*/ 279400 h 1262743"/>
                <a:gd name="connsiteX1" fmla="*/ 2461657 w 2461657"/>
                <a:gd name="connsiteY1" fmla="*/ 0 h 1262743"/>
                <a:gd name="connsiteX2" fmla="*/ 2461657 w 2461657"/>
                <a:gd name="connsiteY2" fmla="*/ 1262743 h 1262743"/>
                <a:gd name="connsiteX3" fmla="*/ 990600 w 2461657"/>
                <a:gd name="connsiteY3" fmla="*/ 1262743 h 1262743"/>
                <a:gd name="connsiteX4" fmla="*/ 0 w 2461657"/>
                <a:gd name="connsiteY4" fmla="*/ 279400 h 12627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14500 w 2461657"/>
                <a:gd name="connsiteY3" fmla="*/ 1046843 h 2189843"/>
                <a:gd name="connsiteX4" fmla="*/ 0 w 2461657"/>
                <a:gd name="connsiteY4" fmla="*/ 1206500 h 2189843"/>
                <a:gd name="connsiteX0" fmla="*/ 0 w 1714500"/>
                <a:gd name="connsiteY0" fmla="*/ 1206500 h 1492683"/>
                <a:gd name="connsiteX1" fmla="*/ 1610757 w 1714500"/>
                <a:gd name="connsiteY1" fmla="*/ 0 h 1492683"/>
                <a:gd name="connsiteX2" fmla="*/ 1714500 w 1714500"/>
                <a:gd name="connsiteY2" fmla="*/ 1046843 h 1492683"/>
                <a:gd name="connsiteX3" fmla="*/ 0 w 1714500"/>
                <a:gd name="connsiteY3" fmla="*/ 1206500 h 149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0" h="1492683">
                  <a:moveTo>
                    <a:pt x="0" y="1206500"/>
                  </a:moveTo>
                  <a:cubicBezTo>
                    <a:pt x="168619" y="740833"/>
                    <a:pt x="1073838" y="402167"/>
                    <a:pt x="1610757" y="0"/>
                  </a:cubicBezTo>
                  <a:lnTo>
                    <a:pt x="1714500" y="1046843"/>
                  </a:lnTo>
                  <a:cubicBezTo>
                    <a:pt x="1159933" y="1586895"/>
                    <a:pt x="198967" y="1631648"/>
                    <a:pt x="0" y="1206500"/>
                  </a:cubicBezTo>
                  <a:close/>
                </a:path>
              </a:pathLst>
            </a:custGeom>
            <a:solidFill>
              <a:srgbClr val="FBA8A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61B953-3E0B-D07C-8E2D-6D83A9FFFE43}"/>
                </a:ext>
              </a:extLst>
            </p:cNvPr>
            <p:cNvSpPr/>
            <p:nvPr/>
          </p:nvSpPr>
          <p:spPr>
            <a:xfrm>
              <a:off x="2884524" y="793421"/>
              <a:ext cx="4129631" cy="4276074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611086"/>
                <a:gd name="connsiteX1" fmla="*/ 1471057 w 1471057"/>
                <a:gd name="connsiteY1" fmla="*/ 0 h 1611086"/>
                <a:gd name="connsiteX2" fmla="*/ 1471057 w 1471057"/>
                <a:gd name="connsiteY2" fmla="*/ 1262743 h 1611086"/>
                <a:gd name="connsiteX3" fmla="*/ 493486 w 1471057"/>
                <a:gd name="connsiteY3" fmla="*/ 1611086 h 1611086"/>
                <a:gd name="connsiteX4" fmla="*/ 0 w 1471057"/>
                <a:gd name="connsiteY4" fmla="*/ 0 h 1611086"/>
                <a:gd name="connsiteX0" fmla="*/ 0 w 1659743"/>
                <a:gd name="connsiteY0" fmla="*/ 0 h 1611086"/>
                <a:gd name="connsiteX1" fmla="*/ 1471057 w 1659743"/>
                <a:gd name="connsiteY1" fmla="*/ 0 h 1611086"/>
                <a:gd name="connsiteX2" fmla="*/ 1659743 w 1659743"/>
                <a:gd name="connsiteY2" fmla="*/ 1277258 h 1611086"/>
                <a:gd name="connsiteX3" fmla="*/ 493486 w 1659743"/>
                <a:gd name="connsiteY3" fmla="*/ 1611086 h 1611086"/>
                <a:gd name="connsiteX4" fmla="*/ 0 w 1659743"/>
                <a:gd name="connsiteY4" fmla="*/ 0 h 1611086"/>
                <a:gd name="connsiteX0" fmla="*/ 0 w 2182257"/>
                <a:gd name="connsiteY0" fmla="*/ 1451429 h 3062515"/>
                <a:gd name="connsiteX1" fmla="*/ 2182257 w 2182257"/>
                <a:gd name="connsiteY1" fmla="*/ 0 h 3062515"/>
                <a:gd name="connsiteX2" fmla="*/ 1659743 w 2182257"/>
                <a:gd name="connsiteY2" fmla="*/ 2728687 h 3062515"/>
                <a:gd name="connsiteX3" fmla="*/ 493486 w 2182257"/>
                <a:gd name="connsiteY3" fmla="*/ 3062515 h 3062515"/>
                <a:gd name="connsiteX4" fmla="*/ 0 w 2182257"/>
                <a:gd name="connsiteY4" fmla="*/ 1451429 h 3062515"/>
                <a:gd name="connsiteX0" fmla="*/ 0 w 2182257"/>
                <a:gd name="connsiteY0" fmla="*/ 2547090 h 4158176"/>
                <a:gd name="connsiteX1" fmla="*/ 858900 w 2182257"/>
                <a:gd name="connsiteY1" fmla="*/ 0 h 4158176"/>
                <a:gd name="connsiteX2" fmla="*/ 2182257 w 2182257"/>
                <a:gd name="connsiteY2" fmla="*/ 1095661 h 4158176"/>
                <a:gd name="connsiteX3" fmla="*/ 1659743 w 2182257"/>
                <a:gd name="connsiteY3" fmla="*/ 3824348 h 4158176"/>
                <a:gd name="connsiteX4" fmla="*/ 493486 w 2182257"/>
                <a:gd name="connsiteY4" fmla="*/ 4158176 h 4158176"/>
                <a:gd name="connsiteX5" fmla="*/ 0 w 2182257"/>
                <a:gd name="connsiteY5" fmla="*/ 2547090 h 4158176"/>
                <a:gd name="connsiteX0" fmla="*/ 0 w 2182257"/>
                <a:gd name="connsiteY0" fmla="*/ 2660338 h 4271424"/>
                <a:gd name="connsiteX1" fmla="*/ 916958 w 2182257"/>
                <a:gd name="connsiteY1" fmla="*/ 316448 h 4271424"/>
                <a:gd name="connsiteX2" fmla="*/ 858900 w 2182257"/>
                <a:gd name="connsiteY2" fmla="*/ 113248 h 4271424"/>
                <a:gd name="connsiteX3" fmla="*/ 2182257 w 2182257"/>
                <a:gd name="connsiteY3" fmla="*/ 1208909 h 4271424"/>
                <a:gd name="connsiteX4" fmla="*/ 1659743 w 2182257"/>
                <a:gd name="connsiteY4" fmla="*/ 3937596 h 4271424"/>
                <a:gd name="connsiteX5" fmla="*/ 493486 w 2182257"/>
                <a:gd name="connsiteY5" fmla="*/ 4271424 h 4271424"/>
                <a:gd name="connsiteX6" fmla="*/ 0 w 2182257"/>
                <a:gd name="connsiteY6" fmla="*/ 2660338 h 4271424"/>
                <a:gd name="connsiteX0" fmla="*/ 171313 w 2353570"/>
                <a:gd name="connsiteY0" fmla="*/ 2595498 h 4206584"/>
                <a:gd name="connsiteX1" fmla="*/ 43242 w 2353570"/>
                <a:gd name="connsiteY1" fmla="*/ 150008 h 4206584"/>
                <a:gd name="connsiteX2" fmla="*/ 1088271 w 2353570"/>
                <a:gd name="connsiteY2" fmla="*/ 251608 h 4206584"/>
                <a:gd name="connsiteX3" fmla="*/ 1030213 w 2353570"/>
                <a:gd name="connsiteY3" fmla="*/ 48408 h 4206584"/>
                <a:gd name="connsiteX4" fmla="*/ 2353570 w 2353570"/>
                <a:gd name="connsiteY4" fmla="*/ 1144069 h 4206584"/>
                <a:gd name="connsiteX5" fmla="*/ 1831056 w 2353570"/>
                <a:gd name="connsiteY5" fmla="*/ 3872756 h 4206584"/>
                <a:gd name="connsiteX6" fmla="*/ 664799 w 2353570"/>
                <a:gd name="connsiteY6" fmla="*/ 4206584 h 4206584"/>
                <a:gd name="connsiteX7" fmla="*/ 171313 w 2353570"/>
                <a:gd name="connsiteY7" fmla="*/ 2595498 h 4206584"/>
                <a:gd name="connsiteX0" fmla="*/ 194190 w 2376447"/>
                <a:gd name="connsiteY0" fmla="*/ 2595498 h 4206584"/>
                <a:gd name="connsiteX1" fmla="*/ 153205 w 2376447"/>
                <a:gd name="connsiteY1" fmla="*/ 280636 h 4206584"/>
                <a:gd name="connsiteX2" fmla="*/ 66119 w 2376447"/>
                <a:gd name="connsiteY2" fmla="*/ 150008 h 4206584"/>
                <a:gd name="connsiteX3" fmla="*/ 1111148 w 2376447"/>
                <a:gd name="connsiteY3" fmla="*/ 251608 h 4206584"/>
                <a:gd name="connsiteX4" fmla="*/ 1053090 w 2376447"/>
                <a:gd name="connsiteY4" fmla="*/ 48408 h 4206584"/>
                <a:gd name="connsiteX5" fmla="*/ 2376447 w 2376447"/>
                <a:gd name="connsiteY5" fmla="*/ 1144069 h 4206584"/>
                <a:gd name="connsiteX6" fmla="*/ 1853933 w 2376447"/>
                <a:gd name="connsiteY6" fmla="*/ 3872756 h 4206584"/>
                <a:gd name="connsiteX7" fmla="*/ 687676 w 2376447"/>
                <a:gd name="connsiteY7" fmla="*/ 4206584 h 4206584"/>
                <a:gd name="connsiteX8" fmla="*/ 194190 w 2376447"/>
                <a:gd name="connsiteY8" fmla="*/ 2595498 h 4206584"/>
                <a:gd name="connsiteX0" fmla="*/ 766745 w 2949002"/>
                <a:gd name="connsiteY0" fmla="*/ 2595498 h 4206584"/>
                <a:gd name="connsiteX1" fmla="*/ 46 w 2949002"/>
                <a:gd name="connsiteY1" fmla="*/ 498350 h 4206584"/>
                <a:gd name="connsiteX2" fmla="*/ 725760 w 2949002"/>
                <a:gd name="connsiteY2" fmla="*/ 280636 h 4206584"/>
                <a:gd name="connsiteX3" fmla="*/ 638674 w 2949002"/>
                <a:gd name="connsiteY3" fmla="*/ 150008 h 4206584"/>
                <a:gd name="connsiteX4" fmla="*/ 1683703 w 2949002"/>
                <a:gd name="connsiteY4" fmla="*/ 251608 h 4206584"/>
                <a:gd name="connsiteX5" fmla="*/ 1625645 w 2949002"/>
                <a:gd name="connsiteY5" fmla="*/ 48408 h 4206584"/>
                <a:gd name="connsiteX6" fmla="*/ 2949002 w 2949002"/>
                <a:gd name="connsiteY6" fmla="*/ 1144069 h 4206584"/>
                <a:gd name="connsiteX7" fmla="*/ 2426488 w 2949002"/>
                <a:gd name="connsiteY7" fmla="*/ 3872756 h 4206584"/>
                <a:gd name="connsiteX8" fmla="*/ 1260231 w 2949002"/>
                <a:gd name="connsiteY8" fmla="*/ 4206584 h 4206584"/>
                <a:gd name="connsiteX9" fmla="*/ 766745 w 2949002"/>
                <a:gd name="connsiteY9" fmla="*/ 2595498 h 4206584"/>
                <a:gd name="connsiteX0" fmla="*/ 797620 w 2979877"/>
                <a:gd name="connsiteY0" fmla="*/ 2595498 h 4206584"/>
                <a:gd name="connsiteX1" fmla="*/ 219607 w 2979877"/>
                <a:gd name="connsiteY1" fmla="*/ 643493 h 4206584"/>
                <a:gd name="connsiteX2" fmla="*/ 30921 w 2979877"/>
                <a:gd name="connsiteY2" fmla="*/ 498350 h 4206584"/>
                <a:gd name="connsiteX3" fmla="*/ 756635 w 2979877"/>
                <a:gd name="connsiteY3" fmla="*/ 280636 h 4206584"/>
                <a:gd name="connsiteX4" fmla="*/ 669549 w 2979877"/>
                <a:gd name="connsiteY4" fmla="*/ 150008 h 4206584"/>
                <a:gd name="connsiteX5" fmla="*/ 1714578 w 2979877"/>
                <a:gd name="connsiteY5" fmla="*/ 251608 h 4206584"/>
                <a:gd name="connsiteX6" fmla="*/ 1656520 w 2979877"/>
                <a:gd name="connsiteY6" fmla="*/ 48408 h 4206584"/>
                <a:gd name="connsiteX7" fmla="*/ 2979877 w 2979877"/>
                <a:gd name="connsiteY7" fmla="*/ 1144069 h 4206584"/>
                <a:gd name="connsiteX8" fmla="*/ 2457363 w 2979877"/>
                <a:gd name="connsiteY8" fmla="*/ 3872756 h 4206584"/>
                <a:gd name="connsiteX9" fmla="*/ 1291106 w 2979877"/>
                <a:gd name="connsiteY9" fmla="*/ 4206584 h 4206584"/>
                <a:gd name="connsiteX10" fmla="*/ 797620 w 2979877"/>
                <a:gd name="connsiteY10" fmla="*/ 2595498 h 4206584"/>
                <a:gd name="connsiteX0" fmla="*/ 28461 w 3284775"/>
                <a:gd name="connsiteY0" fmla="*/ 3306698 h 4206584"/>
                <a:gd name="connsiteX1" fmla="*/ 524505 w 3284775"/>
                <a:gd name="connsiteY1" fmla="*/ 643493 h 4206584"/>
                <a:gd name="connsiteX2" fmla="*/ 335819 w 3284775"/>
                <a:gd name="connsiteY2" fmla="*/ 498350 h 4206584"/>
                <a:gd name="connsiteX3" fmla="*/ 1061533 w 3284775"/>
                <a:gd name="connsiteY3" fmla="*/ 280636 h 4206584"/>
                <a:gd name="connsiteX4" fmla="*/ 974447 w 3284775"/>
                <a:gd name="connsiteY4" fmla="*/ 150008 h 4206584"/>
                <a:gd name="connsiteX5" fmla="*/ 2019476 w 3284775"/>
                <a:gd name="connsiteY5" fmla="*/ 251608 h 4206584"/>
                <a:gd name="connsiteX6" fmla="*/ 1961418 w 3284775"/>
                <a:gd name="connsiteY6" fmla="*/ 48408 h 4206584"/>
                <a:gd name="connsiteX7" fmla="*/ 3284775 w 3284775"/>
                <a:gd name="connsiteY7" fmla="*/ 1144069 h 4206584"/>
                <a:gd name="connsiteX8" fmla="*/ 2762261 w 3284775"/>
                <a:gd name="connsiteY8" fmla="*/ 3872756 h 4206584"/>
                <a:gd name="connsiteX9" fmla="*/ 1596004 w 3284775"/>
                <a:gd name="connsiteY9" fmla="*/ 4206584 h 4206584"/>
                <a:gd name="connsiteX10" fmla="*/ 28461 w 3284775"/>
                <a:gd name="connsiteY10" fmla="*/ 3306698 h 4206584"/>
                <a:gd name="connsiteX0" fmla="*/ 314515 w 3570829"/>
                <a:gd name="connsiteY0" fmla="*/ 3306698 h 4206584"/>
                <a:gd name="connsiteX1" fmla="*/ 810559 w 3570829"/>
                <a:gd name="connsiteY1" fmla="*/ 643493 h 4206584"/>
                <a:gd name="connsiteX2" fmla="*/ 621873 w 3570829"/>
                <a:gd name="connsiteY2" fmla="*/ 498350 h 4206584"/>
                <a:gd name="connsiteX3" fmla="*/ 1347587 w 3570829"/>
                <a:gd name="connsiteY3" fmla="*/ 280636 h 4206584"/>
                <a:gd name="connsiteX4" fmla="*/ 1260501 w 3570829"/>
                <a:gd name="connsiteY4" fmla="*/ 150008 h 4206584"/>
                <a:gd name="connsiteX5" fmla="*/ 2305530 w 3570829"/>
                <a:gd name="connsiteY5" fmla="*/ 251608 h 4206584"/>
                <a:gd name="connsiteX6" fmla="*/ 2247472 w 3570829"/>
                <a:gd name="connsiteY6" fmla="*/ 48408 h 4206584"/>
                <a:gd name="connsiteX7" fmla="*/ 3570829 w 3570829"/>
                <a:gd name="connsiteY7" fmla="*/ 1144069 h 4206584"/>
                <a:gd name="connsiteX8" fmla="*/ 3048315 w 3570829"/>
                <a:gd name="connsiteY8" fmla="*/ 3872756 h 4206584"/>
                <a:gd name="connsiteX9" fmla="*/ 1882058 w 3570829"/>
                <a:gd name="connsiteY9" fmla="*/ 4206584 h 4206584"/>
                <a:gd name="connsiteX10" fmla="*/ 314515 w 3570829"/>
                <a:gd name="connsiteY10" fmla="*/ 3306698 h 4206584"/>
                <a:gd name="connsiteX0" fmla="*/ 314515 w 3570829"/>
                <a:gd name="connsiteY0" fmla="*/ 3306698 h 4206584"/>
                <a:gd name="connsiteX1" fmla="*/ 810559 w 3570829"/>
                <a:gd name="connsiteY1" fmla="*/ 643493 h 4206584"/>
                <a:gd name="connsiteX2" fmla="*/ 621873 w 3570829"/>
                <a:gd name="connsiteY2" fmla="*/ 498350 h 4206584"/>
                <a:gd name="connsiteX3" fmla="*/ 1347587 w 3570829"/>
                <a:gd name="connsiteY3" fmla="*/ 280636 h 4206584"/>
                <a:gd name="connsiteX4" fmla="*/ 1260501 w 3570829"/>
                <a:gd name="connsiteY4" fmla="*/ 150008 h 4206584"/>
                <a:gd name="connsiteX5" fmla="*/ 2305530 w 3570829"/>
                <a:gd name="connsiteY5" fmla="*/ 251608 h 4206584"/>
                <a:gd name="connsiteX6" fmla="*/ 2247472 w 3570829"/>
                <a:gd name="connsiteY6" fmla="*/ 48408 h 4206584"/>
                <a:gd name="connsiteX7" fmla="*/ 3570829 w 3570829"/>
                <a:gd name="connsiteY7" fmla="*/ 1144069 h 4206584"/>
                <a:gd name="connsiteX8" fmla="*/ 3048315 w 3570829"/>
                <a:gd name="connsiteY8" fmla="*/ 3872756 h 4206584"/>
                <a:gd name="connsiteX9" fmla="*/ 1882058 w 3570829"/>
                <a:gd name="connsiteY9" fmla="*/ 4206584 h 4206584"/>
                <a:gd name="connsiteX10" fmla="*/ 314515 w 3570829"/>
                <a:gd name="connsiteY10" fmla="*/ 3306698 h 4206584"/>
                <a:gd name="connsiteX0" fmla="*/ 314515 w 3570829"/>
                <a:gd name="connsiteY0" fmla="*/ 3306698 h 4276074"/>
                <a:gd name="connsiteX1" fmla="*/ 810559 w 3570829"/>
                <a:gd name="connsiteY1" fmla="*/ 643493 h 4276074"/>
                <a:gd name="connsiteX2" fmla="*/ 621873 w 3570829"/>
                <a:gd name="connsiteY2" fmla="*/ 498350 h 4276074"/>
                <a:gd name="connsiteX3" fmla="*/ 1347587 w 3570829"/>
                <a:gd name="connsiteY3" fmla="*/ 280636 h 4276074"/>
                <a:gd name="connsiteX4" fmla="*/ 1260501 w 3570829"/>
                <a:gd name="connsiteY4" fmla="*/ 150008 h 4276074"/>
                <a:gd name="connsiteX5" fmla="*/ 2305530 w 3570829"/>
                <a:gd name="connsiteY5" fmla="*/ 251608 h 4276074"/>
                <a:gd name="connsiteX6" fmla="*/ 2247472 w 3570829"/>
                <a:gd name="connsiteY6" fmla="*/ 48408 h 4276074"/>
                <a:gd name="connsiteX7" fmla="*/ 3570829 w 3570829"/>
                <a:gd name="connsiteY7" fmla="*/ 1144069 h 4276074"/>
                <a:gd name="connsiteX8" fmla="*/ 3048315 w 3570829"/>
                <a:gd name="connsiteY8" fmla="*/ 3872756 h 4276074"/>
                <a:gd name="connsiteX9" fmla="*/ 1882058 w 3570829"/>
                <a:gd name="connsiteY9" fmla="*/ 4206584 h 4276074"/>
                <a:gd name="connsiteX10" fmla="*/ 314515 w 3570829"/>
                <a:gd name="connsiteY10" fmla="*/ 3306698 h 4276074"/>
                <a:gd name="connsiteX0" fmla="*/ 314515 w 3878754"/>
                <a:gd name="connsiteY0" fmla="*/ 3306698 h 4276074"/>
                <a:gd name="connsiteX1" fmla="*/ 810559 w 3878754"/>
                <a:gd name="connsiteY1" fmla="*/ 643493 h 4276074"/>
                <a:gd name="connsiteX2" fmla="*/ 621873 w 3878754"/>
                <a:gd name="connsiteY2" fmla="*/ 498350 h 4276074"/>
                <a:gd name="connsiteX3" fmla="*/ 1347587 w 3878754"/>
                <a:gd name="connsiteY3" fmla="*/ 280636 h 4276074"/>
                <a:gd name="connsiteX4" fmla="*/ 1260501 w 3878754"/>
                <a:gd name="connsiteY4" fmla="*/ 150008 h 4276074"/>
                <a:gd name="connsiteX5" fmla="*/ 2305530 w 3878754"/>
                <a:gd name="connsiteY5" fmla="*/ 251608 h 4276074"/>
                <a:gd name="connsiteX6" fmla="*/ 2247472 w 3878754"/>
                <a:gd name="connsiteY6" fmla="*/ 48408 h 4276074"/>
                <a:gd name="connsiteX7" fmla="*/ 3570829 w 3878754"/>
                <a:gd name="connsiteY7" fmla="*/ 1144069 h 4276074"/>
                <a:gd name="connsiteX8" fmla="*/ 3873074 w 3878754"/>
                <a:gd name="connsiteY8" fmla="*/ 2167493 h 4276074"/>
                <a:gd name="connsiteX9" fmla="*/ 3048315 w 3878754"/>
                <a:gd name="connsiteY9" fmla="*/ 3872756 h 4276074"/>
                <a:gd name="connsiteX10" fmla="*/ 1882058 w 3878754"/>
                <a:gd name="connsiteY10" fmla="*/ 4206584 h 4276074"/>
                <a:gd name="connsiteX11" fmla="*/ 314515 w 3878754"/>
                <a:gd name="connsiteY11" fmla="*/ 3306698 h 4276074"/>
                <a:gd name="connsiteX0" fmla="*/ 314515 w 4093815"/>
                <a:gd name="connsiteY0" fmla="*/ 3306698 h 4276074"/>
                <a:gd name="connsiteX1" fmla="*/ 810559 w 4093815"/>
                <a:gd name="connsiteY1" fmla="*/ 643493 h 4276074"/>
                <a:gd name="connsiteX2" fmla="*/ 621873 w 4093815"/>
                <a:gd name="connsiteY2" fmla="*/ 498350 h 4276074"/>
                <a:gd name="connsiteX3" fmla="*/ 1347587 w 4093815"/>
                <a:gd name="connsiteY3" fmla="*/ 280636 h 4276074"/>
                <a:gd name="connsiteX4" fmla="*/ 1260501 w 4093815"/>
                <a:gd name="connsiteY4" fmla="*/ 150008 h 4276074"/>
                <a:gd name="connsiteX5" fmla="*/ 2305530 w 4093815"/>
                <a:gd name="connsiteY5" fmla="*/ 251608 h 4276074"/>
                <a:gd name="connsiteX6" fmla="*/ 2247472 w 4093815"/>
                <a:gd name="connsiteY6" fmla="*/ 48408 h 4276074"/>
                <a:gd name="connsiteX7" fmla="*/ 3570829 w 4093815"/>
                <a:gd name="connsiteY7" fmla="*/ 1144069 h 4276074"/>
                <a:gd name="connsiteX8" fmla="*/ 3873074 w 4093815"/>
                <a:gd name="connsiteY8" fmla="*/ 2167493 h 4276074"/>
                <a:gd name="connsiteX9" fmla="*/ 3048315 w 4093815"/>
                <a:gd name="connsiteY9" fmla="*/ 3872756 h 4276074"/>
                <a:gd name="connsiteX10" fmla="*/ 1882058 w 4093815"/>
                <a:gd name="connsiteY10" fmla="*/ 4206584 h 4276074"/>
                <a:gd name="connsiteX11" fmla="*/ 314515 w 4093815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570829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35089 w 4129631"/>
                <a:gd name="connsiteY0" fmla="*/ 3306698 h 4276074"/>
                <a:gd name="connsiteX1" fmla="*/ 793033 w 4129631"/>
                <a:gd name="connsiteY1" fmla="*/ 582533 h 4276074"/>
                <a:gd name="connsiteX2" fmla="*/ 642447 w 4129631"/>
                <a:gd name="connsiteY2" fmla="*/ 498350 h 4276074"/>
                <a:gd name="connsiteX3" fmla="*/ 1368161 w 4129631"/>
                <a:gd name="connsiteY3" fmla="*/ 280636 h 4276074"/>
                <a:gd name="connsiteX4" fmla="*/ 1281075 w 4129631"/>
                <a:gd name="connsiteY4" fmla="*/ 150008 h 4276074"/>
                <a:gd name="connsiteX5" fmla="*/ 2326104 w 4129631"/>
                <a:gd name="connsiteY5" fmla="*/ 251608 h 4276074"/>
                <a:gd name="connsiteX6" fmla="*/ 2268046 w 4129631"/>
                <a:gd name="connsiteY6" fmla="*/ 48408 h 4276074"/>
                <a:gd name="connsiteX7" fmla="*/ 3663974 w 4129631"/>
                <a:gd name="connsiteY7" fmla="*/ 1144069 h 4276074"/>
                <a:gd name="connsiteX8" fmla="*/ 3893648 w 4129631"/>
                <a:gd name="connsiteY8" fmla="*/ 2167493 h 4276074"/>
                <a:gd name="connsiteX9" fmla="*/ 3068889 w 4129631"/>
                <a:gd name="connsiteY9" fmla="*/ 3872756 h 4276074"/>
                <a:gd name="connsiteX10" fmla="*/ 1902632 w 4129631"/>
                <a:gd name="connsiteY10" fmla="*/ 4206584 h 4276074"/>
                <a:gd name="connsiteX11" fmla="*/ 335089 w 4129631"/>
                <a:gd name="connsiteY11" fmla="*/ 3306698 h 427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29631" h="4276074">
                  <a:moveTo>
                    <a:pt x="335089" y="3306698"/>
                  </a:moveTo>
                  <a:cubicBezTo>
                    <a:pt x="146830" y="2761231"/>
                    <a:pt x="-516098" y="917544"/>
                    <a:pt x="793033" y="582533"/>
                  </a:cubicBezTo>
                  <a:cubicBezTo>
                    <a:pt x="581430" y="393028"/>
                    <a:pt x="543266" y="607207"/>
                    <a:pt x="642447" y="498350"/>
                  </a:cubicBezTo>
                  <a:cubicBezTo>
                    <a:pt x="673048" y="404733"/>
                    <a:pt x="1103154" y="259711"/>
                    <a:pt x="1368161" y="280636"/>
                  </a:cubicBezTo>
                  <a:cubicBezTo>
                    <a:pt x="1351228" y="217741"/>
                    <a:pt x="1099646" y="176617"/>
                    <a:pt x="1281075" y="150008"/>
                  </a:cubicBezTo>
                  <a:cubicBezTo>
                    <a:pt x="1462504" y="123399"/>
                    <a:pt x="2040657" y="4865"/>
                    <a:pt x="2326104" y="251608"/>
                  </a:cubicBezTo>
                  <a:cubicBezTo>
                    <a:pt x="2364809" y="106465"/>
                    <a:pt x="2018458" y="-93078"/>
                    <a:pt x="2268046" y="48408"/>
                  </a:cubicBezTo>
                  <a:cubicBezTo>
                    <a:pt x="2747869" y="210428"/>
                    <a:pt x="3372836" y="532107"/>
                    <a:pt x="3663974" y="1144069"/>
                  </a:cubicBezTo>
                  <a:cubicBezTo>
                    <a:pt x="3605065" y="1436829"/>
                    <a:pt x="3778385" y="1831190"/>
                    <a:pt x="3893648" y="2167493"/>
                  </a:cubicBezTo>
                  <a:cubicBezTo>
                    <a:pt x="4620213" y="3229399"/>
                    <a:pt x="3474437" y="3681707"/>
                    <a:pt x="3068889" y="3872756"/>
                  </a:cubicBezTo>
                  <a:lnTo>
                    <a:pt x="1902632" y="4206584"/>
                  </a:lnTo>
                  <a:cubicBezTo>
                    <a:pt x="1757490" y="4240451"/>
                    <a:pt x="306060" y="4593631"/>
                    <a:pt x="335089" y="3306698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E44381-A9FD-1602-5969-80FC91F7042B}"/>
                </a:ext>
              </a:extLst>
            </p:cNvPr>
            <p:cNvSpPr/>
            <p:nvPr/>
          </p:nvSpPr>
          <p:spPr>
            <a:xfrm>
              <a:off x="4548745" y="3364072"/>
              <a:ext cx="1316800" cy="869570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975360 w 1471057"/>
                <a:gd name="connsiteY3" fmla="*/ 1186543 h 1262743"/>
                <a:gd name="connsiteX4" fmla="*/ 0 w 1471057"/>
                <a:gd name="connsiteY4" fmla="*/ 0 h 1262743"/>
                <a:gd name="connsiteX0" fmla="*/ 0 w 731917"/>
                <a:gd name="connsiteY0" fmla="*/ 457200 h 1262743"/>
                <a:gd name="connsiteX1" fmla="*/ 731917 w 731917"/>
                <a:gd name="connsiteY1" fmla="*/ 0 h 1262743"/>
                <a:gd name="connsiteX2" fmla="*/ 731917 w 731917"/>
                <a:gd name="connsiteY2" fmla="*/ 1262743 h 1262743"/>
                <a:gd name="connsiteX3" fmla="*/ 236220 w 731917"/>
                <a:gd name="connsiteY3" fmla="*/ 1186543 h 1262743"/>
                <a:gd name="connsiteX4" fmla="*/ 0 w 731917"/>
                <a:gd name="connsiteY4" fmla="*/ 457200 h 1262743"/>
                <a:gd name="connsiteX0" fmla="*/ 391694 w 1123611"/>
                <a:gd name="connsiteY0" fmla="*/ 457200 h 1321637"/>
                <a:gd name="connsiteX1" fmla="*/ 1123611 w 1123611"/>
                <a:gd name="connsiteY1" fmla="*/ 0 h 1321637"/>
                <a:gd name="connsiteX2" fmla="*/ 1123611 w 1123611"/>
                <a:gd name="connsiteY2" fmla="*/ 1262743 h 1321637"/>
                <a:gd name="connsiteX3" fmla="*/ 627914 w 1123611"/>
                <a:gd name="connsiteY3" fmla="*/ 1186543 h 1321637"/>
                <a:gd name="connsiteX4" fmla="*/ 391694 w 1123611"/>
                <a:gd name="connsiteY4" fmla="*/ 457200 h 1321637"/>
                <a:gd name="connsiteX0" fmla="*/ 582966 w 1314883"/>
                <a:gd name="connsiteY0" fmla="*/ 457200 h 1316208"/>
                <a:gd name="connsiteX1" fmla="*/ 1314883 w 1314883"/>
                <a:gd name="connsiteY1" fmla="*/ 0 h 1316208"/>
                <a:gd name="connsiteX2" fmla="*/ 1314883 w 1314883"/>
                <a:gd name="connsiteY2" fmla="*/ 1262743 h 1316208"/>
                <a:gd name="connsiteX3" fmla="*/ 819186 w 1314883"/>
                <a:gd name="connsiteY3" fmla="*/ 1186543 h 1316208"/>
                <a:gd name="connsiteX4" fmla="*/ 582966 w 1314883"/>
                <a:gd name="connsiteY4" fmla="*/ 457200 h 1316208"/>
                <a:gd name="connsiteX0" fmla="*/ 522848 w 1254765"/>
                <a:gd name="connsiteY0" fmla="*/ 457200 h 1302184"/>
                <a:gd name="connsiteX1" fmla="*/ 1254765 w 1254765"/>
                <a:gd name="connsiteY1" fmla="*/ 0 h 1302184"/>
                <a:gd name="connsiteX2" fmla="*/ 1254765 w 1254765"/>
                <a:gd name="connsiteY2" fmla="*/ 1262743 h 1302184"/>
                <a:gd name="connsiteX3" fmla="*/ 759068 w 1254765"/>
                <a:gd name="connsiteY3" fmla="*/ 1186543 h 1302184"/>
                <a:gd name="connsiteX4" fmla="*/ 522848 w 1254765"/>
                <a:gd name="connsiteY4" fmla="*/ 457200 h 1302184"/>
                <a:gd name="connsiteX0" fmla="*/ 522848 w 1254765"/>
                <a:gd name="connsiteY0" fmla="*/ 457200 h 1302184"/>
                <a:gd name="connsiteX1" fmla="*/ 1254765 w 1254765"/>
                <a:gd name="connsiteY1" fmla="*/ 0 h 1302184"/>
                <a:gd name="connsiteX2" fmla="*/ 759068 w 1254765"/>
                <a:gd name="connsiteY2" fmla="*/ 1186543 h 1302184"/>
                <a:gd name="connsiteX3" fmla="*/ 522848 w 1254765"/>
                <a:gd name="connsiteY3" fmla="*/ 457200 h 1302184"/>
                <a:gd name="connsiteX0" fmla="*/ 522848 w 759068"/>
                <a:gd name="connsiteY0" fmla="*/ 0 h 844984"/>
                <a:gd name="connsiteX1" fmla="*/ 759068 w 759068"/>
                <a:gd name="connsiteY1" fmla="*/ 729343 h 844984"/>
                <a:gd name="connsiteX2" fmla="*/ 522848 w 759068"/>
                <a:gd name="connsiteY2" fmla="*/ 0 h 844984"/>
                <a:gd name="connsiteX0" fmla="*/ 522848 w 1323553"/>
                <a:gd name="connsiteY0" fmla="*/ 0 h 844984"/>
                <a:gd name="connsiteX1" fmla="*/ 759068 w 1323553"/>
                <a:gd name="connsiteY1" fmla="*/ 729343 h 844984"/>
                <a:gd name="connsiteX2" fmla="*/ 522848 w 1323553"/>
                <a:gd name="connsiteY2" fmla="*/ 0 h 844984"/>
                <a:gd name="connsiteX0" fmla="*/ 522848 w 1448109"/>
                <a:gd name="connsiteY0" fmla="*/ 5231 h 850215"/>
                <a:gd name="connsiteX1" fmla="*/ 759068 w 1448109"/>
                <a:gd name="connsiteY1" fmla="*/ 734574 h 850215"/>
                <a:gd name="connsiteX2" fmla="*/ 522848 w 1448109"/>
                <a:gd name="connsiteY2" fmla="*/ 5231 h 850215"/>
                <a:gd name="connsiteX0" fmla="*/ 522848 w 1320880"/>
                <a:gd name="connsiteY0" fmla="*/ 5176 h 850160"/>
                <a:gd name="connsiteX1" fmla="*/ 759068 w 1320880"/>
                <a:gd name="connsiteY1" fmla="*/ 734519 h 850160"/>
                <a:gd name="connsiteX2" fmla="*/ 522848 w 1320880"/>
                <a:gd name="connsiteY2" fmla="*/ 5176 h 850160"/>
                <a:gd name="connsiteX0" fmla="*/ 522848 w 1316800"/>
                <a:gd name="connsiteY0" fmla="*/ 24586 h 869570"/>
                <a:gd name="connsiteX1" fmla="*/ 759068 w 1316800"/>
                <a:gd name="connsiteY1" fmla="*/ 753929 h 869570"/>
                <a:gd name="connsiteX2" fmla="*/ 522848 w 1316800"/>
                <a:gd name="connsiteY2" fmla="*/ 24586 h 8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800" h="869570">
                  <a:moveTo>
                    <a:pt x="522848" y="24586"/>
                  </a:moveTo>
                  <a:cubicBezTo>
                    <a:pt x="1134988" y="-143780"/>
                    <a:pt x="1830948" y="602255"/>
                    <a:pt x="759068" y="753929"/>
                  </a:cubicBezTo>
                  <a:cubicBezTo>
                    <a:pt x="-394092" y="1204235"/>
                    <a:pt x="-30872" y="206740"/>
                    <a:pt x="522848" y="24586"/>
                  </a:cubicBezTo>
                  <a:close/>
                </a:path>
              </a:pathLst>
            </a:custGeom>
            <a:solidFill>
              <a:srgbClr val="FBA8A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D58093C-C6F5-6FB6-B775-DB9F6CCCFE2C}"/>
                </a:ext>
              </a:extLst>
            </p:cNvPr>
            <p:cNvGrpSpPr/>
            <p:nvPr/>
          </p:nvGrpSpPr>
          <p:grpSpPr>
            <a:xfrm>
              <a:off x="5600467" y="2435842"/>
              <a:ext cx="1013318" cy="1174072"/>
              <a:chOff x="5600467" y="2435842"/>
              <a:chExt cx="1013318" cy="1174072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04DEFF9-75CE-F706-6B09-CC4B5509B49E}"/>
                  </a:ext>
                </a:extLst>
              </p:cNvPr>
              <p:cNvSpPr/>
              <p:nvPr/>
            </p:nvSpPr>
            <p:spPr>
              <a:xfrm rot="19869228">
                <a:off x="5600467" y="2435842"/>
                <a:ext cx="1013318" cy="11740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8D19A7E-6145-2CDE-E8E2-B7660EE883BC}"/>
                  </a:ext>
                </a:extLst>
              </p:cNvPr>
              <p:cNvSpPr/>
              <p:nvPr/>
            </p:nvSpPr>
            <p:spPr>
              <a:xfrm rot="19869228">
                <a:off x="5609711" y="2598532"/>
                <a:ext cx="816565" cy="964958"/>
              </a:xfrm>
              <a:custGeom>
                <a:avLst/>
                <a:gdLst>
                  <a:gd name="connsiteX0" fmla="*/ 593184 w 816565"/>
                  <a:gd name="connsiteY0" fmla="*/ 82400 h 964958"/>
                  <a:gd name="connsiteX1" fmla="*/ 816565 w 816565"/>
                  <a:gd name="connsiteY1" fmla="*/ 482479 h 964958"/>
                  <a:gd name="connsiteX2" fmla="*/ 309906 w 816565"/>
                  <a:gd name="connsiteY2" fmla="*/ 964958 h 964958"/>
                  <a:gd name="connsiteX3" fmla="*/ 217714 w 816565"/>
                  <a:gd name="connsiteY3" fmla="*/ 956108 h 964958"/>
                  <a:gd name="connsiteX4" fmla="*/ 148397 w 816565"/>
                  <a:gd name="connsiteY4" fmla="*/ 889843 h 964958"/>
                  <a:gd name="connsiteX5" fmla="*/ 0 w 816565"/>
                  <a:gd name="connsiteY5" fmla="*/ 474746 h 964958"/>
                  <a:gd name="connsiteX6" fmla="*/ 148396 w 816565"/>
                  <a:gd name="connsiteY6" fmla="*/ 59649 h 964958"/>
                  <a:gd name="connsiteX7" fmla="*/ 197289 w 816565"/>
                  <a:gd name="connsiteY7" fmla="*/ 12908 h 964958"/>
                  <a:gd name="connsiteX8" fmla="*/ 207797 w 816565"/>
                  <a:gd name="connsiteY8" fmla="*/ 9803 h 964958"/>
                  <a:gd name="connsiteX9" fmla="*/ 309906 w 816565"/>
                  <a:gd name="connsiteY9" fmla="*/ 0 h 964958"/>
                  <a:gd name="connsiteX10" fmla="*/ 593184 w 816565"/>
                  <a:gd name="connsiteY10" fmla="*/ 82400 h 96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6565" h="964958">
                    <a:moveTo>
                      <a:pt x="593184" y="82400"/>
                    </a:moveTo>
                    <a:cubicBezTo>
                      <a:pt x="727956" y="169105"/>
                      <a:pt x="816565" y="315938"/>
                      <a:pt x="816565" y="482479"/>
                    </a:cubicBezTo>
                    <a:cubicBezTo>
                      <a:pt x="816565" y="748945"/>
                      <a:pt x="589726" y="964958"/>
                      <a:pt x="309906" y="964958"/>
                    </a:cubicBezTo>
                    <a:lnTo>
                      <a:pt x="217714" y="956108"/>
                    </a:lnTo>
                    <a:lnTo>
                      <a:pt x="148397" y="889843"/>
                    </a:lnTo>
                    <a:cubicBezTo>
                      <a:pt x="56709" y="783610"/>
                      <a:pt x="0" y="636851"/>
                      <a:pt x="0" y="474746"/>
                    </a:cubicBezTo>
                    <a:cubicBezTo>
                      <a:pt x="0" y="312641"/>
                      <a:pt x="56709" y="165882"/>
                      <a:pt x="148396" y="59649"/>
                    </a:cubicBezTo>
                    <a:lnTo>
                      <a:pt x="197289" y="12908"/>
                    </a:lnTo>
                    <a:lnTo>
                      <a:pt x="207797" y="9803"/>
                    </a:lnTo>
                    <a:cubicBezTo>
                      <a:pt x="240779" y="3375"/>
                      <a:pt x="274928" y="0"/>
                      <a:pt x="309906" y="0"/>
                    </a:cubicBezTo>
                    <a:cubicBezTo>
                      <a:pt x="414839" y="0"/>
                      <a:pt x="512321" y="30377"/>
                      <a:pt x="593184" y="8240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8A3B40A-68D0-0108-9211-15D28585F65D}"/>
                  </a:ext>
                </a:extLst>
              </p:cNvPr>
              <p:cNvSpPr/>
              <p:nvPr/>
            </p:nvSpPr>
            <p:spPr>
              <a:xfrm>
                <a:off x="6160084" y="3123747"/>
                <a:ext cx="179734" cy="17973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1EBB6E9-A2A7-3616-8C23-A7C227FCB01B}"/>
                  </a:ext>
                </a:extLst>
              </p:cNvPr>
              <p:cNvSpPr/>
              <p:nvPr/>
            </p:nvSpPr>
            <p:spPr>
              <a:xfrm>
                <a:off x="5775677" y="2821975"/>
                <a:ext cx="325429" cy="3254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AF336B6-15BA-191B-6C61-9772AC524A83}"/>
                </a:ext>
              </a:extLst>
            </p:cNvPr>
            <p:cNvSpPr/>
            <p:nvPr/>
          </p:nvSpPr>
          <p:spPr>
            <a:xfrm rot="18195762">
              <a:off x="5351100" y="3485995"/>
              <a:ext cx="245568" cy="4354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15ED134-B784-1E42-E877-6B46D15AD92A}"/>
                </a:ext>
              </a:extLst>
            </p:cNvPr>
            <p:cNvSpPr/>
            <p:nvPr/>
          </p:nvSpPr>
          <p:spPr>
            <a:xfrm rot="1992148">
              <a:off x="4778785" y="3624280"/>
              <a:ext cx="245568" cy="4354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1327CC-752B-70FF-2579-0946F2FF0FD6}"/>
                </a:ext>
              </a:extLst>
            </p:cNvPr>
            <p:cNvSpPr/>
            <p:nvPr/>
          </p:nvSpPr>
          <p:spPr>
            <a:xfrm>
              <a:off x="1590723" y="2043041"/>
              <a:ext cx="1658419" cy="1181534"/>
            </a:xfrm>
            <a:custGeom>
              <a:avLst/>
              <a:gdLst>
                <a:gd name="connsiteX0" fmla="*/ 1599134 w 1658419"/>
                <a:gd name="connsiteY0" fmla="*/ 0 h 1181534"/>
                <a:gd name="connsiteX1" fmla="*/ 1658419 w 1658419"/>
                <a:gd name="connsiteY1" fmla="*/ 598225 h 1181534"/>
                <a:gd name="connsiteX2" fmla="*/ 1596437 w 1658419"/>
                <a:gd name="connsiteY2" fmla="*/ 674565 h 1181534"/>
                <a:gd name="connsiteX3" fmla="*/ 123518 w 1658419"/>
                <a:gd name="connsiteY3" fmla="*/ 1127645 h 1181534"/>
                <a:gd name="connsiteX4" fmla="*/ 0 w 1658419"/>
                <a:gd name="connsiteY4" fmla="*/ 1181534 h 1181534"/>
                <a:gd name="connsiteX5" fmla="*/ 28355 w 1658419"/>
                <a:gd name="connsiteY5" fmla="*/ 1120629 h 1181534"/>
                <a:gd name="connsiteX6" fmla="*/ 1599134 w 1658419"/>
                <a:gd name="connsiteY6" fmla="*/ 0 h 118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8419" h="1181534">
                  <a:moveTo>
                    <a:pt x="1599134" y="0"/>
                  </a:moveTo>
                  <a:lnTo>
                    <a:pt x="1658419" y="598225"/>
                  </a:lnTo>
                  <a:lnTo>
                    <a:pt x="1596437" y="674565"/>
                  </a:lnTo>
                  <a:cubicBezTo>
                    <a:pt x="1028658" y="1337709"/>
                    <a:pt x="617445" y="958313"/>
                    <a:pt x="123518" y="1127645"/>
                  </a:cubicBezTo>
                  <a:lnTo>
                    <a:pt x="0" y="1181534"/>
                  </a:lnTo>
                  <a:lnTo>
                    <a:pt x="28355" y="1120629"/>
                  </a:lnTo>
                  <a:cubicBezTo>
                    <a:pt x="268710" y="698252"/>
                    <a:pt x="1095772" y="377032"/>
                    <a:pt x="1599134" y="0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0D002D-9522-AF9B-5770-4C3F9C01D0A4}"/>
                </a:ext>
              </a:extLst>
            </p:cNvPr>
            <p:cNvSpPr/>
            <p:nvPr/>
          </p:nvSpPr>
          <p:spPr>
            <a:xfrm rot="20036096" flipH="1">
              <a:off x="5736917" y="885016"/>
              <a:ext cx="1658419" cy="1181534"/>
            </a:xfrm>
            <a:custGeom>
              <a:avLst/>
              <a:gdLst>
                <a:gd name="connsiteX0" fmla="*/ 1599134 w 1658419"/>
                <a:gd name="connsiteY0" fmla="*/ 0 h 1181534"/>
                <a:gd name="connsiteX1" fmla="*/ 1658419 w 1658419"/>
                <a:gd name="connsiteY1" fmla="*/ 598225 h 1181534"/>
                <a:gd name="connsiteX2" fmla="*/ 1596437 w 1658419"/>
                <a:gd name="connsiteY2" fmla="*/ 674565 h 1181534"/>
                <a:gd name="connsiteX3" fmla="*/ 123518 w 1658419"/>
                <a:gd name="connsiteY3" fmla="*/ 1127645 h 1181534"/>
                <a:gd name="connsiteX4" fmla="*/ 0 w 1658419"/>
                <a:gd name="connsiteY4" fmla="*/ 1181534 h 1181534"/>
                <a:gd name="connsiteX5" fmla="*/ 28355 w 1658419"/>
                <a:gd name="connsiteY5" fmla="*/ 1120629 h 1181534"/>
                <a:gd name="connsiteX6" fmla="*/ 1599134 w 1658419"/>
                <a:gd name="connsiteY6" fmla="*/ 0 h 118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8419" h="1181534">
                  <a:moveTo>
                    <a:pt x="1599134" y="0"/>
                  </a:moveTo>
                  <a:lnTo>
                    <a:pt x="1658419" y="598225"/>
                  </a:lnTo>
                  <a:lnTo>
                    <a:pt x="1596437" y="674565"/>
                  </a:lnTo>
                  <a:cubicBezTo>
                    <a:pt x="1028658" y="1337709"/>
                    <a:pt x="617445" y="958313"/>
                    <a:pt x="123518" y="1127645"/>
                  </a:cubicBezTo>
                  <a:lnTo>
                    <a:pt x="0" y="1181534"/>
                  </a:lnTo>
                  <a:lnTo>
                    <a:pt x="28355" y="1120629"/>
                  </a:lnTo>
                  <a:cubicBezTo>
                    <a:pt x="268710" y="698252"/>
                    <a:pt x="1095772" y="377032"/>
                    <a:pt x="1599134" y="0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FF7844-8AA9-DD38-B986-2EF304305082}"/>
                </a:ext>
              </a:extLst>
            </p:cNvPr>
            <p:cNvSpPr/>
            <p:nvPr/>
          </p:nvSpPr>
          <p:spPr>
            <a:xfrm>
              <a:off x="2370409" y="1154192"/>
              <a:ext cx="1028230" cy="1473442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540440"/>
                <a:gd name="connsiteY0" fmla="*/ 154983 h 1262743"/>
                <a:gd name="connsiteX1" fmla="*/ 2540440 w 2540440"/>
                <a:gd name="connsiteY1" fmla="*/ 0 h 1262743"/>
                <a:gd name="connsiteX2" fmla="*/ 2540440 w 2540440"/>
                <a:gd name="connsiteY2" fmla="*/ 1262743 h 1262743"/>
                <a:gd name="connsiteX3" fmla="*/ 1069383 w 2540440"/>
                <a:gd name="connsiteY3" fmla="*/ 1262743 h 1262743"/>
                <a:gd name="connsiteX4" fmla="*/ 0 w 2540440"/>
                <a:gd name="connsiteY4" fmla="*/ 154983 h 1262743"/>
                <a:gd name="connsiteX0" fmla="*/ 247973 w 2788413"/>
                <a:gd name="connsiteY0" fmla="*/ 154983 h 1262743"/>
                <a:gd name="connsiteX1" fmla="*/ 2788413 w 2788413"/>
                <a:gd name="connsiteY1" fmla="*/ 0 h 1262743"/>
                <a:gd name="connsiteX2" fmla="*/ 2788413 w 2788413"/>
                <a:gd name="connsiteY2" fmla="*/ 1262743 h 1262743"/>
                <a:gd name="connsiteX3" fmla="*/ 0 w 2788413"/>
                <a:gd name="connsiteY3" fmla="*/ 487828 h 1262743"/>
                <a:gd name="connsiteX4" fmla="*/ 247973 w 2788413"/>
                <a:gd name="connsiteY4" fmla="*/ 154983 h 1262743"/>
                <a:gd name="connsiteX0" fmla="*/ 241623 w 2788413"/>
                <a:gd name="connsiteY0" fmla="*/ 0 h 1457010"/>
                <a:gd name="connsiteX1" fmla="*/ 2788413 w 2788413"/>
                <a:gd name="connsiteY1" fmla="*/ 194267 h 1457010"/>
                <a:gd name="connsiteX2" fmla="*/ 2788413 w 2788413"/>
                <a:gd name="connsiteY2" fmla="*/ 1457010 h 1457010"/>
                <a:gd name="connsiteX3" fmla="*/ 0 w 2788413"/>
                <a:gd name="connsiteY3" fmla="*/ 682095 h 1457010"/>
                <a:gd name="connsiteX4" fmla="*/ 241623 w 2788413"/>
                <a:gd name="connsiteY4" fmla="*/ 0 h 1457010"/>
                <a:gd name="connsiteX0" fmla="*/ 241623 w 2788413"/>
                <a:gd name="connsiteY0" fmla="*/ 0 h 1457010"/>
                <a:gd name="connsiteX1" fmla="*/ 2788413 w 2788413"/>
                <a:gd name="connsiteY1" fmla="*/ 1457010 h 1457010"/>
                <a:gd name="connsiteX2" fmla="*/ 0 w 2788413"/>
                <a:gd name="connsiteY2" fmla="*/ 682095 h 1457010"/>
                <a:gd name="connsiteX3" fmla="*/ 241623 w 2788413"/>
                <a:gd name="connsiteY3" fmla="*/ 0 h 1457010"/>
                <a:gd name="connsiteX0" fmla="*/ 529632 w 3076422"/>
                <a:gd name="connsiteY0" fmla="*/ 783490 h 2240500"/>
                <a:gd name="connsiteX1" fmla="*/ 3076422 w 3076422"/>
                <a:gd name="connsiteY1" fmla="*/ 2240500 h 2240500"/>
                <a:gd name="connsiteX2" fmla="*/ 288009 w 3076422"/>
                <a:gd name="connsiteY2" fmla="*/ 1465585 h 2240500"/>
                <a:gd name="connsiteX3" fmla="*/ 2291 w 3076422"/>
                <a:gd name="connsiteY3" fmla="*/ 0 h 2240500"/>
                <a:gd name="connsiteX4" fmla="*/ 529632 w 3076422"/>
                <a:gd name="connsiteY4" fmla="*/ 783490 h 2240500"/>
                <a:gd name="connsiteX0" fmla="*/ 529632 w 529632"/>
                <a:gd name="connsiteY0" fmla="*/ 783490 h 1465585"/>
                <a:gd name="connsiteX1" fmla="*/ 288009 w 529632"/>
                <a:gd name="connsiteY1" fmla="*/ 1465585 h 1465585"/>
                <a:gd name="connsiteX2" fmla="*/ 2291 w 529632"/>
                <a:gd name="connsiteY2" fmla="*/ 0 h 1465585"/>
                <a:gd name="connsiteX3" fmla="*/ 529632 w 529632"/>
                <a:gd name="connsiteY3" fmla="*/ 783490 h 1465585"/>
                <a:gd name="connsiteX0" fmla="*/ 529632 w 549961"/>
                <a:gd name="connsiteY0" fmla="*/ 783490 h 1465585"/>
                <a:gd name="connsiteX1" fmla="*/ 288009 w 549961"/>
                <a:gd name="connsiteY1" fmla="*/ 1465585 h 1465585"/>
                <a:gd name="connsiteX2" fmla="*/ 2291 w 549961"/>
                <a:gd name="connsiteY2" fmla="*/ 0 h 1465585"/>
                <a:gd name="connsiteX3" fmla="*/ 529632 w 549961"/>
                <a:gd name="connsiteY3" fmla="*/ 783490 h 1465585"/>
                <a:gd name="connsiteX0" fmla="*/ 529632 w 618773"/>
                <a:gd name="connsiteY0" fmla="*/ 783490 h 1465585"/>
                <a:gd name="connsiteX1" fmla="*/ 288009 w 618773"/>
                <a:gd name="connsiteY1" fmla="*/ 1465585 h 1465585"/>
                <a:gd name="connsiteX2" fmla="*/ 2291 w 618773"/>
                <a:gd name="connsiteY2" fmla="*/ 0 h 1465585"/>
                <a:gd name="connsiteX3" fmla="*/ 529632 w 618773"/>
                <a:gd name="connsiteY3" fmla="*/ 783490 h 1465585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939089 w 1028230"/>
                <a:gd name="connsiteY0" fmla="*/ 791347 h 1473442"/>
                <a:gd name="connsiteX1" fmla="*/ 697466 w 1028230"/>
                <a:gd name="connsiteY1" fmla="*/ 1473442 h 1473442"/>
                <a:gd name="connsiteX2" fmla="*/ 411748 w 1028230"/>
                <a:gd name="connsiteY2" fmla="*/ 7857 h 1473442"/>
                <a:gd name="connsiteX3" fmla="*/ 939089 w 1028230"/>
                <a:gd name="connsiteY3" fmla="*/ 791347 h 1473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230" h="1473442">
                  <a:moveTo>
                    <a:pt x="939089" y="791347"/>
                  </a:moveTo>
                  <a:cubicBezTo>
                    <a:pt x="1036348" y="1069512"/>
                    <a:pt x="1152657" y="1296877"/>
                    <a:pt x="697466" y="1473442"/>
                  </a:cubicBezTo>
                  <a:cubicBezTo>
                    <a:pt x="-418007" y="1247380"/>
                    <a:pt x="54021" y="-115331"/>
                    <a:pt x="411748" y="7857"/>
                  </a:cubicBezTo>
                  <a:cubicBezTo>
                    <a:pt x="606578" y="65820"/>
                    <a:pt x="242609" y="739734"/>
                    <a:pt x="939089" y="791347"/>
                  </a:cubicBezTo>
                  <a:close/>
                </a:path>
              </a:pathLst>
            </a:custGeom>
            <a:solidFill>
              <a:srgbClr val="FFF3D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40FD4034-08BD-9664-99F1-27D9BC6362E2}"/>
                </a:ext>
              </a:extLst>
            </p:cNvPr>
            <p:cNvSpPr/>
            <p:nvPr/>
          </p:nvSpPr>
          <p:spPr>
            <a:xfrm rot="19105145" flipH="1">
              <a:off x="5447851" y="380552"/>
              <a:ext cx="1013065" cy="1451891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540440"/>
                <a:gd name="connsiteY0" fmla="*/ 154983 h 1262743"/>
                <a:gd name="connsiteX1" fmla="*/ 2540440 w 2540440"/>
                <a:gd name="connsiteY1" fmla="*/ 0 h 1262743"/>
                <a:gd name="connsiteX2" fmla="*/ 2540440 w 2540440"/>
                <a:gd name="connsiteY2" fmla="*/ 1262743 h 1262743"/>
                <a:gd name="connsiteX3" fmla="*/ 1069383 w 2540440"/>
                <a:gd name="connsiteY3" fmla="*/ 1262743 h 1262743"/>
                <a:gd name="connsiteX4" fmla="*/ 0 w 2540440"/>
                <a:gd name="connsiteY4" fmla="*/ 154983 h 1262743"/>
                <a:gd name="connsiteX0" fmla="*/ 247973 w 2788413"/>
                <a:gd name="connsiteY0" fmla="*/ 154983 h 1262743"/>
                <a:gd name="connsiteX1" fmla="*/ 2788413 w 2788413"/>
                <a:gd name="connsiteY1" fmla="*/ 0 h 1262743"/>
                <a:gd name="connsiteX2" fmla="*/ 2788413 w 2788413"/>
                <a:gd name="connsiteY2" fmla="*/ 1262743 h 1262743"/>
                <a:gd name="connsiteX3" fmla="*/ 0 w 2788413"/>
                <a:gd name="connsiteY3" fmla="*/ 487828 h 1262743"/>
                <a:gd name="connsiteX4" fmla="*/ 247973 w 2788413"/>
                <a:gd name="connsiteY4" fmla="*/ 154983 h 1262743"/>
                <a:gd name="connsiteX0" fmla="*/ 241623 w 2788413"/>
                <a:gd name="connsiteY0" fmla="*/ 0 h 1457010"/>
                <a:gd name="connsiteX1" fmla="*/ 2788413 w 2788413"/>
                <a:gd name="connsiteY1" fmla="*/ 194267 h 1457010"/>
                <a:gd name="connsiteX2" fmla="*/ 2788413 w 2788413"/>
                <a:gd name="connsiteY2" fmla="*/ 1457010 h 1457010"/>
                <a:gd name="connsiteX3" fmla="*/ 0 w 2788413"/>
                <a:gd name="connsiteY3" fmla="*/ 682095 h 1457010"/>
                <a:gd name="connsiteX4" fmla="*/ 241623 w 2788413"/>
                <a:gd name="connsiteY4" fmla="*/ 0 h 1457010"/>
                <a:gd name="connsiteX0" fmla="*/ 241623 w 2788413"/>
                <a:gd name="connsiteY0" fmla="*/ 0 h 1457010"/>
                <a:gd name="connsiteX1" fmla="*/ 2788413 w 2788413"/>
                <a:gd name="connsiteY1" fmla="*/ 1457010 h 1457010"/>
                <a:gd name="connsiteX2" fmla="*/ 0 w 2788413"/>
                <a:gd name="connsiteY2" fmla="*/ 682095 h 1457010"/>
                <a:gd name="connsiteX3" fmla="*/ 241623 w 2788413"/>
                <a:gd name="connsiteY3" fmla="*/ 0 h 1457010"/>
                <a:gd name="connsiteX0" fmla="*/ 529632 w 3076422"/>
                <a:gd name="connsiteY0" fmla="*/ 783490 h 2240500"/>
                <a:gd name="connsiteX1" fmla="*/ 3076422 w 3076422"/>
                <a:gd name="connsiteY1" fmla="*/ 2240500 h 2240500"/>
                <a:gd name="connsiteX2" fmla="*/ 288009 w 3076422"/>
                <a:gd name="connsiteY2" fmla="*/ 1465585 h 2240500"/>
                <a:gd name="connsiteX3" fmla="*/ 2291 w 3076422"/>
                <a:gd name="connsiteY3" fmla="*/ 0 h 2240500"/>
                <a:gd name="connsiteX4" fmla="*/ 529632 w 3076422"/>
                <a:gd name="connsiteY4" fmla="*/ 783490 h 2240500"/>
                <a:gd name="connsiteX0" fmla="*/ 529632 w 529632"/>
                <a:gd name="connsiteY0" fmla="*/ 783490 h 1465585"/>
                <a:gd name="connsiteX1" fmla="*/ 288009 w 529632"/>
                <a:gd name="connsiteY1" fmla="*/ 1465585 h 1465585"/>
                <a:gd name="connsiteX2" fmla="*/ 2291 w 529632"/>
                <a:gd name="connsiteY2" fmla="*/ 0 h 1465585"/>
                <a:gd name="connsiteX3" fmla="*/ 529632 w 529632"/>
                <a:gd name="connsiteY3" fmla="*/ 783490 h 1465585"/>
                <a:gd name="connsiteX0" fmla="*/ 529632 w 549961"/>
                <a:gd name="connsiteY0" fmla="*/ 783490 h 1465585"/>
                <a:gd name="connsiteX1" fmla="*/ 288009 w 549961"/>
                <a:gd name="connsiteY1" fmla="*/ 1465585 h 1465585"/>
                <a:gd name="connsiteX2" fmla="*/ 2291 w 549961"/>
                <a:gd name="connsiteY2" fmla="*/ 0 h 1465585"/>
                <a:gd name="connsiteX3" fmla="*/ 529632 w 549961"/>
                <a:gd name="connsiteY3" fmla="*/ 783490 h 1465585"/>
                <a:gd name="connsiteX0" fmla="*/ 529632 w 618773"/>
                <a:gd name="connsiteY0" fmla="*/ 783490 h 1465585"/>
                <a:gd name="connsiteX1" fmla="*/ 288009 w 618773"/>
                <a:gd name="connsiteY1" fmla="*/ 1465585 h 1465585"/>
                <a:gd name="connsiteX2" fmla="*/ 2291 w 618773"/>
                <a:gd name="connsiteY2" fmla="*/ 0 h 1465585"/>
                <a:gd name="connsiteX3" fmla="*/ 529632 w 618773"/>
                <a:gd name="connsiteY3" fmla="*/ 783490 h 1465585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939089 w 1028230"/>
                <a:gd name="connsiteY0" fmla="*/ 791347 h 1473442"/>
                <a:gd name="connsiteX1" fmla="*/ 697466 w 1028230"/>
                <a:gd name="connsiteY1" fmla="*/ 1473442 h 1473442"/>
                <a:gd name="connsiteX2" fmla="*/ 411748 w 1028230"/>
                <a:gd name="connsiteY2" fmla="*/ 7857 h 1473442"/>
                <a:gd name="connsiteX3" fmla="*/ 939089 w 1028230"/>
                <a:gd name="connsiteY3" fmla="*/ 791347 h 1473442"/>
                <a:gd name="connsiteX0" fmla="*/ 952369 w 1036206"/>
                <a:gd name="connsiteY0" fmla="*/ 697623 h 1473442"/>
                <a:gd name="connsiteX1" fmla="*/ 697466 w 1036206"/>
                <a:gd name="connsiteY1" fmla="*/ 1473442 h 1473442"/>
                <a:gd name="connsiteX2" fmla="*/ 411748 w 1036206"/>
                <a:gd name="connsiteY2" fmla="*/ 7857 h 1473442"/>
                <a:gd name="connsiteX3" fmla="*/ 952369 w 1036206"/>
                <a:gd name="connsiteY3" fmla="*/ 697623 h 1473442"/>
                <a:gd name="connsiteX0" fmla="*/ 981095 w 1064932"/>
                <a:gd name="connsiteY0" fmla="*/ 704363 h 1480182"/>
                <a:gd name="connsiteX1" fmla="*/ 726192 w 1064932"/>
                <a:gd name="connsiteY1" fmla="*/ 1480182 h 1480182"/>
                <a:gd name="connsiteX2" fmla="*/ 379221 w 1064932"/>
                <a:gd name="connsiteY2" fmla="*/ 7821 h 1480182"/>
                <a:gd name="connsiteX3" fmla="*/ 981095 w 1064932"/>
                <a:gd name="connsiteY3" fmla="*/ 704363 h 1480182"/>
                <a:gd name="connsiteX0" fmla="*/ 981095 w 1064932"/>
                <a:gd name="connsiteY0" fmla="*/ 704363 h 1480182"/>
                <a:gd name="connsiteX1" fmla="*/ 726192 w 1064932"/>
                <a:gd name="connsiteY1" fmla="*/ 1480182 h 1480182"/>
                <a:gd name="connsiteX2" fmla="*/ 379221 w 1064932"/>
                <a:gd name="connsiteY2" fmla="*/ 7821 h 1480182"/>
                <a:gd name="connsiteX3" fmla="*/ 981095 w 1064932"/>
                <a:gd name="connsiteY3" fmla="*/ 704363 h 1480182"/>
                <a:gd name="connsiteX0" fmla="*/ 963596 w 1061759"/>
                <a:gd name="connsiteY0" fmla="*/ 704518 h 1451891"/>
                <a:gd name="connsiteX1" fmla="*/ 743180 w 1061759"/>
                <a:gd name="connsiteY1" fmla="*/ 1451891 h 1451891"/>
                <a:gd name="connsiteX2" fmla="*/ 361722 w 1061759"/>
                <a:gd name="connsiteY2" fmla="*/ 7976 h 1451891"/>
                <a:gd name="connsiteX3" fmla="*/ 963596 w 1061759"/>
                <a:gd name="connsiteY3" fmla="*/ 704518 h 1451891"/>
                <a:gd name="connsiteX0" fmla="*/ 963596 w 1089693"/>
                <a:gd name="connsiteY0" fmla="*/ 704518 h 1451891"/>
                <a:gd name="connsiteX1" fmla="*/ 743180 w 1089693"/>
                <a:gd name="connsiteY1" fmla="*/ 1451891 h 1451891"/>
                <a:gd name="connsiteX2" fmla="*/ 361722 w 1089693"/>
                <a:gd name="connsiteY2" fmla="*/ 7976 h 1451891"/>
                <a:gd name="connsiteX3" fmla="*/ 963596 w 1089693"/>
                <a:gd name="connsiteY3" fmla="*/ 704518 h 145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9693" h="1451891">
                  <a:moveTo>
                    <a:pt x="963596" y="704518"/>
                  </a:moveTo>
                  <a:cubicBezTo>
                    <a:pt x="1129079" y="824539"/>
                    <a:pt x="1198371" y="1275326"/>
                    <a:pt x="743180" y="1451891"/>
                  </a:cubicBezTo>
                  <a:cubicBezTo>
                    <a:pt x="-372293" y="1225829"/>
                    <a:pt x="3995" y="-115212"/>
                    <a:pt x="361722" y="7976"/>
                  </a:cubicBezTo>
                  <a:cubicBezTo>
                    <a:pt x="556552" y="65939"/>
                    <a:pt x="121072" y="779737"/>
                    <a:pt x="963596" y="704518"/>
                  </a:cubicBezTo>
                  <a:close/>
                </a:path>
              </a:pathLst>
            </a:custGeom>
            <a:solidFill>
              <a:srgbClr val="FFF3D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966BCF3-B486-0C65-51D8-A63E061F0320}"/>
                </a:ext>
              </a:extLst>
            </p:cNvPr>
            <p:cNvGrpSpPr/>
            <p:nvPr/>
          </p:nvGrpSpPr>
          <p:grpSpPr>
            <a:xfrm>
              <a:off x="3378142" y="2860642"/>
              <a:ext cx="1013318" cy="1174072"/>
              <a:chOff x="5600467" y="2435842"/>
              <a:chExt cx="1013318" cy="1174072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9F38774-DC35-10B0-C959-C0A749590D5A}"/>
                  </a:ext>
                </a:extLst>
              </p:cNvPr>
              <p:cNvSpPr/>
              <p:nvPr/>
            </p:nvSpPr>
            <p:spPr>
              <a:xfrm rot="19869228">
                <a:off x="5600467" y="2435842"/>
                <a:ext cx="1013318" cy="11740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05F7F28-8A00-72B4-15F8-DD278F41E37D}"/>
                  </a:ext>
                </a:extLst>
              </p:cNvPr>
              <p:cNvSpPr/>
              <p:nvPr/>
            </p:nvSpPr>
            <p:spPr>
              <a:xfrm rot="19869228">
                <a:off x="5609711" y="2598532"/>
                <a:ext cx="816565" cy="964958"/>
              </a:xfrm>
              <a:custGeom>
                <a:avLst/>
                <a:gdLst>
                  <a:gd name="connsiteX0" fmla="*/ 593184 w 816565"/>
                  <a:gd name="connsiteY0" fmla="*/ 82400 h 964958"/>
                  <a:gd name="connsiteX1" fmla="*/ 816565 w 816565"/>
                  <a:gd name="connsiteY1" fmla="*/ 482479 h 964958"/>
                  <a:gd name="connsiteX2" fmla="*/ 309906 w 816565"/>
                  <a:gd name="connsiteY2" fmla="*/ 964958 h 964958"/>
                  <a:gd name="connsiteX3" fmla="*/ 217714 w 816565"/>
                  <a:gd name="connsiteY3" fmla="*/ 956108 h 964958"/>
                  <a:gd name="connsiteX4" fmla="*/ 148397 w 816565"/>
                  <a:gd name="connsiteY4" fmla="*/ 889843 h 964958"/>
                  <a:gd name="connsiteX5" fmla="*/ 0 w 816565"/>
                  <a:gd name="connsiteY5" fmla="*/ 474746 h 964958"/>
                  <a:gd name="connsiteX6" fmla="*/ 148396 w 816565"/>
                  <a:gd name="connsiteY6" fmla="*/ 59649 h 964958"/>
                  <a:gd name="connsiteX7" fmla="*/ 197289 w 816565"/>
                  <a:gd name="connsiteY7" fmla="*/ 12908 h 964958"/>
                  <a:gd name="connsiteX8" fmla="*/ 207797 w 816565"/>
                  <a:gd name="connsiteY8" fmla="*/ 9803 h 964958"/>
                  <a:gd name="connsiteX9" fmla="*/ 309906 w 816565"/>
                  <a:gd name="connsiteY9" fmla="*/ 0 h 964958"/>
                  <a:gd name="connsiteX10" fmla="*/ 593184 w 816565"/>
                  <a:gd name="connsiteY10" fmla="*/ 82400 h 96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6565" h="964958">
                    <a:moveTo>
                      <a:pt x="593184" y="82400"/>
                    </a:moveTo>
                    <a:cubicBezTo>
                      <a:pt x="727956" y="169105"/>
                      <a:pt x="816565" y="315938"/>
                      <a:pt x="816565" y="482479"/>
                    </a:cubicBezTo>
                    <a:cubicBezTo>
                      <a:pt x="816565" y="748945"/>
                      <a:pt x="589726" y="964958"/>
                      <a:pt x="309906" y="964958"/>
                    </a:cubicBezTo>
                    <a:lnTo>
                      <a:pt x="217714" y="956108"/>
                    </a:lnTo>
                    <a:lnTo>
                      <a:pt x="148397" y="889843"/>
                    </a:lnTo>
                    <a:cubicBezTo>
                      <a:pt x="56709" y="783610"/>
                      <a:pt x="0" y="636851"/>
                      <a:pt x="0" y="474746"/>
                    </a:cubicBezTo>
                    <a:cubicBezTo>
                      <a:pt x="0" y="312641"/>
                      <a:pt x="56709" y="165882"/>
                      <a:pt x="148396" y="59649"/>
                    </a:cubicBezTo>
                    <a:lnTo>
                      <a:pt x="197289" y="12908"/>
                    </a:lnTo>
                    <a:lnTo>
                      <a:pt x="207797" y="9803"/>
                    </a:lnTo>
                    <a:cubicBezTo>
                      <a:pt x="240779" y="3375"/>
                      <a:pt x="274928" y="0"/>
                      <a:pt x="309906" y="0"/>
                    </a:cubicBezTo>
                    <a:cubicBezTo>
                      <a:pt x="414839" y="0"/>
                      <a:pt x="512321" y="30377"/>
                      <a:pt x="593184" y="8240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41B7E83-002C-930E-EDFE-FEF71D8F504C}"/>
                  </a:ext>
                </a:extLst>
              </p:cNvPr>
              <p:cNvSpPr/>
              <p:nvPr/>
            </p:nvSpPr>
            <p:spPr>
              <a:xfrm>
                <a:off x="6160084" y="3123747"/>
                <a:ext cx="179734" cy="17973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E84F5B4-2FBD-A539-F06E-AD83A2D01515}"/>
                  </a:ext>
                </a:extLst>
              </p:cNvPr>
              <p:cNvSpPr/>
              <p:nvPr/>
            </p:nvSpPr>
            <p:spPr>
              <a:xfrm>
                <a:off x="5775677" y="2821975"/>
                <a:ext cx="325429" cy="3254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53E90E6-2EE4-D634-F96E-FF1DAAEAAEC8}"/>
              </a:ext>
            </a:extLst>
          </p:cNvPr>
          <p:cNvGrpSpPr/>
          <p:nvPr/>
        </p:nvGrpSpPr>
        <p:grpSpPr>
          <a:xfrm>
            <a:off x="4885078" y="489712"/>
            <a:ext cx="5925130" cy="6583610"/>
            <a:chOff x="1562683" y="380552"/>
            <a:chExt cx="5925130" cy="6583610"/>
          </a:xfrm>
          <a:solidFill>
            <a:schemeClr val="bg1"/>
          </a:solidFill>
        </p:grpSpPr>
        <p:sp>
          <p:nvSpPr>
            <p:cNvPr id="59" name="Rectangle 10">
              <a:extLst>
                <a:ext uri="{FF2B5EF4-FFF2-40B4-BE49-F238E27FC236}">
                  <a16:creationId xmlns:a16="http://schemas.microsoft.com/office/drawing/2014/main" id="{E9F05E73-1CD9-FD6C-172F-88E811836387}"/>
                </a:ext>
              </a:extLst>
            </p:cNvPr>
            <p:cNvSpPr/>
            <p:nvPr/>
          </p:nvSpPr>
          <p:spPr>
            <a:xfrm rot="1321554" flipH="1">
              <a:off x="1862605" y="4162243"/>
              <a:ext cx="991549" cy="1116964"/>
            </a:xfrm>
            <a:custGeom>
              <a:avLst/>
              <a:gdLst>
                <a:gd name="connsiteX0" fmla="*/ 0 w 616340"/>
                <a:gd name="connsiteY0" fmla="*/ 0 h 304800"/>
                <a:gd name="connsiteX1" fmla="*/ 616340 w 616340"/>
                <a:gd name="connsiteY1" fmla="*/ 0 h 304800"/>
                <a:gd name="connsiteX2" fmla="*/ 616340 w 616340"/>
                <a:gd name="connsiteY2" fmla="*/ 304800 h 304800"/>
                <a:gd name="connsiteX3" fmla="*/ 0 w 616340"/>
                <a:gd name="connsiteY3" fmla="*/ 304800 h 304800"/>
                <a:gd name="connsiteX4" fmla="*/ 0 w 616340"/>
                <a:gd name="connsiteY4" fmla="*/ 0 h 304800"/>
                <a:gd name="connsiteX0" fmla="*/ 0 w 1182397"/>
                <a:gd name="connsiteY0" fmla="*/ 0 h 1654628"/>
                <a:gd name="connsiteX1" fmla="*/ 616340 w 1182397"/>
                <a:gd name="connsiteY1" fmla="*/ 0 h 1654628"/>
                <a:gd name="connsiteX2" fmla="*/ 1182397 w 1182397"/>
                <a:gd name="connsiteY2" fmla="*/ 1654628 h 1654628"/>
                <a:gd name="connsiteX3" fmla="*/ 0 w 1182397"/>
                <a:gd name="connsiteY3" fmla="*/ 304800 h 1654628"/>
                <a:gd name="connsiteX4" fmla="*/ 0 w 1182397"/>
                <a:gd name="connsiteY4" fmla="*/ 0 h 1654628"/>
                <a:gd name="connsiteX0" fmla="*/ 0 w 1342054"/>
                <a:gd name="connsiteY0" fmla="*/ 0 h 1654628"/>
                <a:gd name="connsiteX1" fmla="*/ 1342054 w 1342054"/>
                <a:gd name="connsiteY1" fmla="*/ 1596571 h 1654628"/>
                <a:gd name="connsiteX2" fmla="*/ 1182397 w 1342054"/>
                <a:gd name="connsiteY2" fmla="*/ 1654628 h 1654628"/>
                <a:gd name="connsiteX3" fmla="*/ 0 w 1342054"/>
                <a:gd name="connsiteY3" fmla="*/ 304800 h 1654628"/>
                <a:gd name="connsiteX4" fmla="*/ 0 w 1342054"/>
                <a:gd name="connsiteY4" fmla="*/ 0 h 1654628"/>
                <a:gd name="connsiteX0" fmla="*/ 377372 w 1342054"/>
                <a:gd name="connsiteY0" fmla="*/ 0 h 1393371"/>
                <a:gd name="connsiteX1" fmla="*/ 1342054 w 1342054"/>
                <a:gd name="connsiteY1" fmla="*/ 1335314 h 1393371"/>
                <a:gd name="connsiteX2" fmla="*/ 1182397 w 1342054"/>
                <a:gd name="connsiteY2" fmla="*/ 1393371 h 1393371"/>
                <a:gd name="connsiteX3" fmla="*/ 0 w 1342054"/>
                <a:gd name="connsiteY3" fmla="*/ 43543 h 1393371"/>
                <a:gd name="connsiteX4" fmla="*/ 377372 w 1342054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940025"/>
                <a:gd name="connsiteY0" fmla="*/ 0 h 1430564"/>
                <a:gd name="connsiteX1" fmla="*/ 938375 w 940025"/>
                <a:gd name="connsiteY1" fmla="*/ 1430564 h 1430564"/>
                <a:gd name="connsiteX2" fmla="*/ 848568 w 940025"/>
                <a:gd name="connsiteY2" fmla="*/ 1393371 h 1430564"/>
                <a:gd name="connsiteX3" fmla="*/ 0 w 940025"/>
                <a:gd name="connsiteY3" fmla="*/ 203200 h 1430564"/>
                <a:gd name="connsiteX4" fmla="*/ 43543 w 940025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2032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706080 w 987571"/>
                <a:gd name="connsiteY2" fmla="*/ 921690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24982"/>
                <a:gd name="connsiteY0" fmla="*/ 0 h 1052498"/>
                <a:gd name="connsiteX1" fmla="*/ 866586 w 924982"/>
                <a:gd name="connsiteY1" fmla="*/ 1052498 h 1052498"/>
                <a:gd name="connsiteX2" fmla="*/ 706080 w 924982"/>
                <a:gd name="connsiteY2" fmla="*/ 921690 h 1052498"/>
                <a:gd name="connsiteX3" fmla="*/ 0 w 924982"/>
                <a:gd name="connsiteY3" fmla="*/ 139700 h 1052498"/>
                <a:gd name="connsiteX4" fmla="*/ 43543 w 924982"/>
                <a:gd name="connsiteY4" fmla="*/ 0 h 1052498"/>
                <a:gd name="connsiteX0" fmla="*/ 48456 w 929895"/>
                <a:gd name="connsiteY0" fmla="*/ 0 h 1052498"/>
                <a:gd name="connsiteX1" fmla="*/ 871499 w 929895"/>
                <a:gd name="connsiteY1" fmla="*/ 1052498 h 1052498"/>
                <a:gd name="connsiteX2" fmla="*/ 710993 w 929895"/>
                <a:gd name="connsiteY2" fmla="*/ 921690 h 1052498"/>
                <a:gd name="connsiteX3" fmla="*/ 0 w 929895"/>
                <a:gd name="connsiteY3" fmla="*/ 279682 h 1052498"/>
                <a:gd name="connsiteX4" fmla="*/ 48456 w 929895"/>
                <a:gd name="connsiteY4" fmla="*/ 0 h 1052498"/>
                <a:gd name="connsiteX0" fmla="*/ 48456 w 929895"/>
                <a:gd name="connsiteY0" fmla="*/ 0 h 1052498"/>
                <a:gd name="connsiteX1" fmla="*/ 871499 w 929895"/>
                <a:gd name="connsiteY1" fmla="*/ 1052498 h 1052498"/>
                <a:gd name="connsiteX2" fmla="*/ 710993 w 929895"/>
                <a:gd name="connsiteY2" fmla="*/ 921690 h 1052498"/>
                <a:gd name="connsiteX3" fmla="*/ 0 w 929895"/>
                <a:gd name="connsiteY3" fmla="*/ 279682 h 1052498"/>
                <a:gd name="connsiteX4" fmla="*/ 48456 w 929895"/>
                <a:gd name="connsiteY4" fmla="*/ 0 h 1052498"/>
                <a:gd name="connsiteX0" fmla="*/ 48456 w 919275"/>
                <a:gd name="connsiteY0" fmla="*/ 0 h 1052498"/>
                <a:gd name="connsiteX1" fmla="*/ 871499 w 919275"/>
                <a:gd name="connsiteY1" fmla="*/ 1052498 h 1052498"/>
                <a:gd name="connsiteX2" fmla="*/ 710993 w 919275"/>
                <a:gd name="connsiteY2" fmla="*/ 921690 h 1052498"/>
                <a:gd name="connsiteX3" fmla="*/ 0 w 919275"/>
                <a:gd name="connsiteY3" fmla="*/ 279682 h 1052498"/>
                <a:gd name="connsiteX4" fmla="*/ 48456 w 919275"/>
                <a:gd name="connsiteY4" fmla="*/ 0 h 105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9275" h="1052498">
                  <a:moveTo>
                    <a:pt x="48456" y="0"/>
                  </a:moveTo>
                  <a:cubicBezTo>
                    <a:pt x="829576" y="223480"/>
                    <a:pt x="1023467" y="544800"/>
                    <a:pt x="871499" y="1052498"/>
                  </a:cubicBezTo>
                  <a:lnTo>
                    <a:pt x="710993" y="921690"/>
                  </a:lnTo>
                  <a:cubicBezTo>
                    <a:pt x="754103" y="812531"/>
                    <a:pt x="701319" y="509594"/>
                    <a:pt x="0" y="279682"/>
                  </a:cubicBezTo>
                  <a:lnTo>
                    <a:pt x="48456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865BBD49-797C-DD55-AFD2-44235765474E}"/>
                </a:ext>
              </a:extLst>
            </p:cNvPr>
            <p:cNvSpPr/>
            <p:nvPr/>
          </p:nvSpPr>
          <p:spPr>
            <a:xfrm>
              <a:off x="2565435" y="3909062"/>
              <a:ext cx="3855111" cy="2916988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1640114 w 3111171"/>
                <a:gd name="connsiteY0" fmla="*/ 0 h 2815772"/>
                <a:gd name="connsiteX1" fmla="*/ 3111171 w 3111171"/>
                <a:gd name="connsiteY1" fmla="*/ 0 h 2815772"/>
                <a:gd name="connsiteX2" fmla="*/ 3111171 w 3111171"/>
                <a:gd name="connsiteY2" fmla="*/ 1262743 h 2815772"/>
                <a:gd name="connsiteX3" fmla="*/ 0 w 3111171"/>
                <a:gd name="connsiteY3" fmla="*/ 2815772 h 2815772"/>
                <a:gd name="connsiteX4" fmla="*/ 1640114 w 3111171"/>
                <a:gd name="connsiteY4" fmla="*/ 0 h 2815772"/>
                <a:gd name="connsiteX0" fmla="*/ 493486 w 3111171"/>
                <a:gd name="connsiteY0" fmla="*/ 116114 h 2815772"/>
                <a:gd name="connsiteX1" fmla="*/ 3111171 w 3111171"/>
                <a:gd name="connsiteY1" fmla="*/ 0 h 2815772"/>
                <a:gd name="connsiteX2" fmla="*/ 3111171 w 3111171"/>
                <a:gd name="connsiteY2" fmla="*/ 1262743 h 2815772"/>
                <a:gd name="connsiteX3" fmla="*/ 0 w 3111171"/>
                <a:gd name="connsiteY3" fmla="*/ 2815772 h 2815772"/>
                <a:gd name="connsiteX4" fmla="*/ 493486 w 3111171"/>
                <a:gd name="connsiteY4" fmla="*/ 116114 h 2815772"/>
                <a:gd name="connsiteX0" fmla="*/ 1135439 w 3753124"/>
                <a:gd name="connsiteY0" fmla="*/ 116114 h 2815772"/>
                <a:gd name="connsiteX1" fmla="*/ 3753124 w 3753124"/>
                <a:gd name="connsiteY1" fmla="*/ 0 h 2815772"/>
                <a:gd name="connsiteX2" fmla="*/ 3753124 w 3753124"/>
                <a:gd name="connsiteY2" fmla="*/ 1262743 h 2815772"/>
                <a:gd name="connsiteX3" fmla="*/ 641953 w 3753124"/>
                <a:gd name="connsiteY3" fmla="*/ 2815772 h 2815772"/>
                <a:gd name="connsiteX4" fmla="*/ 1135439 w 3753124"/>
                <a:gd name="connsiteY4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734365 w 3845536"/>
                <a:gd name="connsiteY3" fmla="*/ 2815772 h 2815772"/>
                <a:gd name="connsiteX4" fmla="*/ 1227851 w 3845536"/>
                <a:gd name="connsiteY4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13369 w 3845536"/>
                <a:gd name="connsiteY3" fmla="*/ 2688770 h 2815772"/>
                <a:gd name="connsiteX4" fmla="*/ 734365 w 3845536"/>
                <a:gd name="connsiteY4" fmla="*/ 2815772 h 2815772"/>
                <a:gd name="connsiteX5" fmla="*/ 1227851 w 3845536"/>
                <a:gd name="connsiteY5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126283 w 3845536"/>
                <a:gd name="connsiteY3" fmla="*/ 1992085 h 2815772"/>
                <a:gd name="connsiteX4" fmla="*/ 1213369 w 3845536"/>
                <a:gd name="connsiteY4" fmla="*/ 2688770 h 2815772"/>
                <a:gd name="connsiteX5" fmla="*/ 734365 w 3845536"/>
                <a:gd name="connsiteY5" fmla="*/ 2815772 h 2815772"/>
                <a:gd name="connsiteX6" fmla="*/ 1227851 w 3845536"/>
                <a:gd name="connsiteY6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27520 w 3845536"/>
                <a:gd name="connsiteY3" fmla="*/ 2225039 h 2815772"/>
                <a:gd name="connsiteX4" fmla="*/ 1126283 w 3845536"/>
                <a:gd name="connsiteY4" fmla="*/ 1992085 h 2815772"/>
                <a:gd name="connsiteX5" fmla="*/ 1213369 w 3845536"/>
                <a:gd name="connsiteY5" fmla="*/ 2688770 h 2815772"/>
                <a:gd name="connsiteX6" fmla="*/ 734365 w 3845536"/>
                <a:gd name="connsiteY6" fmla="*/ 2815772 h 2815772"/>
                <a:gd name="connsiteX7" fmla="*/ 1227851 w 3845536"/>
                <a:gd name="connsiteY7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27520 w 3845536"/>
                <a:gd name="connsiteY3" fmla="*/ 2225039 h 2815772"/>
                <a:gd name="connsiteX4" fmla="*/ 1126283 w 3845536"/>
                <a:gd name="connsiteY4" fmla="*/ 1992085 h 2815772"/>
                <a:gd name="connsiteX5" fmla="*/ 1213369 w 3845536"/>
                <a:gd name="connsiteY5" fmla="*/ 2688770 h 2815772"/>
                <a:gd name="connsiteX6" fmla="*/ 734365 w 3845536"/>
                <a:gd name="connsiteY6" fmla="*/ 2815772 h 2815772"/>
                <a:gd name="connsiteX7" fmla="*/ 1227851 w 3845536"/>
                <a:gd name="connsiteY7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2713420 w 3845536"/>
                <a:gd name="connsiteY3" fmla="*/ 2285999 h 2815772"/>
                <a:gd name="connsiteX4" fmla="*/ 1227520 w 3845536"/>
                <a:gd name="connsiteY4" fmla="*/ 2225039 h 2815772"/>
                <a:gd name="connsiteX5" fmla="*/ 1126283 w 3845536"/>
                <a:gd name="connsiteY5" fmla="*/ 1992085 h 2815772"/>
                <a:gd name="connsiteX6" fmla="*/ 1213369 w 3845536"/>
                <a:gd name="connsiteY6" fmla="*/ 2688770 h 2815772"/>
                <a:gd name="connsiteX7" fmla="*/ 734365 w 3845536"/>
                <a:gd name="connsiteY7" fmla="*/ 2815772 h 2815772"/>
                <a:gd name="connsiteX8" fmla="*/ 1227851 w 3845536"/>
                <a:gd name="connsiteY8" fmla="*/ 116114 h 2815772"/>
                <a:gd name="connsiteX0" fmla="*/ 1227851 w 3845536"/>
                <a:gd name="connsiteY0" fmla="*/ 116114 h 2890073"/>
                <a:gd name="connsiteX1" fmla="*/ 3845536 w 3845536"/>
                <a:gd name="connsiteY1" fmla="*/ 0 h 2890073"/>
                <a:gd name="connsiteX2" fmla="*/ 3845536 w 3845536"/>
                <a:gd name="connsiteY2" fmla="*/ 1262743 h 2890073"/>
                <a:gd name="connsiteX3" fmla="*/ 2789620 w 3845536"/>
                <a:gd name="connsiteY3" fmla="*/ 2865119 h 2890073"/>
                <a:gd name="connsiteX4" fmla="*/ 2713420 w 3845536"/>
                <a:gd name="connsiteY4" fmla="*/ 2285999 h 2890073"/>
                <a:gd name="connsiteX5" fmla="*/ 1227520 w 3845536"/>
                <a:gd name="connsiteY5" fmla="*/ 2225039 h 2890073"/>
                <a:gd name="connsiteX6" fmla="*/ 1126283 w 3845536"/>
                <a:gd name="connsiteY6" fmla="*/ 1992085 h 2890073"/>
                <a:gd name="connsiteX7" fmla="*/ 1213369 w 3845536"/>
                <a:gd name="connsiteY7" fmla="*/ 2688770 h 2890073"/>
                <a:gd name="connsiteX8" fmla="*/ 734365 w 3845536"/>
                <a:gd name="connsiteY8" fmla="*/ 2815772 h 2890073"/>
                <a:gd name="connsiteX9" fmla="*/ 1227851 w 3845536"/>
                <a:gd name="connsiteY9" fmla="*/ 116114 h 2890073"/>
                <a:gd name="connsiteX0" fmla="*/ 1227851 w 3845536"/>
                <a:gd name="connsiteY0" fmla="*/ 116114 h 2892854"/>
                <a:gd name="connsiteX1" fmla="*/ 3845536 w 3845536"/>
                <a:gd name="connsiteY1" fmla="*/ 0 h 2892854"/>
                <a:gd name="connsiteX2" fmla="*/ 3845536 w 3845536"/>
                <a:gd name="connsiteY2" fmla="*/ 1262743 h 2892854"/>
                <a:gd name="connsiteX3" fmla="*/ 2789620 w 3845536"/>
                <a:gd name="connsiteY3" fmla="*/ 2865119 h 2892854"/>
                <a:gd name="connsiteX4" fmla="*/ 2713420 w 3845536"/>
                <a:gd name="connsiteY4" fmla="*/ 2285999 h 2892854"/>
                <a:gd name="connsiteX5" fmla="*/ 1227520 w 3845536"/>
                <a:gd name="connsiteY5" fmla="*/ 2225039 h 2892854"/>
                <a:gd name="connsiteX6" fmla="*/ 1126283 w 3845536"/>
                <a:gd name="connsiteY6" fmla="*/ 1992085 h 2892854"/>
                <a:gd name="connsiteX7" fmla="*/ 1213369 w 3845536"/>
                <a:gd name="connsiteY7" fmla="*/ 2688770 h 2892854"/>
                <a:gd name="connsiteX8" fmla="*/ 734365 w 3845536"/>
                <a:gd name="connsiteY8" fmla="*/ 2815772 h 2892854"/>
                <a:gd name="connsiteX9" fmla="*/ 1227851 w 3845536"/>
                <a:gd name="connsiteY9" fmla="*/ 116114 h 2892854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126283 w 3845536"/>
                <a:gd name="connsiteY6" fmla="*/ 1992085 h 2868175"/>
                <a:gd name="connsiteX7" fmla="*/ 1213369 w 3845536"/>
                <a:gd name="connsiteY7" fmla="*/ 2688770 h 2868175"/>
                <a:gd name="connsiteX8" fmla="*/ 734365 w 3845536"/>
                <a:gd name="connsiteY8" fmla="*/ 2815772 h 2868175"/>
                <a:gd name="connsiteX9" fmla="*/ 1227851 w 3845536"/>
                <a:gd name="connsiteY9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30575 w 3848260"/>
                <a:gd name="connsiteY0" fmla="*/ 116114 h 2868175"/>
                <a:gd name="connsiteX1" fmla="*/ 3848260 w 3848260"/>
                <a:gd name="connsiteY1" fmla="*/ 0 h 2868175"/>
                <a:gd name="connsiteX2" fmla="*/ 3848260 w 3848260"/>
                <a:gd name="connsiteY2" fmla="*/ 1262743 h 2868175"/>
                <a:gd name="connsiteX3" fmla="*/ 2792344 w 3848260"/>
                <a:gd name="connsiteY3" fmla="*/ 2865119 h 2868175"/>
                <a:gd name="connsiteX4" fmla="*/ 2716144 w 3848260"/>
                <a:gd name="connsiteY4" fmla="*/ 2285999 h 2868175"/>
                <a:gd name="connsiteX5" fmla="*/ 1230244 w 3848260"/>
                <a:gd name="connsiteY5" fmla="*/ 2225039 h 2868175"/>
                <a:gd name="connsiteX6" fmla="*/ 1216093 w 3848260"/>
                <a:gd name="connsiteY6" fmla="*/ 2688770 h 2868175"/>
                <a:gd name="connsiteX7" fmla="*/ 729469 w 3848260"/>
                <a:gd name="connsiteY7" fmla="*/ 2800532 h 2868175"/>
                <a:gd name="connsiteX8" fmla="*/ 1230575 w 3848260"/>
                <a:gd name="connsiteY8" fmla="*/ 116114 h 2868175"/>
                <a:gd name="connsiteX0" fmla="*/ 1230575 w 3848260"/>
                <a:gd name="connsiteY0" fmla="*/ 116114 h 2868175"/>
                <a:gd name="connsiteX1" fmla="*/ 3848260 w 3848260"/>
                <a:gd name="connsiteY1" fmla="*/ 0 h 2868175"/>
                <a:gd name="connsiteX2" fmla="*/ 3848260 w 3848260"/>
                <a:gd name="connsiteY2" fmla="*/ 1262743 h 2868175"/>
                <a:gd name="connsiteX3" fmla="*/ 2792344 w 3848260"/>
                <a:gd name="connsiteY3" fmla="*/ 2865119 h 2868175"/>
                <a:gd name="connsiteX4" fmla="*/ 2716144 w 3848260"/>
                <a:gd name="connsiteY4" fmla="*/ 2285999 h 2868175"/>
                <a:gd name="connsiteX5" fmla="*/ 1230244 w 3848260"/>
                <a:gd name="connsiteY5" fmla="*/ 2225039 h 2868175"/>
                <a:gd name="connsiteX6" fmla="*/ 1216093 w 3848260"/>
                <a:gd name="connsiteY6" fmla="*/ 2688770 h 2868175"/>
                <a:gd name="connsiteX7" fmla="*/ 729469 w 3848260"/>
                <a:gd name="connsiteY7" fmla="*/ 2800532 h 2868175"/>
                <a:gd name="connsiteX8" fmla="*/ 1230575 w 3848260"/>
                <a:gd name="connsiteY8" fmla="*/ 116114 h 2868175"/>
                <a:gd name="connsiteX0" fmla="*/ 1237276 w 3854961"/>
                <a:gd name="connsiteY0" fmla="*/ 116114 h 2868175"/>
                <a:gd name="connsiteX1" fmla="*/ 3854961 w 3854961"/>
                <a:gd name="connsiteY1" fmla="*/ 0 h 2868175"/>
                <a:gd name="connsiteX2" fmla="*/ 3854961 w 3854961"/>
                <a:gd name="connsiteY2" fmla="*/ 1262743 h 2868175"/>
                <a:gd name="connsiteX3" fmla="*/ 2799045 w 3854961"/>
                <a:gd name="connsiteY3" fmla="*/ 2865119 h 2868175"/>
                <a:gd name="connsiteX4" fmla="*/ 2722845 w 3854961"/>
                <a:gd name="connsiteY4" fmla="*/ 2285999 h 2868175"/>
                <a:gd name="connsiteX5" fmla="*/ 1236945 w 3854961"/>
                <a:gd name="connsiteY5" fmla="*/ 2225039 h 2868175"/>
                <a:gd name="connsiteX6" fmla="*/ 1222794 w 3854961"/>
                <a:gd name="connsiteY6" fmla="*/ 2688770 h 2868175"/>
                <a:gd name="connsiteX7" fmla="*/ 736170 w 3854961"/>
                <a:gd name="connsiteY7" fmla="*/ 2800532 h 2868175"/>
                <a:gd name="connsiteX8" fmla="*/ 1237276 w 3854961"/>
                <a:gd name="connsiteY8" fmla="*/ 116114 h 2868175"/>
                <a:gd name="connsiteX0" fmla="*/ 1237276 w 3854961"/>
                <a:gd name="connsiteY0" fmla="*/ 116114 h 2915700"/>
                <a:gd name="connsiteX1" fmla="*/ 3854961 w 3854961"/>
                <a:gd name="connsiteY1" fmla="*/ 0 h 2915700"/>
                <a:gd name="connsiteX2" fmla="*/ 3854961 w 3854961"/>
                <a:gd name="connsiteY2" fmla="*/ 1262743 h 2915700"/>
                <a:gd name="connsiteX3" fmla="*/ 3553426 w 3854961"/>
                <a:gd name="connsiteY3" fmla="*/ 2788919 h 2915700"/>
                <a:gd name="connsiteX4" fmla="*/ 2799045 w 3854961"/>
                <a:gd name="connsiteY4" fmla="*/ 2865119 h 2915700"/>
                <a:gd name="connsiteX5" fmla="*/ 2722845 w 3854961"/>
                <a:gd name="connsiteY5" fmla="*/ 2285999 h 2915700"/>
                <a:gd name="connsiteX6" fmla="*/ 1236945 w 3854961"/>
                <a:gd name="connsiteY6" fmla="*/ 2225039 h 2915700"/>
                <a:gd name="connsiteX7" fmla="*/ 1222794 w 3854961"/>
                <a:gd name="connsiteY7" fmla="*/ 2688770 h 2915700"/>
                <a:gd name="connsiteX8" fmla="*/ 736170 w 3854961"/>
                <a:gd name="connsiteY8" fmla="*/ 2800532 h 2915700"/>
                <a:gd name="connsiteX9" fmla="*/ 1237276 w 3854961"/>
                <a:gd name="connsiteY9" fmla="*/ 116114 h 2915700"/>
                <a:gd name="connsiteX0" fmla="*/ 1237276 w 3854961"/>
                <a:gd name="connsiteY0" fmla="*/ 93254 h 2892840"/>
                <a:gd name="connsiteX1" fmla="*/ 3580641 w 3854961"/>
                <a:gd name="connsiteY1" fmla="*/ 0 h 2892840"/>
                <a:gd name="connsiteX2" fmla="*/ 3854961 w 3854961"/>
                <a:gd name="connsiteY2" fmla="*/ 1239883 h 2892840"/>
                <a:gd name="connsiteX3" fmla="*/ 3553426 w 3854961"/>
                <a:gd name="connsiteY3" fmla="*/ 2766059 h 2892840"/>
                <a:gd name="connsiteX4" fmla="*/ 2799045 w 3854961"/>
                <a:gd name="connsiteY4" fmla="*/ 2842259 h 2892840"/>
                <a:gd name="connsiteX5" fmla="*/ 2722845 w 3854961"/>
                <a:gd name="connsiteY5" fmla="*/ 2263139 h 2892840"/>
                <a:gd name="connsiteX6" fmla="*/ 1236945 w 3854961"/>
                <a:gd name="connsiteY6" fmla="*/ 2202179 h 2892840"/>
                <a:gd name="connsiteX7" fmla="*/ 1222794 w 3854961"/>
                <a:gd name="connsiteY7" fmla="*/ 2665910 h 2892840"/>
                <a:gd name="connsiteX8" fmla="*/ 736170 w 3854961"/>
                <a:gd name="connsiteY8" fmla="*/ 2777672 h 2892840"/>
                <a:gd name="connsiteX9" fmla="*/ 1237276 w 3854961"/>
                <a:gd name="connsiteY9" fmla="*/ 93254 h 2892840"/>
                <a:gd name="connsiteX0" fmla="*/ 1237276 w 3580641"/>
                <a:gd name="connsiteY0" fmla="*/ 93254 h 2892840"/>
                <a:gd name="connsiteX1" fmla="*/ 3580641 w 3580641"/>
                <a:gd name="connsiteY1" fmla="*/ 0 h 2892840"/>
                <a:gd name="connsiteX2" fmla="*/ 3553426 w 3580641"/>
                <a:gd name="connsiteY2" fmla="*/ 2766059 h 2892840"/>
                <a:gd name="connsiteX3" fmla="*/ 2799045 w 3580641"/>
                <a:gd name="connsiteY3" fmla="*/ 2842259 h 2892840"/>
                <a:gd name="connsiteX4" fmla="*/ 2722845 w 3580641"/>
                <a:gd name="connsiteY4" fmla="*/ 2263139 h 2892840"/>
                <a:gd name="connsiteX5" fmla="*/ 1236945 w 3580641"/>
                <a:gd name="connsiteY5" fmla="*/ 2202179 h 2892840"/>
                <a:gd name="connsiteX6" fmla="*/ 1222794 w 3580641"/>
                <a:gd name="connsiteY6" fmla="*/ 2665910 h 2892840"/>
                <a:gd name="connsiteX7" fmla="*/ 736170 w 3580641"/>
                <a:gd name="connsiteY7" fmla="*/ 2777672 h 2892840"/>
                <a:gd name="connsiteX8" fmla="*/ 1237276 w 3580641"/>
                <a:gd name="connsiteY8" fmla="*/ 93254 h 2892840"/>
                <a:gd name="connsiteX0" fmla="*/ 1237276 w 3580641"/>
                <a:gd name="connsiteY0" fmla="*/ 93254 h 2916988"/>
                <a:gd name="connsiteX1" fmla="*/ 3580641 w 3580641"/>
                <a:gd name="connsiteY1" fmla="*/ 0 h 2916988"/>
                <a:gd name="connsiteX2" fmla="*/ 3553426 w 3580641"/>
                <a:gd name="connsiteY2" fmla="*/ 2766059 h 2916988"/>
                <a:gd name="connsiteX3" fmla="*/ 2799045 w 3580641"/>
                <a:gd name="connsiteY3" fmla="*/ 2842259 h 2916988"/>
                <a:gd name="connsiteX4" fmla="*/ 2722845 w 3580641"/>
                <a:gd name="connsiteY4" fmla="*/ 2263139 h 2916988"/>
                <a:gd name="connsiteX5" fmla="*/ 1236945 w 3580641"/>
                <a:gd name="connsiteY5" fmla="*/ 2202179 h 2916988"/>
                <a:gd name="connsiteX6" fmla="*/ 1222794 w 3580641"/>
                <a:gd name="connsiteY6" fmla="*/ 2665910 h 2916988"/>
                <a:gd name="connsiteX7" fmla="*/ 736170 w 3580641"/>
                <a:gd name="connsiteY7" fmla="*/ 2777672 h 2916988"/>
                <a:gd name="connsiteX8" fmla="*/ 1237276 w 3580641"/>
                <a:gd name="connsiteY8" fmla="*/ 93254 h 2916988"/>
                <a:gd name="connsiteX0" fmla="*/ 1237276 w 3580641"/>
                <a:gd name="connsiteY0" fmla="*/ 93254 h 2916988"/>
                <a:gd name="connsiteX1" fmla="*/ 3580641 w 3580641"/>
                <a:gd name="connsiteY1" fmla="*/ 0 h 2916988"/>
                <a:gd name="connsiteX2" fmla="*/ 3553426 w 3580641"/>
                <a:gd name="connsiteY2" fmla="*/ 2766059 h 2916988"/>
                <a:gd name="connsiteX3" fmla="*/ 2799045 w 3580641"/>
                <a:gd name="connsiteY3" fmla="*/ 2842259 h 2916988"/>
                <a:gd name="connsiteX4" fmla="*/ 2722845 w 3580641"/>
                <a:gd name="connsiteY4" fmla="*/ 2263139 h 2916988"/>
                <a:gd name="connsiteX5" fmla="*/ 1236945 w 3580641"/>
                <a:gd name="connsiteY5" fmla="*/ 2202179 h 2916988"/>
                <a:gd name="connsiteX6" fmla="*/ 1222794 w 3580641"/>
                <a:gd name="connsiteY6" fmla="*/ 2665910 h 2916988"/>
                <a:gd name="connsiteX7" fmla="*/ 736170 w 3580641"/>
                <a:gd name="connsiteY7" fmla="*/ 2777672 h 2916988"/>
                <a:gd name="connsiteX8" fmla="*/ 1237276 w 3580641"/>
                <a:gd name="connsiteY8" fmla="*/ 93254 h 2916988"/>
                <a:gd name="connsiteX0" fmla="*/ 1237276 w 3795210"/>
                <a:gd name="connsiteY0" fmla="*/ 93254 h 2916988"/>
                <a:gd name="connsiteX1" fmla="*/ 3580641 w 3795210"/>
                <a:gd name="connsiteY1" fmla="*/ 0 h 2916988"/>
                <a:gd name="connsiteX2" fmla="*/ 3553426 w 3795210"/>
                <a:gd name="connsiteY2" fmla="*/ 2766059 h 2916988"/>
                <a:gd name="connsiteX3" fmla="*/ 2799045 w 3795210"/>
                <a:gd name="connsiteY3" fmla="*/ 2842259 h 2916988"/>
                <a:gd name="connsiteX4" fmla="*/ 2722845 w 3795210"/>
                <a:gd name="connsiteY4" fmla="*/ 2263139 h 2916988"/>
                <a:gd name="connsiteX5" fmla="*/ 1236945 w 3795210"/>
                <a:gd name="connsiteY5" fmla="*/ 2202179 h 2916988"/>
                <a:gd name="connsiteX6" fmla="*/ 1222794 w 3795210"/>
                <a:gd name="connsiteY6" fmla="*/ 2665910 h 2916988"/>
                <a:gd name="connsiteX7" fmla="*/ 736170 w 3795210"/>
                <a:gd name="connsiteY7" fmla="*/ 2777672 h 2916988"/>
                <a:gd name="connsiteX8" fmla="*/ 1237276 w 3795210"/>
                <a:gd name="connsiteY8" fmla="*/ 93254 h 2916988"/>
                <a:gd name="connsiteX0" fmla="*/ 1237276 w 3855111"/>
                <a:gd name="connsiteY0" fmla="*/ 93254 h 2916988"/>
                <a:gd name="connsiteX1" fmla="*/ 3580641 w 3855111"/>
                <a:gd name="connsiteY1" fmla="*/ 0 h 2916988"/>
                <a:gd name="connsiteX2" fmla="*/ 3553426 w 3855111"/>
                <a:gd name="connsiteY2" fmla="*/ 2766059 h 2916988"/>
                <a:gd name="connsiteX3" fmla="*/ 2799045 w 3855111"/>
                <a:gd name="connsiteY3" fmla="*/ 2842259 h 2916988"/>
                <a:gd name="connsiteX4" fmla="*/ 2722845 w 3855111"/>
                <a:gd name="connsiteY4" fmla="*/ 2263139 h 2916988"/>
                <a:gd name="connsiteX5" fmla="*/ 1236945 w 3855111"/>
                <a:gd name="connsiteY5" fmla="*/ 2202179 h 2916988"/>
                <a:gd name="connsiteX6" fmla="*/ 1222794 w 3855111"/>
                <a:gd name="connsiteY6" fmla="*/ 2665910 h 2916988"/>
                <a:gd name="connsiteX7" fmla="*/ 736170 w 3855111"/>
                <a:gd name="connsiteY7" fmla="*/ 2777672 h 2916988"/>
                <a:gd name="connsiteX8" fmla="*/ 1237276 w 3855111"/>
                <a:gd name="connsiteY8" fmla="*/ 93254 h 291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55111" h="2916988">
                  <a:moveTo>
                    <a:pt x="1237276" y="93254"/>
                  </a:moveTo>
                  <a:lnTo>
                    <a:pt x="3580641" y="0"/>
                  </a:lnTo>
                  <a:cubicBezTo>
                    <a:pt x="4074489" y="967740"/>
                    <a:pt x="3798718" y="2270759"/>
                    <a:pt x="3553426" y="2766059"/>
                  </a:cubicBezTo>
                  <a:cubicBezTo>
                    <a:pt x="3377440" y="3033122"/>
                    <a:pt x="2861275" y="2870199"/>
                    <a:pt x="2799045" y="2842259"/>
                  </a:cubicBezTo>
                  <a:cubicBezTo>
                    <a:pt x="2633219" y="2761342"/>
                    <a:pt x="2606005" y="2344419"/>
                    <a:pt x="2722845" y="2263139"/>
                  </a:cubicBezTo>
                  <a:cubicBezTo>
                    <a:pt x="2435825" y="2273299"/>
                    <a:pt x="1298268" y="2228305"/>
                    <a:pt x="1236945" y="2202179"/>
                  </a:cubicBezTo>
                  <a:cubicBezTo>
                    <a:pt x="1139337" y="2269307"/>
                    <a:pt x="1304987" y="2567455"/>
                    <a:pt x="1222794" y="2665910"/>
                  </a:cubicBezTo>
                  <a:cubicBezTo>
                    <a:pt x="1085986" y="2807304"/>
                    <a:pt x="888218" y="2803918"/>
                    <a:pt x="736170" y="2777672"/>
                  </a:cubicBezTo>
                  <a:cubicBezTo>
                    <a:pt x="543976" y="2742475"/>
                    <a:pt x="-1089848" y="673826"/>
                    <a:pt x="1237276" y="9325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5">
              <a:extLst>
                <a:ext uri="{FF2B5EF4-FFF2-40B4-BE49-F238E27FC236}">
                  <a16:creationId xmlns:a16="http://schemas.microsoft.com/office/drawing/2014/main" id="{A609D818-FBDA-75A0-C10D-3C1AD1940E6C}"/>
                </a:ext>
              </a:extLst>
            </p:cNvPr>
            <p:cNvSpPr/>
            <p:nvPr/>
          </p:nvSpPr>
          <p:spPr>
            <a:xfrm>
              <a:off x="3935130" y="5725614"/>
              <a:ext cx="1132852" cy="1238548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91771"/>
                <a:gd name="connsiteX1" fmla="*/ 1471057 w 1471057"/>
                <a:gd name="connsiteY1" fmla="*/ 0 h 1291771"/>
                <a:gd name="connsiteX2" fmla="*/ 1471057 w 1471057"/>
                <a:gd name="connsiteY2" fmla="*/ 1262743 h 1291771"/>
                <a:gd name="connsiteX3" fmla="*/ 508000 w 1471057"/>
                <a:gd name="connsiteY3" fmla="*/ 1291771 h 1291771"/>
                <a:gd name="connsiteX4" fmla="*/ 0 w 1471057"/>
                <a:gd name="connsiteY4" fmla="*/ 0 h 1291771"/>
                <a:gd name="connsiteX0" fmla="*/ 0 w 1659742"/>
                <a:gd name="connsiteY0" fmla="*/ 101600 h 1291771"/>
                <a:gd name="connsiteX1" fmla="*/ 1659742 w 1659742"/>
                <a:gd name="connsiteY1" fmla="*/ 0 h 1291771"/>
                <a:gd name="connsiteX2" fmla="*/ 1659742 w 1659742"/>
                <a:gd name="connsiteY2" fmla="*/ 1262743 h 1291771"/>
                <a:gd name="connsiteX3" fmla="*/ 696685 w 1659742"/>
                <a:gd name="connsiteY3" fmla="*/ 1291771 h 1291771"/>
                <a:gd name="connsiteX4" fmla="*/ 0 w 1659742"/>
                <a:gd name="connsiteY4" fmla="*/ 101600 h 1291771"/>
                <a:gd name="connsiteX0" fmla="*/ 0 w 1659742"/>
                <a:gd name="connsiteY0" fmla="*/ 0 h 1190171"/>
                <a:gd name="connsiteX1" fmla="*/ 948542 w 1659742"/>
                <a:gd name="connsiteY1" fmla="*/ 203200 h 1190171"/>
                <a:gd name="connsiteX2" fmla="*/ 1659742 w 1659742"/>
                <a:gd name="connsiteY2" fmla="*/ 1161143 h 1190171"/>
                <a:gd name="connsiteX3" fmla="*/ 696685 w 1659742"/>
                <a:gd name="connsiteY3" fmla="*/ 1190171 h 1190171"/>
                <a:gd name="connsiteX4" fmla="*/ 0 w 1659742"/>
                <a:gd name="connsiteY4" fmla="*/ 0 h 1190171"/>
                <a:gd name="connsiteX0" fmla="*/ 0 w 948542"/>
                <a:gd name="connsiteY0" fmla="*/ 0 h 1190171"/>
                <a:gd name="connsiteX1" fmla="*/ 948542 w 948542"/>
                <a:gd name="connsiteY1" fmla="*/ 203200 h 1190171"/>
                <a:gd name="connsiteX2" fmla="*/ 696685 w 948542"/>
                <a:gd name="connsiteY2" fmla="*/ 1190171 h 1190171"/>
                <a:gd name="connsiteX3" fmla="*/ 0 w 948542"/>
                <a:gd name="connsiteY3" fmla="*/ 0 h 1190171"/>
                <a:gd name="connsiteX0" fmla="*/ 0 w 1126680"/>
                <a:gd name="connsiteY0" fmla="*/ 0 h 1190171"/>
                <a:gd name="connsiteX1" fmla="*/ 948542 w 1126680"/>
                <a:gd name="connsiteY1" fmla="*/ 203200 h 1190171"/>
                <a:gd name="connsiteX2" fmla="*/ 696685 w 1126680"/>
                <a:gd name="connsiteY2" fmla="*/ 1190171 h 1190171"/>
                <a:gd name="connsiteX3" fmla="*/ 0 w 1126680"/>
                <a:gd name="connsiteY3" fmla="*/ 0 h 1190171"/>
                <a:gd name="connsiteX0" fmla="*/ 0 w 1126680"/>
                <a:gd name="connsiteY0" fmla="*/ 0 h 1191069"/>
                <a:gd name="connsiteX1" fmla="*/ 948542 w 1126680"/>
                <a:gd name="connsiteY1" fmla="*/ 203200 h 1191069"/>
                <a:gd name="connsiteX2" fmla="*/ 696685 w 1126680"/>
                <a:gd name="connsiteY2" fmla="*/ 1190171 h 1191069"/>
                <a:gd name="connsiteX3" fmla="*/ 0 w 1126680"/>
                <a:gd name="connsiteY3" fmla="*/ 0 h 1191069"/>
                <a:gd name="connsiteX0" fmla="*/ 0 w 1093342"/>
                <a:gd name="connsiteY0" fmla="*/ 0 h 1238647"/>
                <a:gd name="connsiteX1" fmla="*/ 915204 w 1093342"/>
                <a:gd name="connsiteY1" fmla="*/ 250825 h 1238647"/>
                <a:gd name="connsiteX2" fmla="*/ 663347 w 1093342"/>
                <a:gd name="connsiteY2" fmla="*/ 1237796 h 1238647"/>
                <a:gd name="connsiteX3" fmla="*/ 0 w 1093342"/>
                <a:gd name="connsiteY3" fmla="*/ 0 h 1238647"/>
                <a:gd name="connsiteX0" fmla="*/ 2293 w 1095635"/>
                <a:gd name="connsiteY0" fmla="*/ 0 h 1238548"/>
                <a:gd name="connsiteX1" fmla="*/ 917497 w 1095635"/>
                <a:gd name="connsiteY1" fmla="*/ 250825 h 1238548"/>
                <a:gd name="connsiteX2" fmla="*/ 665640 w 1095635"/>
                <a:gd name="connsiteY2" fmla="*/ 1237796 h 1238548"/>
                <a:gd name="connsiteX3" fmla="*/ 2293 w 1095635"/>
                <a:gd name="connsiteY3" fmla="*/ 0 h 1238548"/>
                <a:gd name="connsiteX0" fmla="*/ 2293 w 1130995"/>
                <a:gd name="connsiteY0" fmla="*/ 0 h 1238548"/>
                <a:gd name="connsiteX1" fmla="*/ 917497 w 1130995"/>
                <a:gd name="connsiteY1" fmla="*/ 250825 h 1238548"/>
                <a:gd name="connsiteX2" fmla="*/ 665640 w 1130995"/>
                <a:gd name="connsiteY2" fmla="*/ 1237796 h 1238548"/>
                <a:gd name="connsiteX3" fmla="*/ 2293 w 1130995"/>
                <a:gd name="connsiteY3" fmla="*/ 0 h 1238548"/>
                <a:gd name="connsiteX0" fmla="*/ 2293 w 1132852"/>
                <a:gd name="connsiteY0" fmla="*/ 0 h 1238548"/>
                <a:gd name="connsiteX1" fmla="*/ 922260 w 1132852"/>
                <a:gd name="connsiteY1" fmla="*/ 217488 h 1238548"/>
                <a:gd name="connsiteX2" fmla="*/ 665640 w 1132852"/>
                <a:gd name="connsiteY2" fmla="*/ 1237796 h 1238548"/>
                <a:gd name="connsiteX3" fmla="*/ 2293 w 1132852"/>
                <a:gd name="connsiteY3" fmla="*/ 0 h 1238548"/>
                <a:gd name="connsiteX0" fmla="*/ 922260 w 1132852"/>
                <a:gd name="connsiteY0" fmla="*/ 217488 h 1238548"/>
                <a:gd name="connsiteX1" fmla="*/ 665640 w 1132852"/>
                <a:gd name="connsiteY1" fmla="*/ 1237796 h 1238548"/>
                <a:gd name="connsiteX2" fmla="*/ 2293 w 1132852"/>
                <a:gd name="connsiteY2" fmla="*/ 0 h 1238548"/>
                <a:gd name="connsiteX3" fmla="*/ 1013700 w 1132852"/>
                <a:gd name="connsiteY3" fmla="*/ 308928 h 1238548"/>
                <a:gd name="connsiteX0" fmla="*/ 922260 w 1132852"/>
                <a:gd name="connsiteY0" fmla="*/ 217488 h 1238548"/>
                <a:gd name="connsiteX1" fmla="*/ 665640 w 1132852"/>
                <a:gd name="connsiteY1" fmla="*/ 1237796 h 1238548"/>
                <a:gd name="connsiteX2" fmla="*/ 2293 w 1132852"/>
                <a:gd name="connsiteY2" fmla="*/ 0 h 123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852" h="1238548">
                  <a:moveTo>
                    <a:pt x="922260" y="217488"/>
                  </a:moveTo>
                  <a:cubicBezTo>
                    <a:pt x="957371" y="298828"/>
                    <a:pt x="1511592" y="1132643"/>
                    <a:pt x="665640" y="1237796"/>
                  </a:cubicBezTo>
                  <a:cubicBezTo>
                    <a:pt x="-42838" y="1269697"/>
                    <a:pt x="-3604" y="277661"/>
                    <a:pt x="2293" y="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751E6E3-BDC2-26BB-FFB7-A29502FB4F54}"/>
                </a:ext>
              </a:extLst>
            </p:cNvPr>
            <p:cNvSpPr/>
            <p:nvPr/>
          </p:nvSpPr>
          <p:spPr>
            <a:xfrm>
              <a:off x="4011805" y="6425430"/>
              <a:ext cx="1056177" cy="538732"/>
            </a:xfrm>
            <a:custGeom>
              <a:avLst/>
              <a:gdLst>
                <a:gd name="connsiteX0" fmla="*/ 1043596 w 1056177"/>
                <a:gd name="connsiteY0" fmla="*/ 0 h 538732"/>
                <a:gd name="connsiteX1" fmla="*/ 1047673 w 1056177"/>
                <a:gd name="connsiteY1" fmla="*/ 18896 h 538732"/>
                <a:gd name="connsiteX2" fmla="*/ 588964 w 1056177"/>
                <a:gd name="connsiteY2" fmla="*/ 537980 h 538732"/>
                <a:gd name="connsiteX3" fmla="*/ 23032 w 1056177"/>
                <a:gd name="connsiteY3" fmla="*/ 137453 h 538732"/>
                <a:gd name="connsiteX4" fmla="*/ 0 w 1056177"/>
                <a:gd name="connsiteY4" fmla="*/ 67407 h 538732"/>
                <a:gd name="connsiteX5" fmla="*/ 18499 w 1056177"/>
                <a:gd name="connsiteY5" fmla="*/ 69250 h 538732"/>
                <a:gd name="connsiteX6" fmla="*/ 1002935 w 1056177"/>
                <a:gd name="connsiteY6" fmla="*/ 20911 h 538732"/>
                <a:gd name="connsiteX7" fmla="*/ 1043596 w 1056177"/>
                <a:gd name="connsiteY7" fmla="*/ 0 h 53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6177" h="538732">
                  <a:moveTo>
                    <a:pt x="1043596" y="0"/>
                  </a:moveTo>
                  <a:lnTo>
                    <a:pt x="1047673" y="18896"/>
                  </a:lnTo>
                  <a:cubicBezTo>
                    <a:pt x="1084873" y="250662"/>
                    <a:pt x="1011940" y="485404"/>
                    <a:pt x="588964" y="537980"/>
                  </a:cubicBezTo>
                  <a:cubicBezTo>
                    <a:pt x="279005" y="551937"/>
                    <a:pt x="112163" y="369906"/>
                    <a:pt x="23032" y="137453"/>
                  </a:cubicBezTo>
                  <a:lnTo>
                    <a:pt x="0" y="67407"/>
                  </a:lnTo>
                  <a:lnTo>
                    <a:pt x="18499" y="69250"/>
                  </a:lnTo>
                  <a:cubicBezTo>
                    <a:pt x="251931" y="105406"/>
                    <a:pt x="442134" y="288544"/>
                    <a:pt x="1002935" y="20911"/>
                  </a:cubicBezTo>
                  <a:lnTo>
                    <a:pt x="1043596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D0A7191-812C-2519-3165-D9A0681D1D64}"/>
                </a:ext>
              </a:extLst>
            </p:cNvPr>
            <p:cNvSpPr/>
            <p:nvPr/>
          </p:nvSpPr>
          <p:spPr>
            <a:xfrm>
              <a:off x="2963487" y="6235908"/>
              <a:ext cx="849348" cy="449280"/>
            </a:xfrm>
            <a:custGeom>
              <a:avLst/>
              <a:gdLst>
                <a:gd name="connsiteX0" fmla="*/ 813117 w 849348"/>
                <a:gd name="connsiteY0" fmla="*/ 0 h 449280"/>
                <a:gd name="connsiteX1" fmla="*/ 814072 w 849348"/>
                <a:gd name="connsiteY1" fmla="*/ 9867 h 449280"/>
                <a:gd name="connsiteX2" fmla="*/ 825621 w 849348"/>
                <a:gd name="connsiteY2" fmla="*/ 323331 h 449280"/>
                <a:gd name="connsiteX3" fmla="*/ 338997 w 849348"/>
                <a:gd name="connsiteY3" fmla="*/ 435093 h 449280"/>
                <a:gd name="connsiteX4" fmla="*/ 8961 w 849348"/>
                <a:gd name="connsiteY4" fmla="*/ 82447 h 449280"/>
                <a:gd name="connsiteX5" fmla="*/ 0 w 849348"/>
                <a:gd name="connsiteY5" fmla="*/ 68407 h 449280"/>
                <a:gd name="connsiteX6" fmla="*/ 76987 w 849348"/>
                <a:gd name="connsiteY6" fmla="*/ 91530 h 449280"/>
                <a:gd name="connsiteX7" fmla="*/ 723144 w 849348"/>
                <a:gd name="connsiteY7" fmla="*/ 39515 h 449280"/>
                <a:gd name="connsiteX8" fmla="*/ 813117 w 849348"/>
                <a:gd name="connsiteY8" fmla="*/ 0 h 44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9348" h="449280">
                  <a:moveTo>
                    <a:pt x="813117" y="0"/>
                  </a:moveTo>
                  <a:lnTo>
                    <a:pt x="814072" y="9867"/>
                  </a:lnTo>
                  <a:cubicBezTo>
                    <a:pt x="831549" y="122257"/>
                    <a:pt x="876992" y="261797"/>
                    <a:pt x="825621" y="323331"/>
                  </a:cubicBezTo>
                  <a:cubicBezTo>
                    <a:pt x="688813" y="464725"/>
                    <a:pt x="491045" y="461339"/>
                    <a:pt x="338997" y="435093"/>
                  </a:cubicBezTo>
                  <a:cubicBezTo>
                    <a:pt x="290949" y="426294"/>
                    <a:pt x="152798" y="290404"/>
                    <a:pt x="8961" y="82447"/>
                  </a:cubicBezTo>
                  <a:lnTo>
                    <a:pt x="0" y="68407"/>
                  </a:lnTo>
                  <a:lnTo>
                    <a:pt x="76987" y="91530"/>
                  </a:lnTo>
                  <a:cubicBezTo>
                    <a:pt x="228377" y="134616"/>
                    <a:pt x="411616" y="163712"/>
                    <a:pt x="723144" y="39515"/>
                  </a:cubicBezTo>
                  <a:lnTo>
                    <a:pt x="813117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8F56667-0BB9-8E4A-2CE1-22285431E4CD}"/>
                </a:ext>
              </a:extLst>
            </p:cNvPr>
            <p:cNvSpPr/>
            <p:nvPr/>
          </p:nvSpPr>
          <p:spPr>
            <a:xfrm>
              <a:off x="5207145" y="6263045"/>
              <a:ext cx="1055129" cy="569169"/>
            </a:xfrm>
            <a:custGeom>
              <a:avLst/>
              <a:gdLst>
                <a:gd name="connsiteX0" fmla="*/ 1055129 w 1055129"/>
                <a:gd name="connsiteY0" fmla="*/ 0 h 569169"/>
                <a:gd name="connsiteX1" fmla="*/ 1037941 w 1055129"/>
                <a:gd name="connsiteY1" fmla="*/ 61979 h 569169"/>
                <a:gd name="connsiteX2" fmla="*/ 902024 w 1055129"/>
                <a:gd name="connsiteY2" fmla="*/ 418240 h 569169"/>
                <a:gd name="connsiteX3" fmla="*/ 147643 w 1055129"/>
                <a:gd name="connsiteY3" fmla="*/ 494440 h 569169"/>
                <a:gd name="connsiteX4" fmla="*/ 484 w 1055129"/>
                <a:gd name="connsiteY4" fmla="*/ 112940 h 569169"/>
                <a:gd name="connsiteX5" fmla="*/ 4377 w 1055129"/>
                <a:gd name="connsiteY5" fmla="*/ 80963 h 569169"/>
                <a:gd name="connsiteX6" fmla="*/ 6788 w 1055129"/>
                <a:gd name="connsiteY6" fmla="*/ 81203 h 569169"/>
                <a:gd name="connsiteX7" fmla="*/ 991224 w 1055129"/>
                <a:gd name="connsiteY7" fmla="*/ 32864 h 569169"/>
                <a:gd name="connsiteX8" fmla="*/ 1055129 w 1055129"/>
                <a:gd name="connsiteY8" fmla="*/ 0 h 56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5129" h="569169">
                  <a:moveTo>
                    <a:pt x="1055129" y="0"/>
                  </a:moveTo>
                  <a:lnTo>
                    <a:pt x="1037941" y="61979"/>
                  </a:lnTo>
                  <a:cubicBezTo>
                    <a:pt x="995080" y="204106"/>
                    <a:pt x="948016" y="325371"/>
                    <a:pt x="902024" y="418240"/>
                  </a:cubicBezTo>
                  <a:cubicBezTo>
                    <a:pt x="726038" y="685303"/>
                    <a:pt x="209873" y="522380"/>
                    <a:pt x="147643" y="494440"/>
                  </a:cubicBezTo>
                  <a:cubicBezTo>
                    <a:pt x="44002" y="443867"/>
                    <a:pt x="-5494" y="262042"/>
                    <a:pt x="484" y="112940"/>
                  </a:cubicBezTo>
                  <a:lnTo>
                    <a:pt x="4377" y="80963"/>
                  </a:lnTo>
                  <a:lnTo>
                    <a:pt x="6788" y="81203"/>
                  </a:lnTo>
                  <a:cubicBezTo>
                    <a:pt x="240220" y="117359"/>
                    <a:pt x="430423" y="300497"/>
                    <a:pt x="991224" y="32864"/>
                  </a:cubicBezTo>
                  <a:lnTo>
                    <a:pt x="1055129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Rectangle 23">
              <a:extLst>
                <a:ext uri="{FF2B5EF4-FFF2-40B4-BE49-F238E27FC236}">
                  <a16:creationId xmlns:a16="http://schemas.microsoft.com/office/drawing/2014/main" id="{779E3089-1B68-C697-AA33-37E43DD13548}"/>
                </a:ext>
              </a:extLst>
            </p:cNvPr>
            <p:cNvSpPr/>
            <p:nvPr/>
          </p:nvSpPr>
          <p:spPr>
            <a:xfrm rot="18318320" flipH="1">
              <a:off x="1659248" y="4905426"/>
              <a:ext cx="750617" cy="919924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586275"/>
                <a:gd name="connsiteY0" fmla="*/ 156831 h 833069"/>
                <a:gd name="connsiteX1" fmla="*/ 400538 w 586275"/>
                <a:gd name="connsiteY1" fmla="*/ 315672 h 833069"/>
                <a:gd name="connsiteX2" fmla="*/ 586275 w 586275"/>
                <a:gd name="connsiteY2" fmla="*/ 734772 h 833069"/>
                <a:gd name="connsiteX3" fmla="*/ 0 w 586275"/>
                <a:gd name="connsiteY3" fmla="*/ 156831 h 833069"/>
                <a:gd name="connsiteX0" fmla="*/ 203677 w 789952"/>
                <a:gd name="connsiteY0" fmla="*/ 156831 h 734772"/>
                <a:gd name="connsiteX1" fmla="*/ 604215 w 789952"/>
                <a:gd name="connsiteY1" fmla="*/ 315672 h 734772"/>
                <a:gd name="connsiteX2" fmla="*/ 789952 w 789952"/>
                <a:gd name="connsiteY2" fmla="*/ 734772 h 734772"/>
                <a:gd name="connsiteX3" fmla="*/ 24308 w 789952"/>
                <a:gd name="connsiteY3" fmla="*/ 330161 h 734772"/>
                <a:gd name="connsiteX4" fmla="*/ 203677 w 789952"/>
                <a:gd name="connsiteY4" fmla="*/ 156831 h 734772"/>
                <a:gd name="connsiteX0" fmla="*/ 203677 w 789952"/>
                <a:gd name="connsiteY0" fmla="*/ 120748 h 698689"/>
                <a:gd name="connsiteX1" fmla="*/ 677107 w 789952"/>
                <a:gd name="connsiteY1" fmla="*/ 506282 h 698689"/>
                <a:gd name="connsiteX2" fmla="*/ 789952 w 789952"/>
                <a:gd name="connsiteY2" fmla="*/ 698689 h 698689"/>
                <a:gd name="connsiteX3" fmla="*/ 24308 w 789952"/>
                <a:gd name="connsiteY3" fmla="*/ 294078 h 698689"/>
                <a:gd name="connsiteX4" fmla="*/ 203677 w 789952"/>
                <a:gd name="connsiteY4" fmla="*/ 120748 h 698689"/>
                <a:gd name="connsiteX0" fmla="*/ 203677 w 698838"/>
                <a:gd name="connsiteY0" fmla="*/ 120748 h 1012873"/>
                <a:gd name="connsiteX1" fmla="*/ 677107 w 698838"/>
                <a:gd name="connsiteY1" fmla="*/ 506282 h 1012873"/>
                <a:gd name="connsiteX2" fmla="*/ 404051 w 698838"/>
                <a:gd name="connsiteY2" fmla="*/ 1012873 h 1012873"/>
                <a:gd name="connsiteX3" fmla="*/ 24308 w 698838"/>
                <a:gd name="connsiteY3" fmla="*/ 294078 h 1012873"/>
                <a:gd name="connsiteX4" fmla="*/ 203677 w 698838"/>
                <a:gd name="connsiteY4" fmla="*/ 120748 h 1012873"/>
                <a:gd name="connsiteX0" fmla="*/ 203677 w 707268"/>
                <a:gd name="connsiteY0" fmla="*/ 120748 h 1018078"/>
                <a:gd name="connsiteX1" fmla="*/ 677107 w 707268"/>
                <a:gd name="connsiteY1" fmla="*/ 506282 h 1018078"/>
                <a:gd name="connsiteX2" fmla="*/ 617110 w 707268"/>
                <a:gd name="connsiteY2" fmla="*/ 577719 h 1018078"/>
                <a:gd name="connsiteX3" fmla="*/ 404051 w 707268"/>
                <a:gd name="connsiteY3" fmla="*/ 1012873 h 1018078"/>
                <a:gd name="connsiteX4" fmla="*/ 24308 w 707268"/>
                <a:gd name="connsiteY4" fmla="*/ 294078 h 1018078"/>
                <a:gd name="connsiteX5" fmla="*/ 203677 w 707268"/>
                <a:gd name="connsiteY5" fmla="*/ 120748 h 1018078"/>
                <a:gd name="connsiteX0" fmla="*/ 203677 w 688467"/>
                <a:gd name="connsiteY0" fmla="*/ 120748 h 1018078"/>
                <a:gd name="connsiteX1" fmla="*/ 677107 w 688467"/>
                <a:gd name="connsiteY1" fmla="*/ 506282 h 1018078"/>
                <a:gd name="connsiteX2" fmla="*/ 617110 w 688467"/>
                <a:gd name="connsiteY2" fmla="*/ 577719 h 1018078"/>
                <a:gd name="connsiteX3" fmla="*/ 404051 w 688467"/>
                <a:gd name="connsiteY3" fmla="*/ 1012873 h 1018078"/>
                <a:gd name="connsiteX4" fmla="*/ 24308 w 688467"/>
                <a:gd name="connsiteY4" fmla="*/ 294078 h 1018078"/>
                <a:gd name="connsiteX5" fmla="*/ 203677 w 688467"/>
                <a:gd name="connsiteY5" fmla="*/ 120748 h 1018078"/>
                <a:gd name="connsiteX0" fmla="*/ 203677 w 688266"/>
                <a:gd name="connsiteY0" fmla="*/ 120748 h 1018078"/>
                <a:gd name="connsiteX1" fmla="*/ 677107 w 688266"/>
                <a:gd name="connsiteY1" fmla="*/ 506282 h 1018078"/>
                <a:gd name="connsiteX2" fmla="*/ 617110 w 688266"/>
                <a:gd name="connsiteY2" fmla="*/ 577719 h 1018078"/>
                <a:gd name="connsiteX3" fmla="*/ 404051 w 688266"/>
                <a:gd name="connsiteY3" fmla="*/ 1012873 h 1018078"/>
                <a:gd name="connsiteX4" fmla="*/ 24308 w 688266"/>
                <a:gd name="connsiteY4" fmla="*/ 294078 h 1018078"/>
                <a:gd name="connsiteX5" fmla="*/ 203677 w 688266"/>
                <a:gd name="connsiteY5" fmla="*/ 120748 h 1018078"/>
                <a:gd name="connsiteX0" fmla="*/ 203677 w 688266"/>
                <a:gd name="connsiteY0" fmla="*/ 120748 h 1016055"/>
                <a:gd name="connsiteX1" fmla="*/ 677107 w 688266"/>
                <a:gd name="connsiteY1" fmla="*/ 506282 h 1016055"/>
                <a:gd name="connsiteX2" fmla="*/ 617110 w 688266"/>
                <a:gd name="connsiteY2" fmla="*/ 577719 h 1016055"/>
                <a:gd name="connsiteX3" fmla="*/ 362704 w 688266"/>
                <a:gd name="connsiteY3" fmla="*/ 1010826 h 1016055"/>
                <a:gd name="connsiteX4" fmla="*/ 24308 w 688266"/>
                <a:gd name="connsiteY4" fmla="*/ 294078 h 1016055"/>
                <a:gd name="connsiteX5" fmla="*/ 203677 w 688266"/>
                <a:gd name="connsiteY5" fmla="*/ 120748 h 1016055"/>
                <a:gd name="connsiteX0" fmla="*/ 231844 w 716433"/>
                <a:gd name="connsiteY0" fmla="*/ 120748 h 1016055"/>
                <a:gd name="connsiteX1" fmla="*/ 705274 w 716433"/>
                <a:gd name="connsiteY1" fmla="*/ 506282 h 1016055"/>
                <a:gd name="connsiteX2" fmla="*/ 645277 w 716433"/>
                <a:gd name="connsiteY2" fmla="*/ 577719 h 1016055"/>
                <a:gd name="connsiteX3" fmla="*/ 390871 w 716433"/>
                <a:gd name="connsiteY3" fmla="*/ 1010826 h 1016055"/>
                <a:gd name="connsiteX4" fmla="*/ 22066 w 716433"/>
                <a:gd name="connsiteY4" fmla="*/ 622691 h 1016055"/>
                <a:gd name="connsiteX5" fmla="*/ 231844 w 716433"/>
                <a:gd name="connsiteY5" fmla="*/ 120748 h 1016055"/>
                <a:gd name="connsiteX0" fmla="*/ 233326 w 717915"/>
                <a:gd name="connsiteY0" fmla="*/ 120748 h 1016055"/>
                <a:gd name="connsiteX1" fmla="*/ 706756 w 717915"/>
                <a:gd name="connsiteY1" fmla="*/ 506282 h 1016055"/>
                <a:gd name="connsiteX2" fmla="*/ 646759 w 717915"/>
                <a:gd name="connsiteY2" fmla="*/ 577719 h 1016055"/>
                <a:gd name="connsiteX3" fmla="*/ 392353 w 717915"/>
                <a:gd name="connsiteY3" fmla="*/ 1010826 h 1016055"/>
                <a:gd name="connsiteX4" fmla="*/ 23548 w 717915"/>
                <a:gd name="connsiteY4" fmla="*/ 622691 h 1016055"/>
                <a:gd name="connsiteX5" fmla="*/ 45752 w 717915"/>
                <a:gd name="connsiteY5" fmla="*/ 272705 h 1016055"/>
                <a:gd name="connsiteX6" fmla="*/ 233326 w 717915"/>
                <a:gd name="connsiteY6" fmla="*/ 120748 h 1016055"/>
                <a:gd name="connsiteX0" fmla="*/ 253414 w 738003"/>
                <a:gd name="connsiteY0" fmla="*/ 120748 h 1016055"/>
                <a:gd name="connsiteX1" fmla="*/ 726844 w 738003"/>
                <a:gd name="connsiteY1" fmla="*/ 506282 h 1016055"/>
                <a:gd name="connsiteX2" fmla="*/ 666847 w 738003"/>
                <a:gd name="connsiteY2" fmla="*/ 577719 h 1016055"/>
                <a:gd name="connsiteX3" fmla="*/ 412441 w 738003"/>
                <a:gd name="connsiteY3" fmla="*/ 1010826 h 1016055"/>
                <a:gd name="connsiteX4" fmla="*/ 43636 w 738003"/>
                <a:gd name="connsiteY4" fmla="*/ 622691 h 1016055"/>
                <a:gd name="connsiteX5" fmla="*/ 65840 w 738003"/>
                <a:gd name="connsiteY5" fmla="*/ 272705 h 1016055"/>
                <a:gd name="connsiteX6" fmla="*/ 253414 w 738003"/>
                <a:gd name="connsiteY6" fmla="*/ 120748 h 1016055"/>
                <a:gd name="connsiteX0" fmla="*/ 266028 w 750617"/>
                <a:gd name="connsiteY0" fmla="*/ 120748 h 1016055"/>
                <a:gd name="connsiteX1" fmla="*/ 739458 w 750617"/>
                <a:gd name="connsiteY1" fmla="*/ 506282 h 1016055"/>
                <a:gd name="connsiteX2" fmla="*/ 679461 w 750617"/>
                <a:gd name="connsiteY2" fmla="*/ 577719 h 1016055"/>
                <a:gd name="connsiteX3" fmla="*/ 425055 w 750617"/>
                <a:gd name="connsiteY3" fmla="*/ 1010826 h 1016055"/>
                <a:gd name="connsiteX4" fmla="*/ 56250 w 750617"/>
                <a:gd name="connsiteY4" fmla="*/ 622691 h 1016055"/>
                <a:gd name="connsiteX5" fmla="*/ 78454 w 750617"/>
                <a:gd name="connsiteY5" fmla="*/ 272705 h 1016055"/>
                <a:gd name="connsiteX6" fmla="*/ 266028 w 750617"/>
                <a:gd name="connsiteY6" fmla="*/ 120748 h 1016055"/>
                <a:gd name="connsiteX0" fmla="*/ 266028 w 750617"/>
                <a:gd name="connsiteY0" fmla="*/ 120748 h 1016055"/>
                <a:gd name="connsiteX1" fmla="*/ 739458 w 750617"/>
                <a:gd name="connsiteY1" fmla="*/ 506282 h 1016055"/>
                <a:gd name="connsiteX2" fmla="*/ 679461 w 750617"/>
                <a:gd name="connsiteY2" fmla="*/ 577719 h 1016055"/>
                <a:gd name="connsiteX3" fmla="*/ 425055 w 750617"/>
                <a:gd name="connsiteY3" fmla="*/ 1010826 h 1016055"/>
                <a:gd name="connsiteX4" fmla="*/ 56250 w 750617"/>
                <a:gd name="connsiteY4" fmla="*/ 622691 h 1016055"/>
                <a:gd name="connsiteX5" fmla="*/ 78454 w 750617"/>
                <a:gd name="connsiteY5" fmla="*/ 272705 h 1016055"/>
                <a:gd name="connsiteX6" fmla="*/ 266028 w 750617"/>
                <a:gd name="connsiteY6" fmla="*/ 120748 h 1016055"/>
                <a:gd name="connsiteX0" fmla="*/ 266028 w 750617"/>
                <a:gd name="connsiteY0" fmla="*/ 25035 h 920342"/>
                <a:gd name="connsiteX1" fmla="*/ 739458 w 750617"/>
                <a:gd name="connsiteY1" fmla="*/ 410569 h 920342"/>
                <a:gd name="connsiteX2" fmla="*/ 679461 w 750617"/>
                <a:gd name="connsiteY2" fmla="*/ 482006 h 920342"/>
                <a:gd name="connsiteX3" fmla="*/ 425055 w 750617"/>
                <a:gd name="connsiteY3" fmla="*/ 915113 h 920342"/>
                <a:gd name="connsiteX4" fmla="*/ 56250 w 750617"/>
                <a:gd name="connsiteY4" fmla="*/ 526978 h 920342"/>
                <a:gd name="connsiteX5" fmla="*/ 78454 w 750617"/>
                <a:gd name="connsiteY5" fmla="*/ 176992 h 920342"/>
                <a:gd name="connsiteX6" fmla="*/ 266028 w 750617"/>
                <a:gd name="connsiteY6" fmla="*/ 25035 h 920342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0617" h="919924">
                  <a:moveTo>
                    <a:pt x="266028" y="24617"/>
                  </a:moveTo>
                  <a:cubicBezTo>
                    <a:pt x="590070" y="-105487"/>
                    <a:pt x="653214" y="318076"/>
                    <a:pt x="739458" y="410151"/>
                  </a:cubicBezTo>
                  <a:cubicBezTo>
                    <a:pt x="773330" y="463449"/>
                    <a:pt x="723357" y="454372"/>
                    <a:pt x="679461" y="481588"/>
                  </a:cubicBezTo>
                  <a:cubicBezTo>
                    <a:pt x="633952" y="566020"/>
                    <a:pt x="532870" y="970298"/>
                    <a:pt x="425055" y="914695"/>
                  </a:cubicBezTo>
                  <a:cubicBezTo>
                    <a:pt x="372951" y="904565"/>
                    <a:pt x="136914" y="696402"/>
                    <a:pt x="56250" y="526560"/>
                  </a:cubicBezTo>
                  <a:cubicBezTo>
                    <a:pt x="-24702" y="465578"/>
                    <a:pt x="-19118" y="293703"/>
                    <a:pt x="78454" y="176574"/>
                  </a:cubicBezTo>
                  <a:cubicBezTo>
                    <a:pt x="113961" y="136098"/>
                    <a:pt x="143695" y="125560"/>
                    <a:pt x="266028" y="24617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20">
              <a:extLst>
                <a:ext uri="{FF2B5EF4-FFF2-40B4-BE49-F238E27FC236}">
                  <a16:creationId xmlns:a16="http://schemas.microsoft.com/office/drawing/2014/main" id="{297AC39E-2B27-ECEA-5508-C02885CA7455}"/>
                </a:ext>
              </a:extLst>
            </p:cNvPr>
            <p:cNvSpPr/>
            <p:nvPr/>
          </p:nvSpPr>
          <p:spPr>
            <a:xfrm>
              <a:off x="1562683" y="2034116"/>
              <a:ext cx="1714500" cy="1492683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461657"/>
                <a:gd name="connsiteY0" fmla="*/ 279400 h 1262743"/>
                <a:gd name="connsiteX1" fmla="*/ 2461657 w 2461657"/>
                <a:gd name="connsiteY1" fmla="*/ 0 h 1262743"/>
                <a:gd name="connsiteX2" fmla="*/ 2461657 w 2461657"/>
                <a:gd name="connsiteY2" fmla="*/ 1262743 h 1262743"/>
                <a:gd name="connsiteX3" fmla="*/ 990600 w 2461657"/>
                <a:gd name="connsiteY3" fmla="*/ 1262743 h 1262743"/>
                <a:gd name="connsiteX4" fmla="*/ 0 w 2461657"/>
                <a:gd name="connsiteY4" fmla="*/ 279400 h 12627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14500 w 2461657"/>
                <a:gd name="connsiteY3" fmla="*/ 1046843 h 2189843"/>
                <a:gd name="connsiteX4" fmla="*/ 0 w 2461657"/>
                <a:gd name="connsiteY4" fmla="*/ 1206500 h 2189843"/>
                <a:gd name="connsiteX0" fmla="*/ 0 w 1714500"/>
                <a:gd name="connsiteY0" fmla="*/ 1206500 h 1492683"/>
                <a:gd name="connsiteX1" fmla="*/ 1610757 w 1714500"/>
                <a:gd name="connsiteY1" fmla="*/ 0 h 1492683"/>
                <a:gd name="connsiteX2" fmla="*/ 1714500 w 1714500"/>
                <a:gd name="connsiteY2" fmla="*/ 1046843 h 1492683"/>
                <a:gd name="connsiteX3" fmla="*/ 0 w 1714500"/>
                <a:gd name="connsiteY3" fmla="*/ 1206500 h 149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0" h="1492683">
                  <a:moveTo>
                    <a:pt x="0" y="1206500"/>
                  </a:moveTo>
                  <a:cubicBezTo>
                    <a:pt x="168619" y="740833"/>
                    <a:pt x="1073838" y="402167"/>
                    <a:pt x="1610757" y="0"/>
                  </a:cubicBezTo>
                  <a:lnTo>
                    <a:pt x="1714500" y="1046843"/>
                  </a:lnTo>
                  <a:cubicBezTo>
                    <a:pt x="1159933" y="1586895"/>
                    <a:pt x="198967" y="1631648"/>
                    <a:pt x="0" y="120650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20">
              <a:extLst>
                <a:ext uri="{FF2B5EF4-FFF2-40B4-BE49-F238E27FC236}">
                  <a16:creationId xmlns:a16="http://schemas.microsoft.com/office/drawing/2014/main" id="{2158395D-5CF5-9C80-15CA-B12CE8C720E9}"/>
                </a:ext>
              </a:extLst>
            </p:cNvPr>
            <p:cNvSpPr/>
            <p:nvPr/>
          </p:nvSpPr>
          <p:spPr>
            <a:xfrm rot="20036096" flipH="1">
              <a:off x="5773313" y="861176"/>
              <a:ext cx="1714500" cy="1492683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461657"/>
                <a:gd name="connsiteY0" fmla="*/ 279400 h 1262743"/>
                <a:gd name="connsiteX1" fmla="*/ 2461657 w 2461657"/>
                <a:gd name="connsiteY1" fmla="*/ 0 h 1262743"/>
                <a:gd name="connsiteX2" fmla="*/ 2461657 w 2461657"/>
                <a:gd name="connsiteY2" fmla="*/ 1262743 h 1262743"/>
                <a:gd name="connsiteX3" fmla="*/ 990600 w 2461657"/>
                <a:gd name="connsiteY3" fmla="*/ 1262743 h 1262743"/>
                <a:gd name="connsiteX4" fmla="*/ 0 w 2461657"/>
                <a:gd name="connsiteY4" fmla="*/ 279400 h 12627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14500 w 2461657"/>
                <a:gd name="connsiteY3" fmla="*/ 1046843 h 2189843"/>
                <a:gd name="connsiteX4" fmla="*/ 0 w 2461657"/>
                <a:gd name="connsiteY4" fmla="*/ 1206500 h 2189843"/>
                <a:gd name="connsiteX0" fmla="*/ 0 w 1714500"/>
                <a:gd name="connsiteY0" fmla="*/ 1206500 h 1492683"/>
                <a:gd name="connsiteX1" fmla="*/ 1610757 w 1714500"/>
                <a:gd name="connsiteY1" fmla="*/ 0 h 1492683"/>
                <a:gd name="connsiteX2" fmla="*/ 1714500 w 1714500"/>
                <a:gd name="connsiteY2" fmla="*/ 1046843 h 1492683"/>
                <a:gd name="connsiteX3" fmla="*/ 0 w 1714500"/>
                <a:gd name="connsiteY3" fmla="*/ 1206500 h 149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0" h="1492683">
                  <a:moveTo>
                    <a:pt x="0" y="1206500"/>
                  </a:moveTo>
                  <a:cubicBezTo>
                    <a:pt x="168619" y="740833"/>
                    <a:pt x="1073838" y="402167"/>
                    <a:pt x="1610757" y="0"/>
                  </a:cubicBezTo>
                  <a:lnTo>
                    <a:pt x="1714500" y="1046843"/>
                  </a:lnTo>
                  <a:cubicBezTo>
                    <a:pt x="1159933" y="1586895"/>
                    <a:pt x="198967" y="1631648"/>
                    <a:pt x="0" y="120650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3">
              <a:extLst>
                <a:ext uri="{FF2B5EF4-FFF2-40B4-BE49-F238E27FC236}">
                  <a16:creationId xmlns:a16="http://schemas.microsoft.com/office/drawing/2014/main" id="{8072A085-D4E6-1BCC-C380-0E2B5CC83410}"/>
                </a:ext>
              </a:extLst>
            </p:cNvPr>
            <p:cNvSpPr/>
            <p:nvPr/>
          </p:nvSpPr>
          <p:spPr>
            <a:xfrm>
              <a:off x="2884524" y="793421"/>
              <a:ext cx="4129631" cy="4276074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611086"/>
                <a:gd name="connsiteX1" fmla="*/ 1471057 w 1471057"/>
                <a:gd name="connsiteY1" fmla="*/ 0 h 1611086"/>
                <a:gd name="connsiteX2" fmla="*/ 1471057 w 1471057"/>
                <a:gd name="connsiteY2" fmla="*/ 1262743 h 1611086"/>
                <a:gd name="connsiteX3" fmla="*/ 493486 w 1471057"/>
                <a:gd name="connsiteY3" fmla="*/ 1611086 h 1611086"/>
                <a:gd name="connsiteX4" fmla="*/ 0 w 1471057"/>
                <a:gd name="connsiteY4" fmla="*/ 0 h 1611086"/>
                <a:gd name="connsiteX0" fmla="*/ 0 w 1659743"/>
                <a:gd name="connsiteY0" fmla="*/ 0 h 1611086"/>
                <a:gd name="connsiteX1" fmla="*/ 1471057 w 1659743"/>
                <a:gd name="connsiteY1" fmla="*/ 0 h 1611086"/>
                <a:gd name="connsiteX2" fmla="*/ 1659743 w 1659743"/>
                <a:gd name="connsiteY2" fmla="*/ 1277258 h 1611086"/>
                <a:gd name="connsiteX3" fmla="*/ 493486 w 1659743"/>
                <a:gd name="connsiteY3" fmla="*/ 1611086 h 1611086"/>
                <a:gd name="connsiteX4" fmla="*/ 0 w 1659743"/>
                <a:gd name="connsiteY4" fmla="*/ 0 h 1611086"/>
                <a:gd name="connsiteX0" fmla="*/ 0 w 2182257"/>
                <a:gd name="connsiteY0" fmla="*/ 1451429 h 3062515"/>
                <a:gd name="connsiteX1" fmla="*/ 2182257 w 2182257"/>
                <a:gd name="connsiteY1" fmla="*/ 0 h 3062515"/>
                <a:gd name="connsiteX2" fmla="*/ 1659743 w 2182257"/>
                <a:gd name="connsiteY2" fmla="*/ 2728687 h 3062515"/>
                <a:gd name="connsiteX3" fmla="*/ 493486 w 2182257"/>
                <a:gd name="connsiteY3" fmla="*/ 3062515 h 3062515"/>
                <a:gd name="connsiteX4" fmla="*/ 0 w 2182257"/>
                <a:gd name="connsiteY4" fmla="*/ 1451429 h 3062515"/>
                <a:gd name="connsiteX0" fmla="*/ 0 w 2182257"/>
                <a:gd name="connsiteY0" fmla="*/ 2547090 h 4158176"/>
                <a:gd name="connsiteX1" fmla="*/ 858900 w 2182257"/>
                <a:gd name="connsiteY1" fmla="*/ 0 h 4158176"/>
                <a:gd name="connsiteX2" fmla="*/ 2182257 w 2182257"/>
                <a:gd name="connsiteY2" fmla="*/ 1095661 h 4158176"/>
                <a:gd name="connsiteX3" fmla="*/ 1659743 w 2182257"/>
                <a:gd name="connsiteY3" fmla="*/ 3824348 h 4158176"/>
                <a:gd name="connsiteX4" fmla="*/ 493486 w 2182257"/>
                <a:gd name="connsiteY4" fmla="*/ 4158176 h 4158176"/>
                <a:gd name="connsiteX5" fmla="*/ 0 w 2182257"/>
                <a:gd name="connsiteY5" fmla="*/ 2547090 h 4158176"/>
                <a:gd name="connsiteX0" fmla="*/ 0 w 2182257"/>
                <a:gd name="connsiteY0" fmla="*/ 2660338 h 4271424"/>
                <a:gd name="connsiteX1" fmla="*/ 916958 w 2182257"/>
                <a:gd name="connsiteY1" fmla="*/ 316448 h 4271424"/>
                <a:gd name="connsiteX2" fmla="*/ 858900 w 2182257"/>
                <a:gd name="connsiteY2" fmla="*/ 113248 h 4271424"/>
                <a:gd name="connsiteX3" fmla="*/ 2182257 w 2182257"/>
                <a:gd name="connsiteY3" fmla="*/ 1208909 h 4271424"/>
                <a:gd name="connsiteX4" fmla="*/ 1659743 w 2182257"/>
                <a:gd name="connsiteY4" fmla="*/ 3937596 h 4271424"/>
                <a:gd name="connsiteX5" fmla="*/ 493486 w 2182257"/>
                <a:gd name="connsiteY5" fmla="*/ 4271424 h 4271424"/>
                <a:gd name="connsiteX6" fmla="*/ 0 w 2182257"/>
                <a:gd name="connsiteY6" fmla="*/ 2660338 h 4271424"/>
                <a:gd name="connsiteX0" fmla="*/ 171313 w 2353570"/>
                <a:gd name="connsiteY0" fmla="*/ 2595498 h 4206584"/>
                <a:gd name="connsiteX1" fmla="*/ 43242 w 2353570"/>
                <a:gd name="connsiteY1" fmla="*/ 150008 h 4206584"/>
                <a:gd name="connsiteX2" fmla="*/ 1088271 w 2353570"/>
                <a:gd name="connsiteY2" fmla="*/ 251608 h 4206584"/>
                <a:gd name="connsiteX3" fmla="*/ 1030213 w 2353570"/>
                <a:gd name="connsiteY3" fmla="*/ 48408 h 4206584"/>
                <a:gd name="connsiteX4" fmla="*/ 2353570 w 2353570"/>
                <a:gd name="connsiteY4" fmla="*/ 1144069 h 4206584"/>
                <a:gd name="connsiteX5" fmla="*/ 1831056 w 2353570"/>
                <a:gd name="connsiteY5" fmla="*/ 3872756 h 4206584"/>
                <a:gd name="connsiteX6" fmla="*/ 664799 w 2353570"/>
                <a:gd name="connsiteY6" fmla="*/ 4206584 h 4206584"/>
                <a:gd name="connsiteX7" fmla="*/ 171313 w 2353570"/>
                <a:gd name="connsiteY7" fmla="*/ 2595498 h 4206584"/>
                <a:gd name="connsiteX0" fmla="*/ 194190 w 2376447"/>
                <a:gd name="connsiteY0" fmla="*/ 2595498 h 4206584"/>
                <a:gd name="connsiteX1" fmla="*/ 153205 w 2376447"/>
                <a:gd name="connsiteY1" fmla="*/ 280636 h 4206584"/>
                <a:gd name="connsiteX2" fmla="*/ 66119 w 2376447"/>
                <a:gd name="connsiteY2" fmla="*/ 150008 h 4206584"/>
                <a:gd name="connsiteX3" fmla="*/ 1111148 w 2376447"/>
                <a:gd name="connsiteY3" fmla="*/ 251608 h 4206584"/>
                <a:gd name="connsiteX4" fmla="*/ 1053090 w 2376447"/>
                <a:gd name="connsiteY4" fmla="*/ 48408 h 4206584"/>
                <a:gd name="connsiteX5" fmla="*/ 2376447 w 2376447"/>
                <a:gd name="connsiteY5" fmla="*/ 1144069 h 4206584"/>
                <a:gd name="connsiteX6" fmla="*/ 1853933 w 2376447"/>
                <a:gd name="connsiteY6" fmla="*/ 3872756 h 4206584"/>
                <a:gd name="connsiteX7" fmla="*/ 687676 w 2376447"/>
                <a:gd name="connsiteY7" fmla="*/ 4206584 h 4206584"/>
                <a:gd name="connsiteX8" fmla="*/ 194190 w 2376447"/>
                <a:gd name="connsiteY8" fmla="*/ 2595498 h 4206584"/>
                <a:gd name="connsiteX0" fmla="*/ 766745 w 2949002"/>
                <a:gd name="connsiteY0" fmla="*/ 2595498 h 4206584"/>
                <a:gd name="connsiteX1" fmla="*/ 46 w 2949002"/>
                <a:gd name="connsiteY1" fmla="*/ 498350 h 4206584"/>
                <a:gd name="connsiteX2" fmla="*/ 725760 w 2949002"/>
                <a:gd name="connsiteY2" fmla="*/ 280636 h 4206584"/>
                <a:gd name="connsiteX3" fmla="*/ 638674 w 2949002"/>
                <a:gd name="connsiteY3" fmla="*/ 150008 h 4206584"/>
                <a:gd name="connsiteX4" fmla="*/ 1683703 w 2949002"/>
                <a:gd name="connsiteY4" fmla="*/ 251608 h 4206584"/>
                <a:gd name="connsiteX5" fmla="*/ 1625645 w 2949002"/>
                <a:gd name="connsiteY5" fmla="*/ 48408 h 4206584"/>
                <a:gd name="connsiteX6" fmla="*/ 2949002 w 2949002"/>
                <a:gd name="connsiteY6" fmla="*/ 1144069 h 4206584"/>
                <a:gd name="connsiteX7" fmla="*/ 2426488 w 2949002"/>
                <a:gd name="connsiteY7" fmla="*/ 3872756 h 4206584"/>
                <a:gd name="connsiteX8" fmla="*/ 1260231 w 2949002"/>
                <a:gd name="connsiteY8" fmla="*/ 4206584 h 4206584"/>
                <a:gd name="connsiteX9" fmla="*/ 766745 w 2949002"/>
                <a:gd name="connsiteY9" fmla="*/ 2595498 h 4206584"/>
                <a:gd name="connsiteX0" fmla="*/ 797620 w 2979877"/>
                <a:gd name="connsiteY0" fmla="*/ 2595498 h 4206584"/>
                <a:gd name="connsiteX1" fmla="*/ 219607 w 2979877"/>
                <a:gd name="connsiteY1" fmla="*/ 643493 h 4206584"/>
                <a:gd name="connsiteX2" fmla="*/ 30921 w 2979877"/>
                <a:gd name="connsiteY2" fmla="*/ 498350 h 4206584"/>
                <a:gd name="connsiteX3" fmla="*/ 756635 w 2979877"/>
                <a:gd name="connsiteY3" fmla="*/ 280636 h 4206584"/>
                <a:gd name="connsiteX4" fmla="*/ 669549 w 2979877"/>
                <a:gd name="connsiteY4" fmla="*/ 150008 h 4206584"/>
                <a:gd name="connsiteX5" fmla="*/ 1714578 w 2979877"/>
                <a:gd name="connsiteY5" fmla="*/ 251608 h 4206584"/>
                <a:gd name="connsiteX6" fmla="*/ 1656520 w 2979877"/>
                <a:gd name="connsiteY6" fmla="*/ 48408 h 4206584"/>
                <a:gd name="connsiteX7" fmla="*/ 2979877 w 2979877"/>
                <a:gd name="connsiteY7" fmla="*/ 1144069 h 4206584"/>
                <a:gd name="connsiteX8" fmla="*/ 2457363 w 2979877"/>
                <a:gd name="connsiteY8" fmla="*/ 3872756 h 4206584"/>
                <a:gd name="connsiteX9" fmla="*/ 1291106 w 2979877"/>
                <a:gd name="connsiteY9" fmla="*/ 4206584 h 4206584"/>
                <a:gd name="connsiteX10" fmla="*/ 797620 w 2979877"/>
                <a:gd name="connsiteY10" fmla="*/ 2595498 h 4206584"/>
                <a:gd name="connsiteX0" fmla="*/ 28461 w 3284775"/>
                <a:gd name="connsiteY0" fmla="*/ 3306698 h 4206584"/>
                <a:gd name="connsiteX1" fmla="*/ 524505 w 3284775"/>
                <a:gd name="connsiteY1" fmla="*/ 643493 h 4206584"/>
                <a:gd name="connsiteX2" fmla="*/ 335819 w 3284775"/>
                <a:gd name="connsiteY2" fmla="*/ 498350 h 4206584"/>
                <a:gd name="connsiteX3" fmla="*/ 1061533 w 3284775"/>
                <a:gd name="connsiteY3" fmla="*/ 280636 h 4206584"/>
                <a:gd name="connsiteX4" fmla="*/ 974447 w 3284775"/>
                <a:gd name="connsiteY4" fmla="*/ 150008 h 4206584"/>
                <a:gd name="connsiteX5" fmla="*/ 2019476 w 3284775"/>
                <a:gd name="connsiteY5" fmla="*/ 251608 h 4206584"/>
                <a:gd name="connsiteX6" fmla="*/ 1961418 w 3284775"/>
                <a:gd name="connsiteY6" fmla="*/ 48408 h 4206584"/>
                <a:gd name="connsiteX7" fmla="*/ 3284775 w 3284775"/>
                <a:gd name="connsiteY7" fmla="*/ 1144069 h 4206584"/>
                <a:gd name="connsiteX8" fmla="*/ 2762261 w 3284775"/>
                <a:gd name="connsiteY8" fmla="*/ 3872756 h 4206584"/>
                <a:gd name="connsiteX9" fmla="*/ 1596004 w 3284775"/>
                <a:gd name="connsiteY9" fmla="*/ 4206584 h 4206584"/>
                <a:gd name="connsiteX10" fmla="*/ 28461 w 3284775"/>
                <a:gd name="connsiteY10" fmla="*/ 3306698 h 4206584"/>
                <a:gd name="connsiteX0" fmla="*/ 314515 w 3570829"/>
                <a:gd name="connsiteY0" fmla="*/ 3306698 h 4206584"/>
                <a:gd name="connsiteX1" fmla="*/ 810559 w 3570829"/>
                <a:gd name="connsiteY1" fmla="*/ 643493 h 4206584"/>
                <a:gd name="connsiteX2" fmla="*/ 621873 w 3570829"/>
                <a:gd name="connsiteY2" fmla="*/ 498350 h 4206584"/>
                <a:gd name="connsiteX3" fmla="*/ 1347587 w 3570829"/>
                <a:gd name="connsiteY3" fmla="*/ 280636 h 4206584"/>
                <a:gd name="connsiteX4" fmla="*/ 1260501 w 3570829"/>
                <a:gd name="connsiteY4" fmla="*/ 150008 h 4206584"/>
                <a:gd name="connsiteX5" fmla="*/ 2305530 w 3570829"/>
                <a:gd name="connsiteY5" fmla="*/ 251608 h 4206584"/>
                <a:gd name="connsiteX6" fmla="*/ 2247472 w 3570829"/>
                <a:gd name="connsiteY6" fmla="*/ 48408 h 4206584"/>
                <a:gd name="connsiteX7" fmla="*/ 3570829 w 3570829"/>
                <a:gd name="connsiteY7" fmla="*/ 1144069 h 4206584"/>
                <a:gd name="connsiteX8" fmla="*/ 3048315 w 3570829"/>
                <a:gd name="connsiteY8" fmla="*/ 3872756 h 4206584"/>
                <a:gd name="connsiteX9" fmla="*/ 1882058 w 3570829"/>
                <a:gd name="connsiteY9" fmla="*/ 4206584 h 4206584"/>
                <a:gd name="connsiteX10" fmla="*/ 314515 w 3570829"/>
                <a:gd name="connsiteY10" fmla="*/ 3306698 h 4206584"/>
                <a:gd name="connsiteX0" fmla="*/ 314515 w 3570829"/>
                <a:gd name="connsiteY0" fmla="*/ 3306698 h 4206584"/>
                <a:gd name="connsiteX1" fmla="*/ 810559 w 3570829"/>
                <a:gd name="connsiteY1" fmla="*/ 643493 h 4206584"/>
                <a:gd name="connsiteX2" fmla="*/ 621873 w 3570829"/>
                <a:gd name="connsiteY2" fmla="*/ 498350 h 4206584"/>
                <a:gd name="connsiteX3" fmla="*/ 1347587 w 3570829"/>
                <a:gd name="connsiteY3" fmla="*/ 280636 h 4206584"/>
                <a:gd name="connsiteX4" fmla="*/ 1260501 w 3570829"/>
                <a:gd name="connsiteY4" fmla="*/ 150008 h 4206584"/>
                <a:gd name="connsiteX5" fmla="*/ 2305530 w 3570829"/>
                <a:gd name="connsiteY5" fmla="*/ 251608 h 4206584"/>
                <a:gd name="connsiteX6" fmla="*/ 2247472 w 3570829"/>
                <a:gd name="connsiteY6" fmla="*/ 48408 h 4206584"/>
                <a:gd name="connsiteX7" fmla="*/ 3570829 w 3570829"/>
                <a:gd name="connsiteY7" fmla="*/ 1144069 h 4206584"/>
                <a:gd name="connsiteX8" fmla="*/ 3048315 w 3570829"/>
                <a:gd name="connsiteY8" fmla="*/ 3872756 h 4206584"/>
                <a:gd name="connsiteX9" fmla="*/ 1882058 w 3570829"/>
                <a:gd name="connsiteY9" fmla="*/ 4206584 h 4206584"/>
                <a:gd name="connsiteX10" fmla="*/ 314515 w 3570829"/>
                <a:gd name="connsiteY10" fmla="*/ 3306698 h 4206584"/>
                <a:gd name="connsiteX0" fmla="*/ 314515 w 3570829"/>
                <a:gd name="connsiteY0" fmla="*/ 3306698 h 4276074"/>
                <a:gd name="connsiteX1" fmla="*/ 810559 w 3570829"/>
                <a:gd name="connsiteY1" fmla="*/ 643493 h 4276074"/>
                <a:gd name="connsiteX2" fmla="*/ 621873 w 3570829"/>
                <a:gd name="connsiteY2" fmla="*/ 498350 h 4276074"/>
                <a:gd name="connsiteX3" fmla="*/ 1347587 w 3570829"/>
                <a:gd name="connsiteY3" fmla="*/ 280636 h 4276074"/>
                <a:gd name="connsiteX4" fmla="*/ 1260501 w 3570829"/>
                <a:gd name="connsiteY4" fmla="*/ 150008 h 4276074"/>
                <a:gd name="connsiteX5" fmla="*/ 2305530 w 3570829"/>
                <a:gd name="connsiteY5" fmla="*/ 251608 h 4276074"/>
                <a:gd name="connsiteX6" fmla="*/ 2247472 w 3570829"/>
                <a:gd name="connsiteY6" fmla="*/ 48408 h 4276074"/>
                <a:gd name="connsiteX7" fmla="*/ 3570829 w 3570829"/>
                <a:gd name="connsiteY7" fmla="*/ 1144069 h 4276074"/>
                <a:gd name="connsiteX8" fmla="*/ 3048315 w 3570829"/>
                <a:gd name="connsiteY8" fmla="*/ 3872756 h 4276074"/>
                <a:gd name="connsiteX9" fmla="*/ 1882058 w 3570829"/>
                <a:gd name="connsiteY9" fmla="*/ 4206584 h 4276074"/>
                <a:gd name="connsiteX10" fmla="*/ 314515 w 3570829"/>
                <a:gd name="connsiteY10" fmla="*/ 3306698 h 4276074"/>
                <a:gd name="connsiteX0" fmla="*/ 314515 w 3878754"/>
                <a:gd name="connsiteY0" fmla="*/ 3306698 h 4276074"/>
                <a:gd name="connsiteX1" fmla="*/ 810559 w 3878754"/>
                <a:gd name="connsiteY1" fmla="*/ 643493 h 4276074"/>
                <a:gd name="connsiteX2" fmla="*/ 621873 w 3878754"/>
                <a:gd name="connsiteY2" fmla="*/ 498350 h 4276074"/>
                <a:gd name="connsiteX3" fmla="*/ 1347587 w 3878754"/>
                <a:gd name="connsiteY3" fmla="*/ 280636 h 4276074"/>
                <a:gd name="connsiteX4" fmla="*/ 1260501 w 3878754"/>
                <a:gd name="connsiteY4" fmla="*/ 150008 h 4276074"/>
                <a:gd name="connsiteX5" fmla="*/ 2305530 w 3878754"/>
                <a:gd name="connsiteY5" fmla="*/ 251608 h 4276074"/>
                <a:gd name="connsiteX6" fmla="*/ 2247472 w 3878754"/>
                <a:gd name="connsiteY6" fmla="*/ 48408 h 4276074"/>
                <a:gd name="connsiteX7" fmla="*/ 3570829 w 3878754"/>
                <a:gd name="connsiteY7" fmla="*/ 1144069 h 4276074"/>
                <a:gd name="connsiteX8" fmla="*/ 3873074 w 3878754"/>
                <a:gd name="connsiteY8" fmla="*/ 2167493 h 4276074"/>
                <a:gd name="connsiteX9" fmla="*/ 3048315 w 3878754"/>
                <a:gd name="connsiteY9" fmla="*/ 3872756 h 4276074"/>
                <a:gd name="connsiteX10" fmla="*/ 1882058 w 3878754"/>
                <a:gd name="connsiteY10" fmla="*/ 4206584 h 4276074"/>
                <a:gd name="connsiteX11" fmla="*/ 314515 w 3878754"/>
                <a:gd name="connsiteY11" fmla="*/ 3306698 h 4276074"/>
                <a:gd name="connsiteX0" fmla="*/ 314515 w 4093815"/>
                <a:gd name="connsiteY0" fmla="*/ 3306698 h 4276074"/>
                <a:gd name="connsiteX1" fmla="*/ 810559 w 4093815"/>
                <a:gd name="connsiteY1" fmla="*/ 643493 h 4276074"/>
                <a:gd name="connsiteX2" fmla="*/ 621873 w 4093815"/>
                <a:gd name="connsiteY2" fmla="*/ 498350 h 4276074"/>
                <a:gd name="connsiteX3" fmla="*/ 1347587 w 4093815"/>
                <a:gd name="connsiteY3" fmla="*/ 280636 h 4276074"/>
                <a:gd name="connsiteX4" fmla="*/ 1260501 w 4093815"/>
                <a:gd name="connsiteY4" fmla="*/ 150008 h 4276074"/>
                <a:gd name="connsiteX5" fmla="*/ 2305530 w 4093815"/>
                <a:gd name="connsiteY5" fmla="*/ 251608 h 4276074"/>
                <a:gd name="connsiteX6" fmla="*/ 2247472 w 4093815"/>
                <a:gd name="connsiteY6" fmla="*/ 48408 h 4276074"/>
                <a:gd name="connsiteX7" fmla="*/ 3570829 w 4093815"/>
                <a:gd name="connsiteY7" fmla="*/ 1144069 h 4276074"/>
                <a:gd name="connsiteX8" fmla="*/ 3873074 w 4093815"/>
                <a:gd name="connsiteY8" fmla="*/ 2167493 h 4276074"/>
                <a:gd name="connsiteX9" fmla="*/ 3048315 w 4093815"/>
                <a:gd name="connsiteY9" fmla="*/ 3872756 h 4276074"/>
                <a:gd name="connsiteX10" fmla="*/ 1882058 w 4093815"/>
                <a:gd name="connsiteY10" fmla="*/ 4206584 h 4276074"/>
                <a:gd name="connsiteX11" fmla="*/ 314515 w 4093815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570829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35089 w 4129631"/>
                <a:gd name="connsiteY0" fmla="*/ 3306698 h 4276074"/>
                <a:gd name="connsiteX1" fmla="*/ 793033 w 4129631"/>
                <a:gd name="connsiteY1" fmla="*/ 582533 h 4276074"/>
                <a:gd name="connsiteX2" fmla="*/ 642447 w 4129631"/>
                <a:gd name="connsiteY2" fmla="*/ 498350 h 4276074"/>
                <a:gd name="connsiteX3" fmla="*/ 1368161 w 4129631"/>
                <a:gd name="connsiteY3" fmla="*/ 280636 h 4276074"/>
                <a:gd name="connsiteX4" fmla="*/ 1281075 w 4129631"/>
                <a:gd name="connsiteY4" fmla="*/ 150008 h 4276074"/>
                <a:gd name="connsiteX5" fmla="*/ 2326104 w 4129631"/>
                <a:gd name="connsiteY5" fmla="*/ 251608 h 4276074"/>
                <a:gd name="connsiteX6" fmla="*/ 2268046 w 4129631"/>
                <a:gd name="connsiteY6" fmla="*/ 48408 h 4276074"/>
                <a:gd name="connsiteX7" fmla="*/ 3663974 w 4129631"/>
                <a:gd name="connsiteY7" fmla="*/ 1144069 h 4276074"/>
                <a:gd name="connsiteX8" fmla="*/ 3893648 w 4129631"/>
                <a:gd name="connsiteY8" fmla="*/ 2167493 h 4276074"/>
                <a:gd name="connsiteX9" fmla="*/ 3068889 w 4129631"/>
                <a:gd name="connsiteY9" fmla="*/ 3872756 h 4276074"/>
                <a:gd name="connsiteX10" fmla="*/ 1902632 w 4129631"/>
                <a:gd name="connsiteY10" fmla="*/ 4206584 h 4276074"/>
                <a:gd name="connsiteX11" fmla="*/ 335089 w 4129631"/>
                <a:gd name="connsiteY11" fmla="*/ 3306698 h 427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29631" h="4276074">
                  <a:moveTo>
                    <a:pt x="335089" y="3306698"/>
                  </a:moveTo>
                  <a:cubicBezTo>
                    <a:pt x="146830" y="2761231"/>
                    <a:pt x="-516098" y="917544"/>
                    <a:pt x="793033" y="582533"/>
                  </a:cubicBezTo>
                  <a:cubicBezTo>
                    <a:pt x="581430" y="393028"/>
                    <a:pt x="543266" y="607207"/>
                    <a:pt x="642447" y="498350"/>
                  </a:cubicBezTo>
                  <a:cubicBezTo>
                    <a:pt x="673048" y="404733"/>
                    <a:pt x="1103154" y="259711"/>
                    <a:pt x="1368161" y="280636"/>
                  </a:cubicBezTo>
                  <a:cubicBezTo>
                    <a:pt x="1351228" y="217741"/>
                    <a:pt x="1099646" y="176617"/>
                    <a:pt x="1281075" y="150008"/>
                  </a:cubicBezTo>
                  <a:cubicBezTo>
                    <a:pt x="1462504" y="123399"/>
                    <a:pt x="2040657" y="4865"/>
                    <a:pt x="2326104" y="251608"/>
                  </a:cubicBezTo>
                  <a:cubicBezTo>
                    <a:pt x="2364809" y="106465"/>
                    <a:pt x="2018458" y="-93078"/>
                    <a:pt x="2268046" y="48408"/>
                  </a:cubicBezTo>
                  <a:cubicBezTo>
                    <a:pt x="2747869" y="210428"/>
                    <a:pt x="3372836" y="532107"/>
                    <a:pt x="3663974" y="1144069"/>
                  </a:cubicBezTo>
                  <a:cubicBezTo>
                    <a:pt x="3605065" y="1436829"/>
                    <a:pt x="3778385" y="1831190"/>
                    <a:pt x="3893648" y="2167493"/>
                  </a:cubicBezTo>
                  <a:cubicBezTo>
                    <a:pt x="4620213" y="3229399"/>
                    <a:pt x="3474437" y="3681707"/>
                    <a:pt x="3068889" y="3872756"/>
                  </a:cubicBezTo>
                  <a:lnTo>
                    <a:pt x="1902632" y="4206584"/>
                  </a:lnTo>
                  <a:cubicBezTo>
                    <a:pt x="1757490" y="4240451"/>
                    <a:pt x="306060" y="4593631"/>
                    <a:pt x="335089" y="3306698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">
              <a:extLst>
                <a:ext uri="{FF2B5EF4-FFF2-40B4-BE49-F238E27FC236}">
                  <a16:creationId xmlns:a16="http://schemas.microsoft.com/office/drawing/2014/main" id="{ED37ACCF-5AE2-1C10-9EF5-5BA015278EAA}"/>
                </a:ext>
              </a:extLst>
            </p:cNvPr>
            <p:cNvSpPr/>
            <p:nvPr/>
          </p:nvSpPr>
          <p:spPr>
            <a:xfrm>
              <a:off x="4548745" y="3364072"/>
              <a:ext cx="1316800" cy="869570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975360 w 1471057"/>
                <a:gd name="connsiteY3" fmla="*/ 1186543 h 1262743"/>
                <a:gd name="connsiteX4" fmla="*/ 0 w 1471057"/>
                <a:gd name="connsiteY4" fmla="*/ 0 h 1262743"/>
                <a:gd name="connsiteX0" fmla="*/ 0 w 731917"/>
                <a:gd name="connsiteY0" fmla="*/ 457200 h 1262743"/>
                <a:gd name="connsiteX1" fmla="*/ 731917 w 731917"/>
                <a:gd name="connsiteY1" fmla="*/ 0 h 1262743"/>
                <a:gd name="connsiteX2" fmla="*/ 731917 w 731917"/>
                <a:gd name="connsiteY2" fmla="*/ 1262743 h 1262743"/>
                <a:gd name="connsiteX3" fmla="*/ 236220 w 731917"/>
                <a:gd name="connsiteY3" fmla="*/ 1186543 h 1262743"/>
                <a:gd name="connsiteX4" fmla="*/ 0 w 731917"/>
                <a:gd name="connsiteY4" fmla="*/ 457200 h 1262743"/>
                <a:gd name="connsiteX0" fmla="*/ 391694 w 1123611"/>
                <a:gd name="connsiteY0" fmla="*/ 457200 h 1321637"/>
                <a:gd name="connsiteX1" fmla="*/ 1123611 w 1123611"/>
                <a:gd name="connsiteY1" fmla="*/ 0 h 1321637"/>
                <a:gd name="connsiteX2" fmla="*/ 1123611 w 1123611"/>
                <a:gd name="connsiteY2" fmla="*/ 1262743 h 1321637"/>
                <a:gd name="connsiteX3" fmla="*/ 627914 w 1123611"/>
                <a:gd name="connsiteY3" fmla="*/ 1186543 h 1321637"/>
                <a:gd name="connsiteX4" fmla="*/ 391694 w 1123611"/>
                <a:gd name="connsiteY4" fmla="*/ 457200 h 1321637"/>
                <a:gd name="connsiteX0" fmla="*/ 582966 w 1314883"/>
                <a:gd name="connsiteY0" fmla="*/ 457200 h 1316208"/>
                <a:gd name="connsiteX1" fmla="*/ 1314883 w 1314883"/>
                <a:gd name="connsiteY1" fmla="*/ 0 h 1316208"/>
                <a:gd name="connsiteX2" fmla="*/ 1314883 w 1314883"/>
                <a:gd name="connsiteY2" fmla="*/ 1262743 h 1316208"/>
                <a:gd name="connsiteX3" fmla="*/ 819186 w 1314883"/>
                <a:gd name="connsiteY3" fmla="*/ 1186543 h 1316208"/>
                <a:gd name="connsiteX4" fmla="*/ 582966 w 1314883"/>
                <a:gd name="connsiteY4" fmla="*/ 457200 h 1316208"/>
                <a:gd name="connsiteX0" fmla="*/ 522848 w 1254765"/>
                <a:gd name="connsiteY0" fmla="*/ 457200 h 1302184"/>
                <a:gd name="connsiteX1" fmla="*/ 1254765 w 1254765"/>
                <a:gd name="connsiteY1" fmla="*/ 0 h 1302184"/>
                <a:gd name="connsiteX2" fmla="*/ 1254765 w 1254765"/>
                <a:gd name="connsiteY2" fmla="*/ 1262743 h 1302184"/>
                <a:gd name="connsiteX3" fmla="*/ 759068 w 1254765"/>
                <a:gd name="connsiteY3" fmla="*/ 1186543 h 1302184"/>
                <a:gd name="connsiteX4" fmla="*/ 522848 w 1254765"/>
                <a:gd name="connsiteY4" fmla="*/ 457200 h 1302184"/>
                <a:gd name="connsiteX0" fmla="*/ 522848 w 1254765"/>
                <a:gd name="connsiteY0" fmla="*/ 457200 h 1302184"/>
                <a:gd name="connsiteX1" fmla="*/ 1254765 w 1254765"/>
                <a:gd name="connsiteY1" fmla="*/ 0 h 1302184"/>
                <a:gd name="connsiteX2" fmla="*/ 759068 w 1254765"/>
                <a:gd name="connsiteY2" fmla="*/ 1186543 h 1302184"/>
                <a:gd name="connsiteX3" fmla="*/ 522848 w 1254765"/>
                <a:gd name="connsiteY3" fmla="*/ 457200 h 1302184"/>
                <a:gd name="connsiteX0" fmla="*/ 522848 w 759068"/>
                <a:gd name="connsiteY0" fmla="*/ 0 h 844984"/>
                <a:gd name="connsiteX1" fmla="*/ 759068 w 759068"/>
                <a:gd name="connsiteY1" fmla="*/ 729343 h 844984"/>
                <a:gd name="connsiteX2" fmla="*/ 522848 w 759068"/>
                <a:gd name="connsiteY2" fmla="*/ 0 h 844984"/>
                <a:gd name="connsiteX0" fmla="*/ 522848 w 1323553"/>
                <a:gd name="connsiteY0" fmla="*/ 0 h 844984"/>
                <a:gd name="connsiteX1" fmla="*/ 759068 w 1323553"/>
                <a:gd name="connsiteY1" fmla="*/ 729343 h 844984"/>
                <a:gd name="connsiteX2" fmla="*/ 522848 w 1323553"/>
                <a:gd name="connsiteY2" fmla="*/ 0 h 844984"/>
                <a:gd name="connsiteX0" fmla="*/ 522848 w 1448109"/>
                <a:gd name="connsiteY0" fmla="*/ 5231 h 850215"/>
                <a:gd name="connsiteX1" fmla="*/ 759068 w 1448109"/>
                <a:gd name="connsiteY1" fmla="*/ 734574 h 850215"/>
                <a:gd name="connsiteX2" fmla="*/ 522848 w 1448109"/>
                <a:gd name="connsiteY2" fmla="*/ 5231 h 850215"/>
                <a:gd name="connsiteX0" fmla="*/ 522848 w 1320880"/>
                <a:gd name="connsiteY0" fmla="*/ 5176 h 850160"/>
                <a:gd name="connsiteX1" fmla="*/ 759068 w 1320880"/>
                <a:gd name="connsiteY1" fmla="*/ 734519 h 850160"/>
                <a:gd name="connsiteX2" fmla="*/ 522848 w 1320880"/>
                <a:gd name="connsiteY2" fmla="*/ 5176 h 850160"/>
                <a:gd name="connsiteX0" fmla="*/ 522848 w 1316800"/>
                <a:gd name="connsiteY0" fmla="*/ 24586 h 869570"/>
                <a:gd name="connsiteX1" fmla="*/ 759068 w 1316800"/>
                <a:gd name="connsiteY1" fmla="*/ 753929 h 869570"/>
                <a:gd name="connsiteX2" fmla="*/ 522848 w 1316800"/>
                <a:gd name="connsiteY2" fmla="*/ 24586 h 8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800" h="869570">
                  <a:moveTo>
                    <a:pt x="522848" y="24586"/>
                  </a:moveTo>
                  <a:cubicBezTo>
                    <a:pt x="1134988" y="-143780"/>
                    <a:pt x="1830948" y="602255"/>
                    <a:pt x="759068" y="753929"/>
                  </a:cubicBezTo>
                  <a:cubicBezTo>
                    <a:pt x="-394092" y="1204235"/>
                    <a:pt x="-30872" y="206740"/>
                    <a:pt x="522848" y="24586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E36A057-9421-272A-F9DC-340F1577E9EE}"/>
                </a:ext>
              </a:extLst>
            </p:cNvPr>
            <p:cNvGrpSpPr/>
            <p:nvPr/>
          </p:nvGrpSpPr>
          <p:grpSpPr>
            <a:xfrm>
              <a:off x="5600467" y="2435842"/>
              <a:ext cx="1013318" cy="1174072"/>
              <a:chOff x="5600467" y="2435842"/>
              <a:chExt cx="1013318" cy="1174072"/>
            </a:xfrm>
            <a:grpFill/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CEC05445-C192-F53A-E95A-0852D9D9A8A6}"/>
                  </a:ext>
                </a:extLst>
              </p:cNvPr>
              <p:cNvSpPr/>
              <p:nvPr/>
            </p:nvSpPr>
            <p:spPr>
              <a:xfrm rot="19869228">
                <a:off x="5600467" y="2435842"/>
                <a:ext cx="1013318" cy="1174072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94920E3-5692-EBC6-74CF-59966F6256C3}"/>
                  </a:ext>
                </a:extLst>
              </p:cNvPr>
              <p:cNvSpPr/>
              <p:nvPr/>
            </p:nvSpPr>
            <p:spPr>
              <a:xfrm rot="19869228">
                <a:off x="5609711" y="2598532"/>
                <a:ext cx="816565" cy="964958"/>
              </a:xfrm>
              <a:custGeom>
                <a:avLst/>
                <a:gdLst>
                  <a:gd name="connsiteX0" fmla="*/ 593184 w 816565"/>
                  <a:gd name="connsiteY0" fmla="*/ 82400 h 964958"/>
                  <a:gd name="connsiteX1" fmla="*/ 816565 w 816565"/>
                  <a:gd name="connsiteY1" fmla="*/ 482479 h 964958"/>
                  <a:gd name="connsiteX2" fmla="*/ 309906 w 816565"/>
                  <a:gd name="connsiteY2" fmla="*/ 964958 h 964958"/>
                  <a:gd name="connsiteX3" fmla="*/ 217714 w 816565"/>
                  <a:gd name="connsiteY3" fmla="*/ 956108 h 964958"/>
                  <a:gd name="connsiteX4" fmla="*/ 148397 w 816565"/>
                  <a:gd name="connsiteY4" fmla="*/ 889843 h 964958"/>
                  <a:gd name="connsiteX5" fmla="*/ 0 w 816565"/>
                  <a:gd name="connsiteY5" fmla="*/ 474746 h 964958"/>
                  <a:gd name="connsiteX6" fmla="*/ 148396 w 816565"/>
                  <a:gd name="connsiteY6" fmla="*/ 59649 h 964958"/>
                  <a:gd name="connsiteX7" fmla="*/ 197289 w 816565"/>
                  <a:gd name="connsiteY7" fmla="*/ 12908 h 964958"/>
                  <a:gd name="connsiteX8" fmla="*/ 207797 w 816565"/>
                  <a:gd name="connsiteY8" fmla="*/ 9803 h 964958"/>
                  <a:gd name="connsiteX9" fmla="*/ 309906 w 816565"/>
                  <a:gd name="connsiteY9" fmla="*/ 0 h 964958"/>
                  <a:gd name="connsiteX10" fmla="*/ 593184 w 816565"/>
                  <a:gd name="connsiteY10" fmla="*/ 82400 h 96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6565" h="964958">
                    <a:moveTo>
                      <a:pt x="593184" y="82400"/>
                    </a:moveTo>
                    <a:cubicBezTo>
                      <a:pt x="727956" y="169105"/>
                      <a:pt x="816565" y="315938"/>
                      <a:pt x="816565" y="482479"/>
                    </a:cubicBezTo>
                    <a:cubicBezTo>
                      <a:pt x="816565" y="748945"/>
                      <a:pt x="589726" y="964958"/>
                      <a:pt x="309906" y="964958"/>
                    </a:cubicBezTo>
                    <a:lnTo>
                      <a:pt x="217714" y="956108"/>
                    </a:lnTo>
                    <a:lnTo>
                      <a:pt x="148397" y="889843"/>
                    </a:lnTo>
                    <a:cubicBezTo>
                      <a:pt x="56709" y="783610"/>
                      <a:pt x="0" y="636851"/>
                      <a:pt x="0" y="474746"/>
                    </a:cubicBezTo>
                    <a:cubicBezTo>
                      <a:pt x="0" y="312641"/>
                      <a:pt x="56709" y="165882"/>
                      <a:pt x="148396" y="59649"/>
                    </a:cubicBezTo>
                    <a:lnTo>
                      <a:pt x="197289" y="12908"/>
                    </a:lnTo>
                    <a:lnTo>
                      <a:pt x="207797" y="9803"/>
                    </a:lnTo>
                    <a:cubicBezTo>
                      <a:pt x="240779" y="3375"/>
                      <a:pt x="274928" y="0"/>
                      <a:pt x="309906" y="0"/>
                    </a:cubicBezTo>
                    <a:cubicBezTo>
                      <a:pt x="414839" y="0"/>
                      <a:pt x="512321" y="30377"/>
                      <a:pt x="593184" y="82400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F7130CB-B290-74DD-C17F-A1CE66C7AB5A}"/>
                  </a:ext>
                </a:extLst>
              </p:cNvPr>
              <p:cNvSpPr/>
              <p:nvPr/>
            </p:nvSpPr>
            <p:spPr>
              <a:xfrm>
                <a:off x="6160084" y="3123747"/>
                <a:ext cx="179734" cy="17973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4043E3E-D688-F60A-9BA7-A4E3A51C50F0}"/>
                  </a:ext>
                </a:extLst>
              </p:cNvPr>
              <p:cNvSpPr/>
              <p:nvPr/>
            </p:nvSpPr>
            <p:spPr>
              <a:xfrm>
                <a:off x="5775677" y="2821975"/>
                <a:ext cx="325429" cy="32542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7019A81-B624-32AF-905D-DB2CA80A80FB}"/>
                </a:ext>
              </a:extLst>
            </p:cNvPr>
            <p:cNvSpPr/>
            <p:nvPr/>
          </p:nvSpPr>
          <p:spPr>
            <a:xfrm rot="18195762">
              <a:off x="5351100" y="3485995"/>
              <a:ext cx="245568" cy="435438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81F9072-1D34-EDB4-1F96-8DA326CF6E46}"/>
                </a:ext>
              </a:extLst>
            </p:cNvPr>
            <p:cNvSpPr/>
            <p:nvPr/>
          </p:nvSpPr>
          <p:spPr>
            <a:xfrm rot="1992148">
              <a:off x="4778785" y="3624280"/>
              <a:ext cx="245568" cy="435438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92C6BC0-CFA8-DB90-D34F-0DA405564FE3}"/>
                </a:ext>
              </a:extLst>
            </p:cNvPr>
            <p:cNvSpPr/>
            <p:nvPr/>
          </p:nvSpPr>
          <p:spPr>
            <a:xfrm>
              <a:off x="1590723" y="2043041"/>
              <a:ext cx="1658419" cy="1181534"/>
            </a:xfrm>
            <a:custGeom>
              <a:avLst/>
              <a:gdLst>
                <a:gd name="connsiteX0" fmla="*/ 1599134 w 1658419"/>
                <a:gd name="connsiteY0" fmla="*/ 0 h 1181534"/>
                <a:gd name="connsiteX1" fmla="*/ 1658419 w 1658419"/>
                <a:gd name="connsiteY1" fmla="*/ 598225 h 1181534"/>
                <a:gd name="connsiteX2" fmla="*/ 1596437 w 1658419"/>
                <a:gd name="connsiteY2" fmla="*/ 674565 h 1181534"/>
                <a:gd name="connsiteX3" fmla="*/ 123518 w 1658419"/>
                <a:gd name="connsiteY3" fmla="*/ 1127645 h 1181534"/>
                <a:gd name="connsiteX4" fmla="*/ 0 w 1658419"/>
                <a:gd name="connsiteY4" fmla="*/ 1181534 h 1181534"/>
                <a:gd name="connsiteX5" fmla="*/ 28355 w 1658419"/>
                <a:gd name="connsiteY5" fmla="*/ 1120629 h 1181534"/>
                <a:gd name="connsiteX6" fmla="*/ 1599134 w 1658419"/>
                <a:gd name="connsiteY6" fmla="*/ 0 h 118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8419" h="1181534">
                  <a:moveTo>
                    <a:pt x="1599134" y="0"/>
                  </a:moveTo>
                  <a:lnTo>
                    <a:pt x="1658419" y="598225"/>
                  </a:lnTo>
                  <a:lnTo>
                    <a:pt x="1596437" y="674565"/>
                  </a:lnTo>
                  <a:cubicBezTo>
                    <a:pt x="1028658" y="1337709"/>
                    <a:pt x="617445" y="958313"/>
                    <a:pt x="123518" y="1127645"/>
                  </a:cubicBezTo>
                  <a:lnTo>
                    <a:pt x="0" y="1181534"/>
                  </a:lnTo>
                  <a:lnTo>
                    <a:pt x="28355" y="1120629"/>
                  </a:lnTo>
                  <a:cubicBezTo>
                    <a:pt x="268710" y="698252"/>
                    <a:pt x="1095772" y="377032"/>
                    <a:pt x="1599134" y="0"/>
                  </a:cubicBez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C1B1CFD-AD05-CEDC-B7C7-DE4C4CB80066}"/>
                </a:ext>
              </a:extLst>
            </p:cNvPr>
            <p:cNvSpPr/>
            <p:nvPr/>
          </p:nvSpPr>
          <p:spPr>
            <a:xfrm rot="20036096" flipH="1">
              <a:off x="5736917" y="885016"/>
              <a:ext cx="1658419" cy="1181534"/>
            </a:xfrm>
            <a:custGeom>
              <a:avLst/>
              <a:gdLst>
                <a:gd name="connsiteX0" fmla="*/ 1599134 w 1658419"/>
                <a:gd name="connsiteY0" fmla="*/ 0 h 1181534"/>
                <a:gd name="connsiteX1" fmla="*/ 1658419 w 1658419"/>
                <a:gd name="connsiteY1" fmla="*/ 598225 h 1181534"/>
                <a:gd name="connsiteX2" fmla="*/ 1596437 w 1658419"/>
                <a:gd name="connsiteY2" fmla="*/ 674565 h 1181534"/>
                <a:gd name="connsiteX3" fmla="*/ 123518 w 1658419"/>
                <a:gd name="connsiteY3" fmla="*/ 1127645 h 1181534"/>
                <a:gd name="connsiteX4" fmla="*/ 0 w 1658419"/>
                <a:gd name="connsiteY4" fmla="*/ 1181534 h 1181534"/>
                <a:gd name="connsiteX5" fmla="*/ 28355 w 1658419"/>
                <a:gd name="connsiteY5" fmla="*/ 1120629 h 1181534"/>
                <a:gd name="connsiteX6" fmla="*/ 1599134 w 1658419"/>
                <a:gd name="connsiteY6" fmla="*/ 0 h 118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8419" h="1181534">
                  <a:moveTo>
                    <a:pt x="1599134" y="0"/>
                  </a:moveTo>
                  <a:lnTo>
                    <a:pt x="1658419" y="598225"/>
                  </a:lnTo>
                  <a:lnTo>
                    <a:pt x="1596437" y="674565"/>
                  </a:lnTo>
                  <a:cubicBezTo>
                    <a:pt x="1028658" y="1337709"/>
                    <a:pt x="617445" y="958313"/>
                    <a:pt x="123518" y="1127645"/>
                  </a:cubicBezTo>
                  <a:lnTo>
                    <a:pt x="0" y="1181534"/>
                  </a:lnTo>
                  <a:lnTo>
                    <a:pt x="28355" y="1120629"/>
                  </a:lnTo>
                  <a:cubicBezTo>
                    <a:pt x="268710" y="698252"/>
                    <a:pt x="1095772" y="377032"/>
                    <a:pt x="1599134" y="0"/>
                  </a:cubicBez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Rectangle 18">
              <a:extLst>
                <a:ext uri="{FF2B5EF4-FFF2-40B4-BE49-F238E27FC236}">
                  <a16:creationId xmlns:a16="http://schemas.microsoft.com/office/drawing/2014/main" id="{A272A9B4-1426-BC33-2B88-3BE44C8BC778}"/>
                </a:ext>
              </a:extLst>
            </p:cNvPr>
            <p:cNvSpPr/>
            <p:nvPr/>
          </p:nvSpPr>
          <p:spPr>
            <a:xfrm>
              <a:off x="2370409" y="1154192"/>
              <a:ext cx="1028230" cy="1473442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540440"/>
                <a:gd name="connsiteY0" fmla="*/ 154983 h 1262743"/>
                <a:gd name="connsiteX1" fmla="*/ 2540440 w 2540440"/>
                <a:gd name="connsiteY1" fmla="*/ 0 h 1262743"/>
                <a:gd name="connsiteX2" fmla="*/ 2540440 w 2540440"/>
                <a:gd name="connsiteY2" fmla="*/ 1262743 h 1262743"/>
                <a:gd name="connsiteX3" fmla="*/ 1069383 w 2540440"/>
                <a:gd name="connsiteY3" fmla="*/ 1262743 h 1262743"/>
                <a:gd name="connsiteX4" fmla="*/ 0 w 2540440"/>
                <a:gd name="connsiteY4" fmla="*/ 154983 h 1262743"/>
                <a:gd name="connsiteX0" fmla="*/ 247973 w 2788413"/>
                <a:gd name="connsiteY0" fmla="*/ 154983 h 1262743"/>
                <a:gd name="connsiteX1" fmla="*/ 2788413 w 2788413"/>
                <a:gd name="connsiteY1" fmla="*/ 0 h 1262743"/>
                <a:gd name="connsiteX2" fmla="*/ 2788413 w 2788413"/>
                <a:gd name="connsiteY2" fmla="*/ 1262743 h 1262743"/>
                <a:gd name="connsiteX3" fmla="*/ 0 w 2788413"/>
                <a:gd name="connsiteY3" fmla="*/ 487828 h 1262743"/>
                <a:gd name="connsiteX4" fmla="*/ 247973 w 2788413"/>
                <a:gd name="connsiteY4" fmla="*/ 154983 h 1262743"/>
                <a:gd name="connsiteX0" fmla="*/ 241623 w 2788413"/>
                <a:gd name="connsiteY0" fmla="*/ 0 h 1457010"/>
                <a:gd name="connsiteX1" fmla="*/ 2788413 w 2788413"/>
                <a:gd name="connsiteY1" fmla="*/ 194267 h 1457010"/>
                <a:gd name="connsiteX2" fmla="*/ 2788413 w 2788413"/>
                <a:gd name="connsiteY2" fmla="*/ 1457010 h 1457010"/>
                <a:gd name="connsiteX3" fmla="*/ 0 w 2788413"/>
                <a:gd name="connsiteY3" fmla="*/ 682095 h 1457010"/>
                <a:gd name="connsiteX4" fmla="*/ 241623 w 2788413"/>
                <a:gd name="connsiteY4" fmla="*/ 0 h 1457010"/>
                <a:gd name="connsiteX0" fmla="*/ 241623 w 2788413"/>
                <a:gd name="connsiteY0" fmla="*/ 0 h 1457010"/>
                <a:gd name="connsiteX1" fmla="*/ 2788413 w 2788413"/>
                <a:gd name="connsiteY1" fmla="*/ 1457010 h 1457010"/>
                <a:gd name="connsiteX2" fmla="*/ 0 w 2788413"/>
                <a:gd name="connsiteY2" fmla="*/ 682095 h 1457010"/>
                <a:gd name="connsiteX3" fmla="*/ 241623 w 2788413"/>
                <a:gd name="connsiteY3" fmla="*/ 0 h 1457010"/>
                <a:gd name="connsiteX0" fmla="*/ 529632 w 3076422"/>
                <a:gd name="connsiteY0" fmla="*/ 783490 h 2240500"/>
                <a:gd name="connsiteX1" fmla="*/ 3076422 w 3076422"/>
                <a:gd name="connsiteY1" fmla="*/ 2240500 h 2240500"/>
                <a:gd name="connsiteX2" fmla="*/ 288009 w 3076422"/>
                <a:gd name="connsiteY2" fmla="*/ 1465585 h 2240500"/>
                <a:gd name="connsiteX3" fmla="*/ 2291 w 3076422"/>
                <a:gd name="connsiteY3" fmla="*/ 0 h 2240500"/>
                <a:gd name="connsiteX4" fmla="*/ 529632 w 3076422"/>
                <a:gd name="connsiteY4" fmla="*/ 783490 h 2240500"/>
                <a:gd name="connsiteX0" fmla="*/ 529632 w 529632"/>
                <a:gd name="connsiteY0" fmla="*/ 783490 h 1465585"/>
                <a:gd name="connsiteX1" fmla="*/ 288009 w 529632"/>
                <a:gd name="connsiteY1" fmla="*/ 1465585 h 1465585"/>
                <a:gd name="connsiteX2" fmla="*/ 2291 w 529632"/>
                <a:gd name="connsiteY2" fmla="*/ 0 h 1465585"/>
                <a:gd name="connsiteX3" fmla="*/ 529632 w 529632"/>
                <a:gd name="connsiteY3" fmla="*/ 783490 h 1465585"/>
                <a:gd name="connsiteX0" fmla="*/ 529632 w 549961"/>
                <a:gd name="connsiteY0" fmla="*/ 783490 h 1465585"/>
                <a:gd name="connsiteX1" fmla="*/ 288009 w 549961"/>
                <a:gd name="connsiteY1" fmla="*/ 1465585 h 1465585"/>
                <a:gd name="connsiteX2" fmla="*/ 2291 w 549961"/>
                <a:gd name="connsiteY2" fmla="*/ 0 h 1465585"/>
                <a:gd name="connsiteX3" fmla="*/ 529632 w 549961"/>
                <a:gd name="connsiteY3" fmla="*/ 783490 h 1465585"/>
                <a:gd name="connsiteX0" fmla="*/ 529632 w 618773"/>
                <a:gd name="connsiteY0" fmla="*/ 783490 h 1465585"/>
                <a:gd name="connsiteX1" fmla="*/ 288009 w 618773"/>
                <a:gd name="connsiteY1" fmla="*/ 1465585 h 1465585"/>
                <a:gd name="connsiteX2" fmla="*/ 2291 w 618773"/>
                <a:gd name="connsiteY2" fmla="*/ 0 h 1465585"/>
                <a:gd name="connsiteX3" fmla="*/ 529632 w 618773"/>
                <a:gd name="connsiteY3" fmla="*/ 783490 h 1465585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939089 w 1028230"/>
                <a:gd name="connsiteY0" fmla="*/ 791347 h 1473442"/>
                <a:gd name="connsiteX1" fmla="*/ 697466 w 1028230"/>
                <a:gd name="connsiteY1" fmla="*/ 1473442 h 1473442"/>
                <a:gd name="connsiteX2" fmla="*/ 411748 w 1028230"/>
                <a:gd name="connsiteY2" fmla="*/ 7857 h 1473442"/>
                <a:gd name="connsiteX3" fmla="*/ 939089 w 1028230"/>
                <a:gd name="connsiteY3" fmla="*/ 791347 h 1473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230" h="1473442">
                  <a:moveTo>
                    <a:pt x="939089" y="791347"/>
                  </a:moveTo>
                  <a:cubicBezTo>
                    <a:pt x="1036348" y="1069512"/>
                    <a:pt x="1152657" y="1296877"/>
                    <a:pt x="697466" y="1473442"/>
                  </a:cubicBezTo>
                  <a:cubicBezTo>
                    <a:pt x="-418007" y="1247380"/>
                    <a:pt x="54021" y="-115331"/>
                    <a:pt x="411748" y="7857"/>
                  </a:cubicBezTo>
                  <a:cubicBezTo>
                    <a:pt x="606578" y="65820"/>
                    <a:pt x="242609" y="739734"/>
                    <a:pt x="939089" y="791347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18">
              <a:extLst>
                <a:ext uri="{FF2B5EF4-FFF2-40B4-BE49-F238E27FC236}">
                  <a16:creationId xmlns:a16="http://schemas.microsoft.com/office/drawing/2014/main" id="{7F8F80D1-3833-1D2B-BD5B-F235FCBA61F5}"/>
                </a:ext>
              </a:extLst>
            </p:cNvPr>
            <p:cNvSpPr/>
            <p:nvPr/>
          </p:nvSpPr>
          <p:spPr>
            <a:xfrm rot="19105145" flipH="1">
              <a:off x="5447851" y="380552"/>
              <a:ext cx="1013065" cy="1451891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540440"/>
                <a:gd name="connsiteY0" fmla="*/ 154983 h 1262743"/>
                <a:gd name="connsiteX1" fmla="*/ 2540440 w 2540440"/>
                <a:gd name="connsiteY1" fmla="*/ 0 h 1262743"/>
                <a:gd name="connsiteX2" fmla="*/ 2540440 w 2540440"/>
                <a:gd name="connsiteY2" fmla="*/ 1262743 h 1262743"/>
                <a:gd name="connsiteX3" fmla="*/ 1069383 w 2540440"/>
                <a:gd name="connsiteY3" fmla="*/ 1262743 h 1262743"/>
                <a:gd name="connsiteX4" fmla="*/ 0 w 2540440"/>
                <a:gd name="connsiteY4" fmla="*/ 154983 h 1262743"/>
                <a:gd name="connsiteX0" fmla="*/ 247973 w 2788413"/>
                <a:gd name="connsiteY0" fmla="*/ 154983 h 1262743"/>
                <a:gd name="connsiteX1" fmla="*/ 2788413 w 2788413"/>
                <a:gd name="connsiteY1" fmla="*/ 0 h 1262743"/>
                <a:gd name="connsiteX2" fmla="*/ 2788413 w 2788413"/>
                <a:gd name="connsiteY2" fmla="*/ 1262743 h 1262743"/>
                <a:gd name="connsiteX3" fmla="*/ 0 w 2788413"/>
                <a:gd name="connsiteY3" fmla="*/ 487828 h 1262743"/>
                <a:gd name="connsiteX4" fmla="*/ 247973 w 2788413"/>
                <a:gd name="connsiteY4" fmla="*/ 154983 h 1262743"/>
                <a:gd name="connsiteX0" fmla="*/ 241623 w 2788413"/>
                <a:gd name="connsiteY0" fmla="*/ 0 h 1457010"/>
                <a:gd name="connsiteX1" fmla="*/ 2788413 w 2788413"/>
                <a:gd name="connsiteY1" fmla="*/ 194267 h 1457010"/>
                <a:gd name="connsiteX2" fmla="*/ 2788413 w 2788413"/>
                <a:gd name="connsiteY2" fmla="*/ 1457010 h 1457010"/>
                <a:gd name="connsiteX3" fmla="*/ 0 w 2788413"/>
                <a:gd name="connsiteY3" fmla="*/ 682095 h 1457010"/>
                <a:gd name="connsiteX4" fmla="*/ 241623 w 2788413"/>
                <a:gd name="connsiteY4" fmla="*/ 0 h 1457010"/>
                <a:gd name="connsiteX0" fmla="*/ 241623 w 2788413"/>
                <a:gd name="connsiteY0" fmla="*/ 0 h 1457010"/>
                <a:gd name="connsiteX1" fmla="*/ 2788413 w 2788413"/>
                <a:gd name="connsiteY1" fmla="*/ 1457010 h 1457010"/>
                <a:gd name="connsiteX2" fmla="*/ 0 w 2788413"/>
                <a:gd name="connsiteY2" fmla="*/ 682095 h 1457010"/>
                <a:gd name="connsiteX3" fmla="*/ 241623 w 2788413"/>
                <a:gd name="connsiteY3" fmla="*/ 0 h 1457010"/>
                <a:gd name="connsiteX0" fmla="*/ 529632 w 3076422"/>
                <a:gd name="connsiteY0" fmla="*/ 783490 h 2240500"/>
                <a:gd name="connsiteX1" fmla="*/ 3076422 w 3076422"/>
                <a:gd name="connsiteY1" fmla="*/ 2240500 h 2240500"/>
                <a:gd name="connsiteX2" fmla="*/ 288009 w 3076422"/>
                <a:gd name="connsiteY2" fmla="*/ 1465585 h 2240500"/>
                <a:gd name="connsiteX3" fmla="*/ 2291 w 3076422"/>
                <a:gd name="connsiteY3" fmla="*/ 0 h 2240500"/>
                <a:gd name="connsiteX4" fmla="*/ 529632 w 3076422"/>
                <a:gd name="connsiteY4" fmla="*/ 783490 h 2240500"/>
                <a:gd name="connsiteX0" fmla="*/ 529632 w 529632"/>
                <a:gd name="connsiteY0" fmla="*/ 783490 h 1465585"/>
                <a:gd name="connsiteX1" fmla="*/ 288009 w 529632"/>
                <a:gd name="connsiteY1" fmla="*/ 1465585 h 1465585"/>
                <a:gd name="connsiteX2" fmla="*/ 2291 w 529632"/>
                <a:gd name="connsiteY2" fmla="*/ 0 h 1465585"/>
                <a:gd name="connsiteX3" fmla="*/ 529632 w 529632"/>
                <a:gd name="connsiteY3" fmla="*/ 783490 h 1465585"/>
                <a:gd name="connsiteX0" fmla="*/ 529632 w 549961"/>
                <a:gd name="connsiteY0" fmla="*/ 783490 h 1465585"/>
                <a:gd name="connsiteX1" fmla="*/ 288009 w 549961"/>
                <a:gd name="connsiteY1" fmla="*/ 1465585 h 1465585"/>
                <a:gd name="connsiteX2" fmla="*/ 2291 w 549961"/>
                <a:gd name="connsiteY2" fmla="*/ 0 h 1465585"/>
                <a:gd name="connsiteX3" fmla="*/ 529632 w 549961"/>
                <a:gd name="connsiteY3" fmla="*/ 783490 h 1465585"/>
                <a:gd name="connsiteX0" fmla="*/ 529632 w 618773"/>
                <a:gd name="connsiteY0" fmla="*/ 783490 h 1465585"/>
                <a:gd name="connsiteX1" fmla="*/ 288009 w 618773"/>
                <a:gd name="connsiteY1" fmla="*/ 1465585 h 1465585"/>
                <a:gd name="connsiteX2" fmla="*/ 2291 w 618773"/>
                <a:gd name="connsiteY2" fmla="*/ 0 h 1465585"/>
                <a:gd name="connsiteX3" fmla="*/ 529632 w 618773"/>
                <a:gd name="connsiteY3" fmla="*/ 783490 h 1465585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939089 w 1028230"/>
                <a:gd name="connsiteY0" fmla="*/ 791347 h 1473442"/>
                <a:gd name="connsiteX1" fmla="*/ 697466 w 1028230"/>
                <a:gd name="connsiteY1" fmla="*/ 1473442 h 1473442"/>
                <a:gd name="connsiteX2" fmla="*/ 411748 w 1028230"/>
                <a:gd name="connsiteY2" fmla="*/ 7857 h 1473442"/>
                <a:gd name="connsiteX3" fmla="*/ 939089 w 1028230"/>
                <a:gd name="connsiteY3" fmla="*/ 791347 h 1473442"/>
                <a:gd name="connsiteX0" fmla="*/ 952369 w 1036206"/>
                <a:gd name="connsiteY0" fmla="*/ 697623 h 1473442"/>
                <a:gd name="connsiteX1" fmla="*/ 697466 w 1036206"/>
                <a:gd name="connsiteY1" fmla="*/ 1473442 h 1473442"/>
                <a:gd name="connsiteX2" fmla="*/ 411748 w 1036206"/>
                <a:gd name="connsiteY2" fmla="*/ 7857 h 1473442"/>
                <a:gd name="connsiteX3" fmla="*/ 952369 w 1036206"/>
                <a:gd name="connsiteY3" fmla="*/ 697623 h 1473442"/>
                <a:gd name="connsiteX0" fmla="*/ 981095 w 1064932"/>
                <a:gd name="connsiteY0" fmla="*/ 704363 h 1480182"/>
                <a:gd name="connsiteX1" fmla="*/ 726192 w 1064932"/>
                <a:gd name="connsiteY1" fmla="*/ 1480182 h 1480182"/>
                <a:gd name="connsiteX2" fmla="*/ 379221 w 1064932"/>
                <a:gd name="connsiteY2" fmla="*/ 7821 h 1480182"/>
                <a:gd name="connsiteX3" fmla="*/ 981095 w 1064932"/>
                <a:gd name="connsiteY3" fmla="*/ 704363 h 1480182"/>
                <a:gd name="connsiteX0" fmla="*/ 981095 w 1064932"/>
                <a:gd name="connsiteY0" fmla="*/ 704363 h 1480182"/>
                <a:gd name="connsiteX1" fmla="*/ 726192 w 1064932"/>
                <a:gd name="connsiteY1" fmla="*/ 1480182 h 1480182"/>
                <a:gd name="connsiteX2" fmla="*/ 379221 w 1064932"/>
                <a:gd name="connsiteY2" fmla="*/ 7821 h 1480182"/>
                <a:gd name="connsiteX3" fmla="*/ 981095 w 1064932"/>
                <a:gd name="connsiteY3" fmla="*/ 704363 h 1480182"/>
                <a:gd name="connsiteX0" fmla="*/ 963596 w 1061759"/>
                <a:gd name="connsiteY0" fmla="*/ 704518 h 1451891"/>
                <a:gd name="connsiteX1" fmla="*/ 743180 w 1061759"/>
                <a:gd name="connsiteY1" fmla="*/ 1451891 h 1451891"/>
                <a:gd name="connsiteX2" fmla="*/ 361722 w 1061759"/>
                <a:gd name="connsiteY2" fmla="*/ 7976 h 1451891"/>
                <a:gd name="connsiteX3" fmla="*/ 963596 w 1061759"/>
                <a:gd name="connsiteY3" fmla="*/ 704518 h 1451891"/>
                <a:gd name="connsiteX0" fmla="*/ 963596 w 1089693"/>
                <a:gd name="connsiteY0" fmla="*/ 704518 h 1451891"/>
                <a:gd name="connsiteX1" fmla="*/ 743180 w 1089693"/>
                <a:gd name="connsiteY1" fmla="*/ 1451891 h 1451891"/>
                <a:gd name="connsiteX2" fmla="*/ 361722 w 1089693"/>
                <a:gd name="connsiteY2" fmla="*/ 7976 h 1451891"/>
                <a:gd name="connsiteX3" fmla="*/ 963596 w 1089693"/>
                <a:gd name="connsiteY3" fmla="*/ 704518 h 145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9693" h="1451891">
                  <a:moveTo>
                    <a:pt x="963596" y="704518"/>
                  </a:moveTo>
                  <a:cubicBezTo>
                    <a:pt x="1129079" y="824539"/>
                    <a:pt x="1198371" y="1275326"/>
                    <a:pt x="743180" y="1451891"/>
                  </a:cubicBezTo>
                  <a:cubicBezTo>
                    <a:pt x="-372293" y="1225829"/>
                    <a:pt x="3995" y="-115212"/>
                    <a:pt x="361722" y="7976"/>
                  </a:cubicBezTo>
                  <a:cubicBezTo>
                    <a:pt x="556552" y="65939"/>
                    <a:pt x="121072" y="779737"/>
                    <a:pt x="963596" y="704518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1080619-0ECC-EAEB-40A6-A61B77D0A169}"/>
                </a:ext>
              </a:extLst>
            </p:cNvPr>
            <p:cNvGrpSpPr/>
            <p:nvPr/>
          </p:nvGrpSpPr>
          <p:grpSpPr>
            <a:xfrm>
              <a:off x="3378142" y="2860642"/>
              <a:ext cx="1013318" cy="1174072"/>
              <a:chOff x="5600467" y="2435842"/>
              <a:chExt cx="1013318" cy="1174072"/>
            </a:xfrm>
            <a:grpFill/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7AC6221-CD98-4C17-EEC1-C0EE4E0A40EF}"/>
                  </a:ext>
                </a:extLst>
              </p:cNvPr>
              <p:cNvSpPr/>
              <p:nvPr/>
            </p:nvSpPr>
            <p:spPr>
              <a:xfrm rot="19869228">
                <a:off x="5600467" y="2435842"/>
                <a:ext cx="1013318" cy="1174072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76A21C6-E342-A1F1-3298-FCA01279CFE4}"/>
                  </a:ext>
                </a:extLst>
              </p:cNvPr>
              <p:cNvSpPr/>
              <p:nvPr/>
            </p:nvSpPr>
            <p:spPr>
              <a:xfrm rot="19869228">
                <a:off x="5609711" y="2598532"/>
                <a:ext cx="816565" cy="964958"/>
              </a:xfrm>
              <a:custGeom>
                <a:avLst/>
                <a:gdLst>
                  <a:gd name="connsiteX0" fmla="*/ 593184 w 816565"/>
                  <a:gd name="connsiteY0" fmla="*/ 82400 h 964958"/>
                  <a:gd name="connsiteX1" fmla="*/ 816565 w 816565"/>
                  <a:gd name="connsiteY1" fmla="*/ 482479 h 964958"/>
                  <a:gd name="connsiteX2" fmla="*/ 309906 w 816565"/>
                  <a:gd name="connsiteY2" fmla="*/ 964958 h 964958"/>
                  <a:gd name="connsiteX3" fmla="*/ 217714 w 816565"/>
                  <a:gd name="connsiteY3" fmla="*/ 956108 h 964958"/>
                  <a:gd name="connsiteX4" fmla="*/ 148397 w 816565"/>
                  <a:gd name="connsiteY4" fmla="*/ 889843 h 964958"/>
                  <a:gd name="connsiteX5" fmla="*/ 0 w 816565"/>
                  <a:gd name="connsiteY5" fmla="*/ 474746 h 964958"/>
                  <a:gd name="connsiteX6" fmla="*/ 148396 w 816565"/>
                  <a:gd name="connsiteY6" fmla="*/ 59649 h 964958"/>
                  <a:gd name="connsiteX7" fmla="*/ 197289 w 816565"/>
                  <a:gd name="connsiteY7" fmla="*/ 12908 h 964958"/>
                  <a:gd name="connsiteX8" fmla="*/ 207797 w 816565"/>
                  <a:gd name="connsiteY8" fmla="*/ 9803 h 964958"/>
                  <a:gd name="connsiteX9" fmla="*/ 309906 w 816565"/>
                  <a:gd name="connsiteY9" fmla="*/ 0 h 964958"/>
                  <a:gd name="connsiteX10" fmla="*/ 593184 w 816565"/>
                  <a:gd name="connsiteY10" fmla="*/ 82400 h 96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6565" h="964958">
                    <a:moveTo>
                      <a:pt x="593184" y="82400"/>
                    </a:moveTo>
                    <a:cubicBezTo>
                      <a:pt x="727956" y="169105"/>
                      <a:pt x="816565" y="315938"/>
                      <a:pt x="816565" y="482479"/>
                    </a:cubicBezTo>
                    <a:cubicBezTo>
                      <a:pt x="816565" y="748945"/>
                      <a:pt x="589726" y="964958"/>
                      <a:pt x="309906" y="964958"/>
                    </a:cubicBezTo>
                    <a:lnTo>
                      <a:pt x="217714" y="956108"/>
                    </a:lnTo>
                    <a:lnTo>
                      <a:pt x="148397" y="889843"/>
                    </a:lnTo>
                    <a:cubicBezTo>
                      <a:pt x="56709" y="783610"/>
                      <a:pt x="0" y="636851"/>
                      <a:pt x="0" y="474746"/>
                    </a:cubicBezTo>
                    <a:cubicBezTo>
                      <a:pt x="0" y="312641"/>
                      <a:pt x="56709" y="165882"/>
                      <a:pt x="148396" y="59649"/>
                    </a:cubicBezTo>
                    <a:lnTo>
                      <a:pt x="197289" y="12908"/>
                    </a:lnTo>
                    <a:lnTo>
                      <a:pt x="207797" y="9803"/>
                    </a:lnTo>
                    <a:cubicBezTo>
                      <a:pt x="240779" y="3375"/>
                      <a:pt x="274928" y="0"/>
                      <a:pt x="309906" y="0"/>
                    </a:cubicBezTo>
                    <a:cubicBezTo>
                      <a:pt x="414839" y="0"/>
                      <a:pt x="512321" y="30377"/>
                      <a:pt x="593184" y="82400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201106B-EBCA-3A08-ECE7-B42300EF9271}"/>
                  </a:ext>
                </a:extLst>
              </p:cNvPr>
              <p:cNvSpPr/>
              <p:nvPr/>
            </p:nvSpPr>
            <p:spPr>
              <a:xfrm>
                <a:off x="6160084" y="3123747"/>
                <a:ext cx="179734" cy="17973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8F28ACD-8375-100B-3392-FBAEAE335667}"/>
                  </a:ext>
                </a:extLst>
              </p:cNvPr>
              <p:cNvSpPr/>
              <p:nvPr/>
            </p:nvSpPr>
            <p:spPr>
              <a:xfrm>
                <a:off x="5775677" y="2821975"/>
                <a:ext cx="325429" cy="32542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0648455-18A8-5588-1AFC-C01A8D6AA2E4}"/>
              </a:ext>
            </a:extLst>
          </p:cNvPr>
          <p:cNvGrpSpPr/>
          <p:nvPr/>
        </p:nvGrpSpPr>
        <p:grpSpPr>
          <a:xfrm>
            <a:off x="-1859900" y="808238"/>
            <a:ext cx="5925130" cy="6583610"/>
            <a:chOff x="1562683" y="380552"/>
            <a:chExt cx="5925130" cy="6583610"/>
          </a:xfrm>
        </p:grpSpPr>
        <p:sp>
          <p:nvSpPr>
            <p:cNvPr id="87" name="Rectangle 10">
              <a:extLst>
                <a:ext uri="{FF2B5EF4-FFF2-40B4-BE49-F238E27FC236}">
                  <a16:creationId xmlns:a16="http://schemas.microsoft.com/office/drawing/2014/main" id="{E6712C00-0DFA-DCC6-31F5-DF2121E8A591}"/>
                </a:ext>
              </a:extLst>
            </p:cNvPr>
            <p:cNvSpPr/>
            <p:nvPr/>
          </p:nvSpPr>
          <p:spPr>
            <a:xfrm rot="1321554" flipH="1">
              <a:off x="1862605" y="4162243"/>
              <a:ext cx="991549" cy="1116964"/>
            </a:xfrm>
            <a:custGeom>
              <a:avLst/>
              <a:gdLst>
                <a:gd name="connsiteX0" fmla="*/ 0 w 616340"/>
                <a:gd name="connsiteY0" fmla="*/ 0 h 304800"/>
                <a:gd name="connsiteX1" fmla="*/ 616340 w 616340"/>
                <a:gd name="connsiteY1" fmla="*/ 0 h 304800"/>
                <a:gd name="connsiteX2" fmla="*/ 616340 w 616340"/>
                <a:gd name="connsiteY2" fmla="*/ 304800 h 304800"/>
                <a:gd name="connsiteX3" fmla="*/ 0 w 616340"/>
                <a:gd name="connsiteY3" fmla="*/ 304800 h 304800"/>
                <a:gd name="connsiteX4" fmla="*/ 0 w 616340"/>
                <a:gd name="connsiteY4" fmla="*/ 0 h 304800"/>
                <a:gd name="connsiteX0" fmla="*/ 0 w 1182397"/>
                <a:gd name="connsiteY0" fmla="*/ 0 h 1654628"/>
                <a:gd name="connsiteX1" fmla="*/ 616340 w 1182397"/>
                <a:gd name="connsiteY1" fmla="*/ 0 h 1654628"/>
                <a:gd name="connsiteX2" fmla="*/ 1182397 w 1182397"/>
                <a:gd name="connsiteY2" fmla="*/ 1654628 h 1654628"/>
                <a:gd name="connsiteX3" fmla="*/ 0 w 1182397"/>
                <a:gd name="connsiteY3" fmla="*/ 304800 h 1654628"/>
                <a:gd name="connsiteX4" fmla="*/ 0 w 1182397"/>
                <a:gd name="connsiteY4" fmla="*/ 0 h 1654628"/>
                <a:gd name="connsiteX0" fmla="*/ 0 w 1342054"/>
                <a:gd name="connsiteY0" fmla="*/ 0 h 1654628"/>
                <a:gd name="connsiteX1" fmla="*/ 1342054 w 1342054"/>
                <a:gd name="connsiteY1" fmla="*/ 1596571 h 1654628"/>
                <a:gd name="connsiteX2" fmla="*/ 1182397 w 1342054"/>
                <a:gd name="connsiteY2" fmla="*/ 1654628 h 1654628"/>
                <a:gd name="connsiteX3" fmla="*/ 0 w 1342054"/>
                <a:gd name="connsiteY3" fmla="*/ 304800 h 1654628"/>
                <a:gd name="connsiteX4" fmla="*/ 0 w 1342054"/>
                <a:gd name="connsiteY4" fmla="*/ 0 h 1654628"/>
                <a:gd name="connsiteX0" fmla="*/ 377372 w 1342054"/>
                <a:gd name="connsiteY0" fmla="*/ 0 h 1393371"/>
                <a:gd name="connsiteX1" fmla="*/ 1342054 w 1342054"/>
                <a:gd name="connsiteY1" fmla="*/ 1335314 h 1393371"/>
                <a:gd name="connsiteX2" fmla="*/ 1182397 w 1342054"/>
                <a:gd name="connsiteY2" fmla="*/ 1393371 h 1393371"/>
                <a:gd name="connsiteX3" fmla="*/ 0 w 1342054"/>
                <a:gd name="connsiteY3" fmla="*/ 43543 h 1393371"/>
                <a:gd name="connsiteX4" fmla="*/ 377372 w 1342054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0797"/>
                <a:gd name="connsiteY0" fmla="*/ 0 h 1393371"/>
                <a:gd name="connsiteX1" fmla="*/ 1080797 w 1080797"/>
                <a:gd name="connsiteY1" fmla="*/ 1335314 h 1393371"/>
                <a:gd name="connsiteX2" fmla="*/ 921140 w 1080797"/>
                <a:gd name="connsiteY2" fmla="*/ 1393371 h 1393371"/>
                <a:gd name="connsiteX3" fmla="*/ 0 w 1080797"/>
                <a:gd name="connsiteY3" fmla="*/ 290286 h 1393371"/>
                <a:gd name="connsiteX4" fmla="*/ 116115 w 1080797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116115 w 1081689"/>
                <a:gd name="connsiteY0" fmla="*/ 0 h 1393371"/>
                <a:gd name="connsiteX1" fmla="*/ 1080797 w 1081689"/>
                <a:gd name="connsiteY1" fmla="*/ 1335314 h 1393371"/>
                <a:gd name="connsiteX2" fmla="*/ 921140 w 1081689"/>
                <a:gd name="connsiteY2" fmla="*/ 1393371 h 1393371"/>
                <a:gd name="connsiteX3" fmla="*/ 0 w 1081689"/>
                <a:gd name="connsiteY3" fmla="*/ 290286 h 1393371"/>
                <a:gd name="connsiteX4" fmla="*/ 116115 w 1081689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1009117"/>
                <a:gd name="connsiteY0" fmla="*/ 0 h 1393371"/>
                <a:gd name="connsiteX1" fmla="*/ 1008225 w 1009117"/>
                <a:gd name="connsiteY1" fmla="*/ 1335314 h 1393371"/>
                <a:gd name="connsiteX2" fmla="*/ 848568 w 1009117"/>
                <a:gd name="connsiteY2" fmla="*/ 1393371 h 1393371"/>
                <a:gd name="connsiteX3" fmla="*/ 0 w 1009117"/>
                <a:gd name="connsiteY3" fmla="*/ 203200 h 1393371"/>
                <a:gd name="connsiteX4" fmla="*/ 43543 w 1009117"/>
                <a:gd name="connsiteY4" fmla="*/ 0 h 1393371"/>
                <a:gd name="connsiteX0" fmla="*/ 43543 w 940025"/>
                <a:gd name="connsiteY0" fmla="*/ 0 h 1430564"/>
                <a:gd name="connsiteX1" fmla="*/ 938375 w 940025"/>
                <a:gd name="connsiteY1" fmla="*/ 1430564 h 1430564"/>
                <a:gd name="connsiteX2" fmla="*/ 848568 w 940025"/>
                <a:gd name="connsiteY2" fmla="*/ 1393371 h 1430564"/>
                <a:gd name="connsiteX3" fmla="*/ 0 w 940025"/>
                <a:gd name="connsiteY3" fmla="*/ 203200 h 1430564"/>
                <a:gd name="connsiteX4" fmla="*/ 43543 w 940025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2032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848568 w 987571"/>
                <a:gd name="connsiteY2" fmla="*/ 1393371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87571"/>
                <a:gd name="connsiteY0" fmla="*/ 0 h 1430564"/>
                <a:gd name="connsiteX1" fmla="*/ 938375 w 987571"/>
                <a:gd name="connsiteY1" fmla="*/ 1430564 h 1430564"/>
                <a:gd name="connsiteX2" fmla="*/ 706080 w 987571"/>
                <a:gd name="connsiteY2" fmla="*/ 921690 h 1430564"/>
                <a:gd name="connsiteX3" fmla="*/ 0 w 987571"/>
                <a:gd name="connsiteY3" fmla="*/ 139700 h 1430564"/>
                <a:gd name="connsiteX4" fmla="*/ 43543 w 987571"/>
                <a:gd name="connsiteY4" fmla="*/ 0 h 1430564"/>
                <a:gd name="connsiteX0" fmla="*/ 43543 w 924982"/>
                <a:gd name="connsiteY0" fmla="*/ 0 h 1052498"/>
                <a:gd name="connsiteX1" fmla="*/ 866586 w 924982"/>
                <a:gd name="connsiteY1" fmla="*/ 1052498 h 1052498"/>
                <a:gd name="connsiteX2" fmla="*/ 706080 w 924982"/>
                <a:gd name="connsiteY2" fmla="*/ 921690 h 1052498"/>
                <a:gd name="connsiteX3" fmla="*/ 0 w 924982"/>
                <a:gd name="connsiteY3" fmla="*/ 139700 h 1052498"/>
                <a:gd name="connsiteX4" fmla="*/ 43543 w 924982"/>
                <a:gd name="connsiteY4" fmla="*/ 0 h 1052498"/>
                <a:gd name="connsiteX0" fmla="*/ 48456 w 929895"/>
                <a:gd name="connsiteY0" fmla="*/ 0 h 1052498"/>
                <a:gd name="connsiteX1" fmla="*/ 871499 w 929895"/>
                <a:gd name="connsiteY1" fmla="*/ 1052498 h 1052498"/>
                <a:gd name="connsiteX2" fmla="*/ 710993 w 929895"/>
                <a:gd name="connsiteY2" fmla="*/ 921690 h 1052498"/>
                <a:gd name="connsiteX3" fmla="*/ 0 w 929895"/>
                <a:gd name="connsiteY3" fmla="*/ 279682 h 1052498"/>
                <a:gd name="connsiteX4" fmla="*/ 48456 w 929895"/>
                <a:gd name="connsiteY4" fmla="*/ 0 h 1052498"/>
                <a:gd name="connsiteX0" fmla="*/ 48456 w 929895"/>
                <a:gd name="connsiteY0" fmla="*/ 0 h 1052498"/>
                <a:gd name="connsiteX1" fmla="*/ 871499 w 929895"/>
                <a:gd name="connsiteY1" fmla="*/ 1052498 h 1052498"/>
                <a:gd name="connsiteX2" fmla="*/ 710993 w 929895"/>
                <a:gd name="connsiteY2" fmla="*/ 921690 h 1052498"/>
                <a:gd name="connsiteX3" fmla="*/ 0 w 929895"/>
                <a:gd name="connsiteY3" fmla="*/ 279682 h 1052498"/>
                <a:gd name="connsiteX4" fmla="*/ 48456 w 929895"/>
                <a:gd name="connsiteY4" fmla="*/ 0 h 1052498"/>
                <a:gd name="connsiteX0" fmla="*/ 48456 w 919275"/>
                <a:gd name="connsiteY0" fmla="*/ 0 h 1052498"/>
                <a:gd name="connsiteX1" fmla="*/ 871499 w 919275"/>
                <a:gd name="connsiteY1" fmla="*/ 1052498 h 1052498"/>
                <a:gd name="connsiteX2" fmla="*/ 710993 w 919275"/>
                <a:gd name="connsiteY2" fmla="*/ 921690 h 1052498"/>
                <a:gd name="connsiteX3" fmla="*/ 0 w 919275"/>
                <a:gd name="connsiteY3" fmla="*/ 279682 h 1052498"/>
                <a:gd name="connsiteX4" fmla="*/ 48456 w 919275"/>
                <a:gd name="connsiteY4" fmla="*/ 0 h 105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9275" h="1052498">
                  <a:moveTo>
                    <a:pt x="48456" y="0"/>
                  </a:moveTo>
                  <a:cubicBezTo>
                    <a:pt x="829576" y="223480"/>
                    <a:pt x="1023467" y="544800"/>
                    <a:pt x="871499" y="1052498"/>
                  </a:cubicBezTo>
                  <a:lnTo>
                    <a:pt x="710993" y="921690"/>
                  </a:lnTo>
                  <a:cubicBezTo>
                    <a:pt x="754103" y="812531"/>
                    <a:pt x="701319" y="509594"/>
                    <a:pt x="0" y="279682"/>
                  </a:cubicBezTo>
                  <a:lnTo>
                    <a:pt x="48456" y="0"/>
                  </a:lnTo>
                  <a:close/>
                </a:path>
              </a:pathLst>
            </a:custGeom>
            <a:solidFill>
              <a:srgbClr val="CA896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4">
              <a:extLst>
                <a:ext uri="{FF2B5EF4-FFF2-40B4-BE49-F238E27FC236}">
                  <a16:creationId xmlns:a16="http://schemas.microsoft.com/office/drawing/2014/main" id="{62275CE7-96A3-BF70-2154-2D9668552114}"/>
                </a:ext>
              </a:extLst>
            </p:cNvPr>
            <p:cNvSpPr/>
            <p:nvPr/>
          </p:nvSpPr>
          <p:spPr>
            <a:xfrm>
              <a:off x="2565435" y="3909062"/>
              <a:ext cx="3855111" cy="2916988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1640114 w 3111171"/>
                <a:gd name="connsiteY0" fmla="*/ 0 h 2815772"/>
                <a:gd name="connsiteX1" fmla="*/ 3111171 w 3111171"/>
                <a:gd name="connsiteY1" fmla="*/ 0 h 2815772"/>
                <a:gd name="connsiteX2" fmla="*/ 3111171 w 3111171"/>
                <a:gd name="connsiteY2" fmla="*/ 1262743 h 2815772"/>
                <a:gd name="connsiteX3" fmla="*/ 0 w 3111171"/>
                <a:gd name="connsiteY3" fmla="*/ 2815772 h 2815772"/>
                <a:gd name="connsiteX4" fmla="*/ 1640114 w 3111171"/>
                <a:gd name="connsiteY4" fmla="*/ 0 h 2815772"/>
                <a:gd name="connsiteX0" fmla="*/ 493486 w 3111171"/>
                <a:gd name="connsiteY0" fmla="*/ 116114 h 2815772"/>
                <a:gd name="connsiteX1" fmla="*/ 3111171 w 3111171"/>
                <a:gd name="connsiteY1" fmla="*/ 0 h 2815772"/>
                <a:gd name="connsiteX2" fmla="*/ 3111171 w 3111171"/>
                <a:gd name="connsiteY2" fmla="*/ 1262743 h 2815772"/>
                <a:gd name="connsiteX3" fmla="*/ 0 w 3111171"/>
                <a:gd name="connsiteY3" fmla="*/ 2815772 h 2815772"/>
                <a:gd name="connsiteX4" fmla="*/ 493486 w 3111171"/>
                <a:gd name="connsiteY4" fmla="*/ 116114 h 2815772"/>
                <a:gd name="connsiteX0" fmla="*/ 1135439 w 3753124"/>
                <a:gd name="connsiteY0" fmla="*/ 116114 h 2815772"/>
                <a:gd name="connsiteX1" fmla="*/ 3753124 w 3753124"/>
                <a:gd name="connsiteY1" fmla="*/ 0 h 2815772"/>
                <a:gd name="connsiteX2" fmla="*/ 3753124 w 3753124"/>
                <a:gd name="connsiteY2" fmla="*/ 1262743 h 2815772"/>
                <a:gd name="connsiteX3" fmla="*/ 641953 w 3753124"/>
                <a:gd name="connsiteY3" fmla="*/ 2815772 h 2815772"/>
                <a:gd name="connsiteX4" fmla="*/ 1135439 w 3753124"/>
                <a:gd name="connsiteY4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734365 w 3845536"/>
                <a:gd name="connsiteY3" fmla="*/ 2815772 h 2815772"/>
                <a:gd name="connsiteX4" fmla="*/ 1227851 w 3845536"/>
                <a:gd name="connsiteY4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13369 w 3845536"/>
                <a:gd name="connsiteY3" fmla="*/ 2688770 h 2815772"/>
                <a:gd name="connsiteX4" fmla="*/ 734365 w 3845536"/>
                <a:gd name="connsiteY4" fmla="*/ 2815772 h 2815772"/>
                <a:gd name="connsiteX5" fmla="*/ 1227851 w 3845536"/>
                <a:gd name="connsiteY5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126283 w 3845536"/>
                <a:gd name="connsiteY3" fmla="*/ 1992085 h 2815772"/>
                <a:gd name="connsiteX4" fmla="*/ 1213369 w 3845536"/>
                <a:gd name="connsiteY4" fmla="*/ 2688770 h 2815772"/>
                <a:gd name="connsiteX5" fmla="*/ 734365 w 3845536"/>
                <a:gd name="connsiteY5" fmla="*/ 2815772 h 2815772"/>
                <a:gd name="connsiteX6" fmla="*/ 1227851 w 3845536"/>
                <a:gd name="connsiteY6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27520 w 3845536"/>
                <a:gd name="connsiteY3" fmla="*/ 2225039 h 2815772"/>
                <a:gd name="connsiteX4" fmla="*/ 1126283 w 3845536"/>
                <a:gd name="connsiteY4" fmla="*/ 1992085 h 2815772"/>
                <a:gd name="connsiteX5" fmla="*/ 1213369 w 3845536"/>
                <a:gd name="connsiteY5" fmla="*/ 2688770 h 2815772"/>
                <a:gd name="connsiteX6" fmla="*/ 734365 w 3845536"/>
                <a:gd name="connsiteY6" fmla="*/ 2815772 h 2815772"/>
                <a:gd name="connsiteX7" fmla="*/ 1227851 w 3845536"/>
                <a:gd name="connsiteY7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1227520 w 3845536"/>
                <a:gd name="connsiteY3" fmla="*/ 2225039 h 2815772"/>
                <a:gd name="connsiteX4" fmla="*/ 1126283 w 3845536"/>
                <a:gd name="connsiteY4" fmla="*/ 1992085 h 2815772"/>
                <a:gd name="connsiteX5" fmla="*/ 1213369 w 3845536"/>
                <a:gd name="connsiteY5" fmla="*/ 2688770 h 2815772"/>
                <a:gd name="connsiteX6" fmla="*/ 734365 w 3845536"/>
                <a:gd name="connsiteY6" fmla="*/ 2815772 h 2815772"/>
                <a:gd name="connsiteX7" fmla="*/ 1227851 w 3845536"/>
                <a:gd name="connsiteY7" fmla="*/ 116114 h 2815772"/>
                <a:gd name="connsiteX0" fmla="*/ 1227851 w 3845536"/>
                <a:gd name="connsiteY0" fmla="*/ 116114 h 2815772"/>
                <a:gd name="connsiteX1" fmla="*/ 3845536 w 3845536"/>
                <a:gd name="connsiteY1" fmla="*/ 0 h 2815772"/>
                <a:gd name="connsiteX2" fmla="*/ 3845536 w 3845536"/>
                <a:gd name="connsiteY2" fmla="*/ 1262743 h 2815772"/>
                <a:gd name="connsiteX3" fmla="*/ 2713420 w 3845536"/>
                <a:gd name="connsiteY3" fmla="*/ 2285999 h 2815772"/>
                <a:gd name="connsiteX4" fmla="*/ 1227520 w 3845536"/>
                <a:gd name="connsiteY4" fmla="*/ 2225039 h 2815772"/>
                <a:gd name="connsiteX5" fmla="*/ 1126283 w 3845536"/>
                <a:gd name="connsiteY5" fmla="*/ 1992085 h 2815772"/>
                <a:gd name="connsiteX6" fmla="*/ 1213369 w 3845536"/>
                <a:gd name="connsiteY6" fmla="*/ 2688770 h 2815772"/>
                <a:gd name="connsiteX7" fmla="*/ 734365 w 3845536"/>
                <a:gd name="connsiteY7" fmla="*/ 2815772 h 2815772"/>
                <a:gd name="connsiteX8" fmla="*/ 1227851 w 3845536"/>
                <a:gd name="connsiteY8" fmla="*/ 116114 h 2815772"/>
                <a:gd name="connsiteX0" fmla="*/ 1227851 w 3845536"/>
                <a:gd name="connsiteY0" fmla="*/ 116114 h 2890073"/>
                <a:gd name="connsiteX1" fmla="*/ 3845536 w 3845536"/>
                <a:gd name="connsiteY1" fmla="*/ 0 h 2890073"/>
                <a:gd name="connsiteX2" fmla="*/ 3845536 w 3845536"/>
                <a:gd name="connsiteY2" fmla="*/ 1262743 h 2890073"/>
                <a:gd name="connsiteX3" fmla="*/ 2789620 w 3845536"/>
                <a:gd name="connsiteY3" fmla="*/ 2865119 h 2890073"/>
                <a:gd name="connsiteX4" fmla="*/ 2713420 w 3845536"/>
                <a:gd name="connsiteY4" fmla="*/ 2285999 h 2890073"/>
                <a:gd name="connsiteX5" fmla="*/ 1227520 w 3845536"/>
                <a:gd name="connsiteY5" fmla="*/ 2225039 h 2890073"/>
                <a:gd name="connsiteX6" fmla="*/ 1126283 w 3845536"/>
                <a:gd name="connsiteY6" fmla="*/ 1992085 h 2890073"/>
                <a:gd name="connsiteX7" fmla="*/ 1213369 w 3845536"/>
                <a:gd name="connsiteY7" fmla="*/ 2688770 h 2890073"/>
                <a:gd name="connsiteX8" fmla="*/ 734365 w 3845536"/>
                <a:gd name="connsiteY8" fmla="*/ 2815772 h 2890073"/>
                <a:gd name="connsiteX9" fmla="*/ 1227851 w 3845536"/>
                <a:gd name="connsiteY9" fmla="*/ 116114 h 2890073"/>
                <a:gd name="connsiteX0" fmla="*/ 1227851 w 3845536"/>
                <a:gd name="connsiteY0" fmla="*/ 116114 h 2892854"/>
                <a:gd name="connsiteX1" fmla="*/ 3845536 w 3845536"/>
                <a:gd name="connsiteY1" fmla="*/ 0 h 2892854"/>
                <a:gd name="connsiteX2" fmla="*/ 3845536 w 3845536"/>
                <a:gd name="connsiteY2" fmla="*/ 1262743 h 2892854"/>
                <a:gd name="connsiteX3" fmla="*/ 2789620 w 3845536"/>
                <a:gd name="connsiteY3" fmla="*/ 2865119 h 2892854"/>
                <a:gd name="connsiteX4" fmla="*/ 2713420 w 3845536"/>
                <a:gd name="connsiteY4" fmla="*/ 2285999 h 2892854"/>
                <a:gd name="connsiteX5" fmla="*/ 1227520 w 3845536"/>
                <a:gd name="connsiteY5" fmla="*/ 2225039 h 2892854"/>
                <a:gd name="connsiteX6" fmla="*/ 1126283 w 3845536"/>
                <a:gd name="connsiteY6" fmla="*/ 1992085 h 2892854"/>
                <a:gd name="connsiteX7" fmla="*/ 1213369 w 3845536"/>
                <a:gd name="connsiteY7" fmla="*/ 2688770 h 2892854"/>
                <a:gd name="connsiteX8" fmla="*/ 734365 w 3845536"/>
                <a:gd name="connsiteY8" fmla="*/ 2815772 h 2892854"/>
                <a:gd name="connsiteX9" fmla="*/ 1227851 w 3845536"/>
                <a:gd name="connsiteY9" fmla="*/ 116114 h 2892854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126283 w 3845536"/>
                <a:gd name="connsiteY6" fmla="*/ 1992085 h 2868175"/>
                <a:gd name="connsiteX7" fmla="*/ 1213369 w 3845536"/>
                <a:gd name="connsiteY7" fmla="*/ 2688770 h 2868175"/>
                <a:gd name="connsiteX8" fmla="*/ 734365 w 3845536"/>
                <a:gd name="connsiteY8" fmla="*/ 2815772 h 2868175"/>
                <a:gd name="connsiteX9" fmla="*/ 1227851 w 3845536"/>
                <a:gd name="connsiteY9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27851 w 3845536"/>
                <a:gd name="connsiteY0" fmla="*/ 116114 h 2868175"/>
                <a:gd name="connsiteX1" fmla="*/ 3845536 w 3845536"/>
                <a:gd name="connsiteY1" fmla="*/ 0 h 2868175"/>
                <a:gd name="connsiteX2" fmla="*/ 3845536 w 3845536"/>
                <a:gd name="connsiteY2" fmla="*/ 1262743 h 2868175"/>
                <a:gd name="connsiteX3" fmla="*/ 2789620 w 3845536"/>
                <a:gd name="connsiteY3" fmla="*/ 2865119 h 2868175"/>
                <a:gd name="connsiteX4" fmla="*/ 2713420 w 3845536"/>
                <a:gd name="connsiteY4" fmla="*/ 2285999 h 2868175"/>
                <a:gd name="connsiteX5" fmla="*/ 1227520 w 3845536"/>
                <a:gd name="connsiteY5" fmla="*/ 2225039 h 2868175"/>
                <a:gd name="connsiteX6" fmla="*/ 1213369 w 3845536"/>
                <a:gd name="connsiteY6" fmla="*/ 2688770 h 2868175"/>
                <a:gd name="connsiteX7" fmla="*/ 734365 w 3845536"/>
                <a:gd name="connsiteY7" fmla="*/ 2815772 h 2868175"/>
                <a:gd name="connsiteX8" fmla="*/ 1227851 w 3845536"/>
                <a:gd name="connsiteY8" fmla="*/ 116114 h 2868175"/>
                <a:gd name="connsiteX0" fmla="*/ 1230575 w 3848260"/>
                <a:gd name="connsiteY0" fmla="*/ 116114 h 2868175"/>
                <a:gd name="connsiteX1" fmla="*/ 3848260 w 3848260"/>
                <a:gd name="connsiteY1" fmla="*/ 0 h 2868175"/>
                <a:gd name="connsiteX2" fmla="*/ 3848260 w 3848260"/>
                <a:gd name="connsiteY2" fmla="*/ 1262743 h 2868175"/>
                <a:gd name="connsiteX3" fmla="*/ 2792344 w 3848260"/>
                <a:gd name="connsiteY3" fmla="*/ 2865119 h 2868175"/>
                <a:gd name="connsiteX4" fmla="*/ 2716144 w 3848260"/>
                <a:gd name="connsiteY4" fmla="*/ 2285999 h 2868175"/>
                <a:gd name="connsiteX5" fmla="*/ 1230244 w 3848260"/>
                <a:gd name="connsiteY5" fmla="*/ 2225039 h 2868175"/>
                <a:gd name="connsiteX6" fmla="*/ 1216093 w 3848260"/>
                <a:gd name="connsiteY6" fmla="*/ 2688770 h 2868175"/>
                <a:gd name="connsiteX7" fmla="*/ 729469 w 3848260"/>
                <a:gd name="connsiteY7" fmla="*/ 2800532 h 2868175"/>
                <a:gd name="connsiteX8" fmla="*/ 1230575 w 3848260"/>
                <a:gd name="connsiteY8" fmla="*/ 116114 h 2868175"/>
                <a:gd name="connsiteX0" fmla="*/ 1230575 w 3848260"/>
                <a:gd name="connsiteY0" fmla="*/ 116114 h 2868175"/>
                <a:gd name="connsiteX1" fmla="*/ 3848260 w 3848260"/>
                <a:gd name="connsiteY1" fmla="*/ 0 h 2868175"/>
                <a:gd name="connsiteX2" fmla="*/ 3848260 w 3848260"/>
                <a:gd name="connsiteY2" fmla="*/ 1262743 h 2868175"/>
                <a:gd name="connsiteX3" fmla="*/ 2792344 w 3848260"/>
                <a:gd name="connsiteY3" fmla="*/ 2865119 h 2868175"/>
                <a:gd name="connsiteX4" fmla="*/ 2716144 w 3848260"/>
                <a:gd name="connsiteY4" fmla="*/ 2285999 h 2868175"/>
                <a:gd name="connsiteX5" fmla="*/ 1230244 w 3848260"/>
                <a:gd name="connsiteY5" fmla="*/ 2225039 h 2868175"/>
                <a:gd name="connsiteX6" fmla="*/ 1216093 w 3848260"/>
                <a:gd name="connsiteY6" fmla="*/ 2688770 h 2868175"/>
                <a:gd name="connsiteX7" fmla="*/ 729469 w 3848260"/>
                <a:gd name="connsiteY7" fmla="*/ 2800532 h 2868175"/>
                <a:gd name="connsiteX8" fmla="*/ 1230575 w 3848260"/>
                <a:gd name="connsiteY8" fmla="*/ 116114 h 2868175"/>
                <a:gd name="connsiteX0" fmla="*/ 1237276 w 3854961"/>
                <a:gd name="connsiteY0" fmla="*/ 116114 h 2868175"/>
                <a:gd name="connsiteX1" fmla="*/ 3854961 w 3854961"/>
                <a:gd name="connsiteY1" fmla="*/ 0 h 2868175"/>
                <a:gd name="connsiteX2" fmla="*/ 3854961 w 3854961"/>
                <a:gd name="connsiteY2" fmla="*/ 1262743 h 2868175"/>
                <a:gd name="connsiteX3" fmla="*/ 2799045 w 3854961"/>
                <a:gd name="connsiteY3" fmla="*/ 2865119 h 2868175"/>
                <a:gd name="connsiteX4" fmla="*/ 2722845 w 3854961"/>
                <a:gd name="connsiteY4" fmla="*/ 2285999 h 2868175"/>
                <a:gd name="connsiteX5" fmla="*/ 1236945 w 3854961"/>
                <a:gd name="connsiteY5" fmla="*/ 2225039 h 2868175"/>
                <a:gd name="connsiteX6" fmla="*/ 1222794 w 3854961"/>
                <a:gd name="connsiteY6" fmla="*/ 2688770 h 2868175"/>
                <a:gd name="connsiteX7" fmla="*/ 736170 w 3854961"/>
                <a:gd name="connsiteY7" fmla="*/ 2800532 h 2868175"/>
                <a:gd name="connsiteX8" fmla="*/ 1237276 w 3854961"/>
                <a:gd name="connsiteY8" fmla="*/ 116114 h 2868175"/>
                <a:gd name="connsiteX0" fmla="*/ 1237276 w 3854961"/>
                <a:gd name="connsiteY0" fmla="*/ 116114 h 2915700"/>
                <a:gd name="connsiteX1" fmla="*/ 3854961 w 3854961"/>
                <a:gd name="connsiteY1" fmla="*/ 0 h 2915700"/>
                <a:gd name="connsiteX2" fmla="*/ 3854961 w 3854961"/>
                <a:gd name="connsiteY2" fmla="*/ 1262743 h 2915700"/>
                <a:gd name="connsiteX3" fmla="*/ 3553426 w 3854961"/>
                <a:gd name="connsiteY3" fmla="*/ 2788919 h 2915700"/>
                <a:gd name="connsiteX4" fmla="*/ 2799045 w 3854961"/>
                <a:gd name="connsiteY4" fmla="*/ 2865119 h 2915700"/>
                <a:gd name="connsiteX5" fmla="*/ 2722845 w 3854961"/>
                <a:gd name="connsiteY5" fmla="*/ 2285999 h 2915700"/>
                <a:gd name="connsiteX6" fmla="*/ 1236945 w 3854961"/>
                <a:gd name="connsiteY6" fmla="*/ 2225039 h 2915700"/>
                <a:gd name="connsiteX7" fmla="*/ 1222794 w 3854961"/>
                <a:gd name="connsiteY7" fmla="*/ 2688770 h 2915700"/>
                <a:gd name="connsiteX8" fmla="*/ 736170 w 3854961"/>
                <a:gd name="connsiteY8" fmla="*/ 2800532 h 2915700"/>
                <a:gd name="connsiteX9" fmla="*/ 1237276 w 3854961"/>
                <a:gd name="connsiteY9" fmla="*/ 116114 h 2915700"/>
                <a:gd name="connsiteX0" fmla="*/ 1237276 w 3854961"/>
                <a:gd name="connsiteY0" fmla="*/ 93254 h 2892840"/>
                <a:gd name="connsiteX1" fmla="*/ 3580641 w 3854961"/>
                <a:gd name="connsiteY1" fmla="*/ 0 h 2892840"/>
                <a:gd name="connsiteX2" fmla="*/ 3854961 w 3854961"/>
                <a:gd name="connsiteY2" fmla="*/ 1239883 h 2892840"/>
                <a:gd name="connsiteX3" fmla="*/ 3553426 w 3854961"/>
                <a:gd name="connsiteY3" fmla="*/ 2766059 h 2892840"/>
                <a:gd name="connsiteX4" fmla="*/ 2799045 w 3854961"/>
                <a:gd name="connsiteY4" fmla="*/ 2842259 h 2892840"/>
                <a:gd name="connsiteX5" fmla="*/ 2722845 w 3854961"/>
                <a:gd name="connsiteY5" fmla="*/ 2263139 h 2892840"/>
                <a:gd name="connsiteX6" fmla="*/ 1236945 w 3854961"/>
                <a:gd name="connsiteY6" fmla="*/ 2202179 h 2892840"/>
                <a:gd name="connsiteX7" fmla="*/ 1222794 w 3854961"/>
                <a:gd name="connsiteY7" fmla="*/ 2665910 h 2892840"/>
                <a:gd name="connsiteX8" fmla="*/ 736170 w 3854961"/>
                <a:gd name="connsiteY8" fmla="*/ 2777672 h 2892840"/>
                <a:gd name="connsiteX9" fmla="*/ 1237276 w 3854961"/>
                <a:gd name="connsiteY9" fmla="*/ 93254 h 2892840"/>
                <a:gd name="connsiteX0" fmla="*/ 1237276 w 3580641"/>
                <a:gd name="connsiteY0" fmla="*/ 93254 h 2892840"/>
                <a:gd name="connsiteX1" fmla="*/ 3580641 w 3580641"/>
                <a:gd name="connsiteY1" fmla="*/ 0 h 2892840"/>
                <a:gd name="connsiteX2" fmla="*/ 3553426 w 3580641"/>
                <a:gd name="connsiteY2" fmla="*/ 2766059 h 2892840"/>
                <a:gd name="connsiteX3" fmla="*/ 2799045 w 3580641"/>
                <a:gd name="connsiteY3" fmla="*/ 2842259 h 2892840"/>
                <a:gd name="connsiteX4" fmla="*/ 2722845 w 3580641"/>
                <a:gd name="connsiteY4" fmla="*/ 2263139 h 2892840"/>
                <a:gd name="connsiteX5" fmla="*/ 1236945 w 3580641"/>
                <a:gd name="connsiteY5" fmla="*/ 2202179 h 2892840"/>
                <a:gd name="connsiteX6" fmla="*/ 1222794 w 3580641"/>
                <a:gd name="connsiteY6" fmla="*/ 2665910 h 2892840"/>
                <a:gd name="connsiteX7" fmla="*/ 736170 w 3580641"/>
                <a:gd name="connsiteY7" fmla="*/ 2777672 h 2892840"/>
                <a:gd name="connsiteX8" fmla="*/ 1237276 w 3580641"/>
                <a:gd name="connsiteY8" fmla="*/ 93254 h 2892840"/>
                <a:gd name="connsiteX0" fmla="*/ 1237276 w 3580641"/>
                <a:gd name="connsiteY0" fmla="*/ 93254 h 2916988"/>
                <a:gd name="connsiteX1" fmla="*/ 3580641 w 3580641"/>
                <a:gd name="connsiteY1" fmla="*/ 0 h 2916988"/>
                <a:gd name="connsiteX2" fmla="*/ 3553426 w 3580641"/>
                <a:gd name="connsiteY2" fmla="*/ 2766059 h 2916988"/>
                <a:gd name="connsiteX3" fmla="*/ 2799045 w 3580641"/>
                <a:gd name="connsiteY3" fmla="*/ 2842259 h 2916988"/>
                <a:gd name="connsiteX4" fmla="*/ 2722845 w 3580641"/>
                <a:gd name="connsiteY4" fmla="*/ 2263139 h 2916988"/>
                <a:gd name="connsiteX5" fmla="*/ 1236945 w 3580641"/>
                <a:gd name="connsiteY5" fmla="*/ 2202179 h 2916988"/>
                <a:gd name="connsiteX6" fmla="*/ 1222794 w 3580641"/>
                <a:gd name="connsiteY6" fmla="*/ 2665910 h 2916988"/>
                <a:gd name="connsiteX7" fmla="*/ 736170 w 3580641"/>
                <a:gd name="connsiteY7" fmla="*/ 2777672 h 2916988"/>
                <a:gd name="connsiteX8" fmla="*/ 1237276 w 3580641"/>
                <a:gd name="connsiteY8" fmla="*/ 93254 h 2916988"/>
                <a:gd name="connsiteX0" fmla="*/ 1237276 w 3580641"/>
                <a:gd name="connsiteY0" fmla="*/ 93254 h 2916988"/>
                <a:gd name="connsiteX1" fmla="*/ 3580641 w 3580641"/>
                <a:gd name="connsiteY1" fmla="*/ 0 h 2916988"/>
                <a:gd name="connsiteX2" fmla="*/ 3553426 w 3580641"/>
                <a:gd name="connsiteY2" fmla="*/ 2766059 h 2916988"/>
                <a:gd name="connsiteX3" fmla="*/ 2799045 w 3580641"/>
                <a:gd name="connsiteY3" fmla="*/ 2842259 h 2916988"/>
                <a:gd name="connsiteX4" fmla="*/ 2722845 w 3580641"/>
                <a:gd name="connsiteY4" fmla="*/ 2263139 h 2916988"/>
                <a:gd name="connsiteX5" fmla="*/ 1236945 w 3580641"/>
                <a:gd name="connsiteY5" fmla="*/ 2202179 h 2916988"/>
                <a:gd name="connsiteX6" fmla="*/ 1222794 w 3580641"/>
                <a:gd name="connsiteY6" fmla="*/ 2665910 h 2916988"/>
                <a:gd name="connsiteX7" fmla="*/ 736170 w 3580641"/>
                <a:gd name="connsiteY7" fmla="*/ 2777672 h 2916988"/>
                <a:gd name="connsiteX8" fmla="*/ 1237276 w 3580641"/>
                <a:gd name="connsiteY8" fmla="*/ 93254 h 2916988"/>
                <a:gd name="connsiteX0" fmla="*/ 1237276 w 3795210"/>
                <a:gd name="connsiteY0" fmla="*/ 93254 h 2916988"/>
                <a:gd name="connsiteX1" fmla="*/ 3580641 w 3795210"/>
                <a:gd name="connsiteY1" fmla="*/ 0 h 2916988"/>
                <a:gd name="connsiteX2" fmla="*/ 3553426 w 3795210"/>
                <a:gd name="connsiteY2" fmla="*/ 2766059 h 2916988"/>
                <a:gd name="connsiteX3" fmla="*/ 2799045 w 3795210"/>
                <a:gd name="connsiteY3" fmla="*/ 2842259 h 2916988"/>
                <a:gd name="connsiteX4" fmla="*/ 2722845 w 3795210"/>
                <a:gd name="connsiteY4" fmla="*/ 2263139 h 2916988"/>
                <a:gd name="connsiteX5" fmla="*/ 1236945 w 3795210"/>
                <a:gd name="connsiteY5" fmla="*/ 2202179 h 2916988"/>
                <a:gd name="connsiteX6" fmla="*/ 1222794 w 3795210"/>
                <a:gd name="connsiteY6" fmla="*/ 2665910 h 2916988"/>
                <a:gd name="connsiteX7" fmla="*/ 736170 w 3795210"/>
                <a:gd name="connsiteY7" fmla="*/ 2777672 h 2916988"/>
                <a:gd name="connsiteX8" fmla="*/ 1237276 w 3795210"/>
                <a:gd name="connsiteY8" fmla="*/ 93254 h 2916988"/>
                <a:gd name="connsiteX0" fmla="*/ 1237276 w 3855111"/>
                <a:gd name="connsiteY0" fmla="*/ 93254 h 2916988"/>
                <a:gd name="connsiteX1" fmla="*/ 3580641 w 3855111"/>
                <a:gd name="connsiteY1" fmla="*/ 0 h 2916988"/>
                <a:gd name="connsiteX2" fmla="*/ 3553426 w 3855111"/>
                <a:gd name="connsiteY2" fmla="*/ 2766059 h 2916988"/>
                <a:gd name="connsiteX3" fmla="*/ 2799045 w 3855111"/>
                <a:gd name="connsiteY3" fmla="*/ 2842259 h 2916988"/>
                <a:gd name="connsiteX4" fmla="*/ 2722845 w 3855111"/>
                <a:gd name="connsiteY4" fmla="*/ 2263139 h 2916988"/>
                <a:gd name="connsiteX5" fmla="*/ 1236945 w 3855111"/>
                <a:gd name="connsiteY5" fmla="*/ 2202179 h 2916988"/>
                <a:gd name="connsiteX6" fmla="*/ 1222794 w 3855111"/>
                <a:gd name="connsiteY6" fmla="*/ 2665910 h 2916988"/>
                <a:gd name="connsiteX7" fmla="*/ 736170 w 3855111"/>
                <a:gd name="connsiteY7" fmla="*/ 2777672 h 2916988"/>
                <a:gd name="connsiteX8" fmla="*/ 1237276 w 3855111"/>
                <a:gd name="connsiteY8" fmla="*/ 93254 h 291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55111" h="2916988">
                  <a:moveTo>
                    <a:pt x="1237276" y="93254"/>
                  </a:moveTo>
                  <a:lnTo>
                    <a:pt x="3580641" y="0"/>
                  </a:lnTo>
                  <a:cubicBezTo>
                    <a:pt x="4074489" y="967740"/>
                    <a:pt x="3798718" y="2270759"/>
                    <a:pt x="3553426" y="2766059"/>
                  </a:cubicBezTo>
                  <a:cubicBezTo>
                    <a:pt x="3377440" y="3033122"/>
                    <a:pt x="2861275" y="2870199"/>
                    <a:pt x="2799045" y="2842259"/>
                  </a:cubicBezTo>
                  <a:cubicBezTo>
                    <a:pt x="2633219" y="2761342"/>
                    <a:pt x="2606005" y="2344419"/>
                    <a:pt x="2722845" y="2263139"/>
                  </a:cubicBezTo>
                  <a:cubicBezTo>
                    <a:pt x="2435825" y="2273299"/>
                    <a:pt x="1298268" y="2228305"/>
                    <a:pt x="1236945" y="2202179"/>
                  </a:cubicBezTo>
                  <a:cubicBezTo>
                    <a:pt x="1139337" y="2269307"/>
                    <a:pt x="1304987" y="2567455"/>
                    <a:pt x="1222794" y="2665910"/>
                  </a:cubicBezTo>
                  <a:cubicBezTo>
                    <a:pt x="1085986" y="2807304"/>
                    <a:pt x="888218" y="2803918"/>
                    <a:pt x="736170" y="2777672"/>
                  </a:cubicBezTo>
                  <a:cubicBezTo>
                    <a:pt x="543976" y="2742475"/>
                    <a:pt x="-1089848" y="673826"/>
                    <a:pt x="1237276" y="93254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5">
              <a:extLst>
                <a:ext uri="{FF2B5EF4-FFF2-40B4-BE49-F238E27FC236}">
                  <a16:creationId xmlns:a16="http://schemas.microsoft.com/office/drawing/2014/main" id="{5FBE3E1B-F62D-5143-9665-0579254BE625}"/>
                </a:ext>
              </a:extLst>
            </p:cNvPr>
            <p:cNvSpPr/>
            <p:nvPr/>
          </p:nvSpPr>
          <p:spPr>
            <a:xfrm>
              <a:off x="3935130" y="5725614"/>
              <a:ext cx="1132852" cy="1238548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91771"/>
                <a:gd name="connsiteX1" fmla="*/ 1471057 w 1471057"/>
                <a:gd name="connsiteY1" fmla="*/ 0 h 1291771"/>
                <a:gd name="connsiteX2" fmla="*/ 1471057 w 1471057"/>
                <a:gd name="connsiteY2" fmla="*/ 1262743 h 1291771"/>
                <a:gd name="connsiteX3" fmla="*/ 508000 w 1471057"/>
                <a:gd name="connsiteY3" fmla="*/ 1291771 h 1291771"/>
                <a:gd name="connsiteX4" fmla="*/ 0 w 1471057"/>
                <a:gd name="connsiteY4" fmla="*/ 0 h 1291771"/>
                <a:gd name="connsiteX0" fmla="*/ 0 w 1659742"/>
                <a:gd name="connsiteY0" fmla="*/ 101600 h 1291771"/>
                <a:gd name="connsiteX1" fmla="*/ 1659742 w 1659742"/>
                <a:gd name="connsiteY1" fmla="*/ 0 h 1291771"/>
                <a:gd name="connsiteX2" fmla="*/ 1659742 w 1659742"/>
                <a:gd name="connsiteY2" fmla="*/ 1262743 h 1291771"/>
                <a:gd name="connsiteX3" fmla="*/ 696685 w 1659742"/>
                <a:gd name="connsiteY3" fmla="*/ 1291771 h 1291771"/>
                <a:gd name="connsiteX4" fmla="*/ 0 w 1659742"/>
                <a:gd name="connsiteY4" fmla="*/ 101600 h 1291771"/>
                <a:gd name="connsiteX0" fmla="*/ 0 w 1659742"/>
                <a:gd name="connsiteY0" fmla="*/ 0 h 1190171"/>
                <a:gd name="connsiteX1" fmla="*/ 948542 w 1659742"/>
                <a:gd name="connsiteY1" fmla="*/ 203200 h 1190171"/>
                <a:gd name="connsiteX2" fmla="*/ 1659742 w 1659742"/>
                <a:gd name="connsiteY2" fmla="*/ 1161143 h 1190171"/>
                <a:gd name="connsiteX3" fmla="*/ 696685 w 1659742"/>
                <a:gd name="connsiteY3" fmla="*/ 1190171 h 1190171"/>
                <a:gd name="connsiteX4" fmla="*/ 0 w 1659742"/>
                <a:gd name="connsiteY4" fmla="*/ 0 h 1190171"/>
                <a:gd name="connsiteX0" fmla="*/ 0 w 948542"/>
                <a:gd name="connsiteY0" fmla="*/ 0 h 1190171"/>
                <a:gd name="connsiteX1" fmla="*/ 948542 w 948542"/>
                <a:gd name="connsiteY1" fmla="*/ 203200 h 1190171"/>
                <a:gd name="connsiteX2" fmla="*/ 696685 w 948542"/>
                <a:gd name="connsiteY2" fmla="*/ 1190171 h 1190171"/>
                <a:gd name="connsiteX3" fmla="*/ 0 w 948542"/>
                <a:gd name="connsiteY3" fmla="*/ 0 h 1190171"/>
                <a:gd name="connsiteX0" fmla="*/ 0 w 1126680"/>
                <a:gd name="connsiteY0" fmla="*/ 0 h 1190171"/>
                <a:gd name="connsiteX1" fmla="*/ 948542 w 1126680"/>
                <a:gd name="connsiteY1" fmla="*/ 203200 h 1190171"/>
                <a:gd name="connsiteX2" fmla="*/ 696685 w 1126680"/>
                <a:gd name="connsiteY2" fmla="*/ 1190171 h 1190171"/>
                <a:gd name="connsiteX3" fmla="*/ 0 w 1126680"/>
                <a:gd name="connsiteY3" fmla="*/ 0 h 1190171"/>
                <a:gd name="connsiteX0" fmla="*/ 0 w 1126680"/>
                <a:gd name="connsiteY0" fmla="*/ 0 h 1191069"/>
                <a:gd name="connsiteX1" fmla="*/ 948542 w 1126680"/>
                <a:gd name="connsiteY1" fmla="*/ 203200 h 1191069"/>
                <a:gd name="connsiteX2" fmla="*/ 696685 w 1126680"/>
                <a:gd name="connsiteY2" fmla="*/ 1190171 h 1191069"/>
                <a:gd name="connsiteX3" fmla="*/ 0 w 1126680"/>
                <a:gd name="connsiteY3" fmla="*/ 0 h 1191069"/>
                <a:gd name="connsiteX0" fmla="*/ 0 w 1093342"/>
                <a:gd name="connsiteY0" fmla="*/ 0 h 1238647"/>
                <a:gd name="connsiteX1" fmla="*/ 915204 w 1093342"/>
                <a:gd name="connsiteY1" fmla="*/ 250825 h 1238647"/>
                <a:gd name="connsiteX2" fmla="*/ 663347 w 1093342"/>
                <a:gd name="connsiteY2" fmla="*/ 1237796 h 1238647"/>
                <a:gd name="connsiteX3" fmla="*/ 0 w 1093342"/>
                <a:gd name="connsiteY3" fmla="*/ 0 h 1238647"/>
                <a:gd name="connsiteX0" fmla="*/ 2293 w 1095635"/>
                <a:gd name="connsiteY0" fmla="*/ 0 h 1238548"/>
                <a:gd name="connsiteX1" fmla="*/ 917497 w 1095635"/>
                <a:gd name="connsiteY1" fmla="*/ 250825 h 1238548"/>
                <a:gd name="connsiteX2" fmla="*/ 665640 w 1095635"/>
                <a:gd name="connsiteY2" fmla="*/ 1237796 h 1238548"/>
                <a:gd name="connsiteX3" fmla="*/ 2293 w 1095635"/>
                <a:gd name="connsiteY3" fmla="*/ 0 h 1238548"/>
                <a:gd name="connsiteX0" fmla="*/ 2293 w 1130995"/>
                <a:gd name="connsiteY0" fmla="*/ 0 h 1238548"/>
                <a:gd name="connsiteX1" fmla="*/ 917497 w 1130995"/>
                <a:gd name="connsiteY1" fmla="*/ 250825 h 1238548"/>
                <a:gd name="connsiteX2" fmla="*/ 665640 w 1130995"/>
                <a:gd name="connsiteY2" fmla="*/ 1237796 h 1238548"/>
                <a:gd name="connsiteX3" fmla="*/ 2293 w 1130995"/>
                <a:gd name="connsiteY3" fmla="*/ 0 h 1238548"/>
                <a:gd name="connsiteX0" fmla="*/ 2293 w 1132852"/>
                <a:gd name="connsiteY0" fmla="*/ 0 h 1238548"/>
                <a:gd name="connsiteX1" fmla="*/ 922260 w 1132852"/>
                <a:gd name="connsiteY1" fmla="*/ 217488 h 1238548"/>
                <a:gd name="connsiteX2" fmla="*/ 665640 w 1132852"/>
                <a:gd name="connsiteY2" fmla="*/ 1237796 h 1238548"/>
                <a:gd name="connsiteX3" fmla="*/ 2293 w 1132852"/>
                <a:gd name="connsiteY3" fmla="*/ 0 h 1238548"/>
                <a:gd name="connsiteX0" fmla="*/ 922260 w 1132852"/>
                <a:gd name="connsiteY0" fmla="*/ 217488 h 1238548"/>
                <a:gd name="connsiteX1" fmla="*/ 665640 w 1132852"/>
                <a:gd name="connsiteY1" fmla="*/ 1237796 h 1238548"/>
                <a:gd name="connsiteX2" fmla="*/ 2293 w 1132852"/>
                <a:gd name="connsiteY2" fmla="*/ 0 h 1238548"/>
                <a:gd name="connsiteX3" fmla="*/ 1013700 w 1132852"/>
                <a:gd name="connsiteY3" fmla="*/ 308928 h 1238548"/>
                <a:gd name="connsiteX0" fmla="*/ 922260 w 1132852"/>
                <a:gd name="connsiteY0" fmla="*/ 217488 h 1238548"/>
                <a:gd name="connsiteX1" fmla="*/ 665640 w 1132852"/>
                <a:gd name="connsiteY1" fmla="*/ 1237796 h 1238548"/>
                <a:gd name="connsiteX2" fmla="*/ 2293 w 1132852"/>
                <a:gd name="connsiteY2" fmla="*/ 0 h 123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852" h="1238548">
                  <a:moveTo>
                    <a:pt x="922260" y="217488"/>
                  </a:moveTo>
                  <a:cubicBezTo>
                    <a:pt x="957371" y="298828"/>
                    <a:pt x="1511592" y="1132643"/>
                    <a:pt x="665640" y="1237796"/>
                  </a:cubicBezTo>
                  <a:cubicBezTo>
                    <a:pt x="-42838" y="1269697"/>
                    <a:pt x="-3604" y="277661"/>
                    <a:pt x="2293" y="0"/>
                  </a:cubicBezTo>
                </a:path>
              </a:pathLst>
            </a:custGeom>
            <a:solidFill>
              <a:srgbClr val="CA896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9E4C417-2B6C-2D44-7CC9-E116036DC5BC}"/>
                </a:ext>
              </a:extLst>
            </p:cNvPr>
            <p:cNvSpPr/>
            <p:nvPr/>
          </p:nvSpPr>
          <p:spPr>
            <a:xfrm>
              <a:off x="4011805" y="6425430"/>
              <a:ext cx="1056177" cy="538732"/>
            </a:xfrm>
            <a:custGeom>
              <a:avLst/>
              <a:gdLst>
                <a:gd name="connsiteX0" fmla="*/ 1043596 w 1056177"/>
                <a:gd name="connsiteY0" fmla="*/ 0 h 538732"/>
                <a:gd name="connsiteX1" fmla="*/ 1047673 w 1056177"/>
                <a:gd name="connsiteY1" fmla="*/ 18896 h 538732"/>
                <a:gd name="connsiteX2" fmla="*/ 588964 w 1056177"/>
                <a:gd name="connsiteY2" fmla="*/ 537980 h 538732"/>
                <a:gd name="connsiteX3" fmla="*/ 23032 w 1056177"/>
                <a:gd name="connsiteY3" fmla="*/ 137453 h 538732"/>
                <a:gd name="connsiteX4" fmla="*/ 0 w 1056177"/>
                <a:gd name="connsiteY4" fmla="*/ 67407 h 538732"/>
                <a:gd name="connsiteX5" fmla="*/ 18499 w 1056177"/>
                <a:gd name="connsiteY5" fmla="*/ 69250 h 538732"/>
                <a:gd name="connsiteX6" fmla="*/ 1002935 w 1056177"/>
                <a:gd name="connsiteY6" fmla="*/ 20911 h 538732"/>
                <a:gd name="connsiteX7" fmla="*/ 1043596 w 1056177"/>
                <a:gd name="connsiteY7" fmla="*/ 0 h 53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6177" h="538732">
                  <a:moveTo>
                    <a:pt x="1043596" y="0"/>
                  </a:moveTo>
                  <a:lnTo>
                    <a:pt x="1047673" y="18896"/>
                  </a:lnTo>
                  <a:cubicBezTo>
                    <a:pt x="1084873" y="250662"/>
                    <a:pt x="1011940" y="485404"/>
                    <a:pt x="588964" y="537980"/>
                  </a:cubicBezTo>
                  <a:cubicBezTo>
                    <a:pt x="279005" y="551937"/>
                    <a:pt x="112163" y="369906"/>
                    <a:pt x="23032" y="137453"/>
                  </a:cubicBezTo>
                  <a:lnTo>
                    <a:pt x="0" y="67407"/>
                  </a:lnTo>
                  <a:lnTo>
                    <a:pt x="18499" y="69250"/>
                  </a:lnTo>
                  <a:cubicBezTo>
                    <a:pt x="251931" y="105406"/>
                    <a:pt x="442134" y="288544"/>
                    <a:pt x="1002935" y="20911"/>
                  </a:cubicBezTo>
                  <a:lnTo>
                    <a:pt x="1043596" y="0"/>
                  </a:lnTo>
                  <a:close/>
                </a:path>
              </a:pathLst>
            </a:custGeom>
            <a:solidFill>
              <a:srgbClr val="68361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7555E89-75D1-F88C-3EA3-E1F9A2233784}"/>
                </a:ext>
              </a:extLst>
            </p:cNvPr>
            <p:cNvSpPr/>
            <p:nvPr/>
          </p:nvSpPr>
          <p:spPr>
            <a:xfrm>
              <a:off x="2963487" y="6235908"/>
              <a:ext cx="849348" cy="449280"/>
            </a:xfrm>
            <a:custGeom>
              <a:avLst/>
              <a:gdLst>
                <a:gd name="connsiteX0" fmla="*/ 813117 w 849348"/>
                <a:gd name="connsiteY0" fmla="*/ 0 h 449280"/>
                <a:gd name="connsiteX1" fmla="*/ 814072 w 849348"/>
                <a:gd name="connsiteY1" fmla="*/ 9867 h 449280"/>
                <a:gd name="connsiteX2" fmla="*/ 825621 w 849348"/>
                <a:gd name="connsiteY2" fmla="*/ 323331 h 449280"/>
                <a:gd name="connsiteX3" fmla="*/ 338997 w 849348"/>
                <a:gd name="connsiteY3" fmla="*/ 435093 h 449280"/>
                <a:gd name="connsiteX4" fmla="*/ 8961 w 849348"/>
                <a:gd name="connsiteY4" fmla="*/ 82447 h 449280"/>
                <a:gd name="connsiteX5" fmla="*/ 0 w 849348"/>
                <a:gd name="connsiteY5" fmla="*/ 68407 h 449280"/>
                <a:gd name="connsiteX6" fmla="*/ 76987 w 849348"/>
                <a:gd name="connsiteY6" fmla="*/ 91530 h 449280"/>
                <a:gd name="connsiteX7" fmla="*/ 723144 w 849348"/>
                <a:gd name="connsiteY7" fmla="*/ 39515 h 449280"/>
                <a:gd name="connsiteX8" fmla="*/ 813117 w 849348"/>
                <a:gd name="connsiteY8" fmla="*/ 0 h 44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9348" h="449280">
                  <a:moveTo>
                    <a:pt x="813117" y="0"/>
                  </a:moveTo>
                  <a:lnTo>
                    <a:pt x="814072" y="9867"/>
                  </a:lnTo>
                  <a:cubicBezTo>
                    <a:pt x="831549" y="122257"/>
                    <a:pt x="876992" y="261797"/>
                    <a:pt x="825621" y="323331"/>
                  </a:cubicBezTo>
                  <a:cubicBezTo>
                    <a:pt x="688813" y="464725"/>
                    <a:pt x="491045" y="461339"/>
                    <a:pt x="338997" y="435093"/>
                  </a:cubicBezTo>
                  <a:cubicBezTo>
                    <a:pt x="290949" y="426294"/>
                    <a:pt x="152798" y="290404"/>
                    <a:pt x="8961" y="82447"/>
                  </a:cubicBezTo>
                  <a:lnTo>
                    <a:pt x="0" y="68407"/>
                  </a:lnTo>
                  <a:lnTo>
                    <a:pt x="76987" y="91530"/>
                  </a:lnTo>
                  <a:cubicBezTo>
                    <a:pt x="228377" y="134616"/>
                    <a:pt x="411616" y="163712"/>
                    <a:pt x="723144" y="39515"/>
                  </a:cubicBezTo>
                  <a:lnTo>
                    <a:pt x="813117" y="0"/>
                  </a:lnTo>
                  <a:close/>
                </a:path>
              </a:pathLst>
            </a:custGeom>
            <a:solidFill>
              <a:srgbClr val="68361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A1AFF25-5B4D-E691-B204-1C525B2F5805}"/>
                </a:ext>
              </a:extLst>
            </p:cNvPr>
            <p:cNvSpPr/>
            <p:nvPr/>
          </p:nvSpPr>
          <p:spPr>
            <a:xfrm>
              <a:off x="5207145" y="6263045"/>
              <a:ext cx="1055129" cy="569169"/>
            </a:xfrm>
            <a:custGeom>
              <a:avLst/>
              <a:gdLst>
                <a:gd name="connsiteX0" fmla="*/ 1055129 w 1055129"/>
                <a:gd name="connsiteY0" fmla="*/ 0 h 569169"/>
                <a:gd name="connsiteX1" fmla="*/ 1037941 w 1055129"/>
                <a:gd name="connsiteY1" fmla="*/ 61979 h 569169"/>
                <a:gd name="connsiteX2" fmla="*/ 902024 w 1055129"/>
                <a:gd name="connsiteY2" fmla="*/ 418240 h 569169"/>
                <a:gd name="connsiteX3" fmla="*/ 147643 w 1055129"/>
                <a:gd name="connsiteY3" fmla="*/ 494440 h 569169"/>
                <a:gd name="connsiteX4" fmla="*/ 484 w 1055129"/>
                <a:gd name="connsiteY4" fmla="*/ 112940 h 569169"/>
                <a:gd name="connsiteX5" fmla="*/ 4377 w 1055129"/>
                <a:gd name="connsiteY5" fmla="*/ 80963 h 569169"/>
                <a:gd name="connsiteX6" fmla="*/ 6788 w 1055129"/>
                <a:gd name="connsiteY6" fmla="*/ 81203 h 569169"/>
                <a:gd name="connsiteX7" fmla="*/ 991224 w 1055129"/>
                <a:gd name="connsiteY7" fmla="*/ 32864 h 569169"/>
                <a:gd name="connsiteX8" fmla="*/ 1055129 w 1055129"/>
                <a:gd name="connsiteY8" fmla="*/ 0 h 56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5129" h="569169">
                  <a:moveTo>
                    <a:pt x="1055129" y="0"/>
                  </a:moveTo>
                  <a:lnTo>
                    <a:pt x="1037941" y="61979"/>
                  </a:lnTo>
                  <a:cubicBezTo>
                    <a:pt x="995080" y="204106"/>
                    <a:pt x="948016" y="325371"/>
                    <a:pt x="902024" y="418240"/>
                  </a:cubicBezTo>
                  <a:cubicBezTo>
                    <a:pt x="726038" y="685303"/>
                    <a:pt x="209873" y="522380"/>
                    <a:pt x="147643" y="494440"/>
                  </a:cubicBezTo>
                  <a:cubicBezTo>
                    <a:pt x="44002" y="443867"/>
                    <a:pt x="-5494" y="262042"/>
                    <a:pt x="484" y="112940"/>
                  </a:cubicBezTo>
                  <a:lnTo>
                    <a:pt x="4377" y="80963"/>
                  </a:lnTo>
                  <a:lnTo>
                    <a:pt x="6788" y="81203"/>
                  </a:lnTo>
                  <a:cubicBezTo>
                    <a:pt x="240220" y="117359"/>
                    <a:pt x="430423" y="300497"/>
                    <a:pt x="991224" y="32864"/>
                  </a:cubicBezTo>
                  <a:lnTo>
                    <a:pt x="1055129" y="0"/>
                  </a:lnTo>
                  <a:close/>
                </a:path>
              </a:pathLst>
            </a:custGeom>
            <a:solidFill>
              <a:srgbClr val="68361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3" name="Rectangle 23">
              <a:extLst>
                <a:ext uri="{FF2B5EF4-FFF2-40B4-BE49-F238E27FC236}">
                  <a16:creationId xmlns:a16="http://schemas.microsoft.com/office/drawing/2014/main" id="{D33D7D30-C791-A255-D654-B240DAC13384}"/>
                </a:ext>
              </a:extLst>
            </p:cNvPr>
            <p:cNvSpPr/>
            <p:nvPr/>
          </p:nvSpPr>
          <p:spPr>
            <a:xfrm rot="18318320" flipH="1">
              <a:off x="1659248" y="4905426"/>
              <a:ext cx="750617" cy="919924"/>
            </a:xfrm>
            <a:custGeom>
              <a:avLst/>
              <a:gdLst>
                <a:gd name="connsiteX0" fmla="*/ 0 w 358745"/>
                <a:gd name="connsiteY0" fmla="*/ 0 h 323850"/>
                <a:gd name="connsiteX1" fmla="*/ 358745 w 358745"/>
                <a:gd name="connsiteY1" fmla="*/ 0 h 323850"/>
                <a:gd name="connsiteX2" fmla="*/ 358745 w 358745"/>
                <a:gd name="connsiteY2" fmla="*/ 323850 h 323850"/>
                <a:gd name="connsiteX3" fmla="*/ 0 w 358745"/>
                <a:gd name="connsiteY3" fmla="*/ 323850 h 323850"/>
                <a:gd name="connsiteX4" fmla="*/ 0 w 358745"/>
                <a:gd name="connsiteY4" fmla="*/ 0 h 323850"/>
                <a:gd name="connsiteX0" fmla="*/ 0 w 463520"/>
                <a:gd name="connsiteY0" fmla="*/ 152400 h 323850"/>
                <a:gd name="connsiteX1" fmla="*/ 463520 w 463520"/>
                <a:gd name="connsiteY1" fmla="*/ 0 h 323850"/>
                <a:gd name="connsiteX2" fmla="*/ 463520 w 463520"/>
                <a:gd name="connsiteY2" fmla="*/ 323850 h 323850"/>
                <a:gd name="connsiteX3" fmla="*/ 104775 w 463520"/>
                <a:gd name="connsiteY3" fmla="*/ 323850 h 323850"/>
                <a:gd name="connsiteX4" fmla="*/ 0 w 463520"/>
                <a:gd name="connsiteY4" fmla="*/ 152400 h 323850"/>
                <a:gd name="connsiteX0" fmla="*/ 0 w 701645"/>
                <a:gd name="connsiteY0" fmla="*/ 152400 h 419100"/>
                <a:gd name="connsiteX1" fmla="*/ 463520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152400 h 419100"/>
                <a:gd name="connsiteX1" fmla="*/ 515908 w 701645"/>
                <a:gd name="connsiteY1" fmla="*/ 0 h 419100"/>
                <a:gd name="connsiteX2" fmla="*/ 701645 w 701645"/>
                <a:gd name="connsiteY2" fmla="*/ 419100 h 419100"/>
                <a:gd name="connsiteX3" fmla="*/ 104775 w 701645"/>
                <a:gd name="connsiteY3" fmla="*/ 323850 h 419100"/>
                <a:gd name="connsiteX4" fmla="*/ 0 w 701645"/>
                <a:gd name="connsiteY4" fmla="*/ 152400 h 419100"/>
                <a:gd name="connsiteX0" fmla="*/ 0 w 701645"/>
                <a:gd name="connsiteY0" fmla="*/ 209353 h 476053"/>
                <a:gd name="connsiteX1" fmla="*/ 515908 w 701645"/>
                <a:gd name="connsiteY1" fmla="*/ 56953 h 476053"/>
                <a:gd name="connsiteX2" fmla="*/ 701645 w 701645"/>
                <a:gd name="connsiteY2" fmla="*/ 476053 h 476053"/>
                <a:gd name="connsiteX3" fmla="*/ 104775 w 701645"/>
                <a:gd name="connsiteY3" fmla="*/ 380803 h 476053"/>
                <a:gd name="connsiteX4" fmla="*/ 0 w 701645"/>
                <a:gd name="connsiteY4" fmla="*/ 209353 h 476053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104775 w 701645"/>
                <a:gd name="connsiteY3" fmla="*/ 429817 h 525067"/>
                <a:gd name="connsiteX4" fmla="*/ 0 w 701645"/>
                <a:gd name="connsiteY4" fmla="*/ 258367 h 525067"/>
                <a:gd name="connsiteX0" fmla="*/ 0 w 701645"/>
                <a:gd name="connsiteY0" fmla="*/ 258367 h 525067"/>
                <a:gd name="connsiteX1" fmla="*/ 515908 w 701645"/>
                <a:gd name="connsiteY1" fmla="*/ 105967 h 525067"/>
                <a:gd name="connsiteX2" fmla="*/ 701645 w 701645"/>
                <a:gd name="connsiteY2" fmla="*/ 525067 h 525067"/>
                <a:gd name="connsiteX3" fmla="*/ 0 w 701645"/>
                <a:gd name="connsiteY3" fmla="*/ 258367 h 525067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701645"/>
                <a:gd name="connsiteY0" fmla="*/ 258367 h 659310"/>
                <a:gd name="connsiteX1" fmla="*/ 515908 w 701645"/>
                <a:gd name="connsiteY1" fmla="*/ 105967 h 659310"/>
                <a:gd name="connsiteX2" fmla="*/ 701645 w 701645"/>
                <a:gd name="connsiteY2" fmla="*/ 525067 h 659310"/>
                <a:gd name="connsiteX3" fmla="*/ 0 w 701645"/>
                <a:gd name="connsiteY3" fmla="*/ 258367 h 659310"/>
                <a:gd name="connsiteX0" fmla="*/ 0 w 586275"/>
                <a:gd name="connsiteY0" fmla="*/ 156831 h 833069"/>
                <a:gd name="connsiteX1" fmla="*/ 400538 w 586275"/>
                <a:gd name="connsiteY1" fmla="*/ 315672 h 833069"/>
                <a:gd name="connsiteX2" fmla="*/ 586275 w 586275"/>
                <a:gd name="connsiteY2" fmla="*/ 734772 h 833069"/>
                <a:gd name="connsiteX3" fmla="*/ 0 w 586275"/>
                <a:gd name="connsiteY3" fmla="*/ 156831 h 833069"/>
                <a:gd name="connsiteX0" fmla="*/ 203677 w 789952"/>
                <a:gd name="connsiteY0" fmla="*/ 156831 h 734772"/>
                <a:gd name="connsiteX1" fmla="*/ 604215 w 789952"/>
                <a:gd name="connsiteY1" fmla="*/ 315672 h 734772"/>
                <a:gd name="connsiteX2" fmla="*/ 789952 w 789952"/>
                <a:gd name="connsiteY2" fmla="*/ 734772 h 734772"/>
                <a:gd name="connsiteX3" fmla="*/ 24308 w 789952"/>
                <a:gd name="connsiteY3" fmla="*/ 330161 h 734772"/>
                <a:gd name="connsiteX4" fmla="*/ 203677 w 789952"/>
                <a:gd name="connsiteY4" fmla="*/ 156831 h 734772"/>
                <a:gd name="connsiteX0" fmla="*/ 203677 w 789952"/>
                <a:gd name="connsiteY0" fmla="*/ 120748 h 698689"/>
                <a:gd name="connsiteX1" fmla="*/ 677107 w 789952"/>
                <a:gd name="connsiteY1" fmla="*/ 506282 h 698689"/>
                <a:gd name="connsiteX2" fmla="*/ 789952 w 789952"/>
                <a:gd name="connsiteY2" fmla="*/ 698689 h 698689"/>
                <a:gd name="connsiteX3" fmla="*/ 24308 w 789952"/>
                <a:gd name="connsiteY3" fmla="*/ 294078 h 698689"/>
                <a:gd name="connsiteX4" fmla="*/ 203677 w 789952"/>
                <a:gd name="connsiteY4" fmla="*/ 120748 h 698689"/>
                <a:gd name="connsiteX0" fmla="*/ 203677 w 698838"/>
                <a:gd name="connsiteY0" fmla="*/ 120748 h 1012873"/>
                <a:gd name="connsiteX1" fmla="*/ 677107 w 698838"/>
                <a:gd name="connsiteY1" fmla="*/ 506282 h 1012873"/>
                <a:gd name="connsiteX2" fmla="*/ 404051 w 698838"/>
                <a:gd name="connsiteY2" fmla="*/ 1012873 h 1012873"/>
                <a:gd name="connsiteX3" fmla="*/ 24308 w 698838"/>
                <a:gd name="connsiteY3" fmla="*/ 294078 h 1012873"/>
                <a:gd name="connsiteX4" fmla="*/ 203677 w 698838"/>
                <a:gd name="connsiteY4" fmla="*/ 120748 h 1012873"/>
                <a:gd name="connsiteX0" fmla="*/ 203677 w 707268"/>
                <a:gd name="connsiteY0" fmla="*/ 120748 h 1018078"/>
                <a:gd name="connsiteX1" fmla="*/ 677107 w 707268"/>
                <a:gd name="connsiteY1" fmla="*/ 506282 h 1018078"/>
                <a:gd name="connsiteX2" fmla="*/ 617110 w 707268"/>
                <a:gd name="connsiteY2" fmla="*/ 577719 h 1018078"/>
                <a:gd name="connsiteX3" fmla="*/ 404051 w 707268"/>
                <a:gd name="connsiteY3" fmla="*/ 1012873 h 1018078"/>
                <a:gd name="connsiteX4" fmla="*/ 24308 w 707268"/>
                <a:gd name="connsiteY4" fmla="*/ 294078 h 1018078"/>
                <a:gd name="connsiteX5" fmla="*/ 203677 w 707268"/>
                <a:gd name="connsiteY5" fmla="*/ 120748 h 1018078"/>
                <a:gd name="connsiteX0" fmla="*/ 203677 w 688467"/>
                <a:gd name="connsiteY0" fmla="*/ 120748 h 1018078"/>
                <a:gd name="connsiteX1" fmla="*/ 677107 w 688467"/>
                <a:gd name="connsiteY1" fmla="*/ 506282 h 1018078"/>
                <a:gd name="connsiteX2" fmla="*/ 617110 w 688467"/>
                <a:gd name="connsiteY2" fmla="*/ 577719 h 1018078"/>
                <a:gd name="connsiteX3" fmla="*/ 404051 w 688467"/>
                <a:gd name="connsiteY3" fmla="*/ 1012873 h 1018078"/>
                <a:gd name="connsiteX4" fmla="*/ 24308 w 688467"/>
                <a:gd name="connsiteY4" fmla="*/ 294078 h 1018078"/>
                <a:gd name="connsiteX5" fmla="*/ 203677 w 688467"/>
                <a:gd name="connsiteY5" fmla="*/ 120748 h 1018078"/>
                <a:gd name="connsiteX0" fmla="*/ 203677 w 688266"/>
                <a:gd name="connsiteY0" fmla="*/ 120748 h 1018078"/>
                <a:gd name="connsiteX1" fmla="*/ 677107 w 688266"/>
                <a:gd name="connsiteY1" fmla="*/ 506282 h 1018078"/>
                <a:gd name="connsiteX2" fmla="*/ 617110 w 688266"/>
                <a:gd name="connsiteY2" fmla="*/ 577719 h 1018078"/>
                <a:gd name="connsiteX3" fmla="*/ 404051 w 688266"/>
                <a:gd name="connsiteY3" fmla="*/ 1012873 h 1018078"/>
                <a:gd name="connsiteX4" fmla="*/ 24308 w 688266"/>
                <a:gd name="connsiteY4" fmla="*/ 294078 h 1018078"/>
                <a:gd name="connsiteX5" fmla="*/ 203677 w 688266"/>
                <a:gd name="connsiteY5" fmla="*/ 120748 h 1018078"/>
                <a:gd name="connsiteX0" fmla="*/ 203677 w 688266"/>
                <a:gd name="connsiteY0" fmla="*/ 120748 h 1016055"/>
                <a:gd name="connsiteX1" fmla="*/ 677107 w 688266"/>
                <a:gd name="connsiteY1" fmla="*/ 506282 h 1016055"/>
                <a:gd name="connsiteX2" fmla="*/ 617110 w 688266"/>
                <a:gd name="connsiteY2" fmla="*/ 577719 h 1016055"/>
                <a:gd name="connsiteX3" fmla="*/ 362704 w 688266"/>
                <a:gd name="connsiteY3" fmla="*/ 1010826 h 1016055"/>
                <a:gd name="connsiteX4" fmla="*/ 24308 w 688266"/>
                <a:gd name="connsiteY4" fmla="*/ 294078 h 1016055"/>
                <a:gd name="connsiteX5" fmla="*/ 203677 w 688266"/>
                <a:gd name="connsiteY5" fmla="*/ 120748 h 1016055"/>
                <a:gd name="connsiteX0" fmla="*/ 231844 w 716433"/>
                <a:gd name="connsiteY0" fmla="*/ 120748 h 1016055"/>
                <a:gd name="connsiteX1" fmla="*/ 705274 w 716433"/>
                <a:gd name="connsiteY1" fmla="*/ 506282 h 1016055"/>
                <a:gd name="connsiteX2" fmla="*/ 645277 w 716433"/>
                <a:gd name="connsiteY2" fmla="*/ 577719 h 1016055"/>
                <a:gd name="connsiteX3" fmla="*/ 390871 w 716433"/>
                <a:gd name="connsiteY3" fmla="*/ 1010826 h 1016055"/>
                <a:gd name="connsiteX4" fmla="*/ 22066 w 716433"/>
                <a:gd name="connsiteY4" fmla="*/ 622691 h 1016055"/>
                <a:gd name="connsiteX5" fmla="*/ 231844 w 716433"/>
                <a:gd name="connsiteY5" fmla="*/ 120748 h 1016055"/>
                <a:gd name="connsiteX0" fmla="*/ 233326 w 717915"/>
                <a:gd name="connsiteY0" fmla="*/ 120748 h 1016055"/>
                <a:gd name="connsiteX1" fmla="*/ 706756 w 717915"/>
                <a:gd name="connsiteY1" fmla="*/ 506282 h 1016055"/>
                <a:gd name="connsiteX2" fmla="*/ 646759 w 717915"/>
                <a:gd name="connsiteY2" fmla="*/ 577719 h 1016055"/>
                <a:gd name="connsiteX3" fmla="*/ 392353 w 717915"/>
                <a:gd name="connsiteY3" fmla="*/ 1010826 h 1016055"/>
                <a:gd name="connsiteX4" fmla="*/ 23548 w 717915"/>
                <a:gd name="connsiteY4" fmla="*/ 622691 h 1016055"/>
                <a:gd name="connsiteX5" fmla="*/ 45752 w 717915"/>
                <a:gd name="connsiteY5" fmla="*/ 272705 h 1016055"/>
                <a:gd name="connsiteX6" fmla="*/ 233326 w 717915"/>
                <a:gd name="connsiteY6" fmla="*/ 120748 h 1016055"/>
                <a:gd name="connsiteX0" fmla="*/ 253414 w 738003"/>
                <a:gd name="connsiteY0" fmla="*/ 120748 h 1016055"/>
                <a:gd name="connsiteX1" fmla="*/ 726844 w 738003"/>
                <a:gd name="connsiteY1" fmla="*/ 506282 h 1016055"/>
                <a:gd name="connsiteX2" fmla="*/ 666847 w 738003"/>
                <a:gd name="connsiteY2" fmla="*/ 577719 h 1016055"/>
                <a:gd name="connsiteX3" fmla="*/ 412441 w 738003"/>
                <a:gd name="connsiteY3" fmla="*/ 1010826 h 1016055"/>
                <a:gd name="connsiteX4" fmla="*/ 43636 w 738003"/>
                <a:gd name="connsiteY4" fmla="*/ 622691 h 1016055"/>
                <a:gd name="connsiteX5" fmla="*/ 65840 w 738003"/>
                <a:gd name="connsiteY5" fmla="*/ 272705 h 1016055"/>
                <a:gd name="connsiteX6" fmla="*/ 253414 w 738003"/>
                <a:gd name="connsiteY6" fmla="*/ 120748 h 1016055"/>
                <a:gd name="connsiteX0" fmla="*/ 266028 w 750617"/>
                <a:gd name="connsiteY0" fmla="*/ 120748 h 1016055"/>
                <a:gd name="connsiteX1" fmla="*/ 739458 w 750617"/>
                <a:gd name="connsiteY1" fmla="*/ 506282 h 1016055"/>
                <a:gd name="connsiteX2" fmla="*/ 679461 w 750617"/>
                <a:gd name="connsiteY2" fmla="*/ 577719 h 1016055"/>
                <a:gd name="connsiteX3" fmla="*/ 425055 w 750617"/>
                <a:gd name="connsiteY3" fmla="*/ 1010826 h 1016055"/>
                <a:gd name="connsiteX4" fmla="*/ 56250 w 750617"/>
                <a:gd name="connsiteY4" fmla="*/ 622691 h 1016055"/>
                <a:gd name="connsiteX5" fmla="*/ 78454 w 750617"/>
                <a:gd name="connsiteY5" fmla="*/ 272705 h 1016055"/>
                <a:gd name="connsiteX6" fmla="*/ 266028 w 750617"/>
                <a:gd name="connsiteY6" fmla="*/ 120748 h 1016055"/>
                <a:gd name="connsiteX0" fmla="*/ 266028 w 750617"/>
                <a:gd name="connsiteY0" fmla="*/ 120748 h 1016055"/>
                <a:gd name="connsiteX1" fmla="*/ 739458 w 750617"/>
                <a:gd name="connsiteY1" fmla="*/ 506282 h 1016055"/>
                <a:gd name="connsiteX2" fmla="*/ 679461 w 750617"/>
                <a:gd name="connsiteY2" fmla="*/ 577719 h 1016055"/>
                <a:gd name="connsiteX3" fmla="*/ 425055 w 750617"/>
                <a:gd name="connsiteY3" fmla="*/ 1010826 h 1016055"/>
                <a:gd name="connsiteX4" fmla="*/ 56250 w 750617"/>
                <a:gd name="connsiteY4" fmla="*/ 622691 h 1016055"/>
                <a:gd name="connsiteX5" fmla="*/ 78454 w 750617"/>
                <a:gd name="connsiteY5" fmla="*/ 272705 h 1016055"/>
                <a:gd name="connsiteX6" fmla="*/ 266028 w 750617"/>
                <a:gd name="connsiteY6" fmla="*/ 120748 h 1016055"/>
                <a:gd name="connsiteX0" fmla="*/ 266028 w 750617"/>
                <a:gd name="connsiteY0" fmla="*/ 25035 h 920342"/>
                <a:gd name="connsiteX1" fmla="*/ 739458 w 750617"/>
                <a:gd name="connsiteY1" fmla="*/ 410569 h 920342"/>
                <a:gd name="connsiteX2" fmla="*/ 679461 w 750617"/>
                <a:gd name="connsiteY2" fmla="*/ 482006 h 920342"/>
                <a:gd name="connsiteX3" fmla="*/ 425055 w 750617"/>
                <a:gd name="connsiteY3" fmla="*/ 915113 h 920342"/>
                <a:gd name="connsiteX4" fmla="*/ 56250 w 750617"/>
                <a:gd name="connsiteY4" fmla="*/ 526978 h 920342"/>
                <a:gd name="connsiteX5" fmla="*/ 78454 w 750617"/>
                <a:gd name="connsiteY5" fmla="*/ 176992 h 920342"/>
                <a:gd name="connsiteX6" fmla="*/ 266028 w 750617"/>
                <a:gd name="connsiteY6" fmla="*/ 25035 h 920342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  <a:gd name="connsiteX0" fmla="*/ 266028 w 750617"/>
                <a:gd name="connsiteY0" fmla="*/ 24617 h 919924"/>
                <a:gd name="connsiteX1" fmla="*/ 739458 w 750617"/>
                <a:gd name="connsiteY1" fmla="*/ 410151 h 919924"/>
                <a:gd name="connsiteX2" fmla="*/ 679461 w 750617"/>
                <a:gd name="connsiteY2" fmla="*/ 481588 h 919924"/>
                <a:gd name="connsiteX3" fmla="*/ 425055 w 750617"/>
                <a:gd name="connsiteY3" fmla="*/ 914695 h 919924"/>
                <a:gd name="connsiteX4" fmla="*/ 56250 w 750617"/>
                <a:gd name="connsiteY4" fmla="*/ 526560 h 919924"/>
                <a:gd name="connsiteX5" fmla="*/ 78454 w 750617"/>
                <a:gd name="connsiteY5" fmla="*/ 176574 h 919924"/>
                <a:gd name="connsiteX6" fmla="*/ 266028 w 750617"/>
                <a:gd name="connsiteY6" fmla="*/ 24617 h 91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0617" h="919924">
                  <a:moveTo>
                    <a:pt x="266028" y="24617"/>
                  </a:moveTo>
                  <a:cubicBezTo>
                    <a:pt x="590070" y="-105487"/>
                    <a:pt x="653214" y="318076"/>
                    <a:pt x="739458" y="410151"/>
                  </a:cubicBezTo>
                  <a:cubicBezTo>
                    <a:pt x="773330" y="463449"/>
                    <a:pt x="723357" y="454372"/>
                    <a:pt x="679461" y="481588"/>
                  </a:cubicBezTo>
                  <a:cubicBezTo>
                    <a:pt x="633952" y="566020"/>
                    <a:pt x="532870" y="970298"/>
                    <a:pt x="425055" y="914695"/>
                  </a:cubicBezTo>
                  <a:cubicBezTo>
                    <a:pt x="372951" y="904565"/>
                    <a:pt x="136914" y="696402"/>
                    <a:pt x="56250" y="526560"/>
                  </a:cubicBezTo>
                  <a:cubicBezTo>
                    <a:pt x="-24702" y="465578"/>
                    <a:pt x="-19118" y="293703"/>
                    <a:pt x="78454" y="176574"/>
                  </a:cubicBezTo>
                  <a:cubicBezTo>
                    <a:pt x="113961" y="136098"/>
                    <a:pt x="143695" y="125560"/>
                    <a:pt x="266028" y="24617"/>
                  </a:cubicBezTo>
                  <a:close/>
                </a:path>
              </a:pathLst>
            </a:custGeom>
            <a:solidFill>
              <a:srgbClr val="68361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4E5774C7-40AC-784C-911A-3F6E3643F8B2}"/>
                </a:ext>
              </a:extLst>
            </p:cNvPr>
            <p:cNvSpPr/>
            <p:nvPr/>
          </p:nvSpPr>
          <p:spPr>
            <a:xfrm>
              <a:off x="1562683" y="2034116"/>
              <a:ext cx="1714500" cy="1492683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461657"/>
                <a:gd name="connsiteY0" fmla="*/ 279400 h 1262743"/>
                <a:gd name="connsiteX1" fmla="*/ 2461657 w 2461657"/>
                <a:gd name="connsiteY1" fmla="*/ 0 h 1262743"/>
                <a:gd name="connsiteX2" fmla="*/ 2461657 w 2461657"/>
                <a:gd name="connsiteY2" fmla="*/ 1262743 h 1262743"/>
                <a:gd name="connsiteX3" fmla="*/ 990600 w 2461657"/>
                <a:gd name="connsiteY3" fmla="*/ 1262743 h 1262743"/>
                <a:gd name="connsiteX4" fmla="*/ 0 w 2461657"/>
                <a:gd name="connsiteY4" fmla="*/ 279400 h 12627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14500 w 2461657"/>
                <a:gd name="connsiteY3" fmla="*/ 1046843 h 2189843"/>
                <a:gd name="connsiteX4" fmla="*/ 0 w 2461657"/>
                <a:gd name="connsiteY4" fmla="*/ 1206500 h 2189843"/>
                <a:gd name="connsiteX0" fmla="*/ 0 w 1714500"/>
                <a:gd name="connsiteY0" fmla="*/ 1206500 h 1492683"/>
                <a:gd name="connsiteX1" fmla="*/ 1610757 w 1714500"/>
                <a:gd name="connsiteY1" fmla="*/ 0 h 1492683"/>
                <a:gd name="connsiteX2" fmla="*/ 1714500 w 1714500"/>
                <a:gd name="connsiteY2" fmla="*/ 1046843 h 1492683"/>
                <a:gd name="connsiteX3" fmla="*/ 0 w 1714500"/>
                <a:gd name="connsiteY3" fmla="*/ 1206500 h 149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0" h="1492683">
                  <a:moveTo>
                    <a:pt x="0" y="1206500"/>
                  </a:moveTo>
                  <a:cubicBezTo>
                    <a:pt x="168619" y="740833"/>
                    <a:pt x="1073838" y="402167"/>
                    <a:pt x="1610757" y="0"/>
                  </a:cubicBezTo>
                  <a:lnTo>
                    <a:pt x="1714500" y="1046843"/>
                  </a:lnTo>
                  <a:cubicBezTo>
                    <a:pt x="1159933" y="1586895"/>
                    <a:pt x="198967" y="1631648"/>
                    <a:pt x="0" y="1206500"/>
                  </a:cubicBezTo>
                  <a:close/>
                </a:path>
              </a:pathLst>
            </a:custGeom>
            <a:solidFill>
              <a:srgbClr val="FBA8A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20">
              <a:extLst>
                <a:ext uri="{FF2B5EF4-FFF2-40B4-BE49-F238E27FC236}">
                  <a16:creationId xmlns:a16="http://schemas.microsoft.com/office/drawing/2014/main" id="{361ACF81-1CDC-6C48-EBAC-2A02FA78D286}"/>
                </a:ext>
              </a:extLst>
            </p:cNvPr>
            <p:cNvSpPr/>
            <p:nvPr/>
          </p:nvSpPr>
          <p:spPr>
            <a:xfrm rot="20036096" flipH="1">
              <a:off x="5773313" y="861176"/>
              <a:ext cx="1714500" cy="1492683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461657"/>
                <a:gd name="connsiteY0" fmla="*/ 279400 h 1262743"/>
                <a:gd name="connsiteX1" fmla="*/ 2461657 w 2461657"/>
                <a:gd name="connsiteY1" fmla="*/ 0 h 1262743"/>
                <a:gd name="connsiteX2" fmla="*/ 2461657 w 2461657"/>
                <a:gd name="connsiteY2" fmla="*/ 1262743 h 1262743"/>
                <a:gd name="connsiteX3" fmla="*/ 990600 w 2461657"/>
                <a:gd name="connsiteY3" fmla="*/ 1262743 h 1262743"/>
                <a:gd name="connsiteX4" fmla="*/ 0 w 2461657"/>
                <a:gd name="connsiteY4" fmla="*/ 279400 h 12627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990600 w 2461657"/>
                <a:gd name="connsiteY3" fmla="*/ 21898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01800 w 2461657"/>
                <a:gd name="connsiteY3" fmla="*/ 1148443 h 2189843"/>
                <a:gd name="connsiteX4" fmla="*/ 0 w 2461657"/>
                <a:gd name="connsiteY4" fmla="*/ 1206500 h 2189843"/>
                <a:gd name="connsiteX0" fmla="*/ 0 w 2461657"/>
                <a:gd name="connsiteY0" fmla="*/ 1206500 h 2189843"/>
                <a:gd name="connsiteX1" fmla="*/ 1610757 w 2461657"/>
                <a:gd name="connsiteY1" fmla="*/ 0 h 2189843"/>
                <a:gd name="connsiteX2" fmla="*/ 2461657 w 2461657"/>
                <a:gd name="connsiteY2" fmla="*/ 2189843 h 2189843"/>
                <a:gd name="connsiteX3" fmla="*/ 1714500 w 2461657"/>
                <a:gd name="connsiteY3" fmla="*/ 1046843 h 2189843"/>
                <a:gd name="connsiteX4" fmla="*/ 0 w 2461657"/>
                <a:gd name="connsiteY4" fmla="*/ 1206500 h 2189843"/>
                <a:gd name="connsiteX0" fmla="*/ 0 w 1714500"/>
                <a:gd name="connsiteY0" fmla="*/ 1206500 h 1492683"/>
                <a:gd name="connsiteX1" fmla="*/ 1610757 w 1714500"/>
                <a:gd name="connsiteY1" fmla="*/ 0 h 1492683"/>
                <a:gd name="connsiteX2" fmla="*/ 1714500 w 1714500"/>
                <a:gd name="connsiteY2" fmla="*/ 1046843 h 1492683"/>
                <a:gd name="connsiteX3" fmla="*/ 0 w 1714500"/>
                <a:gd name="connsiteY3" fmla="*/ 1206500 h 149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0" h="1492683">
                  <a:moveTo>
                    <a:pt x="0" y="1206500"/>
                  </a:moveTo>
                  <a:cubicBezTo>
                    <a:pt x="168619" y="740833"/>
                    <a:pt x="1073838" y="402167"/>
                    <a:pt x="1610757" y="0"/>
                  </a:cubicBezTo>
                  <a:lnTo>
                    <a:pt x="1714500" y="1046843"/>
                  </a:lnTo>
                  <a:cubicBezTo>
                    <a:pt x="1159933" y="1586895"/>
                    <a:pt x="198967" y="1631648"/>
                    <a:pt x="0" y="1206500"/>
                  </a:cubicBezTo>
                  <a:close/>
                </a:path>
              </a:pathLst>
            </a:custGeom>
            <a:solidFill>
              <a:srgbClr val="FBA8A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3">
              <a:extLst>
                <a:ext uri="{FF2B5EF4-FFF2-40B4-BE49-F238E27FC236}">
                  <a16:creationId xmlns:a16="http://schemas.microsoft.com/office/drawing/2014/main" id="{B993F9E5-3D25-0585-3A1B-77C03056EA28}"/>
                </a:ext>
              </a:extLst>
            </p:cNvPr>
            <p:cNvSpPr/>
            <p:nvPr/>
          </p:nvSpPr>
          <p:spPr>
            <a:xfrm>
              <a:off x="2884524" y="793421"/>
              <a:ext cx="4129631" cy="4276074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611086"/>
                <a:gd name="connsiteX1" fmla="*/ 1471057 w 1471057"/>
                <a:gd name="connsiteY1" fmla="*/ 0 h 1611086"/>
                <a:gd name="connsiteX2" fmla="*/ 1471057 w 1471057"/>
                <a:gd name="connsiteY2" fmla="*/ 1262743 h 1611086"/>
                <a:gd name="connsiteX3" fmla="*/ 493486 w 1471057"/>
                <a:gd name="connsiteY3" fmla="*/ 1611086 h 1611086"/>
                <a:gd name="connsiteX4" fmla="*/ 0 w 1471057"/>
                <a:gd name="connsiteY4" fmla="*/ 0 h 1611086"/>
                <a:gd name="connsiteX0" fmla="*/ 0 w 1659743"/>
                <a:gd name="connsiteY0" fmla="*/ 0 h 1611086"/>
                <a:gd name="connsiteX1" fmla="*/ 1471057 w 1659743"/>
                <a:gd name="connsiteY1" fmla="*/ 0 h 1611086"/>
                <a:gd name="connsiteX2" fmla="*/ 1659743 w 1659743"/>
                <a:gd name="connsiteY2" fmla="*/ 1277258 h 1611086"/>
                <a:gd name="connsiteX3" fmla="*/ 493486 w 1659743"/>
                <a:gd name="connsiteY3" fmla="*/ 1611086 h 1611086"/>
                <a:gd name="connsiteX4" fmla="*/ 0 w 1659743"/>
                <a:gd name="connsiteY4" fmla="*/ 0 h 1611086"/>
                <a:gd name="connsiteX0" fmla="*/ 0 w 2182257"/>
                <a:gd name="connsiteY0" fmla="*/ 1451429 h 3062515"/>
                <a:gd name="connsiteX1" fmla="*/ 2182257 w 2182257"/>
                <a:gd name="connsiteY1" fmla="*/ 0 h 3062515"/>
                <a:gd name="connsiteX2" fmla="*/ 1659743 w 2182257"/>
                <a:gd name="connsiteY2" fmla="*/ 2728687 h 3062515"/>
                <a:gd name="connsiteX3" fmla="*/ 493486 w 2182257"/>
                <a:gd name="connsiteY3" fmla="*/ 3062515 h 3062515"/>
                <a:gd name="connsiteX4" fmla="*/ 0 w 2182257"/>
                <a:gd name="connsiteY4" fmla="*/ 1451429 h 3062515"/>
                <a:gd name="connsiteX0" fmla="*/ 0 w 2182257"/>
                <a:gd name="connsiteY0" fmla="*/ 2547090 h 4158176"/>
                <a:gd name="connsiteX1" fmla="*/ 858900 w 2182257"/>
                <a:gd name="connsiteY1" fmla="*/ 0 h 4158176"/>
                <a:gd name="connsiteX2" fmla="*/ 2182257 w 2182257"/>
                <a:gd name="connsiteY2" fmla="*/ 1095661 h 4158176"/>
                <a:gd name="connsiteX3" fmla="*/ 1659743 w 2182257"/>
                <a:gd name="connsiteY3" fmla="*/ 3824348 h 4158176"/>
                <a:gd name="connsiteX4" fmla="*/ 493486 w 2182257"/>
                <a:gd name="connsiteY4" fmla="*/ 4158176 h 4158176"/>
                <a:gd name="connsiteX5" fmla="*/ 0 w 2182257"/>
                <a:gd name="connsiteY5" fmla="*/ 2547090 h 4158176"/>
                <a:gd name="connsiteX0" fmla="*/ 0 w 2182257"/>
                <a:gd name="connsiteY0" fmla="*/ 2660338 h 4271424"/>
                <a:gd name="connsiteX1" fmla="*/ 916958 w 2182257"/>
                <a:gd name="connsiteY1" fmla="*/ 316448 h 4271424"/>
                <a:gd name="connsiteX2" fmla="*/ 858900 w 2182257"/>
                <a:gd name="connsiteY2" fmla="*/ 113248 h 4271424"/>
                <a:gd name="connsiteX3" fmla="*/ 2182257 w 2182257"/>
                <a:gd name="connsiteY3" fmla="*/ 1208909 h 4271424"/>
                <a:gd name="connsiteX4" fmla="*/ 1659743 w 2182257"/>
                <a:gd name="connsiteY4" fmla="*/ 3937596 h 4271424"/>
                <a:gd name="connsiteX5" fmla="*/ 493486 w 2182257"/>
                <a:gd name="connsiteY5" fmla="*/ 4271424 h 4271424"/>
                <a:gd name="connsiteX6" fmla="*/ 0 w 2182257"/>
                <a:gd name="connsiteY6" fmla="*/ 2660338 h 4271424"/>
                <a:gd name="connsiteX0" fmla="*/ 171313 w 2353570"/>
                <a:gd name="connsiteY0" fmla="*/ 2595498 h 4206584"/>
                <a:gd name="connsiteX1" fmla="*/ 43242 w 2353570"/>
                <a:gd name="connsiteY1" fmla="*/ 150008 h 4206584"/>
                <a:gd name="connsiteX2" fmla="*/ 1088271 w 2353570"/>
                <a:gd name="connsiteY2" fmla="*/ 251608 h 4206584"/>
                <a:gd name="connsiteX3" fmla="*/ 1030213 w 2353570"/>
                <a:gd name="connsiteY3" fmla="*/ 48408 h 4206584"/>
                <a:gd name="connsiteX4" fmla="*/ 2353570 w 2353570"/>
                <a:gd name="connsiteY4" fmla="*/ 1144069 h 4206584"/>
                <a:gd name="connsiteX5" fmla="*/ 1831056 w 2353570"/>
                <a:gd name="connsiteY5" fmla="*/ 3872756 h 4206584"/>
                <a:gd name="connsiteX6" fmla="*/ 664799 w 2353570"/>
                <a:gd name="connsiteY6" fmla="*/ 4206584 h 4206584"/>
                <a:gd name="connsiteX7" fmla="*/ 171313 w 2353570"/>
                <a:gd name="connsiteY7" fmla="*/ 2595498 h 4206584"/>
                <a:gd name="connsiteX0" fmla="*/ 194190 w 2376447"/>
                <a:gd name="connsiteY0" fmla="*/ 2595498 h 4206584"/>
                <a:gd name="connsiteX1" fmla="*/ 153205 w 2376447"/>
                <a:gd name="connsiteY1" fmla="*/ 280636 h 4206584"/>
                <a:gd name="connsiteX2" fmla="*/ 66119 w 2376447"/>
                <a:gd name="connsiteY2" fmla="*/ 150008 h 4206584"/>
                <a:gd name="connsiteX3" fmla="*/ 1111148 w 2376447"/>
                <a:gd name="connsiteY3" fmla="*/ 251608 h 4206584"/>
                <a:gd name="connsiteX4" fmla="*/ 1053090 w 2376447"/>
                <a:gd name="connsiteY4" fmla="*/ 48408 h 4206584"/>
                <a:gd name="connsiteX5" fmla="*/ 2376447 w 2376447"/>
                <a:gd name="connsiteY5" fmla="*/ 1144069 h 4206584"/>
                <a:gd name="connsiteX6" fmla="*/ 1853933 w 2376447"/>
                <a:gd name="connsiteY6" fmla="*/ 3872756 h 4206584"/>
                <a:gd name="connsiteX7" fmla="*/ 687676 w 2376447"/>
                <a:gd name="connsiteY7" fmla="*/ 4206584 h 4206584"/>
                <a:gd name="connsiteX8" fmla="*/ 194190 w 2376447"/>
                <a:gd name="connsiteY8" fmla="*/ 2595498 h 4206584"/>
                <a:gd name="connsiteX0" fmla="*/ 766745 w 2949002"/>
                <a:gd name="connsiteY0" fmla="*/ 2595498 h 4206584"/>
                <a:gd name="connsiteX1" fmla="*/ 46 w 2949002"/>
                <a:gd name="connsiteY1" fmla="*/ 498350 h 4206584"/>
                <a:gd name="connsiteX2" fmla="*/ 725760 w 2949002"/>
                <a:gd name="connsiteY2" fmla="*/ 280636 h 4206584"/>
                <a:gd name="connsiteX3" fmla="*/ 638674 w 2949002"/>
                <a:gd name="connsiteY3" fmla="*/ 150008 h 4206584"/>
                <a:gd name="connsiteX4" fmla="*/ 1683703 w 2949002"/>
                <a:gd name="connsiteY4" fmla="*/ 251608 h 4206584"/>
                <a:gd name="connsiteX5" fmla="*/ 1625645 w 2949002"/>
                <a:gd name="connsiteY5" fmla="*/ 48408 h 4206584"/>
                <a:gd name="connsiteX6" fmla="*/ 2949002 w 2949002"/>
                <a:gd name="connsiteY6" fmla="*/ 1144069 h 4206584"/>
                <a:gd name="connsiteX7" fmla="*/ 2426488 w 2949002"/>
                <a:gd name="connsiteY7" fmla="*/ 3872756 h 4206584"/>
                <a:gd name="connsiteX8" fmla="*/ 1260231 w 2949002"/>
                <a:gd name="connsiteY8" fmla="*/ 4206584 h 4206584"/>
                <a:gd name="connsiteX9" fmla="*/ 766745 w 2949002"/>
                <a:gd name="connsiteY9" fmla="*/ 2595498 h 4206584"/>
                <a:gd name="connsiteX0" fmla="*/ 797620 w 2979877"/>
                <a:gd name="connsiteY0" fmla="*/ 2595498 h 4206584"/>
                <a:gd name="connsiteX1" fmla="*/ 219607 w 2979877"/>
                <a:gd name="connsiteY1" fmla="*/ 643493 h 4206584"/>
                <a:gd name="connsiteX2" fmla="*/ 30921 w 2979877"/>
                <a:gd name="connsiteY2" fmla="*/ 498350 h 4206584"/>
                <a:gd name="connsiteX3" fmla="*/ 756635 w 2979877"/>
                <a:gd name="connsiteY3" fmla="*/ 280636 h 4206584"/>
                <a:gd name="connsiteX4" fmla="*/ 669549 w 2979877"/>
                <a:gd name="connsiteY4" fmla="*/ 150008 h 4206584"/>
                <a:gd name="connsiteX5" fmla="*/ 1714578 w 2979877"/>
                <a:gd name="connsiteY5" fmla="*/ 251608 h 4206584"/>
                <a:gd name="connsiteX6" fmla="*/ 1656520 w 2979877"/>
                <a:gd name="connsiteY6" fmla="*/ 48408 h 4206584"/>
                <a:gd name="connsiteX7" fmla="*/ 2979877 w 2979877"/>
                <a:gd name="connsiteY7" fmla="*/ 1144069 h 4206584"/>
                <a:gd name="connsiteX8" fmla="*/ 2457363 w 2979877"/>
                <a:gd name="connsiteY8" fmla="*/ 3872756 h 4206584"/>
                <a:gd name="connsiteX9" fmla="*/ 1291106 w 2979877"/>
                <a:gd name="connsiteY9" fmla="*/ 4206584 h 4206584"/>
                <a:gd name="connsiteX10" fmla="*/ 797620 w 2979877"/>
                <a:gd name="connsiteY10" fmla="*/ 2595498 h 4206584"/>
                <a:gd name="connsiteX0" fmla="*/ 28461 w 3284775"/>
                <a:gd name="connsiteY0" fmla="*/ 3306698 h 4206584"/>
                <a:gd name="connsiteX1" fmla="*/ 524505 w 3284775"/>
                <a:gd name="connsiteY1" fmla="*/ 643493 h 4206584"/>
                <a:gd name="connsiteX2" fmla="*/ 335819 w 3284775"/>
                <a:gd name="connsiteY2" fmla="*/ 498350 h 4206584"/>
                <a:gd name="connsiteX3" fmla="*/ 1061533 w 3284775"/>
                <a:gd name="connsiteY3" fmla="*/ 280636 h 4206584"/>
                <a:gd name="connsiteX4" fmla="*/ 974447 w 3284775"/>
                <a:gd name="connsiteY4" fmla="*/ 150008 h 4206584"/>
                <a:gd name="connsiteX5" fmla="*/ 2019476 w 3284775"/>
                <a:gd name="connsiteY5" fmla="*/ 251608 h 4206584"/>
                <a:gd name="connsiteX6" fmla="*/ 1961418 w 3284775"/>
                <a:gd name="connsiteY6" fmla="*/ 48408 h 4206584"/>
                <a:gd name="connsiteX7" fmla="*/ 3284775 w 3284775"/>
                <a:gd name="connsiteY7" fmla="*/ 1144069 h 4206584"/>
                <a:gd name="connsiteX8" fmla="*/ 2762261 w 3284775"/>
                <a:gd name="connsiteY8" fmla="*/ 3872756 h 4206584"/>
                <a:gd name="connsiteX9" fmla="*/ 1596004 w 3284775"/>
                <a:gd name="connsiteY9" fmla="*/ 4206584 h 4206584"/>
                <a:gd name="connsiteX10" fmla="*/ 28461 w 3284775"/>
                <a:gd name="connsiteY10" fmla="*/ 3306698 h 4206584"/>
                <a:gd name="connsiteX0" fmla="*/ 314515 w 3570829"/>
                <a:gd name="connsiteY0" fmla="*/ 3306698 h 4206584"/>
                <a:gd name="connsiteX1" fmla="*/ 810559 w 3570829"/>
                <a:gd name="connsiteY1" fmla="*/ 643493 h 4206584"/>
                <a:gd name="connsiteX2" fmla="*/ 621873 w 3570829"/>
                <a:gd name="connsiteY2" fmla="*/ 498350 h 4206584"/>
                <a:gd name="connsiteX3" fmla="*/ 1347587 w 3570829"/>
                <a:gd name="connsiteY3" fmla="*/ 280636 h 4206584"/>
                <a:gd name="connsiteX4" fmla="*/ 1260501 w 3570829"/>
                <a:gd name="connsiteY4" fmla="*/ 150008 h 4206584"/>
                <a:gd name="connsiteX5" fmla="*/ 2305530 w 3570829"/>
                <a:gd name="connsiteY5" fmla="*/ 251608 h 4206584"/>
                <a:gd name="connsiteX6" fmla="*/ 2247472 w 3570829"/>
                <a:gd name="connsiteY6" fmla="*/ 48408 h 4206584"/>
                <a:gd name="connsiteX7" fmla="*/ 3570829 w 3570829"/>
                <a:gd name="connsiteY7" fmla="*/ 1144069 h 4206584"/>
                <a:gd name="connsiteX8" fmla="*/ 3048315 w 3570829"/>
                <a:gd name="connsiteY8" fmla="*/ 3872756 h 4206584"/>
                <a:gd name="connsiteX9" fmla="*/ 1882058 w 3570829"/>
                <a:gd name="connsiteY9" fmla="*/ 4206584 h 4206584"/>
                <a:gd name="connsiteX10" fmla="*/ 314515 w 3570829"/>
                <a:gd name="connsiteY10" fmla="*/ 3306698 h 4206584"/>
                <a:gd name="connsiteX0" fmla="*/ 314515 w 3570829"/>
                <a:gd name="connsiteY0" fmla="*/ 3306698 h 4206584"/>
                <a:gd name="connsiteX1" fmla="*/ 810559 w 3570829"/>
                <a:gd name="connsiteY1" fmla="*/ 643493 h 4206584"/>
                <a:gd name="connsiteX2" fmla="*/ 621873 w 3570829"/>
                <a:gd name="connsiteY2" fmla="*/ 498350 h 4206584"/>
                <a:gd name="connsiteX3" fmla="*/ 1347587 w 3570829"/>
                <a:gd name="connsiteY3" fmla="*/ 280636 h 4206584"/>
                <a:gd name="connsiteX4" fmla="*/ 1260501 w 3570829"/>
                <a:gd name="connsiteY4" fmla="*/ 150008 h 4206584"/>
                <a:gd name="connsiteX5" fmla="*/ 2305530 w 3570829"/>
                <a:gd name="connsiteY5" fmla="*/ 251608 h 4206584"/>
                <a:gd name="connsiteX6" fmla="*/ 2247472 w 3570829"/>
                <a:gd name="connsiteY6" fmla="*/ 48408 h 4206584"/>
                <a:gd name="connsiteX7" fmla="*/ 3570829 w 3570829"/>
                <a:gd name="connsiteY7" fmla="*/ 1144069 h 4206584"/>
                <a:gd name="connsiteX8" fmla="*/ 3048315 w 3570829"/>
                <a:gd name="connsiteY8" fmla="*/ 3872756 h 4206584"/>
                <a:gd name="connsiteX9" fmla="*/ 1882058 w 3570829"/>
                <a:gd name="connsiteY9" fmla="*/ 4206584 h 4206584"/>
                <a:gd name="connsiteX10" fmla="*/ 314515 w 3570829"/>
                <a:gd name="connsiteY10" fmla="*/ 3306698 h 4206584"/>
                <a:gd name="connsiteX0" fmla="*/ 314515 w 3570829"/>
                <a:gd name="connsiteY0" fmla="*/ 3306698 h 4276074"/>
                <a:gd name="connsiteX1" fmla="*/ 810559 w 3570829"/>
                <a:gd name="connsiteY1" fmla="*/ 643493 h 4276074"/>
                <a:gd name="connsiteX2" fmla="*/ 621873 w 3570829"/>
                <a:gd name="connsiteY2" fmla="*/ 498350 h 4276074"/>
                <a:gd name="connsiteX3" fmla="*/ 1347587 w 3570829"/>
                <a:gd name="connsiteY3" fmla="*/ 280636 h 4276074"/>
                <a:gd name="connsiteX4" fmla="*/ 1260501 w 3570829"/>
                <a:gd name="connsiteY4" fmla="*/ 150008 h 4276074"/>
                <a:gd name="connsiteX5" fmla="*/ 2305530 w 3570829"/>
                <a:gd name="connsiteY5" fmla="*/ 251608 h 4276074"/>
                <a:gd name="connsiteX6" fmla="*/ 2247472 w 3570829"/>
                <a:gd name="connsiteY6" fmla="*/ 48408 h 4276074"/>
                <a:gd name="connsiteX7" fmla="*/ 3570829 w 3570829"/>
                <a:gd name="connsiteY7" fmla="*/ 1144069 h 4276074"/>
                <a:gd name="connsiteX8" fmla="*/ 3048315 w 3570829"/>
                <a:gd name="connsiteY8" fmla="*/ 3872756 h 4276074"/>
                <a:gd name="connsiteX9" fmla="*/ 1882058 w 3570829"/>
                <a:gd name="connsiteY9" fmla="*/ 4206584 h 4276074"/>
                <a:gd name="connsiteX10" fmla="*/ 314515 w 3570829"/>
                <a:gd name="connsiteY10" fmla="*/ 3306698 h 4276074"/>
                <a:gd name="connsiteX0" fmla="*/ 314515 w 3878754"/>
                <a:gd name="connsiteY0" fmla="*/ 3306698 h 4276074"/>
                <a:gd name="connsiteX1" fmla="*/ 810559 w 3878754"/>
                <a:gd name="connsiteY1" fmla="*/ 643493 h 4276074"/>
                <a:gd name="connsiteX2" fmla="*/ 621873 w 3878754"/>
                <a:gd name="connsiteY2" fmla="*/ 498350 h 4276074"/>
                <a:gd name="connsiteX3" fmla="*/ 1347587 w 3878754"/>
                <a:gd name="connsiteY3" fmla="*/ 280636 h 4276074"/>
                <a:gd name="connsiteX4" fmla="*/ 1260501 w 3878754"/>
                <a:gd name="connsiteY4" fmla="*/ 150008 h 4276074"/>
                <a:gd name="connsiteX5" fmla="*/ 2305530 w 3878754"/>
                <a:gd name="connsiteY5" fmla="*/ 251608 h 4276074"/>
                <a:gd name="connsiteX6" fmla="*/ 2247472 w 3878754"/>
                <a:gd name="connsiteY6" fmla="*/ 48408 h 4276074"/>
                <a:gd name="connsiteX7" fmla="*/ 3570829 w 3878754"/>
                <a:gd name="connsiteY7" fmla="*/ 1144069 h 4276074"/>
                <a:gd name="connsiteX8" fmla="*/ 3873074 w 3878754"/>
                <a:gd name="connsiteY8" fmla="*/ 2167493 h 4276074"/>
                <a:gd name="connsiteX9" fmla="*/ 3048315 w 3878754"/>
                <a:gd name="connsiteY9" fmla="*/ 3872756 h 4276074"/>
                <a:gd name="connsiteX10" fmla="*/ 1882058 w 3878754"/>
                <a:gd name="connsiteY10" fmla="*/ 4206584 h 4276074"/>
                <a:gd name="connsiteX11" fmla="*/ 314515 w 3878754"/>
                <a:gd name="connsiteY11" fmla="*/ 3306698 h 4276074"/>
                <a:gd name="connsiteX0" fmla="*/ 314515 w 4093815"/>
                <a:gd name="connsiteY0" fmla="*/ 3306698 h 4276074"/>
                <a:gd name="connsiteX1" fmla="*/ 810559 w 4093815"/>
                <a:gd name="connsiteY1" fmla="*/ 643493 h 4276074"/>
                <a:gd name="connsiteX2" fmla="*/ 621873 w 4093815"/>
                <a:gd name="connsiteY2" fmla="*/ 498350 h 4276074"/>
                <a:gd name="connsiteX3" fmla="*/ 1347587 w 4093815"/>
                <a:gd name="connsiteY3" fmla="*/ 280636 h 4276074"/>
                <a:gd name="connsiteX4" fmla="*/ 1260501 w 4093815"/>
                <a:gd name="connsiteY4" fmla="*/ 150008 h 4276074"/>
                <a:gd name="connsiteX5" fmla="*/ 2305530 w 4093815"/>
                <a:gd name="connsiteY5" fmla="*/ 251608 h 4276074"/>
                <a:gd name="connsiteX6" fmla="*/ 2247472 w 4093815"/>
                <a:gd name="connsiteY6" fmla="*/ 48408 h 4276074"/>
                <a:gd name="connsiteX7" fmla="*/ 3570829 w 4093815"/>
                <a:gd name="connsiteY7" fmla="*/ 1144069 h 4276074"/>
                <a:gd name="connsiteX8" fmla="*/ 3873074 w 4093815"/>
                <a:gd name="connsiteY8" fmla="*/ 2167493 h 4276074"/>
                <a:gd name="connsiteX9" fmla="*/ 3048315 w 4093815"/>
                <a:gd name="connsiteY9" fmla="*/ 3872756 h 4276074"/>
                <a:gd name="connsiteX10" fmla="*/ 1882058 w 4093815"/>
                <a:gd name="connsiteY10" fmla="*/ 4206584 h 4276074"/>
                <a:gd name="connsiteX11" fmla="*/ 314515 w 4093815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570829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14515 w 4109057"/>
                <a:gd name="connsiteY0" fmla="*/ 3306698 h 4276074"/>
                <a:gd name="connsiteX1" fmla="*/ 810559 w 4109057"/>
                <a:gd name="connsiteY1" fmla="*/ 643493 h 4276074"/>
                <a:gd name="connsiteX2" fmla="*/ 621873 w 4109057"/>
                <a:gd name="connsiteY2" fmla="*/ 498350 h 4276074"/>
                <a:gd name="connsiteX3" fmla="*/ 1347587 w 4109057"/>
                <a:gd name="connsiteY3" fmla="*/ 280636 h 4276074"/>
                <a:gd name="connsiteX4" fmla="*/ 1260501 w 4109057"/>
                <a:gd name="connsiteY4" fmla="*/ 150008 h 4276074"/>
                <a:gd name="connsiteX5" fmla="*/ 2305530 w 4109057"/>
                <a:gd name="connsiteY5" fmla="*/ 251608 h 4276074"/>
                <a:gd name="connsiteX6" fmla="*/ 2247472 w 4109057"/>
                <a:gd name="connsiteY6" fmla="*/ 48408 h 4276074"/>
                <a:gd name="connsiteX7" fmla="*/ 3643400 w 4109057"/>
                <a:gd name="connsiteY7" fmla="*/ 1144069 h 4276074"/>
                <a:gd name="connsiteX8" fmla="*/ 3873074 w 4109057"/>
                <a:gd name="connsiteY8" fmla="*/ 2167493 h 4276074"/>
                <a:gd name="connsiteX9" fmla="*/ 3048315 w 4109057"/>
                <a:gd name="connsiteY9" fmla="*/ 3872756 h 4276074"/>
                <a:gd name="connsiteX10" fmla="*/ 1882058 w 4109057"/>
                <a:gd name="connsiteY10" fmla="*/ 4206584 h 4276074"/>
                <a:gd name="connsiteX11" fmla="*/ 314515 w 4109057"/>
                <a:gd name="connsiteY11" fmla="*/ 3306698 h 4276074"/>
                <a:gd name="connsiteX0" fmla="*/ 335089 w 4129631"/>
                <a:gd name="connsiteY0" fmla="*/ 3306698 h 4276074"/>
                <a:gd name="connsiteX1" fmla="*/ 793033 w 4129631"/>
                <a:gd name="connsiteY1" fmla="*/ 582533 h 4276074"/>
                <a:gd name="connsiteX2" fmla="*/ 642447 w 4129631"/>
                <a:gd name="connsiteY2" fmla="*/ 498350 h 4276074"/>
                <a:gd name="connsiteX3" fmla="*/ 1368161 w 4129631"/>
                <a:gd name="connsiteY3" fmla="*/ 280636 h 4276074"/>
                <a:gd name="connsiteX4" fmla="*/ 1281075 w 4129631"/>
                <a:gd name="connsiteY4" fmla="*/ 150008 h 4276074"/>
                <a:gd name="connsiteX5" fmla="*/ 2326104 w 4129631"/>
                <a:gd name="connsiteY5" fmla="*/ 251608 h 4276074"/>
                <a:gd name="connsiteX6" fmla="*/ 2268046 w 4129631"/>
                <a:gd name="connsiteY6" fmla="*/ 48408 h 4276074"/>
                <a:gd name="connsiteX7" fmla="*/ 3663974 w 4129631"/>
                <a:gd name="connsiteY7" fmla="*/ 1144069 h 4276074"/>
                <a:gd name="connsiteX8" fmla="*/ 3893648 w 4129631"/>
                <a:gd name="connsiteY8" fmla="*/ 2167493 h 4276074"/>
                <a:gd name="connsiteX9" fmla="*/ 3068889 w 4129631"/>
                <a:gd name="connsiteY9" fmla="*/ 3872756 h 4276074"/>
                <a:gd name="connsiteX10" fmla="*/ 1902632 w 4129631"/>
                <a:gd name="connsiteY10" fmla="*/ 4206584 h 4276074"/>
                <a:gd name="connsiteX11" fmla="*/ 335089 w 4129631"/>
                <a:gd name="connsiteY11" fmla="*/ 3306698 h 427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29631" h="4276074">
                  <a:moveTo>
                    <a:pt x="335089" y="3306698"/>
                  </a:moveTo>
                  <a:cubicBezTo>
                    <a:pt x="146830" y="2761231"/>
                    <a:pt x="-516098" y="917544"/>
                    <a:pt x="793033" y="582533"/>
                  </a:cubicBezTo>
                  <a:cubicBezTo>
                    <a:pt x="581430" y="393028"/>
                    <a:pt x="543266" y="607207"/>
                    <a:pt x="642447" y="498350"/>
                  </a:cubicBezTo>
                  <a:cubicBezTo>
                    <a:pt x="673048" y="404733"/>
                    <a:pt x="1103154" y="259711"/>
                    <a:pt x="1368161" y="280636"/>
                  </a:cubicBezTo>
                  <a:cubicBezTo>
                    <a:pt x="1351228" y="217741"/>
                    <a:pt x="1099646" y="176617"/>
                    <a:pt x="1281075" y="150008"/>
                  </a:cubicBezTo>
                  <a:cubicBezTo>
                    <a:pt x="1462504" y="123399"/>
                    <a:pt x="2040657" y="4865"/>
                    <a:pt x="2326104" y="251608"/>
                  </a:cubicBezTo>
                  <a:cubicBezTo>
                    <a:pt x="2364809" y="106465"/>
                    <a:pt x="2018458" y="-93078"/>
                    <a:pt x="2268046" y="48408"/>
                  </a:cubicBezTo>
                  <a:cubicBezTo>
                    <a:pt x="2747869" y="210428"/>
                    <a:pt x="3372836" y="532107"/>
                    <a:pt x="3663974" y="1144069"/>
                  </a:cubicBezTo>
                  <a:cubicBezTo>
                    <a:pt x="3605065" y="1436829"/>
                    <a:pt x="3778385" y="1831190"/>
                    <a:pt x="3893648" y="2167493"/>
                  </a:cubicBezTo>
                  <a:cubicBezTo>
                    <a:pt x="4620213" y="3229399"/>
                    <a:pt x="3474437" y="3681707"/>
                    <a:pt x="3068889" y="3872756"/>
                  </a:cubicBezTo>
                  <a:lnTo>
                    <a:pt x="1902632" y="4206584"/>
                  </a:lnTo>
                  <a:cubicBezTo>
                    <a:pt x="1757490" y="4240451"/>
                    <a:pt x="306060" y="4593631"/>
                    <a:pt x="335089" y="3306698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6">
              <a:extLst>
                <a:ext uri="{FF2B5EF4-FFF2-40B4-BE49-F238E27FC236}">
                  <a16:creationId xmlns:a16="http://schemas.microsoft.com/office/drawing/2014/main" id="{74B935C3-25D0-DF82-C156-0261B55CFBBD}"/>
                </a:ext>
              </a:extLst>
            </p:cNvPr>
            <p:cNvSpPr/>
            <p:nvPr/>
          </p:nvSpPr>
          <p:spPr>
            <a:xfrm>
              <a:off x="4548745" y="3364072"/>
              <a:ext cx="1316800" cy="869570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975360 w 1471057"/>
                <a:gd name="connsiteY3" fmla="*/ 1186543 h 1262743"/>
                <a:gd name="connsiteX4" fmla="*/ 0 w 1471057"/>
                <a:gd name="connsiteY4" fmla="*/ 0 h 1262743"/>
                <a:gd name="connsiteX0" fmla="*/ 0 w 731917"/>
                <a:gd name="connsiteY0" fmla="*/ 457200 h 1262743"/>
                <a:gd name="connsiteX1" fmla="*/ 731917 w 731917"/>
                <a:gd name="connsiteY1" fmla="*/ 0 h 1262743"/>
                <a:gd name="connsiteX2" fmla="*/ 731917 w 731917"/>
                <a:gd name="connsiteY2" fmla="*/ 1262743 h 1262743"/>
                <a:gd name="connsiteX3" fmla="*/ 236220 w 731917"/>
                <a:gd name="connsiteY3" fmla="*/ 1186543 h 1262743"/>
                <a:gd name="connsiteX4" fmla="*/ 0 w 731917"/>
                <a:gd name="connsiteY4" fmla="*/ 457200 h 1262743"/>
                <a:gd name="connsiteX0" fmla="*/ 391694 w 1123611"/>
                <a:gd name="connsiteY0" fmla="*/ 457200 h 1321637"/>
                <a:gd name="connsiteX1" fmla="*/ 1123611 w 1123611"/>
                <a:gd name="connsiteY1" fmla="*/ 0 h 1321637"/>
                <a:gd name="connsiteX2" fmla="*/ 1123611 w 1123611"/>
                <a:gd name="connsiteY2" fmla="*/ 1262743 h 1321637"/>
                <a:gd name="connsiteX3" fmla="*/ 627914 w 1123611"/>
                <a:gd name="connsiteY3" fmla="*/ 1186543 h 1321637"/>
                <a:gd name="connsiteX4" fmla="*/ 391694 w 1123611"/>
                <a:gd name="connsiteY4" fmla="*/ 457200 h 1321637"/>
                <a:gd name="connsiteX0" fmla="*/ 582966 w 1314883"/>
                <a:gd name="connsiteY0" fmla="*/ 457200 h 1316208"/>
                <a:gd name="connsiteX1" fmla="*/ 1314883 w 1314883"/>
                <a:gd name="connsiteY1" fmla="*/ 0 h 1316208"/>
                <a:gd name="connsiteX2" fmla="*/ 1314883 w 1314883"/>
                <a:gd name="connsiteY2" fmla="*/ 1262743 h 1316208"/>
                <a:gd name="connsiteX3" fmla="*/ 819186 w 1314883"/>
                <a:gd name="connsiteY3" fmla="*/ 1186543 h 1316208"/>
                <a:gd name="connsiteX4" fmla="*/ 582966 w 1314883"/>
                <a:gd name="connsiteY4" fmla="*/ 457200 h 1316208"/>
                <a:gd name="connsiteX0" fmla="*/ 522848 w 1254765"/>
                <a:gd name="connsiteY0" fmla="*/ 457200 h 1302184"/>
                <a:gd name="connsiteX1" fmla="*/ 1254765 w 1254765"/>
                <a:gd name="connsiteY1" fmla="*/ 0 h 1302184"/>
                <a:gd name="connsiteX2" fmla="*/ 1254765 w 1254765"/>
                <a:gd name="connsiteY2" fmla="*/ 1262743 h 1302184"/>
                <a:gd name="connsiteX3" fmla="*/ 759068 w 1254765"/>
                <a:gd name="connsiteY3" fmla="*/ 1186543 h 1302184"/>
                <a:gd name="connsiteX4" fmla="*/ 522848 w 1254765"/>
                <a:gd name="connsiteY4" fmla="*/ 457200 h 1302184"/>
                <a:gd name="connsiteX0" fmla="*/ 522848 w 1254765"/>
                <a:gd name="connsiteY0" fmla="*/ 457200 h 1302184"/>
                <a:gd name="connsiteX1" fmla="*/ 1254765 w 1254765"/>
                <a:gd name="connsiteY1" fmla="*/ 0 h 1302184"/>
                <a:gd name="connsiteX2" fmla="*/ 759068 w 1254765"/>
                <a:gd name="connsiteY2" fmla="*/ 1186543 h 1302184"/>
                <a:gd name="connsiteX3" fmla="*/ 522848 w 1254765"/>
                <a:gd name="connsiteY3" fmla="*/ 457200 h 1302184"/>
                <a:gd name="connsiteX0" fmla="*/ 522848 w 759068"/>
                <a:gd name="connsiteY0" fmla="*/ 0 h 844984"/>
                <a:gd name="connsiteX1" fmla="*/ 759068 w 759068"/>
                <a:gd name="connsiteY1" fmla="*/ 729343 h 844984"/>
                <a:gd name="connsiteX2" fmla="*/ 522848 w 759068"/>
                <a:gd name="connsiteY2" fmla="*/ 0 h 844984"/>
                <a:gd name="connsiteX0" fmla="*/ 522848 w 1323553"/>
                <a:gd name="connsiteY0" fmla="*/ 0 h 844984"/>
                <a:gd name="connsiteX1" fmla="*/ 759068 w 1323553"/>
                <a:gd name="connsiteY1" fmla="*/ 729343 h 844984"/>
                <a:gd name="connsiteX2" fmla="*/ 522848 w 1323553"/>
                <a:gd name="connsiteY2" fmla="*/ 0 h 844984"/>
                <a:gd name="connsiteX0" fmla="*/ 522848 w 1448109"/>
                <a:gd name="connsiteY0" fmla="*/ 5231 h 850215"/>
                <a:gd name="connsiteX1" fmla="*/ 759068 w 1448109"/>
                <a:gd name="connsiteY1" fmla="*/ 734574 h 850215"/>
                <a:gd name="connsiteX2" fmla="*/ 522848 w 1448109"/>
                <a:gd name="connsiteY2" fmla="*/ 5231 h 850215"/>
                <a:gd name="connsiteX0" fmla="*/ 522848 w 1320880"/>
                <a:gd name="connsiteY0" fmla="*/ 5176 h 850160"/>
                <a:gd name="connsiteX1" fmla="*/ 759068 w 1320880"/>
                <a:gd name="connsiteY1" fmla="*/ 734519 h 850160"/>
                <a:gd name="connsiteX2" fmla="*/ 522848 w 1320880"/>
                <a:gd name="connsiteY2" fmla="*/ 5176 h 850160"/>
                <a:gd name="connsiteX0" fmla="*/ 522848 w 1316800"/>
                <a:gd name="connsiteY0" fmla="*/ 24586 h 869570"/>
                <a:gd name="connsiteX1" fmla="*/ 759068 w 1316800"/>
                <a:gd name="connsiteY1" fmla="*/ 753929 h 869570"/>
                <a:gd name="connsiteX2" fmla="*/ 522848 w 1316800"/>
                <a:gd name="connsiteY2" fmla="*/ 24586 h 8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800" h="869570">
                  <a:moveTo>
                    <a:pt x="522848" y="24586"/>
                  </a:moveTo>
                  <a:cubicBezTo>
                    <a:pt x="1134988" y="-143780"/>
                    <a:pt x="1830948" y="602255"/>
                    <a:pt x="759068" y="753929"/>
                  </a:cubicBezTo>
                  <a:cubicBezTo>
                    <a:pt x="-394092" y="1204235"/>
                    <a:pt x="-30872" y="206740"/>
                    <a:pt x="522848" y="24586"/>
                  </a:cubicBezTo>
                  <a:close/>
                </a:path>
              </a:pathLst>
            </a:custGeom>
            <a:solidFill>
              <a:srgbClr val="FBA8A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1B3A6AC1-B0E2-DC30-021F-087F2496094C}"/>
                </a:ext>
              </a:extLst>
            </p:cNvPr>
            <p:cNvGrpSpPr/>
            <p:nvPr/>
          </p:nvGrpSpPr>
          <p:grpSpPr>
            <a:xfrm>
              <a:off x="5600467" y="2435842"/>
              <a:ext cx="1013318" cy="1174072"/>
              <a:chOff x="5600467" y="2435842"/>
              <a:chExt cx="1013318" cy="1174072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247C08E5-7A10-3B45-192F-D16EAC6EB848}"/>
                  </a:ext>
                </a:extLst>
              </p:cNvPr>
              <p:cNvSpPr/>
              <p:nvPr/>
            </p:nvSpPr>
            <p:spPr>
              <a:xfrm rot="19869228">
                <a:off x="5600467" y="2435842"/>
                <a:ext cx="1013318" cy="11740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482D0F56-1609-60BD-D559-286B39581B86}"/>
                  </a:ext>
                </a:extLst>
              </p:cNvPr>
              <p:cNvSpPr/>
              <p:nvPr/>
            </p:nvSpPr>
            <p:spPr>
              <a:xfrm rot="19869228">
                <a:off x="5609711" y="2598532"/>
                <a:ext cx="816565" cy="964958"/>
              </a:xfrm>
              <a:custGeom>
                <a:avLst/>
                <a:gdLst>
                  <a:gd name="connsiteX0" fmla="*/ 593184 w 816565"/>
                  <a:gd name="connsiteY0" fmla="*/ 82400 h 964958"/>
                  <a:gd name="connsiteX1" fmla="*/ 816565 w 816565"/>
                  <a:gd name="connsiteY1" fmla="*/ 482479 h 964958"/>
                  <a:gd name="connsiteX2" fmla="*/ 309906 w 816565"/>
                  <a:gd name="connsiteY2" fmla="*/ 964958 h 964958"/>
                  <a:gd name="connsiteX3" fmla="*/ 217714 w 816565"/>
                  <a:gd name="connsiteY3" fmla="*/ 956108 h 964958"/>
                  <a:gd name="connsiteX4" fmla="*/ 148397 w 816565"/>
                  <a:gd name="connsiteY4" fmla="*/ 889843 h 964958"/>
                  <a:gd name="connsiteX5" fmla="*/ 0 w 816565"/>
                  <a:gd name="connsiteY5" fmla="*/ 474746 h 964958"/>
                  <a:gd name="connsiteX6" fmla="*/ 148396 w 816565"/>
                  <a:gd name="connsiteY6" fmla="*/ 59649 h 964958"/>
                  <a:gd name="connsiteX7" fmla="*/ 197289 w 816565"/>
                  <a:gd name="connsiteY7" fmla="*/ 12908 h 964958"/>
                  <a:gd name="connsiteX8" fmla="*/ 207797 w 816565"/>
                  <a:gd name="connsiteY8" fmla="*/ 9803 h 964958"/>
                  <a:gd name="connsiteX9" fmla="*/ 309906 w 816565"/>
                  <a:gd name="connsiteY9" fmla="*/ 0 h 964958"/>
                  <a:gd name="connsiteX10" fmla="*/ 593184 w 816565"/>
                  <a:gd name="connsiteY10" fmla="*/ 82400 h 96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6565" h="964958">
                    <a:moveTo>
                      <a:pt x="593184" y="82400"/>
                    </a:moveTo>
                    <a:cubicBezTo>
                      <a:pt x="727956" y="169105"/>
                      <a:pt x="816565" y="315938"/>
                      <a:pt x="816565" y="482479"/>
                    </a:cubicBezTo>
                    <a:cubicBezTo>
                      <a:pt x="816565" y="748945"/>
                      <a:pt x="589726" y="964958"/>
                      <a:pt x="309906" y="964958"/>
                    </a:cubicBezTo>
                    <a:lnTo>
                      <a:pt x="217714" y="956108"/>
                    </a:lnTo>
                    <a:lnTo>
                      <a:pt x="148397" y="889843"/>
                    </a:lnTo>
                    <a:cubicBezTo>
                      <a:pt x="56709" y="783610"/>
                      <a:pt x="0" y="636851"/>
                      <a:pt x="0" y="474746"/>
                    </a:cubicBezTo>
                    <a:cubicBezTo>
                      <a:pt x="0" y="312641"/>
                      <a:pt x="56709" y="165882"/>
                      <a:pt x="148396" y="59649"/>
                    </a:cubicBezTo>
                    <a:lnTo>
                      <a:pt x="197289" y="12908"/>
                    </a:lnTo>
                    <a:lnTo>
                      <a:pt x="207797" y="9803"/>
                    </a:lnTo>
                    <a:cubicBezTo>
                      <a:pt x="240779" y="3375"/>
                      <a:pt x="274928" y="0"/>
                      <a:pt x="309906" y="0"/>
                    </a:cubicBezTo>
                    <a:cubicBezTo>
                      <a:pt x="414839" y="0"/>
                      <a:pt x="512321" y="30377"/>
                      <a:pt x="593184" y="8240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431B10A8-9A40-49FA-EA35-00C2AA6A08BE}"/>
                  </a:ext>
                </a:extLst>
              </p:cNvPr>
              <p:cNvSpPr/>
              <p:nvPr/>
            </p:nvSpPr>
            <p:spPr>
              <a:xfrm>
                <a:off x="6160084" y="3123747"/>
                <a:ext cx="179734" cy="17973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32383C5-3231-EC4A-9BF1-C0C42542DE4F}"/>
                  </a:ext>
                </a:extLst>
              </p:cNvPr>
              <p:cNvSpPr/>
              <p:nvPr/>
            </p:nvSpPr>
            <p:spPr>
              <a:xfrm>
                <a:off x="5775677" y="2821975"/>
                <a:ext cx="325429" cy="3254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AFC068C-49C1-DA1C-DB7E-19A6FF916BAB}"/>
                </a:ext>
              </a:extLst>
            </p:cNvPr>
            <p:cNvSpPr/>
            <p:nvPr/>
          </p:nvSpPr>
          <p:spPr>
            <a:xfrm rot="18195762">
              <a:off x="5351100" y="3485995"/>
              <a:ext cx="245568" cy="4354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B6D0C5C-099E-C844-4183-1596FAB8AB18}"/>
                </a:ext>
              </a:extLst>
            </p:cNvPr>
            <p:cNvSpPr/>
            <p:nvPr/>
          </p:nvSpPr>
          <p:spPr>
            <a:xfrm rot="1992148">
              <a:off x="4778785" y="3624280"/>
              <a:ext cx="245568" cy="4354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C07A76-E8DE-BA42-FFE2-019A9A16CF04}"/>
                </a:ext>
              </a:extLst>
            </p:cNvPr>
            <p:cNvSpPr/>
            <p:nvPr/>
          </p:nvSpPr>
          <p:spPr>
            <a:xfrm>
              <a:off x="1590723" y="2043041"/>
              <a:ext cx="1658419" cy="1181534"/>
            </a:xfrm>
            <a:custGeom>
              <a:avLst/>
              <a:gdLst>
                <a:gd name="connsiteX0" fmla="*/ 1599134 w 1658419"/>
                <a:gd name="connsiteY0" fmla="*/ 0 h 1181534"/>
                <a:gd name="connsiteX1" fmla="*/ 1658419 w 1658419"/>
                <a:gd name="connsiteY1" fmla="*/ 598225 h 1181534"/>
                <a:gd name="connsiteX2" fmla="*/ 1596437 w 1658419"/>
                <a:gd name="connsiteY2" fmla="*/ 674565 h 1181534"/>
                <a:gd name="connsiteX3" fmla="*/ 123518 w 1658419"/>
                <a:gd name="connsiteY3" fmla="*/ 1127645 h 1181534"/>
                <a:gd name="connsiteX4" fmla="*/ 0 w 1658419"/>
                <a:gd name="connsiteY4" fmla="*/ 1181534 h 1181534"/>
                <a:gd name="connsiteX5" fmla="*/ 28355 w 1658419"/>
                <a:gd name="connsiteY5" fmla="*/ 1120629 h 1181534"/>
                <a:gd name="connsiteX6" fmla="*/ 1599134 w 1658419"/>
                <a:gd name="connsiteY6" fmla="*/ 0 h 118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8419" h="1181534">
                  <a:moveTo>
                    <a:pt x="1599134" y="0"/>
                  </a:moveTo>
                  <a:lnTo>
                    <a:pt x="1658419" y="598225"/>
                  </a:lnTo>
                  <a:lnTo>
                    <a:pt x="1596437" y="674565"/>
                  </a:lnTo>
                  <a:cubicBezTo>
                    <a:pt x="1028658" y="1337709"/>
                    <a:pt x="617445" y="958313"/>
                    <a:pt x="123518" y="1127645"/>
                  </a:cubicBezTo>
                  <a:lnTo>
                    <a:pt x="0" y="1181534"/>
                  </a:lnTo>
                  <a:lnTo>
                    <a:pt x="28355" y="1120629"/>
                  </a:lnTo>
                  <a:cubicBezTo>
                    <a:pt x="268710" y="698252"/>
                    <a:pt x="1095772" y="377032"/>
                    <a:pt x="1599134" y="0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solidFill>
                <a:srgbClr val="CA89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466133-F069-3829-67BC-FC72B2216902}"/>
                </a:ext>
              </a:extLst>
            </p:cNvPr>
            <p:cNvSpPr/>
            <p:nvPr/>
          </p:nvSpPr>
          <p:spPr>
            <a:xfrm rot="20036096" flipH="1">
              <a:off x="5736917" y="885016"/>
              <a:ext cx="1658419" cy="1181534"/>
            </a:xfrm>
            <a:custGeom>
              <a:avLst/>
              <a:gdLst>
                <a:gd name="connsiteX0" fmla="*/ 1599134 w 1658419"/>
                <a:gd name="connsiteY0" fmla="*/ 0 h 1181534"/>
                <a:gd name="connsiteX1" fmla="*/ 1658419 w 1658419"/>
                <a:gd name="connsiteY1" fmla="*/ 598225 h 1181534"/>
                <a:gd name="connsiteX2" fmla="*/ 1596437 w 1658419"/>
                <a:gd name="connsiteY2" fmla="*/ 674565 h 1181534"/>
                <a:gd name="connsiteX3" fmla="*/ 123518 w 1658419"/>
                <a:gd name="connsiteY3" fmla="*/ 1127645 h 1181534"/>
                <a:gd name="connsiteX4" fmla="*/ 0 w 1658419"/>
                <a:gd name="connsiteY4" fmla="*/ 1181534 h 1181534"/>
                <a:gd name="connsiteX5" fmla="*/ 28355 w 1658419"/>
                <a:gd name="connsiteY5" fmla="*/ 1120629 h 1181534"/>
                <a:gd name="connsiteX6" fmla="*/ 1599134 w 1658419"/>
                <a:gd name="connsiteY6" fmla="*/ 0 h 118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8419" h="1181534">
                  <a:moveTo>
                    <a:pt x="1599134" y="0"/>
                  </a:moveTo>
                  <a:lnTo>
                    <a:pt x="1658419" y="598225"/>
                  </a:lnTo>
                  <a:lnTo>
                    <a:pt x="1596437" y="674565"/>
                  </a:lnTo>
                  <a:cubicBezTo>
                    <a:pt x="1028658" y="1337709"/>
                    <a:pt x="617445" y="958313"/>
                    <a:pt x="123518" y="1127645"/>
                  </a:cubicBezTo>
                  <a:lnTo>
                    <a:pt x="0" y="1181534"/>
                  </a:lnTo>
                  <a:lnTo>
                    <a:pt x="28355" y="1120629"/>
                  </a:lnTo>
                  <a:cubicBezTo>
                    <a:pt x="268710" y="698252"/>
                    <a:pt x="1095772" y="377032"/>
                    <a:pt x="1599134" y="0"/>
                  </a:cubicBezTo>
                  <a:close/>
                </a:path>
              </a:pathLst>
            </a:custGeom>
            <a:solidFill>
              <a:srgbClr val="CA896B"/>
            </a:solidFill>
            <a:ln w="38100">
              <a:solidFill>
                <a:srgbClr val="CA89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3" name="Rectangle 18">
              <a:extLst>
                <a:ext uri="{FF2B5EF4-FFF2-40B4-BE49-F238E27FC236}">
                  <a16:creationId xmlns:a16="http://schemas.microsoft.com/office/drawing/2014/main" id="{FB5475A7-16FA-B66A-A94C-B719C4A51466}"/>
                </a:ext>
              </a:extLst>
            </p:cNvPr>
            <p:cNvSpPr/>
            <p:nvPr/>
          </p:nvSpPr>
          <p:spPr>
            <a:xfrm>
              <a:off x="2370409" y="1154192"/>
              <a:ext cx="1028230" cy="1473442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540440"/>
                <a:gd name="connsiteY0" fmla="*/ 154983 h 1262743"/>
                <a:gd name="connsiteX1" fmla="*/ 2540440 w 2540440"/>
                <a:gd name="connsiteY1" fmla="*/ 0 h 1262743"/>
                <a:gd name="connsiteX2" fmla="*/ 2540440 w 2540440"/>
                <a:gd name="connsiteY2" fmla="*/ 1262743 h 1262743"/>
                <a:gd name="connsiteX3" fmla="*/ 1069383 w 2540440"/>
                <a:gd name="connsiteY3" fmla="*/ 1262743 h 1262743"/>
                <a:gd name="connsiteX4" fmla="*/ 0 w 2540440"/>
                <a:gd name="connsiteY4" fmla="*/ 154983 h 1262743"/>
                <a:gd name="connsiteX0" fmla="*/ 247973 w 2788413"/>
                <a:gd name="connsiteY0" fmla="*/ 154983 h 1262743"/>
                <a:gd name="connsiteX1" fmla="*/ 2788413 w 2788413"/>
                <a:gd name="connsiteY1" fmla="*/ 0 h 1262743"/>
                <a:gd name="connsiteX2" fmla="*/ 2788413 w 2788413"/>
                <a:gd name="connsiteY2" fmla="*/ 1262743 h 1262743"/>
                <a:gd name="connsiteX3" fmla="*/ 0 w 2788413"/>
                <a:gd name="connsiteY3" fmla="*/ 487828 h 1262743"/>
                <a:gd name="connsiteX4" fmla="*/ 247973 w 2788413"/>
                <a:gd name="connsiteY4" fmla="*/ 154983 h 1262743"/>
                <a:gd name="connsiteX0" fmla="*/ 241623 w 2788413"/>
                <a:gd name="connsiteY0" fmla="*/ 0 h 1457010"/>
                <a:gd name="connsiteX1" fmla="*/ 2788413 w 2788413"/>
                <a:gd name="connsiteY1" fmla="*/ 194267 h 1457010"/>
                <a:gd name="connsiteX2" fmla="*/ 2788413 w 2788413"/>
                <a:gd name="connsiteY2" fmla="*/ 1457010 h 1457010"/>
                <a:gd name="connsiteX3" fmla="*/ 0 w 2788413"/>
                <a:gd name="connsiteY3" fmla="*/ 682095 h 1457010"/>
                <a:gd name="connsiteX4" fmla="*/ 241623 w 2788413"/>
                <a:gd name="connsiteY4" fmla="*/ 0 h 1457010"/>
                <a:gd name="connsiteX0" fmla="*/ 241623 w 2788413"/>
                <a:gd name="connsiteY0" fmla="*/ 0 h 1457010"/>
                <a:gd name="connsiteX1" fmla="*/ 2788413 w 2788413"/>
                <a:gd name="connsiteY1" fmla="*/ 1457010 h 1457010"/>
                <a:gd name="connsiteX2" fmla="*/ 0 w 2788413"/>
                <a:gd name="connsiteY2" fmla="*/ 682095 h 1457010"/>
                <a:gd name="connsiteX3" fmla="*/ 241623 w 2788413"/>
                <a:gd name="connsiteY3" fmla="*/ 0 h 1457010"/>
                <a:gd name="connsiteX0" fmla="*/ 529632 w 3076422"/>
                <a:gd name="connsiteY0" fmla="*/ 783490 h 2240500"/>
                <a:gd name="connsiteX1" fmla="*/ 3076422 w 3076422"/>
                <a:gd name="connsiteY1" fmla="*/ 2240500 h 2240500"/>
                <a:gd name="connsiteX2" fmla="*/ 288009 w 3076422"/>
                <a:gd name="connsiteY2" fmla="*/ 1465585 h 2240500"/>
                <a:gd name="connsiteX3" fmla="*/ 2291 w 3076422"/>
                <a:gd name="connsiteY3" fmla="*/ 0 h 2240500"/>
                <a:gd name="connsiteX4" fmla="*/ 529632 w 3076422"/>
                <a:gd name="connsiteY4" fmla="*/ 783490 h 2240500"/>
                <a:gd name="connsiteX0" fmla="*/ 529632 w 529632"/>
                <a:gd name="connsiteY0" fmla="*/ 783490 h 1465585"/>
                <a:gd name="connsiteX1" fmla="*/ 288009 w 529632"/>
                <a:gd name="connsiteY1" fmla="*/ 1465585 h 1465585"/>
                <a:gd name="connsiteX2" fmla="*/ 2291 w 529632"/>
                <a:gd name="connsiteY2" fmla="*/ 0 h 1465585"/>
                <a:gd name="connsiteX3" fmla="*/ 529632 w 529632"/>
                <a:gd name="connsiteY3" fmla="*/ 783490 h 1465585"/>
                <a:gd name="connsiteX0" fmla="*/ 529632 w 549961"/>
                <a:gd name="connsiteY0" fmla="*/ 783490 h 1465585"/>
                <a:gd name="connsiteX1" fmla="*/ 288009 w 549961"/>
                <a:gd name="connsiteY1" fmla="*/ 1465585 h 1465585"/>
                <a:gd name="connsiteX2" fmla="*/ 2291 w 549961"/>
                <a:gd name="connsiteY2" fmla="*/ 0 h 1465585"/>
                <a:gd name="connsiteX3" fmla="*/ 529632 w 549961"/>
                <a:gd name="connsiteY3" fmla="*/ 783490 h 1465585"/>
                <a:gd name="connsiteX0" fmla="*/ 529632 w 618773"/>
                <a:gd name="connsiteY0" fmla="*/ 783490 h 1465585"/>
                <a:gd name="connsiteX1" fmla="*/ 288009 w 618773"/>
                <a:gd name="connsiteY1" fmla="*/ 1465585 h 1465585"/>
                <a:gd name="connsiteX2" fmla="*/ 2291 w 618773"/>
                <a:gd name="connsiteY2" fmla="*/ 0 h 1465585"/>
                <a:gd name="connsiteX3" fmla="*/ 529632 w 618773"/>
                <a:gd name="connsiteY3" fmla="*/ 783490 h 1465585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939089 w 1028230"/>
                <a:gd name="connsiteY0" fmla="*/ 791347 h 1473442"/>
                <a:gd name="connsiteX1" fmla="*/ 697466 w 1028230"/>
                <a:gd name="connsiteY1" fmla="*/ 1473442 h 1473442"/>
                <a:gd name="connsiteX2" fmla="*/ 411748 w 1028230"/>
                <a:gd name="connsiteY2" fmla="*/ 7857 h 1473442"/>
                <a:gd name="connsiteX3" fmla="*/ 939089 w 1028230"/>
                <a:gd name="connsiteY3" fmla="*/ 791347 h 1473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230" h="1473442">
                  <a:moveTo>
                    <a:pt x="939089" y="791347"/>
                  </a:moveTo>
                  <a:cubicBezTo>
                    <a:pt x="1036348" y="1069512"/>
                    <a:pt x="1152657" y="1296877"/>
                    <a:pt x="697466" y="1473442"/>
                  </a:cubicBezTo>
                  <a:cubicBezTo>
                    <a:pt x="-418007" y="1247380"/>
                    <a:pt x="54021" y="-115331"/>
                    <a:pt x="411748" y="7857"/>
                  </a:cubicBezTo>
                  <a:cubicBezTo>
                    <a:pt x="606578" y="65820"/>
                    <a:pt x="242609" y="739734"/>
                    <a:pt x="939089" y="791347"/>
                  </a:cubicBezTo>
                  <a:close/>
                </a:path>
              </a:pathLst>
            </a:custGeom>
            <a:solidFill>
              <a:srgbClr val="FFF3D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8">
              <a:extLst>
                <a:ext uri="{FF2B5EF4-FFF2-40B4-BE49-F238E27FC236}">
                  <a16:creationId xmlns:a16="http://schemas.microsoft.com/office/drawing/2014/main" id="{8C998C28-849E-1BB3-E4F9-0F4E246E2822}"/>
                </a:ext>
              </a:extLst>
            </p:cNvPr>
            <p:cNvSpPr/>
            <p:nvPr/>
          </p:nvSpPr>
          <p:spPr>
            <a:xfrm rot="19105145" flipH="1">
              <a:off x="5447851" y="380552"/>
              <a:ext cx="1013065" cy="1451891"/>
            </a:xfrm>
            <a:custGeom>
              <a:avLst/>
              <a:gdLst>
                <a:gd name="connsiteX0" fmla="*/ 0 w 1471057"/>
                <a:gd name="connsiteY0" fmla="*/ 0 h 1262743"/>
                <a:gd name="connsiteX1" fmla="*/ 1471057 w 1471057"/>
                <a:gd name="connsiteY1" fmla="*/ 0 h 1262743"/>
                <a:gd name="connsiteX2" fmla="*/ 1471057 w 1471057"/>
                <a:gd name="connsiteY2" fmla="*/ 1262743 h 1262743"/>
                <a:gd name="connsiteX3" fmla="*/ 0 w 1471057"/>
                <a:gd name="connsiteY3" fmla="*/ 1262743 h 1262743"/>
                <a:gd name="connsiteX4" fmla="*/ 0 w 1471057"/>
                <a:gd name="connsiteY4" fmla="*/ 0 h 1262743"/>
                <a:gd name="connsiteX0" fmla="*/ 0 w 2540440"/>
                <a:gd name="connsiteY0" fmla="*/ 154983 h 1262743"/>
                <a:gd name="connsiteX1" fmla="*/ 2540440 w 2540440"/>
                <a:gd name="connsiteY1" fmla="*/ 0 h 1262743"/>
                <a:gd name="connsiteX2" fmla="*/ 2540440 w 2540440"/>
                <a:gd name="connsiteY2" fmla="*/ 1262743 h 1262743"/>
                <a:gd name="connsiteX3" fmla="*/ 1069383 w 2540440"/>
                <a:gd name="connsiteY3" fmla="*/ 1262743 h 1262743"/>
                <a:gd name="connsiteX4" fmla="*/ 0 w 2540440"/>
                <a:gd name="connsiteY4" fmla="*/ 154983 h 1262743"/>
                <a:gd name="connsiteX0" fmla="*/ 247973 w 2788413"/>
                <a:gd name="connsiteY0" fmla="*/ 154983 h 1262743"/>
                <a:gd name="connsiteX1" fmla="*/ 2788413 w 2788413"/>
                <a:gd name="connsiteY1" fmla="*/ 0 h 1262743"/>
                <a:gd name="connsiteX2" fmla="*/ 2788413 w 2788413"/>
                <a:gd name="connsiteY2" fmla="*/ 1262743 h 1262743"/>
                <a:gd name="connsiteX3" fmla="*/ 0 w 2788413"/>
                <a:gd name="connsiteY3" fmla="*/ 487828 h 1262743"/>
                <a:gd name="connsiteX4" fmla="*/ 247973 w 2788413"/>
                <a:gd name="connsiteY4" fmla="*/ 154983 h 1262743"/>
                <a:gd name="connsiteX0" fmla="*/ 241623 w 2788413"/>
                <a:gd name="connsiteY0" fmla="*/ 0 h 1457010"/>
                <a:gd name="connsiteX1" fmla="*/ 2788413 w 2788413"/>
                <a:gd name="connsiteY1" fmla="*/ 194267 h 1457010"/>
                <a:gd name="connsiteX2" fmla="*/ 2788413 w 2788413"/>
                <a:gd name="connsiteY2" fmla="*/ 1457010 h 1457010"/>
                <a:gd name="connsiteX3" fmla="*/ 0 w 2788413"/>
                <a:gd name="connsiteY3" fmla="*/ 682095 h 1457010"/>
                <a:gd name="connsiteX4" fmla="*/ 241623 w 2788413"/>
                <a:gd name="connsiteY4" fmla="*/ 0 h 1457010"/>
                <a:gd name="connsiteX0" fmla="*/ 241623 w 2788413"/>
                <a:gd name="connsiteY0" fmla="*/ 0 h 1457010"/>
                <a:gd name="connsiteX1" fmla="*/ 2788413 w 2788413"/>
                <a:gd name="connsiteY1" fmla="*/ 1457010 h 1457010"/>
                <a:gd name="connsiteX2" fmla="*/ 0 w 2788413"/>
                <a:gd name="connsiteY2" fmla="*/ 682095 h 1457010"/>
                <a:gd name="connsiteX3" fmla="*/ 241623 w 2788413"/>
                <a:gd name="connsiteY3" fmla="*/ 0 h 1457010"/>
                <a:gd name="connsiteX0" fmla="*/ 529632 w 3076422"/>
                <a:gd name="connsiteY0" fmla="*/ 783490 h 2240500"/>
                <a:gd name="connsiteX1" fmla="*/ 3076422 w 3076422"/>
                <a:gd name="connsiteY1" fmla="*/ 2240500 h 2240500"/>
                <a:gd name="connsiteX2" fmla="*/ 288009 w 3076422"/>
                <a:gd name="connsiteY2" fmla="*/ 1465585 h 2240500"/>
                <a:gd name="connsiteX3" fmla="*/ 2291 w 3076422"/>
                <a:gd name="connsiteY3" fmla="*/ 0 h 2240500"/>
                <a:gd name="connsiteX4" fmla="*/ 529632 w 3076422"/>
                <a:gd name="connsiteY4" fmla="*/ 783490 h 2240500"/>
                <a:gd name="connsiteX0" fmla="*/ 529632 w 529632"/>
                <a:gd name="connsiteY0" fmla="*/ 783490 h 1465585"/>
                <a:gd name="connsiteX1" fmla="*/ 288009 w 529632"/>
                <a:gd name="connsiteY1" fmla="*/ 1465585 h 1465585"/>
                <a:gd name="connsiteX2" fmla="*/ 2291 w 529632"/>
                <a:gd name="connsiteY2" fmla="*/ 0 h 1465585"/>
                <a:gd name="connsiteX3" fmla="*/ 529632 w 529632"/>
                <a:gd name="connsiteY3" fmla="*/ 783490 h 1465585"/>
                <a:gd name="connsiteX0" fmla="*/ 529632 w 549961"/>
                <a:gd name="connsiteY0" fmla="*/ 783490 h 1465585"/>
                <a:gd name="connsiteX1" fmla="*/ 288009 w 549961"/>
                <a:gd name="connsiteY1" fmla="*/ 1465585 h 1465585"/>
                <a:gd name="connsiteX2" fmla="*/ 2291 w 549961"/>
                <a:gd name="connsiteY2" fmla="*/ 0 h 1465585"/>
                <a:gd name="connsiteX3" fmla="*/ 529632 w 549961"/>
                <a:gd name="connsiteY3" fmla="*/ 783490 h 1465585"/>
                <a:gd name="connsiteX0" fmla="*/ 529632 w 618773"/>
                <a:gd name="connsiteY0" fmla="*/ 783490 h 1465585"/>
                <a:gd name="connsiteX1" fmla="*/ 288009 w 618773"/>
                <a:gd name="connsiteY1" fmla="*/ 1465585 h 1465585"/>
                <a:gd name="connsiteX2" fmla="*/ 2291 w 618773"/>
                <a:gd name="connsiteY2" fmla="*/ 0 h 1465585"/>
                <a:gd name="connsiteX3" fmla="*/ 529632 w 618773"/>
                <a:gd name="connsiteY3" fmla="*/ 783490 h 1465585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631944 w 721085"/>
                <a:gd name="connsiteY0" fmla="*/ 790752 h 1472847"/>
                <a:gd name="connsiteX1" fmla="*/ 390321 w 721085"/>
                <a:gd name="connsiteY1" fmla="*/ 1472847 h 1472847"/>
                <a:gd name="connsiteX2" fmla="*/ 104603 w 721085"/>
                <a:gd name="connsiteY2" fmla="*/ 7262 h 1472847"/>
                <a:gd name="connsiteX3" fmla="*/ 631944 w 721085"/>
                <a:gd name="connsiteY3" fmla="*/ 790752 h 1472847"/>
                <a:gd name="connsiteX0" fmla="*/ 939089 w 1028230"/>
                <a:gd name="connsiteY0" fmla="*/ 791347 h 1473442"/>
                <a:gd name="connsiteX1" fmla="*/ 697466 w 1028230"/>
                <a:gd name="connsiteY1" fmla="*/ 1473442 h 1473442"/>
                <a:gd name="connsiteX2" fmla="*/ 411748 w 1028230"/>
                <a:gd name="connsiteY2" fmla="*/ 7857 h 1473442"/>
                <a:gd name="connsiteX3" fmla="*/ 939089 w 1028230"/>
                <a:gd name="connsiteY3" fmla="*/ 791347 h 1473442"/>
                <a:gd name="connsiteX0" fmla="*/ 952369 w 1036206"/>
                <a:gd name="connsiteY0" fmla="*/ 697623 h 1473442"/>
                <a:gd name="connsiteX1" fmla="*/ 697466 w 1036206"/>
                <a:gd name="connsiteY1" fmla="*/ 1473442 h 1473442"/>
                <a:gd name="connsiteX2" fmla="*/ 411748 w 1036206"/>
                <a:gd name="connsiteY2" fmla="*/ 7857 h 1473442"/>
                <a:gd name="connsiteX3" fmla="*/ 952369 w 1036206"/>
                <a:gd name="connsiteY3" fmla="*/ 697623 h 1473442"/>
                <a:gd name="connsiteX0" fmla="*/ 981095 w 1064932"/>
                <a:gd name="connsiteY0" fmla="*/ 704363 h 1480182"/>
                <a:gd name="connsiteX1" fmla="*/ 726192 w 1064932"/>
                <a:gd name="connsiteY1" fmla="*/ 1480182 h 1480182"/>
                <a:gd name="connsiteX2" fmla="*/ 379221 w 1064932"/>
                <a:gd name="connsiteY2" fmla="*/ 7821 h 1480182"/>
                <a:gd name="connsiteX3" fmla="*/ 981095 w 1064932"/>
                <a:gd name="connsiteY3" fmla="*/ 704363 h 1480182"/>
                <a:gd name="connsiteX0" fmla="*/ 981095 w 1064932"/>
                <a:gd name="connsiteY0" fmla="*/ 704363 h 1480182"/>
                <a:gd name="connsiteX1" fmla="*/ 726192 w 1064932"/>
                <a:gd name="connsiteY1" fmla="*/ 1480182 h 1480182"/>
                <a:gd name="connsiteX2" fmla="*/ 379221 w 1064932"/>
                <a:gd name="connsiteY2" fmla="*/ 7821 h 1480182"/>
                <a:gd name="connsiteX3" fmla="*/ 981095 w 1064932"/>
                <a:gd name="connsiteY3" fmla="*/ 704363 h 1480182"/>
                <a:gd name="connsiteX0" fmla="*/ 963596 w 1061759"/>
                <a:gd name="connsiteY0" fmla="*/ 704518 h 1451891"/>
                <a:gd name="connsiteX1" fmla="*/ 743180 w 1061759"/>
                <a:gd name="connsiteY1" fmla="*/ 1451891 h 1451891"/>
                <a:gd name="connsiteX2" fmla="*/ 361722 w 1061759"/>
                <a:gd name="connsiteY2" fmla="*/ 7976 h 1451891"/>
                <a:gd name="connsiteX3" fmla="*/ 963596 w 1061759"/>
                <a:gd name="connsiteY3" fmla="*/ 704518 h 1451891"/>
                <a:gd name="connsiteX0" fmla="*/ 963596 w 1089693"/>
                <a:gd name="connsiteY0" fmla="*/ 704518 h 1451891"/>
                <a:gd name="connsiteX1" fmla="*/ 743180 w 1089693"/>
                <a:gd name="connsiteY1" fmla="*/ 1451891 h 1451891"/>
                <a:gd name="connsiteX2" fmla="*/ 361722 w 1089693"/>
                <a:gd name="connsiteY2" fmla="*/ 7976 h 1451891"/>
                <a:gd name="connsiteX3" fmla="*/ 963596 w 1089693"/>
                <a:gd name="connsiteY3" fmla="*/ 704518 h 1451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9693" h="1451891">
                  <a:moveTo>
                    <a:pt x="963596" y="704518"/>
                  </a:moveTo>
                  <a:cubicBezTo>
                    <a:pt x="1129079" y="824539"/>
                    <a:pt x="1198371" y="1275326"/>
                    <a:pt x="743180" y="1451891"/>
                  </a:cubicBezTo>
                  <a:cubicBezTo>
                    <a:pt x="-372293" y="1225829"/>
                    <a:pt x="3995" y="-115212"/>
                    <a:pt x="361722" y="7976"/>
                  </a:cubicBezTo>
                  <a:cubicBezTo>
                    <a:pt x="556552" y="65939"/>
                    <a:pt x="121072" y="779737"/>
                    <a:pt x="963596" y="704518"/>
                  </a:cubicBezTo>
                  <a:close/>
                </a:path>
              </a:pathLst>
            </a:custGeom>
            <a:solidFill>
              <a:srgbClr val="FFF3D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9EA58C4-C6BB-95EF-9B10-333975836FA3}"/>
                </a:ext>
              </a:extLst>
            </p:cNvPr>
            <p:cNvGrpSpPr/>
            <p:nvPr/>
          </p:nvGrpSpPr>
          <p:grpSpPr>
            <a:xfrm>
              <a:off x="3378142" y="2860642"/>
              <a:ext cx="1013318" cy="1174072"/>
              <a:chOff x="5600467" y="2435842"/>
              <a:chExt cx="1013318" cy="1174072"/>
            </a:xfrm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97830C68-1E4A-BCD9-C94B-0AB79999516A}"/>
                  </a:ext>
                </a:extLst>
              </p:cNvPr>
              <p:cNvSpPr/>
              <p:nvPr/>
            </p:nvSpPr>
            <p:spPr>
              <a:xfrm rot="19869228">
                <a:off x="5600467" y="2435842"/>
                <a:ext cx="1013318" cy="11740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DDA02819-8499-66B8-239F-97CCD60CF927}"/>
                  </a:ext>
                </a:extLst>
              </p:cNvPr>
              <p:cNvSpPr/>
              <p:nvPr/>
            </p:nvSpPr>
            <p:spPr>
              <a:xfrm rot="19869228">
                <a:off x="5609711" y="2598532"/>
                <a:ext cx="816565" cy="964958"/>
              </a:xfrm>
              <a:custGeom>
                <a:avLst/>
                <a:gdLst>
                  <a:gd name="connsiteX0" fmla="*/ 593184 w 816565"/>
                  <a:gd name="connsiteY0" fmla="*/ 82400 h 964958"/>
                  <a:gd name="connsiteX1" fmla="*/ 816565 w 816565"/>
                  <a:gd name="connsiteY1" fmla="*/ 482479 h 964958"/>
                  <a:gd name="connsiteX2" fmla="*/ 309906 w 816565"/>
                  <a:gd name="connsiteY2" fmla="*/ 964958 h 964958"/>
                  <a:gd name="connsiteX3" fmla="*/ 217714 w 816565"/>
                  <a:gd name="connsiteY3" fmla="*/ 956108 h 964958"/>
                  <a:gd name="connsiteX4" fmla="*/ 148397 w 816565"/>
                  <a:gd name="connsiteY4" fmla="*/ 889843 h 964958"/>
                  <a:gd name="connsiteX5" fmla="*/ 0 w 816565"/>
                  <a:gd name="connsiteY5" fmla="*/ 474746 h 964958"/>
                  <a:gd name="connsiteX6" fmla="*/ 148396 w 816565"/>
                  <a:gd name="connsiteY6" fmla="*/ 59649 h 964958"/>
                  <a:gd name="connsiteX7" fmla="*/ 197289 w 816565"/>
                  <a:gd name="connsiteY7" fmla="*/ 12908 h 964958"/>
                  <a:gd name="connsiteX8" fmla="*/ 207797 w 816565"/>
                  <a:gd name="connsiteY8" fmla="*/ 9803 h 964958"/>
                  <a:gd name="connsiteX9" fmla="*/ 309906 w 816565"/>
                  <a:gd name="connsiteY9" fmla="*/ 0 h 964958"/>
                  <a:gd name="connsiteX10" fmla="*/ 593184 w 816565"/>
                  <a:gd name="connsiteY10" fmla="*/ 82400 h 96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6565" h="964958">
                    <a:moveTo>
                      <a:pt x="593184" y="82400"/>
                    </a:moveTo>
                    <a:cubicBezTo>
                      <a:pt x="727956" y="169105"/>
                      <a:pt x="816565" y="315938"/>
                      <a:pt x="816565" y="482479"/>
                    </a:cubicBezTo>
                    <a:cubicBezTo>
                      <a:pt x="816565" y="748945"/>
                      <a:pt x="589726" y="964958"/>
                      <a:pt x="309906" y="964958"/>
                    </a:cubicBezTo>
                    <a:lnTo>
                      <a:pt x="217714" y="956108"/>
                    </a:lnTo>
                    <a:lnTo>
                      <a:pt x="148397" y="889843"/>
                    </a:lnTo>
                    <a:cubicBezTo>
                      <a:pt x="56709" y="783610"/>
                      <a:pt x="0" y="636851"/>
                      <a:pt x="0" y="474746"/>
                    </a:cubicBezTo>
                    <a:cubicBezTo>
                      <a:pt x="0" y="312641"/>
                      <a:pt x="56709" y="165882"/>
                      <a:pt x="148396" y="59649"/>
                    </a:cubicBezTo>
                    <a:lnTo>
                      <a:pt x="197289" y="12908"/>
                    </a:lnTo>
                    <a:lnTo>
                      <a:pt x="207797" y="9803"/>
                    </a:lnTo>
                    <a:cubicBezTo>
                      <a:pt x="240779" y="3375"/>
                      <a:pt x="274928" y="0"/>
                      <a:pt x="309906" y="0"/>
                    </a:cubicBezTo>
                    <a:cubicBezTo>
                      <a:pt x="414839" y="0"/>
                      <a:pt x="512321" y="30377"/>
                      <a:pt x="593184" y="8240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B012AA3-0699-AEB8-926C-90BF85113422}"/>
                  </a:ext>
                </a:extLst>
              </p:cNvPr>
              <p:cNvSpPr/>
              <p:nvPr/>
            </p:nvSpPr>
            <p:spPr>
              <a:xfrm>
                <a:off x="6160084" y="3123747"/>
                <a:ext cx="179734" cy="17973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D89F50C-E549-D6DF-A65B-C44663603594}"/>
                  </a:ext>
                </a:extLst>
              </p:cNvPr>
              <p:cNvSpPr/>
              <p:nvPr/>
            </p:nvSpPr>
            <p:spPr>
              <a:xfrm>
                <a:off x="5775677" y="2821975"/>
                <a:ext cx="325429" cy="3254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185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366079-7D8A-825F-F864-DCADD94F5323}"/>
              </a:ext>
            </a:extLst>
          </p:cNvPr>
          <p:cNvGrpSpPr/>
          <p:nvPr/>
        </p:nvGrpSpPr>
        <p:grpSpPr>
          <a:xfrm flipH="1">
            <a:off x="983591" y="242210"/>
            <a:ext cx="3913347" cy="6615790"/>
            <a:chOff x="3135414" y="-41409"/>
            <a:chExt cx="4450514" cy="752390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3EE7B21-0679-9384-3BE6-13C7F942D95A}"/>
                </a:ext>
              </a:extLst>
            </p:cNvPr>
            <p:cNvGrpSpPr/>
            <p:nvPr/>
          </p:nvGrpSpPr>
          <p:grpSpPr>
            <a:xfrm>
              <a:off x="6087929" y="3899027"/>
              <a:ext cx="1488574" cy="3583472"/>
              <a:chOff x="6087929" y="3899027"/>
              <a:chExt cx="1488574" cy="3583472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A8B970D3-3BD3-DE86-9F29-026B5E8C097C}"/>
                  </a:ext>
                </a:extLst>
              </p:cNvPr>
              <p:cNvGrpSpPr/>
              <p:nvPr/>
            </p:nvGrpSpPr>
            <p:grpSpPr>
              <a:xfrm>
                <a:off x="6087929" y="3899027"/>
                <a:ext cx="1331285" cy="2567761"/>
                <a:chOff x="6087929" y="3899027"/>
                <a:chExt cx="1331285" cy="2567761"/>
              </a:xfrm>
            </p:grpSpPr>
            <p:sp>
              <p:nvSpPr>
                <p:cNvPr id="42" name="Rectangle 15">
                  <a:extLst>
                    <a:ext uri="{FF2B5EF4-FFF2-40B4-BE49-F238E27FC236}">
                      <a16:creationId xmlns:a16="http://schemas.microsoft.com/office/drawing/2014/main" id="{5D160673-49F0-3E22-2240-1B66F912B0FA}"/>
                    </a:ext>
                  </a:extLst>
                </p:cNvPr>
                <p:cNvSpPr/>
                <p:nvPr/>
              </p:nvSpPr>
              <p:spPr>
                <a:xfrm rot="20489157">
                  <a:off x="6213347" y="3899027"/>
                  <a:ext cx="1205867" cy="2567761"/>
                </a:xfrm>
                <a:custGeom>
                  <a:avLst/>
                  <a:gdLst>
                    <a:gd name="connsiteX0" fmla="*/ 0 w 904468"/>
                    <a:gd name="connsiteY0" fmla="*/ 0 h 1879600"/>
                    <a:gd name="connsiteX1" fmla="*/ 904468 w 904468"/>
                    <a:gd name="connsiteY1" fmla="*/ 0 h 1879600"/>
                    <a:gd name="connsiteX2" fmla="*/ 904468 w 904468"/>
                    <a:gd name="connsiteY2" fmla="*/ 1879600 h 1879600"/>
                    <a:gd name="connsiteX3" fmla="*/ 0 w 904468"/>
                    <a:gd name="connsiteY3" fmla="*/ 1879600 h 1879600"/>
                    <a:gd name="connsiteX4" fmla="*/ 0 w 904468"/>
                    <a:gd name="connsiteY4" fmla="*/ 0 h 1879600"/>
                    <a:gd name="connsiteX0" fmla="*/ 0 w 904468"/>
                    <a:gd name="connsiteY0" fmla="*/ 0 h 2469915"/>
                    <a:gd name="connsiteX1" fmla="*/ 904468 w 904468"/>
                    <a:gd name="connsiteY1" fmla="*/ 0 h 2469915"/>
                    <a:gd name="connsiteX2" fmla="*/ 867508 w 904468"/>
                    <a:gd name="connsiteY2" fmla="*/ 2469915 h 2469915"/>
                    <a:gd name="connsiteX3" fmla="*/ 0 w 904468"/>
                    <a:gd name="connsiteY3" fmla="*/ 1879600 h 2469915"/>
                    <a:gd name="connsiteX4" fmla="*/ 0 w 904468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92010"/>
                    <a:gd name="connsiteY0" fmla="*/ 0 h 2385671"/>
                    <a:gd name="connsiteX1" fmla="*/ 1060580 w 1092010"/>
                    <a:gd name="connsiteY1" fmla="*/ 0 h 2385671"/>
                    <a:gd name="connsiteX2" fmla="*/ 1092010 w 1092010"/>
                    <a:gd name="connsiteY2" fmla="*/ 2385671 h 2385671"/>
                    <a:gd name="connsiteX3" fmla="*/ 0 w 1092010"/>
                    <a:gd name="connsiteY3" fmla="*/ 1505887 h 2385671"/>
                    <a:gd name="connsiteX4" fmla="*/ 156112 w 1092010"/>
                    <a:gd name="connsiteY4" fmla="*/ 0 h 2385671"/>
                    <a:gd name="connsiteX0" fmla="*/ 156112 w 1217191"/>
                    <a:gd name="connsiteY0" fmla="*/ 0 h 2385671"/>
                    <a:gd name="connsiteX1" fmla="*/ 1217191 w 1217191"/>
                    <a:gd name="connsiteY1" fmla="*/ 12264 h 2385671"/>
                    <a:gd name="connsiteX2" fmla="*/ 1092010 w 1217191"/>
                    <a:gd name="connsiteY2" fmla="*/ 2385671 h 2385671"/>
                    <a:gd name="connsiteX3" fmla="*/ 0 w 1217191"/>
                    <a:gd name="connsiteY3" fmla="*/ 1505887 h 2385671"/>
                    <a:gd name="connsiteX4" fmla="*/ 156112 w 1217191"/>
                    <a:gd name="connsiteY4" fmla="*/ 0 h 2385671"/>
                    <a:gd name="connsiteX0" fmla="*/ 156112 w 1217191"/>
                    <a:gd name="connsiteY0" fmla="*/ 0 h 2548690"/>
                    <a:gd name="connsiteX1" fmla="*/ 1217191 w 1217191"/>
                    <a:gd name="connsiteY1" fmla="*/ 12264 h 2548690"/>
                    <a:gd name="connsiteX2" fmla="*/ 1092010 w 1217191"/>
                    <a:gd name="connsiteY2" fmla="*/ 2385671 h 2548690"/>
                    <a:gd name="connsiteX3" fmla="*/ 0 w 1217191"/>
                    <a:gd name="connsiteY3" fmla="*/ 1505887 h 2548690"/>
                    <a:gd name="connsiteX4" fmla="*/ 156112 w 1217191"/>
                    <a:gd name="connsiteY4" fmla="*/ 0 h 2548690"/>
                    <a:gd name="connsiteX0" fmla="*/ 156112 w 1217191"/>
                    <a:gd name="connsiteY0" fmla="*/ 0 h 2515554"/>
                    <a:gd name="connsiteX1" fmla="*/ 1217191 w 1217191"/>
                    <a:gd name="connsiteY1" fmla="*/ 12264 h 2515554"/>
                    <a:gd name="connsiteX2" fmla="*/ 1092010 w 1217191"/>
                    <a:gd name="connsiteY2" fmla="*/ 2385671 h 2515554"/>
                    <a:gd name="connsiteX3" fmla="*/ 0 w 1217191"/>
                    <a:gd name="connsiteY3" fmla="*/ 1505887 h 2515554"/>
                    <a:gd name="connsiteX4" fmla="*/ 156112 w 1217191"/>
                    <a:gd name="connsiteY4" fmla="*/ 0 h 2515554"/>
                    <a:gd name="connsiteX0" fmla="*/ 156112 w 1217191"/>
                    <a:gd name="connsiteY0" fmla="*/ 0 h 2546838"/>
                    <a:gd name="connsiteX1" fmla="*/ 1217191 w 1217191"/>
                    <a:gd name="connsiteY1" fmla="*/ 12264 h 2546838"/>
                    <a:gd name="connsiteX2" fmla="*/ 1092010 w 1217191"/>
                    <a:gd name="connsiteY2" fmla="*/ 2385671 h 2546838"/>
                    <a:gd name="connsiteX3" fmla="*/ 0 w 1217191"/>
                    <a:gd name="connsiteY3" fmla="*/ 1505887 h 2546838"/>
                    <a:gd name="connsiteX4" fmla="*/ 156112 w 1217191"/>
                    <a:gd name="connsiteY4" fmla="*/ 0 h 2546838"/>
                    <a:gd name="connsiteX0" fmla="*/ 156112 w 1217191"/>
                    <a:gd name="connsiteY0" fmla="*/ 0 h 2567761"/>
                    <a:gd name="connsiteX1" fmla="*/ 1217191 w 1217191"/>
                    <a:gd name="connsiteY1" fmla="*/ 12264 h 2567761"/>
                    <a:gd name="connsiteX2" fmla="*/ 1092010 w 1217191"/>
                    <a:gd name="connsiteY2" fmla="*/ 2385671 h 2567761"/>
                    <a:gd name="connsiteX3" fmla="*/ 0 w 1217191"/>
                    <a:gd name="connsiteY3" fmla="*/ 1505887 h 2567761"/>
                    <a:gd name="connsiteX4" fmla="*/ 156112 w 1217191"/>
                    <a:gd name="connsiteY4" fmla="*/ 0 h 2567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7191" h="2567761">
                      <a:moveTo>
                        <a:pt x="156112" y="0"/>
                      </a:moveTo>
                      <a:lnTo>
                        <a:pt x="1217191" y="12264"/>
                      </a:lnTo>
                      <a:lnTo>
                        <a:pt x="1092010" y="2385671"/>
                      </a:lnTo>
                      <a:cubicBezTo>
                        <a:pt x="982983" y="2610837"/>
                        <a:pt x="151004" y="2875169"/>
                        <a:pt x="0" y="1505887"/>
                      </a:cubicBezTo>
                      <a:lnTo>
                        <a:pt x="156112" y="0"/>
                      </a:lnTo>
                      <a:close/>
                    </a:path>
                  </a:pathLst>
                </a:custGeom>
                <a:solidFill>
                  <a:srgbClr val="6E6355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 15">
                  <a:extLst>
                    <a:ext uri="{FF2B5EF4-FFF2-40B4-BE49-F238E27FC236}">
                      <a16:creationId xmlns:a16="http://schemas.microsoft.com/office/drawing/2014/main" id="{51FA5616-3C3A-086D-C255-39545F1DE76B}"/>
                    </a:ext>
                  </a:extLst>
                </p:cNvPr>
                <p:cNvSpPr/>
                <p:nvPr/>
              </p:nvSpPr>
              <p:spPr>
                <a:xfrm rot="20489157">
                  <a:off x="6087929" y="3902213"/>
                  <a:ext cx="1131672" cy="2409771"/>
                </a:xfrm>
                <a:custGeom>
                  <a:avLst/>
                  <a:gdLst>
                    <a:gd name="connsiteX0" fmla="*/ 0 w 904468"/>
                    <a:gd name="connsiteY0" fmla="*/ 0 h 1879600"/>
                    <a:gd name="connsiteX1" fmla="*/ 904468 w 904468"/>
                    <a:gd name="connsiteY1" fmla="*/ 0 h 1879600"/>
                    <a:gd name="connsiteX2" fmla="*/ 904468 w 904468"/>
                    <a:gd name="connsiteY2" fmla="*/ 1879600 h 1879600"/>
                    <a:gd name="connsiteX3" fmla="*/ 0 w 904468"/>
                    <a:gd name="connsiteY3" fmla="*/ 1879600 h 1879600"/>
                    <a:gd name="connsiteX4" fmla="*/ 0 w 904468"/>
                    <a:gd name="connsiteY4" fmla="*/ 0 h 1879600"/>
                    <a:gd name="connsiteX0" fmla="*/ 0 w 904468"/>
                    <a:gd name="connsiteY0" fmla="*/ 0 h 2469915"/>
                    <a:gd name="connsiteX1" fmla="*/ 904468 w 904468"/>
                    <a:gd name="connsiteY1" fmla="*/ 0 h 2469915"/>
                    <a:gd name="connsiteX2" fmla="*/ 867508 w 904468"/>
                    <a:gd name="connsiteY2" fmla="*/ 2469915 h 2469915"/>
                    <a:gd name="connsiteX3" fmla="*/ 0 w 904468"/>
                    <a:gd name="connsiteY3" fmla="*/ 1879600 h 2469915"/>
                    <a:gd name="connsiteX4" fmla="*/ 0 w 904468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92010"/>
                    <a:gd name="connsiteY0" fmla="*/ 0 h 2385671"/>
                    <a:gd name="connsiteX1" fmla="*/ 1060580 w 1092010"/>
                    <a:gd name="connsiteY1" fmla="*/ 0 h 2385671"/>
                    <a:gd name="connsiteX2" fmla="*/ 1092010 w 1092010"/>
                    <a:gd name="connsiteY2" fmla="*/ 2385671 h 2385671"/>
                    <a:gd name="connsiteX3" fmla="*/ 0 w 1092010"/>
                    <a:gd name="connsiteY3" fmla="*/ 1505887 h 2385671"/>
                    <a:gd name="connsiteX4" fmla="*/ 156112 w 1092010"/>
                    <a:gd name="connsiteY4" fmla="*/ 0 h 2385671"/>
                    <a:gd name="connsiteX0" fmla="*/ 156112 w 1217191"/>
                    <a:gd name="connsiteY0" fmla="*/ 0 h 2385671"/>
                    <a:gd name="connsiteX1" fmla="*/ 1217191 w 1217191"/>
                    <a:gd name="connsiteY1" fmla="*/ 12264 h 2385671"/>
                    <a:gd name="connsiteX2" fmla="*/ 1092010 w 1217191"/>
                    <a:gd name="connsiteY2" fmla="*/ 2385671 h 2385671"/>
                    <a:gd name="connsiteX3" fmla="*/ 0 w 1217191"/>
                    <a:gd name="connsiteY3" fmla="*/ 1505887 h 2385671"/>
                    <a:gd name="connsiteX4" fmla="*/ 156112 w 1217191"/>
                    <a:gd name="connsiteY4" fmla="*/ 0 h 2385671"/>
                    <a:gd name="connsiteX0" fmla="*/ 156112 w 1217191"/>
                    <a:gd name="connsiteY0" fmla="*/ 0 h 2548690"/>
                    <a:gd name="connsiteX1" fmla="*/ 1217191 w 1217191"/>
                    <a:gd name="connsiteY1" fmla="*/ 12264 h 2548690"/>
                    <a:gd name="connsiteX2" fmla="*/ 1092010 w 1217191"/>
                    <a:gd name="connsiteY2" fmla="*/ 2385671 h 2548690"/>
                    <a:gd name="connsiteX3" fmla="*/ 0 w 1217191"/>
                    <a:gd name="connsiteY3" fmla="*/ 1505887 h 2548690"/>
                    <a:gd name="connsiteX4" fmla="*/ 156112 w 1217191"/>
                    <a:gd name="connsiteY4" fmla="*/ 0 h 2548690"/>
                    <a:gd name="connsiteX0" fmla="*/ 156112 w 1217191"/>
                    <a:gd name="connsiteY0" fmla="*/ 0 h 2515554"/>
                    <a:gd name="connsiteX1" fmla="*/ 1217191 w 1217191"/>
                    <a:gd name="connsiteY1" fmla="*/ 12264 h 2515554"/>
                    <a:gd name="connsiteX2" fmla="*/ 1092010 w 1217191"/>
                    <a:gd name="connsiteY2" fmla="*/ 2385671 h 2515554"/>
                    <a:gd name="connsiteX3" fmla="*/ 0 w 1217191"/>
                    <a:gd name="connsiteY3" fmla="*/ 1505887 h 2515554"/>
                    <a:gd name="connsiteX4" fmla="*/ 156112 w 1217191"/>
                    <a:gd name="connsiteY4" fmla="*/ 0 h 2515554"/>
                    <a:gd name="connsiteX0" fmla="*/ 156112 w 1217191"/>
                    <a:gd name="connsiteY0" fmla="*/ 0 h 2546838"/>
                    <a:gd name="connsiteX1" fmla="*/ 1217191 w 1217191"/>
                    <a:gd name="connsiteY1" fmla="*/ 12264 h 2546838"/>
                    <a:gd name="connsiteX2" fmla="*/ 1092010 w 1217191"/>
                    <a:gd name="connsiteY2" fmla="*/ 2385671 h 2546838"/>
                    <a:gd name="connsiteX3" fmla="*/ 0 w 1217191"/>
                    <a:gd name="connsiteY3" fmla="*/ 1505887 h 2546838"/>
                    <a:gd name="connsiteX4" fmla="*/ 156112 w 1217191"/>
                    <a:gd name="connsiteY4" fmla="*/ 0 h 2546838"/>
                    <a:gd name="connsiteX0" fmla="*/ 156112 w 1217191"/>
                    <a:gd name="connsiteY0" fmla="*/ 0 h 2567761"/>
                    <a:gd name="connsiteX1" fmla="*/ 1217191 w 1217191"/>
                    <a:gd name="connsiteY1" fmla="*/ 12264 h 2567761"/>
                    <a:gd name="connsiteX2" fmla="*/ 1092010 w 1217191"/>
                    <a:gd name="connsiteY2" fmla="*/ 2385671 h 2567761"/>
                    <a:gd name="connsiteX3" fmla="*/ 0 w 1217191"/>
                    <a:gd name="connsiteY3" fmla="*/ 1505887 h 2567761"/>
                    <a:gd name="connsiteX4" fmla="*/ 156112 w 1217191"/>
                    <a:gd name="connsiteY4" fmla="*/ 0 h 2567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7191" h="2567761">
                      <a:moveTo>
                        <a:pt x="156112" y="0"/>
                      </a:moveTo>
                      <a:lnTo>
                        <a:pt x="1217191" y="12264"/>
                      </a:lnTo>
                      <a:lnTo>
                        <a:pt x="1092010" y="2385671"/>
                      </a:lnTo>
                      <a:cubicBezTo>
                        <a:pt x="982983" y="2610837"/>
                        <a:pt x="151004" y="2875169"/>
                        <a:pt x="0" y="1505887"/>
                      </a:cubicBezTo>
                      <a:lnTo>
                        <a:pt x="156112" y="0"/>
                      </a:lnTo>
                      <a:close/>
                    </a:path>
                  </a:pathLst>
                </a:custGeom>
                <a:solidFill>
                  <a:srgbClr val="514336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4BC62440-A319-E378-F69A-B1671D1E901C}"/>
                  </a:ext>
                </a:extLst>
              </p:cNvPr>
              <p:cNvSpPr/>
              <p:nvPr/>
            </p:nvSpPr>
            <p:spPr>
              <a:xfrm rot="19046660" flipH="1">
                <a:off x="7140163" y="5179358"/>
                <a:ext cx="166637" cy="2303141"/>
              </a:xfrm>
              <a:prstGeom prst="arc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2C299CB5-8B04-DAE8-2E88-91441877670A}"/>
                  </a:ext>
                </a:extLst>
              </p:cNvPr>
              <p:cNvSpPr/>
              <p:nvPr/>
            </p:nvSpPr>
            <p:spPr>
              <a:xfrm rot="19046660" flipH="1">
                <a:off x="7409866" y="5075739"/>
                <a:ext cx="166637" cy="2357163"/>
              </a:xfrm>
              <a:prstGeom prst="arc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4E98F8-7314-2239-463C-9BC8A1FE9A32}"/>
                </a:ext>
              </a:extLst>
            </p:cNvPr>
            <p:cNvGrpSpPr/>
            <p:nvPr/>
          </p:nvGrpSpPr>
          <p:grpSpPr>
            <a:xfrm>
              <a:off x="3763767" y="1960695"/>
              <a:ext cx="2021977" cy="3259329"/>
              <a:chOff x="3763767" y="1960695"/>
              <a:chExt cx="2021977" cy="3259329"/>
            </a:xfrm>
          </p:grpSpPr>
          <p:sp>
            <p:nvSpPr>
              <p:cNvPr id="37" name="Oval 11">
                <a:extLst>
                  <a:ext uri="{FF2B5EF4-FFF2-40B4-BE49-F238E27FC236}">
                    <a16:creationId xmlns:a16="http://schemas.microsoft.com/office/drawing/2014/main" id="{35329D73-776C-5052-8C1B-66E052090486}"/>
                  </a:ext>
                </a:extLst>
              </p:cNvPr>
              <p:cNvSpPr/>
              <p:nvPr/>
            </p:nvSpPr>
            <p:spPr>
              <a:xfrm>
                <a:off x="3763767" y="1960695"/>
                <a:ext cx="1880717" cy="3242914"/>
              </a:xfrm>
              <a:custGeom>
                <a:avLst/>
                <a:gdLst>
                  <a:gd name="connsiteX0" fmla="*/ 0 w 1658572"/>
                  <a:gd name="connsiteY0" fmla="*/ 1646260 h 3292519"/>
                  <a:gd name="connsiteX1" fmla="*/ 829286 w 1658572"/>
                  <a:gd name="connsiteY1" fmla="*/ 0 h 3292519"/>
                  <a:gd name="connsiteX2" fmla="*/ 1658572 w 1658572"/>
                  <a:gd name="connsiteY2" fmla="*/ 1646260 h 3292519"/>
                  <a:gd name="connsiteX3" fmla="*/ 829286 w 1658572"/>
                  <a:gd name="connsiteY3" fmla="*/ 3292520 h 3292519"/>
                  <a:gd name="connsiteX4" fmla="*/ 0 w 1658572"/>
                  <a:gd name="connsiteY4" fmla="*/ 1646260 h 3292519"/>
                  <a:gd name="connsiteX0" fmla="*/ 278 w 1658850"/>
                  <a:gd name="connsiteY0" fmla="*/ 1724471 h 3370731"/>
                  <a:gd name="connsiteX1" fmla="*/ 763480 w 1658850"/>
                  <a:gd name="connsiteY1" fmla="*/ 0 h 3370731"/>
                  <a:gd name="connsiteX2" fmla="*/ 1658850 w 1658850"/>
                  <a:gd name="connsiteY2" fmla="*/ 1724471 h 3370731"/>
                  <a:gd name="connsiteX3" fmla="*/ 829564 w 1658850"/>
                  <a:gd name="connsiteY3" fmla="*/ 3370731 h 3370731"/>
                  <a:gd name="connsiteX4" fmla="*/ 278 w 1658850"/>
                  <a:gd name="connsiteY4" fmla="*/ 1724471 h 3370731"/>
                  <a:gd name="connsiteX0" fmla="*/ 184 w 1722760"/>
                  <a:gd name="connsiteY0" fmla="*/ 1724472 h 3370734"/>
                  <a:gd name="connsiteX1" fmla="*/ 763386 w 1722760"/>
                  <a:gd name="connsiteY1" fmla="*/ 1 h 3370734"/>
                  <a:gd name="connsiteX2" fmla="*/ 1722760 w 1722760"/>
                  <a:gd name="connsiteY2" fmla="*/ 1734322 h 3370734"/>
                  <a:gd name="connsiteX3" fmla="*/ 829470 w 1722760"/>
                  <a:gd name="connsiteY3" fmla="*/ 3370732 h 3370734"/>
                  <a:gd name="connsiteX4" fmla="*/ 184 w 1722760"/>
                  <a:gd name="connsiteY4" fmla="*/ 1724472 h 3370734"/>
                  <a:gd name="connsiteX0" fmla="*/ 184 w 1722760"/>
                  <a:gd name="connsiteY0" fmla="*/ 1724472 h 3371417"/>
                  <a:gd name="connsiteX1" fmla="*/ 763386 w 1722760"/>
                  <a:gd name="connsiteY1" fmla="*/ 1 h 3371417"/>
                  <a:gd name="connsiteX2" fmla="*/ 1722760 w 1722760"/>
                  <a:gd name="connsiteY2" fmla="*/ 1734322 h 3371417"/>
                  <a:gd name="connsiteX3" fmla="*/ 829470 w 1722760"/>
                  <a:gd name="connsiteY3" fmla="*/ 3370732 h 3371417"/>
                  <a:gd name="connsiteX4" fmla="*/ 184 w 1722760"/>
                  <a:gd name="connsiteY4" fmla="*/ 1724472 h 3371417"/>
                  <a:gd name="connsiteX0" fmla="*/ 421 w 1722997"/>
                  <a:gd name="connsiteY0" fmla="*/ 1724474 h 3371419"/>
                  <a:gd name="connsiteX1" fmla="*/ 763623 w 1722997"/>
                  <a:gd name="connsiteY1" fmla="*/ 3 h 3371419"/>
                  <a:gd name="connsiteX2" fmla="*/ 1722997 w 1722997"/>
                  <a:gd name="connsiteY2" fmla="*/ 1734324 h 3371419"/>
                  <a:gd name="connsiteX3" fmla="*/ 829707 w 1722997"/>
                  <a:gd name="connsiteY3" fmla="*/ 3370734 h 3371419"/>
                  <a:gd name="connsiteX4" fmla="*/ 421 w 1722997"/>
                  <a:gd name="connsiteY4" fmla="*/ 1724474 h 3371419"/>
                  <a:gd name="connsiteX0" fmla="*/ 38378 w 1761950"/>
                  <a:gd name="connsiteY0" fmla="*/ 1726319 h 3373264"/>
                  <a:gd name="connsiteX1" fmla="*/ 801580 w 1761950"/>
                  <a:gd name="connsiteY1" fmla="*/ 1848 h 3373264"/>
                  <a:gd name="connsiteX2" fmla="*/ 1760954 w 1761950"/>
                  <a:gd name="connsiteY2" fmla="*/ 1736169 h 3373264"/>
                  <a:gd name="connsiteX3" fmla="*/ 867664 w 1761950"/>
                  <a:gd name="connsiteY3" fmla="*/ 3372579 h 3373264"/>
                  <a:gd name="connsiteX4" fmla="*/ 38378 w 1761950"/>
                  <a:gd name="connsiteY4" fmla="*/ 1726319 h 3373264"/>
                  <a:gd name="connsiteX0" fmla="*/ 0 w 1740142"/>
                  <a:gd name="connsiteY0" fmla="*/ 200298 h 1846936"/>
                  <a:gd name="connsiteX1" fmla="*/ 1722576 w 1740142"/>
                  <a:gd name="connsiteY1" fmla="*/ 210148 h 1846936"/>
                  <a:gd name="connsiteX2" fmla="*/ 829286 w 1740142"/>
                  <a:gd name="connsiteY2" fmla="*/ 1846558 h 1846936"/>
                  <a:gd name="connsiteX3" fmla="*/ 0 w 1740142"/>
                  <a:gd name="connsiteY3" fmla="*/ 200298 h 1846936"/>
                  <a:gd name="connsiteX0" fmla="*/ 273 w 1722852"/>
                  <a:gd name="connsiteY0" fmla="*/ 1714216 h 3360863"/>
                  <a:gd name="connsiteX1" fmla="*/ 749702 w 1722852"/>
                  <a:gd name="connsiteY1" fmla="*/ 1 h 3360863"/>
                  <a:gd name="connsiteX2" fmla="*/ 1722849 w 1722852"/>
                  <a:gd name="connsiteY2" fmla="*/ 1724066 h 3360863"/>
                  <a:gd name="connsiteX3" fmla="*/ 829559 w 1722852"/>
                  <a:gd name="connsiteY3" fmla="*/ 3360476 h 3360863"/>
                  <a:gd name="connsiteX4" fmla="*/ 273 w 1722852"/>
                  <a:gd name="connsiteY4" fmla="*/ 1714216 h 3360863"/>
                  <a:gd name="connsiteX0" fmla="*/ 273 w 1747008"/>
                  <a:gd name="connsiteY0" fmla="*/ 1714216 h 3360863"/>
                  <a:gd name="connsiteX1" fmla="*/ 749702 w 1747008"/>
                  <a:gd name="connsiteY1" fmla="*/ 1 h 3360863"/>
                  <a:gd name="connsiteX2" fmla="*/ 1722849 w 1747008"/>
                  <a:gd name="connsiteY2" fmla="*/ 1724066 h 3360863"/>
                  <a:gd name="connsiteX3" fmla="*/ 829559 w 1747008"/>
                  <a:gd name="connsiteY3" fmla="*/ 3360476 h 3360863"/>
                  <a:gd name="connsiteX4" fmla="*/ 273 w 1747008"/>
                  <a:gd name="connsiteY4" fmla="*/ 1714216 h 3360863"/>
                  <a:gd name="connsiteX0" fmla="*/ 584 w 1747319"/>
                  <a:gd name="connsiteY0" fmla="*/ 1714215 h 3360862"/>
                  <a:gd name="connsiteX1" fmla="*/ 750013 w 1747319"/>
                  <a:gd name="connsiteY1" fmla="*/ 0 h 3360862"/>
                  <a:gd name="connsiteX2" fmla="*/ 1723160 w 1747319"/>
                  <a:gd name="connsiteY2" fmla="*/ 1724065 h 3360862"/>
                  <a:gd name="connsiteX3" fmla="*/ 829870 w 1747319"/>
                  <a:gd name="connsiteY3" fmla="*/ 3360475 h 3360862"/>
                  <a:gd name="connsiteX4" fmla="*/ 584 w 1747319"/>
                  <a:gd name="connsiteY4" fmla="*/ 1714215 h 3360862"/>
                  <a:gd name="connsiteX0" fmla="*/ 584 w 1747319"/>
                  <a:gd name="connsiteY0" fmla="*/ 1714215 h 3361081"/>
                  <a:gd name="connsiteX1" fmla="*/ 750013 w 1747319"/>
                  <a:gd name="connsiteY1" fmla="*/ 0 h 3361081"/>
                  <a:gd name="connsiteX2" fmla="*/ 1723160 w 1747319"/>
                  <a:gd name="connsiteY2" fmla="*/ 1724065 h 3361081"/>
                  <a:gd name="connsiteX3" fmla="*/ 829870 w 1747319"/>
                  <a:gd name="connsiteY3" fmla="*/ 3360475 h 3361081"/>
                  <a:gd name="connsiteX4" fmla="*/ 584 w 1747319"/>
                  <a:gd name="connsiteY4" fmla="*/ 1714215 h 3361081"/>
                  <a:gd name="connsiteX0" fmla="*/ 584 w 1747319"/>
                  <a:gd name="connsiteY0" fmla="*/ 1714215 h 3361847"/>
                  <a:gd name="connsiteX1" fmla="*/ 750013 w 1747319"/>
                  <a:gd name="connsiteY1" fmla="*/ 0 h 3361847"/>
                  <a:gd name="connsiteX2" fmla="*/ 1723160 w 1747319"/>
                  <a:gd name="connsiteY2" fmla="*/ 1724065 h 3361847"/>
                  <a:gd name="connsiteX3" fmla="*/ 829870 w 1747319"/>
                  <a:gd name="connsiteY3" fmla="*/ 3360475 h 3361847"/>
                  <a:gd name="connsiteX4" fmla="*/ 584 w 1747319"/>
                  <a:gd name="connsiteY4" fmla="*/ 1714215 h 3361847"/>
                  <a:gd name="connsiteX0" fmla="*/ 584 w 1747319"/>
                  <a:gd name="connsiteY0" fmla="*/ 1714215 h 3360539"/>
                  <a:gd name="connsiteX1" fmla="*/ 750013 w 1747319"/>
                  <a:gd name="connsiteY1" fmla="*/ 0 h 3360539"/>
                  <a:gd name="connsiteX2" fmla="*/ 1723160 w 1747319"/>
                  <a:gd name="connsiteY2" fmla="*/ 1724065 h 3360539"/>
                  <a:gd name="connsiteX3" fmla="*/ 829870 w 1747319"/>
                  <a:gd name="connsiteY3" fmla="*/ 3360475 h 3360539"/>
                  <a:gd name="connsiteX4" fmla="*/ 584 w 1747319"/>
                  <a:gd name="connsiteY4" fmla="*/ 1714215 h 3360539"/>
                  <a:gd name="connsiteX0" fmla="*/ 382 w 1747117"/>
                  <a:gd name="connsiteY0" fmla="*/ 1714215 h 3360539"/>
                  <a:gd name="connsiteX1" fmla="*/ 749811 w 1747117"/>
                  <a:gd name="connsiteY1" fmla="*/ 0 h 3360539"/>
                  <a:gd name="connsiteX2" fmla="*/ 1722958 w 1747117"/>
                  <a:gd name="connsiteY2" fmla="*/ 1724065 h 3360539"/>
                  <a:gd name="connsiteX3" fmla="*/ 829668 w 1747117"/>
                  <a:gd name="connsiteY3" fmla="*/ 3360475 h 3360539"/>
                  <a:gd name="connsiteX4" fmla="*/ 382 w 1747117"/>
                  <a:gd name="connsiteY4" fmla="*/ 1714215 h 3360539"/>
                  <a:gd name="connsiteX0" fmla="*/ 811 w 1747546"/>
                  <a:gd name="connsiteY0" fmla="*/ 1714215 h 3360539"/>
                  <a:gd name="connsiteX1" fmla="*/ 750240 w 1747546"/>
                  <a:gd name="connsiteY1" fmla="*/ 0 h 3360539"/>
                  <a:gd name="connsiteX2" fmla="*/ 1723387 w 1747546"/>
                  <a:gd name="connsiteY2" fmla="*/ 1724065 h 3360539"/>
                  <a:gd name="connsiteX3" fmla="*/ 830097 w 1747546"/>
                  <a:gd name="connsiteY3" fmla="*/ 3360475 h 3360539"/>
                  <a:gd name="connsiteX4" fmla="*/ 811 w 1747546"/>
                  <a:gd name="connsiteY4" fmla="*/ 1714215 h 3360539"/>
                  <a:gd name="connsiteX0" fmla="*/ 162858 w 1080307"/>
                  <a:gd name="connsiteY0" fmla="*/ 3360475 h 3394546"/>
                  <a:gd name="connsiteX1" fmla="*/ 83001 w 1080307"/>
                  <a:gd name="connsiteY1" fmla="*/ 0 h 3394546"/>
                  <a:gd name="connsiteX2" fmla="*/ 1056148 w 1080307"/>
                  <a:gd name="connsiteY2" fmla="*/ 1724065 h 3394546"/>
                  <a:gd name="connsiteX3" fmla="*/ 162858 w 1080307"/>
                  <a:gd name="connsiteY3" fmla="*/ 3360475 h 3394546"/>
                  <a:gd name="connsiteX0" fmla="*/ 253687 w 1171136"/>
                  <a:gd name="connsiteY0" fmla="*/ 3360475 h 3450994"/>
                  <a:gd name="connsiteX1" fmla="*/ 173830 w 1171136"/>
                  <a:gd name="connsiteY1" fmla="*/ 0 h 3450994"/>
                  <a:gd name="connsiteX2" fmla="*/ 1146977 w 1171136"/>
                  <a:gd name="connsiteY2" fmla="*/ 1724065 h 3450994"/>
                  <a:gd name="connsiteX3" fmla="*/ 253687 w 1171136"/>
                  <a:gd name="connsiteY3" fmla="*/ 3360475 h 3450994"/>
                  <a:gd name="connsiteX0" fmla="*/ 138137 w 1055586"/>
                  <a:gd name="connsiteY0" fmla="*/ 3360475 h 3697586"/>
                  <a:gd name="connsiteX1" fmla="*/ 58280 w 1055586"/>
                  <a:gd name="connsiteY1" fmla="*/ 0 h 3697586"/>
                  <a:gd name="connsiteX2" fmla="*/ 1031427 w 1055586"/>
                  <a:gd name="connsiteY2" fmla="*/ 1724065 h 3697586"/>
                  <a:gd name="connsiteX3" fmla="*/ 367024 w 1055586"/>
                  <a:gd name="connsiteY3" fmla="*/ 3394989 h 3697586"/>
                  <a:gd name="connsiteX4" fmla="*/ 138137 w 1055586"/>
                  <a:gd name="connsiteY4" fmla="*/ 3360475 h 3697586"/>
                  <a:gd name="connsiteX0" fmla="*/ 335589 w 1024151"/>
                  <a:gd name="connsiteY0" fmla="*/ 3394989 h 3433741"/>
                  <a:gd name="connsiteX1" fmla="*/ 26845 w 1024151"/>
                  <a:gd name="connsiteY1" fmla="*/ 0 h 3433741"/>
                  <a:gd name="connsiteX2" fmla="*/ 999992 w 1024151"/>
                  <a:gd name="connsiteY2" fmla="*/ 1724065 h 3433741"/>
                  <a:gd name="connsiteX3" fmla="*/ 335589 w 1024151"/>
                  <a:gd name="connsiteY3" fmla="*/ 3394989 h 3433741"/>
                  <a:gd name="connsiteX0" fmla="*/ 94561 w 1113323"/>
                  <a:gd name="connsiteY0" fmla="*/ 3242589 h 3285358"/>
                  <a:gd name="connsiteX1" fmla="*/ 116017 w 1113323"/>
                  <a:gd name="connsiteY1" fmla="*/ 0 h 3285358"/>
                  <a:gd name="connsiteX2" fmla="*/ 1089164 w 1113323"/>
                  <a:gd name="connsiteY2" fmla="*/ 1724065 h 3285358"/>
                  <a:gd name="connsiteX3" fmla="*/ 94561 w 1113323"/>
                  <a:gd name="connsiteY3" fmla="*/ 3242589 h 3285358"/>
                  <a:gd name="connsiteX0" fmla="*/ 819576 w 2014399"/>
                  <a:gd name="connsiteY0" fmla="*/ 3242589 h 3941052"/>
                  <a:gd name="connsiteX1" fmla="*/ 841032 w 2014399"/>
                  <a:gd name="connsiteY1" fmla="*/ 0 h 3941052"/>
                  <a:gd name="connsiteX2" fmla="*/ 1814179 w 2014399"/>
                  <a:gd name="connsiteY2" fmla="*/ 1724065 h 3941052"/>
                  <a:gd name="connsiteX3" fmla="*/ 819576 w 2014399"/>
                  <a:gd name="connsiteY3" fmla="*/ 3242589 h 3941052"/>
                  <a:gd name="connsiteX0" fmla="*/ 819576 w 1838338"/>
                  <a:gd name="connsiteY0" fmla="*/ 3242589 h 3242914"/>
                  <a:gd name="connsiteX1" fmla="*/ 841032 w 1838338"/>
                  <a:gd name="connsiteY1" fmla="*/ 0 h 3242914"/>
                  <a:gd name="connsiteX2" fmla="*/ 1814179 w 1838338"/>
                  <a:gd name="connsiteY2" fmla="*/ 1724065 h 3242914"/>
                  <a:gd name="connsiteX3" fmla="*/ 819576 w 1838338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0716" h="3242914">
                    <a:moveTo>
                      <a:pt x="861954" y="3242589"/>
                    </a:moveTo>
                    <a:cubicBezTo>
                      <a:pt x="-938537" y="1215345"/>
                      <a:pt x="594876" y="126087"/>
                      <a:pt x="883410" y="0"/>
                    </a:cubicBezTo>
                    <a:cubicBezTo>
                      <a:pt x="2127348" y="121180"/>
                      <a:pt x="1854849" y="1416091"/>
                      <a:pt x="1856557" y="1724065"/>
                    </a:cubicBezTo>
                    <a:cubicBezTo>
                      <a:pt x="1908014" y="2296246"/>
                      <a:pt x="973345" y="3263233"/>
                      <a:pt x="861954" y="3242589"/>
                    </a:cubicBezTo>
                    <a:close/>
                  </a:path>
                </a:pathLst>
              </a:custGeom>
              <a:gradFill>
                <a:gsLst>
                  <a:gs pos="24000">
                    <a:srgbClr val="514336"/>
                  </a:gs>
                  <a:gs pos="0">
                    <a:srgbClr val="6E6355"/>
                  </a:gs>
                </a:gsLst>
                <a:lin ang="21594000" scaled="0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Oval 11">
                <a:extLst>
                  <a:ext uri="{FF2B5EF4-FFF2-40B4-BE49-F238E27FC236}">
                    <a16:creationId xmlns:a16="http://schemas.microsoft.com/office/drawing/2014/main" id="{76FDB42F-71C7-479F-BD48-60582A63D0B8}"/>
                  </a:ext>
                </a:extLst>
              </p:cNvPr>
              <p:cNvSpPr/>
              <p:nvPr/>
            </p:nvSpPr>
            <p:spPr>
              <a:xfrm>
                <a:off x="3905028" y="1977110"/>
                <a:ext cx="1880716" cy="3242914"/>
              </a:xfrm>
              <a:custGeom>
                <a:avLst/>
                <a:gdLst>
                  <a:gd name="connsiteX0" fmla="*/ 0 w 1658572"/>
                  <a:gd name="connsiteY0" fmla="*/ 1646260 h 3292519"/>
                  <a:gd name="connsiteX1" fmla="*/ 829286 w 1658572"/>
                  <a:gd name="connsiteY1" fmla="*/ 0 h 3292519"/>
                  <a:gd name="connsiteX2" fmla="*/ 1658572 w 1658572"/>
                  <a:gd name="connsiteY2" fmla="*/ 1646260 h 3292519"/>
                  <a:gd name="connsiteX3" fmla="*/ 829286 w 1658572"/>
                  <a:gd name="connsiteY3" fmla="*/ 3292520 h 3292519"/>
                  <a:gd name="connsiteX4" fmla="*/ 0 w 1658572"/>
                  <a:gd name="connsiteY4" fmla="*/ 1646260 h 3292519"/>
                  <a:gd name="connsiteX0" fmla="*/ 278 w 1658850"/>
                  <a:gd name="connsiteY0" fmla="*/ 1724471 h 3370731"/>
                  <a:gd name="connsiteX1" fmla="*/ 763480 w 1658850"/>
                  <a:gd name="connsiteY1" fmla="*/ 0 h 3370731"/>
                  <a:gd name="connsiteX2" fmla="*/ 1658850 w 1658850"/>
                  <a:gd name="connsiteY2" fmla="*/ 1724471 h 3370731"/>
                  <a:gd name="connsiteX3" fmla="*/ 829564 w 1658850"/>
                  <a:gd name="connsiteY3" fmla="*/ 3370731 h 3370731"/>
                  <a:gd name="connsiteX4" fmla="*/ 278 w 1658850"/>
                  <a:gd name="connsiteY4" fmla="*/ 1724471 h 3370731"/>
                  <a:gd name="connsiteX0" fmla="*/ 184 w 1722760"/>
                  <a:gd name="connsiteY0" fmla="*/ 1724472 h 3370734"/>
                  <a:gd name="connsiteX1" fmla="*/ 763386 w 1722760"/>
                  <a:gd name="connsiteY1" fmla="*/ 1 h 3370734"/>
                  <a:gd name="connsiteX2" fmla="*/ 1722760 w 1722760"/>
                  <a:gd name="connsiteY2" fmla="*/ 1734322 h 3370734"/>
                  <a:gd name="connsiteX3" fmla="*/ 829470 w 1722760"/>
                  <a:gd name="connsiteY3" fmla="*/ 3370732 h 3370734"/>
                  <a:gd name="connsiteX4" fmla="*/ 184 w 1722760"/>
                  <a:gd name="connsiteY4" fmla="*/ 1724472 h 3370734"/>
                  <a:gd name="connsiteX0" fmla="*/ 184 w 1722760"/>
                  <a:gd name="connsiteY0" fmla="*/ 1724472 h 3371417"/>
                  <a:gd name="connsiteX1" fmla="*/ 763386 w 1722760"/>
                  <a:gd name="connsiteY1" fmla="*/ 1 h 3371417"/>
                  <a:gd name="connsiteX2" fmla="*/ 1722760 w 1722760"/>
                  <a:gd name="connsiteY2" fmla="*/ 1734322 h 3371417"/>
                  <a:gd name="connsiteX3" fmla="*/ 829470 w 1722760"/>
                  <a:gd name="connsiteY3" fmla="*/ 3370732 h 3371417"/>
                  <a:gd name="connsiteX4" fmla="*/ 184 w 1722760"/>
                  <a:gd name="connsiteY4" fmla="*/ 1724472 h 3371417"/>
                  <a:gd name="connsiteX0" fmla="*/ 421 w 1722997"/>
                  <a:gd name="connsiteY0" fmla="*/ 1724474 h 3371419"/>
                  <a:gd name="connsiteX1" fmla="*/ 763623 w 1722997"/>
                  <a:gd name="connsiteY1" fmla="*/ 3 h 3371419"/>
                  <a:gd name="connsiteX2" fmla="*/ 1722997 w 1722997"/>
                  <a:gd name="connsiteY2" fmla="*/ 1734324 h 3371419"/>
                  <a:gd name="connsiteX3" fmla="*/ 829707 w 1722997"/>
                  <a:gd name="connsiteY3" fmla="*/ 3370734 h 3371419"/>
                  <a:gd name="connsiteX4" fmla="*/ 421 w 1722997"/>
                  <a:gd name="connsiteY4" fmla="*/ 1724474 h 3371419"/>
                  <a:gd name="connsiteX0" fmla="*/ 38378 w 1761950"/>
                  <a:gd name="connsiteY0" fmla="*/ 1726319 h 3373264"/>
                  <a:gd name="connsiteX1" fmla="*/ 801580 w 1761950"/>
                  <a:gd name="connsiteY1" fmla="*/ 1848 h 3373264"/>
                  <a:gd name="connsiteX2" fmla="*/ 1760954 w 1761950"/>
                  <a:gd name="connsiteY2" fmla="*/ 1736169 h 3373264"/>
                  <a:gd name="connsiteX3" fmla="*/ 867664 w 1761950"/>
                  <a:gd name="connsiteY3" fmla="*/ 3372579 h 3373264"/>
                  <a:gd name="connsiteX4" fmla="*/ 38378 w 1761950"/>
                  <a:gd name="connsiteY4" fmla="*/ 1726319 h 3373264"/>
                  <a:gd name="connsiteX0" fmla="*/ 0 w 1740142"/>
                  <a:gd name="connsiteY0" fmla="*/ 200298 h 1846936"/>
                  <a:gd name="connsiteX1" fmla="*/ 1722576 w 1740142"/>
                  <a:gd name="connsiteY1" fmla="*/ 210148 h 1846936"/>
                  <a:gd name="connsiteX2" fmla="*/ 829286 w 1740142"/>
                  <a:gd name="connsiteY2" fmla="*/ 1846558 h 1846936"/>
                  <a:gd name="connsiteX3" fmla="*/ 0 w 1740142"/>
                  <a:gd name="connsiteY3" fmla="*/ 200298 h 1846936"/>
                  <a:gd name="connsiteX0" fmla="*/ 273 w 1722852"/>
                  <a:gd name="connsiteY0" fmla="*/ 1714216 h 3360863"/>
                  <a:gd name="connsiteX1" fmla="*/ 749702 w 1722852"/>
                  <a:gd name="connsiteY1" fmla="*/ 1 h 3360863"/>
                  <a:gd name="connsiteX2" fmla="*/ 1722849 w 1722852"/>
                  <a:gd name="connsiteY2" fmla="*/ 1724066 h 3360863"/>
                  <a:gd name="connsiteX3" fmla="*/ 829559 w 1722852"/>
                  <a:gd name="connsiteY3" fmla="*/ 3360476 h 3360863"/>
                  <a:gd name="connsiteX4" fmla="*/ 273 w 1722852"/>
                  <a:gd name="connsiteY4" fmla="*/ 1714216 h 3360863"/>
                  <a:gd name="connsiteX0" fmla="*/ 273 w 1747008"/>
                  <a:gd name="connsiteY0" fmla="*/ 1714216 h 3360863"/>
                  <a:gd name="connsiteX1" fmla="*/ 749702 w 1747008"/>
                  <a:gd name="connsiteY1" fmla="*/ 1 h 3360863"/>
                  <a:gd name="connsiteX2" fmla="*/ 1722849 w 1747008"/>
                  <a:gd name="connsiteY2" fmla="*/ 1724066 h 3360863"/>
                  <a:gd name="connsiteX3" fmla="*/ 829559 w 1747008"/>
                  <a:gd name="connsiteY3" fmla="*/ 3360476 h 3360863"/>
                  <a:gd name="connsiteX4" fmla="*/ 273 w 1747008"/>
                  <a:gd name="connsiteY4" fmla="*/ 1714216 h 3360863"/>
                  <a:gd name="connsiteX0" fmla="*/ 584 w 1747319"/>
                  <a:gd name="connsiteY0" fmla="*/ 1714215 h 3360862"/>
                  <a:gd name="connsiteX1" fmla="*/ 750013 w 1747319"/>
                  <a:gd name="connsiteY1" fmla="*/ 0 h 3360862"/>
                  <a:gd name="connsiteX2" fmla="*/ 1723160 w 1747319"/>
                  <a:gd name="connsiteY2" fmla="*/ 1724065 h 3360862"/>
                  <a:gd name="connsiteX3" fmla="*/ 829870 w 1747319"/>
                  <a:gd name="connsiteY3" fmla="*/ 3360475 h 3360862"/>
                  <a:gd name="connsiteX4" fmla="*/ 584 w 1747319"/>
                  <a:gd name="connsiteY4" fmla="*/ 1714215 h 3360862"/>
                  <a:gd name="connsiteX0" fmla="*/ 584 w 1747319"/>
                  <a:gd name="connsiteY0" fmla="*/ 1714215 h 3361081"/>
                  <a:gd name="connsiteX1" fmla="*/ 750013 w 1747319"/>
                  <a:gd name="connsiteY1" fmla="*/ 0 h 3361081"/>
                  <a:gd name="connsiteX2" fmla="*/ 1723160 w 1747319"/>
                  <a:gd name="connsiteY2" fmla="*/ 1724065 h 3361081"/>
                  <a:gd name="connsiteX3" fmla="*/ 829870 w 1747319"/>
                  <a:gd name="connsiteY3" fmla="*/ 3360475 h 3361081"/>
                  <a:gd name="connsiteX4" fmla="*/ 584 w 1747319"/>
                  <a:gd name="connsiteY4" fmla="*/ 1714215 h 3361081"/>
                  <a:gd name="connsiteX0" fmla="*/ 584 w 1747319"/>
                  <a:gd name="connsiteY0" fmla="*/ 1714215 h 3361847"/>
                  <a:gd name="connsiteX1" fmla="*/ 750013 w 1747319"/>
                  <a:gd name="connsiteY1" fmla="*/ 0 h 3361847"/>
                  <a:gd name="connsiteX2" fmla="*/ 1723160 w 1747319"/>
                  <a:gd name="connsiteY2" fmla="*/ 1724065 h 3361847"/>
                  <a:gd name="connsiteX3" fmla="*/ 829870 w 1747319"/>
                  <a:gd name="connsiteY3" fmla="*/ 3360475 h 3361847"/>
                  <a:gd name="connsiteX4" fmla="*/ 584 w 1747319"/>
                  <a:gd name="connsiteY4" fmla="*/ 1714215 h 3361847"/>
                  <a:gd name="connsiteX0" fmla="*/ 584 w 1747319"/>
                  <a:gd name="connsiteY0" fmla="*/ 1714215 h 3360539"/>
                  <a:gd name="connsiteX1" fmla="*/ 750013 w 1747319"/>
                  <a:gd name="connsiteY1" fmla="*/ 0 h 3360539"/>
                  <a:gd name="connsiteX2" fmla="*/ 1723160 w 1747319"/>
                  <a:gd name="connsiteY2" fmla="*/ 1724065 h 3360539"/>
                  <a:gd name="connsiteX3" fmla="*/ 829870 w 1747319"/>
                  <a:gd name="connsiteY3" fmla="*/ 3360475 h 3360539"/>
                  <a:gd name="connsiteX4" fmla="*/ 584 w 1747319"/>
                  <a:gd name="connsiteY4" fmla="*/ 1714215 h 3360539"/>
                  <a:gd name="connsiteX0" fmla="*/ 382 w 1747117"/>
                  <a:gd name="connsiteY0" fmla="*/ 1714215 h 3360539"/>
                  <a:gd name="connsiteX1" fmla="*/ 749811 w 1747117"/>
                  <a:gd name="connsiteY1" fmla="*/ 0 h 3360539"/>
                  <a:gd name="connsiteX2" fmla="*/ 1722958 w 1747117"/>
                  <a:gd name="connsiteY2" fmla="*/ 1724065 h 3360539"/>
                  <a:gd name="connsiteX3" fmla="*/ 829668 w 1747117"/>
                  <a:gd name="connsiteY3" fmla="*/ 3360475 h 3360539"/>
                  <a:gd name="connsiteX4" fmla="*/ 382 w 1747117"/>
                  <a:gd name="connsiteY4" fmla="*/ 1714215 h 3360539"/>
                  <a:gd name="connsiteX0" fmla="*/ 811 w 1747546"/>
                  <a:gd name="connsiteY0" fmla="*/ 1714215 h 3360539"/>
                  <a:gd name="connsiteX1" fmla="*/ 750240 w 1747546"/>
                  <a:gd name="connsiteY1" fmla="*/ 0 h 3360539"/>
                  <a:gd name="connsiteX2" fmla="*/ 1723387 w 1747546"/>
                  <a:gd name="connsiteY2" fmla="*/ 1724065 h 3360539"/>
                  <a:gd name="connsiteX3" fmla="*/ 830097 w 1747546"/>
                  <a:gd name="connsiteY3" fmla="*/ 3360475 h 3360539"/>
                  <a:gd name="connsiteX4" fmla="*/ 811 w 1747546"/>
                  <a:gd name="connsiteY4" fmla="*/ 1714215 h 3360539"/>
                  <a:gd name="connsiteX0" fmla="*/ 162858 w 1080307"/>
                  <a:gd name="connsiteY0" fmla="*/ 3360475 h 3394546"/>
                  <a:gd name="connsiteX1" fmla="*/ 83001 w 1080307"/>
                  <a:gd name="connsiteY1" fmla="*/ 0 h 3394546"/>
                  <a:gd name="connsiteX2" fmla="*/ 1056148 w 1080307"/>
                  <a:gd name="connsiteY2" fmla="*/ 1724065 h 3394546"/>
                  <a:gd name="connsiteX3" fmla="*/ 162858 w 1080307"/>
                  <a:gd name="connsiteY3" fmla="*/ 3360475 h 3394546"/>
                  <a:gd name="connsiteX0" fmla="*/ 253687 w 1171136"/>
                  <a:gd name="connsiteY0" fmla="*/ 3360475 h 3450994"/>
                  <a:gd name="connsiteX1" fmla="*/ 173830 w 1171136"/>
                  <a:gd name="connsiteY1" fmla="*/ 0 h 3450994"/>
                  <a:gd name="connsiteX2" fmla="*/ 1146977 w 1171136"/>
                  <a:gd name="connsiteY2" fmla="*/ 1724065 h 3450994"/>
                  <a:gd name="connsiteX3" fmla="*/ 253687 w 1171136"/>
                  <a:gd name="connsiteY3" fmla="*/ 3360475 h 3450994"/>
                  <a:gd name="connsiteX0" fmla="*/ 138137 w 1055586"/>
                  <a:gd name="connsiteY0" fmla="*/ 3360475 h 3697586"/>
                  <a:gd name="connsiteX1" fmla="*/ 58280 w 1055586"/>
                  <a:gd name="connsiteY1" fmla="*/ 0 h 3697586"/>
                  <a:gd name="connsiteX2" fmla="*/ 1031427 w 1055586"/>
                  <a:gd name="connsiteY2" fmla="*/ 1724065 h 3697586"/>
                  <a:gd name="connsiteX3" fmla="*/ 367024 w 1055586"/>
                  <a:gd name="connsiteY3" fmla="*/ 3394989 h 3697586"/>
                  <a:gd name="connsiteX4" fmla="*/ 138137 w 1055586"/>
                  <a:gd name="connsiteY4" fmla="*/ 3360475 h 3697586"/>
                  <a:gd name="connsiteX0" fmla="*/ 335589 w 1024151"/>
                  <a:gd name="connsiteY0" fmla="*/ 3394989 h 3433741"/>
                  <a:gd name="connsiteX1" fmla="*/ 26845 w 1024151"/>
                  <a:gd name="connsiteY1" fmla="*/ 0 h 3433741"/>
                  <a:gd name="connsiteX2" fmla="*/ 999992 w 1024151"/>
                  <a:gd name="connsiteY2" fmla="*/ 1724065 h 3433741"/>
                  <a:gd name="connsiteX3" fmla="*/ 335589 w 1024151"/>
                  <a:gd name="connsiteY3" fmla="*/ 3394989 h 3433741"/>
                  <a:gd name="connsiteX0" fmla="*/ 94561 w 1113323"/>
                  <a:gd name="connsiteY0" fmla="*/ 3242589 h 3285358"/>
                  <a:gd name="connsiteX1" fmla="*/ 116017 w 1113323"/>
                  <a:gd name="connsiteY1" fmla="*/ 0 h 3285358"/>
                  <a:gd name="connsiteX2" fmla="*/ 1089164 w 1113323"/>
                  <a:gd name="connsiteY2" fmla="*/ 1724065 h 3285358"/>
                  <a:gd name="connsiteX3" fmla="*/ 94561 w 1113323"/>
                  <a:gd name="connsiteY3" fmla="*/ 3242589 h 3285358"/>
                  <a:gd name="connsiteX0" fmla="*/ 819576 w 2014399"/>
                  <a:gd name="connsiteY0" fmla="*/ 3242589 h 3941052"/>
                  <a:gd name="connsiteX1" fmla="*/ 841032 w 2014399"/>
                  <a:gd name="connsiteY1" fmla="*/ 0 h 3941052"/>
                  <a:gd name="connsiteX2" fmla="*/ 1814179 w 2014399"/>
                  <a:gd name="connsiteY2" fmla="*/ 1724065 h 3941052"/>
                  <a:gd name="connsiteX3" fmla="*/ 819576 w 2014399"/>
                  <a:gd name="connsiteY3" fmla="*/ 3242589 h 3941052"/>
                  <a:gd name="connsiteX0" fmla="*/ 819576 w 1838338"/>
                  <a:gd name="connsiteY0" fmla="*/ 3242589 h 3242914"/>
                  <a:gd name="connsiteX1" fmla="*/ 841032 w 1838338"/>
                  <a:gd name="connsiteY1" fmla="*/ 0 h 3242914"/>
                  <a:gd name="connsiteX2" fmla="*/ 1814179 w 1838338"/>
                  <a:gd name="connsiteY2" fmla="*/ 1724065 h 3242914"/>
                  <a:gd name="connsiteX3" fmla="*/ 819576 w 1838338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0716" h="3242914">
                    <a:moveTo>
                      <a:pt x="861954" y="3242589"/>
                    </a:moveTo>
                    <a:cubicBezTo>
                      <a:pt x="-938537" y="1215345"/>
                      <a:pt x="594876" y="126087"/>
                      <a:pt x="883410" y="0"/>
                    </a:cubicBezTo>
                    <a:cubicBezTo>
                      <a:pt x="2127348" y="121180"/>
                      <a:pt x="1854849" y="1416091"/>
                      <a:pt x="1856557" y="1724065"/>
                    </a:cubicBezTo>
                    <a:cubicBezTo>
                      <a:pt x="1908014" y="2296246"/>
                      <a:pt x="973345" y="3263233"/>
                      <a:pt x="861954" y="3242589"/>
                    </a:cubicBezTo>
                    <a:close/>
                  </a:path>
                </a:pathLst>
              </a:custGeom>
              <a:solidFill>
                <a:srgbClr val="514336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AutoShape 2" descr="How to Draw a Simple Vulture for Kids">
              <a:extLst>
                <a:ext uri="{FF2B5EF4-FFF2-40B4-BE49-F238E27FC236}">
                  <a16:creationId xmlns:a16="http://schemas.microsoft.com/office/drawing/2014/main" id="{C2C7D330-97D7-4A3A-35D7-88E1602638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0A16D6E2-659A-DD29-9437-FD1DD5D7B4A7}"/>
                </a:ext>
              </a:extLst>
            </p:cNvPr>
            <p:cNvSpPr/>
            <p:nvPr/>
          </p:nvSpPr>
          <p:spPr>
            <a:xfrm>
              <a:off x="4062137" y="2133602"/>
              <a:ext cx="2935562" cy="3646680"/>
            </a:xfrm>
            <a:custGeom>
              <a:avLst/>
              <a:gdLst>
                <a:gd name="connsiteX0" fmla="*/ 0 w 2478086"/>
                <a:gd name="connsiteY0" fmla="*/ 0 h 2603823"/>
                <a:gd name="connsiteX1" fmla="*/ 2478086 w 2478086"/>
                <a:gd name="connsiteY1" fmla="*/ 0 h 2603823"/>
                <a:gd name="connsiteX2" fmla="*/ 2478086 w 2478086"/>
                <a:gd name="connsiteY2" fmla="*/ 2603823 h 2603823"/>
                <a:gd name="connsiteX3" fmla="*/ 0 w 2478086"/>
                <a:gd name="connsiteY3" fmla="*/ 2603823 h 2603823"/>
                <a:gd name="connsiteX4" fmla="*/ 0 w 2478086"/>
                <a:gd name="connsiteY4" fmla="*/ 0 h 2603823"/>
                <a:gd name="connsiteX0" fmla="*/ 76200 w 2478086"/>
                <a:gd name="connsiteY0" fmla="*/ 0 h 3086423"/>
                <a:gd name="connsiteX1" fmla="*/ 2478086 w 2478086"/>
                <a:gd name="connsiteY1" fmla="*/ 482600 h 3086423"/>
                <a:gd name="connsiteX2" fmla="*/ 2478086 w 2478086"/>
                <a:gd name="connsiteY2" fmla="*/ 3086423 h 3086423"/>
                <a:gd name="connsiteX3" fmla="*/ 0 w 2478086"/>
                <a:gd name="connsiteY3" fmla="*/ 3086423 h 3086423"/>
                <a:gd name="connsiteX4" fmla="*/ 76200 w 2478086"/>
                <a:gd name="connsiteY4" fmla="*/ 0 h 3086423"/>
                <a:gd name="connsiteX0" fmla="*/ 404155 w 2806041"/>
                <a:gd name="connsiteY0" fmla="*/ 0 h 3086423"/>
                <a:gd name="connsiteX1" fmla="*/ 2806041 w 2806041"/>
                <a:gd name="connsiteY1" fmla="*/ 482600 h 3086423"/>
                <a:gd name="connsiteX2" fmla="*/ 2806041 w 2806041"/>
                <a:gd name="connsiteY2" fmla="*/ 3086423 h 3086423"/>
                <a:gd name="connsiteX3" fmla="*/ 327955 w 2806041"/>
                <a:gd name="connsiteY3" fmla="*/ 3086423 h 3086423"/>
                <a:gd name="connsiteX4" fmla="*/ 404155 w 2806041"/>
                <a:gd name="connsiteY4" fmla="*/ 0 h 3086423"/>
                <a:gd name="connsiteX0" fmla="*/ 467563 w 2869449"/>
                <a:gd name="connsiteY0" fmla="*/ 0 h 3086423"/>
                <a:gd name="connsiteX1" fmla="*/ 2869449 w 2869449"/>
                <a:gd name="connsiteY1" fmla="*/ 482600 h 3086423"/>
                <a:gd name="connsiteX2" fmla="*/ 2869449 w 2869449"/>
                <a:gd name="connsiteY2" fmla="*/ 3086423 h 3086423"/>
                <a:gd name="connsiteX3" fmla="*/ 391363 w 2869449"/>
                <a:gd name="connsiteY3" fmla="*/ 3086423 h 3086423"/>
                <a:gd name="connsiteX4" fmla="*/ 467563 w 2869449"/>
                <a:gd name="connsiteY4" fmla="*/ 0 h 3086423"/>
                <a:gd name="connsiteX0" fmla="*/ 467563 w 2869449"/>
                <a:gd name="connsiteY0" fmla="*/ 0 h 3515400"/>
                <a:gd name="connsiteX1" fmla="*/ 2869449 w 2869449"/>
                <a:gd name="connsiteY1" fmla="*/ 482600 h 3515400"/>
                <a:gd name="connsiteX2" fmla="*/ 2869449 w 2869449"/>
                <a:gd name="connsiteY2" fmla="*/ 3086423 h 3515400"/>
                <a:gd name="connsiteX3" fmla="*/ 391363 w 2869449"/>
                <a:gd name="connsiteY3" fmla="*/ 3086423 h 3515400"/>
                <a:gd name="connsiteX4" fmla="*/ 467563 w 2869449"/>
                <a:gd name="connsiteY4" fmla="*/ 0 h 3515400"/>
                <a:gd name="connsiteX0" fmla="*/ 467563 w 2869449"/>
                <a:gd name="connsiteY0" fmla="*/ 0 h 3635878"/>
                <a:gd name="connsiteX1" fmla="*/ 2869449 w 2869449"/>
                <a:gd name="connsiteY1" fmla="*/ 482600 h 3635878"/>
                <a:gd name="connsiteX2" fmla="*/ 2869449 w 2869449"/>
                <a:gd name="connsiteY2" fmla="*/ 3086423 h 3635878"/>
                <a:gd name="connsiteX3" fmla="*/ 391363 w 2869449"/>
                <a:gd name="connsiteY3" fmla="*/ 3086423 h 3635878"/>
                <a:gd name="connsiteX4" fmla="*/ 467563 w 2869449"/>
                <a:gd name="connsiteY4" fmla="*/ 0 h 3635878"/>
                <a:gd name="connsiteX0" fmla="*/ 467563 w 2869449"/>
                <a:gd name="connsiteY0" fmla="*/ 0 h 3635878"/>
                <a:gd name="connsiteX1" fmla="*/ 1739149 w 2869449"/>
                <a:gd name="connsiteY1" fmla="*/ 50800 h 3635878"/>
                <a:gd name="connsiteX2" fmla="*/ 2869449 w 2869449"/>
                <a:gd name="connsiteY2" fmla="*/ 3086423 h 3635878"/>
                <a:gd name="connsiteX3" fmla="*/ 391363 w 2869449"/>
                <a:gd name="connsiteY3" fmla="*/ 3086423 h 3635878"/>
                <a:gd name="connsiteX4" fmla="*/ 467563 w 2869449"/>
                <a:gd name="connsiteY4" fmla="*/ 0 h 3635878"/>
                <a:gd name="connsiteX0" fmla="*/ 533676 w 2935562"/>
                <a:gd name="connsiteY0" fmla="*/ 0 h 3635878"/>
                <a:gd name="connsiteX1" fmla="*/ 1805262 w 2935562"/>
                <a:gd name="connsiteY1" fmla="*/ 50800 h 3635878"/>
                <a:gd name="connsiteX2" fmla="*/ 2935562 w 2935562"/>
                <a:gd name="connsiteY2" fmla="*/ 3086423 h 3635878"/>
                <a:gd name="connsiteX3" fmla="*/ 457476 w 2935562"/>
                <a:gd name="connsiteY3" fmla="*/ 3086423 h 3635878"/>
                <a:gd name="connsiteX4" fmla="*/ 533676 w 2935562"/>
                <a:gd name="connsiteY4" fmla="*/ 0 h 3635878"/>
                <a:gd name="connsiteX0" fmla="*/ 533676 w 2935562"/>
                <a:gd name="connsiteY0" fmla="*/ 0 h 3646680"/>
                <a:gd name="connsiteX1" fmla="*/ 1805262 w 2935562"/>
                <a:gd name="connsiteY1" fmla="*/ 50800 h 3646680"/>
                <a:gd name="connsiteX2" fmla="*/ 2935562 w 2935562"/>
                <a:gd name="connsiteY2" fmla="*/ 3086423 h 3646680"/>
                <a:gd name="connsiteX3" fmla="*/ 457476 w 2935562"/>
                <a:gd name="connsiteY3" fmla="*/ 3086423 h 3646680"/>
                <a:gd name="connsiteX4" fmla="*/ 533676 w 2935562"/>
                <a:gd name="connsiteY4" fmla="*/ 0 h 3646680"/>
                <a:gd name="connsiteX0" fmla="*/ 533676 w 2935562"/>
                <a:gd name="connsiteY0" fmla="*/ 0 h 3646680"/>
                <a:gd name="connsiteX1" fmla="*/ 1805262 w 2935562"/>
                <a:gd name="connsiteY1" fmla="*/ 50800 h 3646680"/>
                <a:gd name="connsiteX2" fmla="*/ 2935562 w 2935562"/>
                <a:gd name="connsiteY2" fmla="*/ 3086423 h 3646680"/>
                <a:gd name="connsiteX3" fmla="*/ 457476 w 2935562"/>
                <a:gd name="connsiteY3" fmla="*/ 3086423 h 3646680"/>
                <a:gd name="connsiteX4" fmla="*/ 533676 w 2935562"/>
                <a:gd name="connsiteY4" fmla="*/ 0 h 3646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5562" h="3646680">
                  <a:moveTo>
                    <a:pt x="533676" y="0"/>
                  </a:moveTo>
                  <a:lnTo>
                    <a:pt x="1805262" y="50800"/>
                  </a:lnTo>
                  <a:lnTo>
                    <a:pt x="2935562" y="3086423"/>
                  </a:lnTo>
                  <a:cubicBezTo>
                    <a:pt x="2515933" y="3543623"/>
                    <a:pt x="1486705" y="4077023"/>
                    <a:pt x="457476" y="3086423"/>
                  </a:cubicBezTo>
                  <a:cubicBezTo>
                    <a:pt x="241576" y="2756115"/>
                    <a:pt x="-495024" y="1028808"/>
                    <a:pt x="533676" y="0"/>
                  </a:cubicBezTo>
                  <a:close/>
                </a:path>
              </a:pathLst>
            </a:custGeom>
            <a:gradFill>
              <a:gsLst>
                <a:gs pos="24000">
                  <a:srgbClr val="73614E"/>
                </a:gs>
                <a:gs pos="0">
                  <a:srgbClr val="6E6355"/>
                </a:gs>
              </a:gsLst>
              <a:lin ang="21594000" scaled="0"/>
            </a:gra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F8F17F5-9680-793B-0369-5C8BF4F7A338}"/>
                </a:ext>
              </a:extLst>
            </p:cNvPr>
            <p:cNvGrpSpPr/>
            <p:nvPr/>
          </p:nvGrpSpPr>
          <p:grpSpPr>
            <a:xfrm>
              <a:off x="4073879" y="5212366"/>
              <a:ext cx="1332917" cy="1633049"/>
              <a:chOff x="4441320" y="5345272"/>
              <a:chExt cx="1332917" cy="1633049"/>
            </a:xfrm>
          </p:grpSpPr>
          <p:sp>
            <p:nvSpPr>
              <p:cNvPr id="34" name="Rectangle 18">
                <a:extLst>
                  <a:ext uri="{FF2B5EF4-FFF2-40B4-BE49-F238E27FC236}">
                    <a16:creationId xmlns:a16="http://schemas.microsoft.com/office/drawing/2014/main" id="{8ADC6F0E-9CDD-3EE0-FDE0-9E4FFA0920C1}"/>
                  </a:ext>
                </a:extLst>
              </p:cNvPr>
              <p:cNvSpPr/>
              <p:nvPr/>
            </p:nvSpPr>
            <p:spPr>
              <a:xfrm>
                <a:off x="4441320" y="6187265"/>
                <a:ext cx="1332917" cy="791056"/>
              </a:xfrm>
              <a:custGeom>
                <a:avLst/>
                <a:gdLst>
                  <a:gd name="connsiteX0" fmla="*/ 0 w 413005"/>
                  <a:gd name="connsiteY0" fmla="*/ 0 h 190996"/>
                  <a:gd name="connsiteX1" fmla="*/ 413005 w 413005"/>
                  <a:gd name="connsiteY1" fmla="*/ 0 h 190996"/>
                  <a:gd name="connsiteX2" fmla="*/ 413005 w 413005"/>
                  <a:gd name="connsiteY2" fmla="*/ 190996 h 190996"/>
                  <a:gd name="connsiteX3" fmla="*/ 0 w 413005"/>
                  <a:gd name="connsiteY3" fmla="*/ 190996 h 190996"/>
                  <a:gd name="connsiteX4" fmla="*/ 0 w 413005"/>
                  <a:gd name="connsiteY4" fmla="*/ 0 h 190996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748285"/>
                  <a:gd name="connsiteY0" fmla="*/ 68580 h 310299"/>
                  <a:gd name="connsiteX1" fmla="*/ 748285 w 748285"/>
                  <a:gd name="connsiteY1" fmla="*/ 0 h 310299"/>
                  <a:gd name="connsiteX2" fmla="*/ 413005 w 748285"/>
                  <a:gd name="connsiteY2" fmla="*/ 259576 h 310299"/>
                  <a:gd name="connsiteX3" fmla="*/ 147715 w 748285"/>
                  <a:gd name="connsiteY3" fmla="*/ 310149 h 310299"/>
                  <a:gd name="connsiteX4" fmla="*/ 0 w 748285"/>
                  <a:gd name="connsiteY4" fmla="*/ 259576 h 310299"/>
                  <a:gd name="connsiteX5" fmla="*/ 0 w 748285"/>
                  <a:gd name="connsiteY5" fmla="*/ 68580 h 310299"/>
                  <a:gd name="connsiteX0" fmla="*/ 0 w 1266445"/>
                  <a:gd name="connsiteY0" fmla="*/ 121920 h 310299"/>
                  <a:gd name="connsiteX1" fmla="*/ 1266445 w 1266445"/>
                  <a:gd name="connsiteY1" fmla="*/ 0 h 310299"/>
                  <a:gd name="connsiteX2" fmla="*/ 931165 w 1266445"/>
                  <a:gd name="connsiteY2" fmla="*/ 259576 h 310299"/>
                  <a:gd name="connsiteX3" fmla="*/ 665875 w 1266445"/>
                  <a:gd name="connsiteY3" fmla="*/ 310149 h 310299"/>
                  <a:gd name="connsiteX4" fmla="*/ 518160 w 1266445"/>
                  <a:gd name="connsiteY4" fmla="*/ 259576 h 310299"/>
                  <a:gd name="connsiteX5" fmla="*/ 0 w 1266445"/>
                  <a:gd name="connsiteY5" fmla="*/ 121920 h 310299"/>
                  <a:gd name="connsiteX0" fmla="*/ 59165 w 1325610"/>
                  <a:gd name="connsiteY0" fmla="*/ 121920 h 315406"/>
                  <a:gd name="connsiteX1" fmla="*/ 1325610 w 1325610"/>
                  <a:gd name="connsiteY1" fmla="*/ 0 h 315406"/>
                  <a:gd name="connsiteX2" fmla="*/ 990330 w 1325610"/>
                  <a:gd name="connsiteY2" fmla="*/ 259576 h 315406"/>
                  <a:gd name="connsiteX3" fmla="*/ 725040 w 1325610"/>
                  <a:gd name="connsiteY3" fmla="*/ 310149 h 315406"/>
                  <a:gd name="connsiteX4" fmla="*/ 577325 w 1325610"/>
                  <a:gd name="connsiteY4" fmla="*/ 259576 h 315406"/>
                  <a:gd name="connsiteX5" fmla="*/ 59165 w 1325610"/>
                  <a:gd name="connsiteY5" fmla="*/ 121920 h 315406"/>
                  <a:gd name="connsiteX0" fmla="*/ 59165 w 1332917"/>
                  <a:gd name="connsiteY0" fmla="*/ 121920 h 315406"/>
                  <a:gd name="connsiteX1" fmla="*/ 1325610 w 1332917"/>
                  <a:gd name="connsiteY1" fmla="*/ 0 h 315406"/>
                  <a:gd name="connsiteX2" fmla="*/ 990330 w 1332917"/>
                  <a:gd name="connsiteY2" fmla="*/ 259576 h 315406"/>
                  <a:gd name="connsiteX3" fmla="*/ 725040 w 1332917"/>
                  <a:gd name="connsiteY3" fmla="*/ 310149 h 315406"/>
                  <a:gd name="connsiteX4" fmla="*/ 577325 w 1332917"/>
                  <a:gd name="connsiteY4" fmla="*/ 259576 h 315406"/>
                  <a:gd name="connsiteX5" fmla="*/ 59165 w 1332917"/>
                  <a:gd name="connsiteY5" fmla="*/ 121920 h 315406"/>
                  <a:gd name="connsiteX0" fmla="*/ 59165 w 1332917"/>
                  <a:gd name="connsiteY0" fmla="*/ 121920 h 708032"/>
                  <a:gd name="connsiteX1" fmla="*/ 1325610 w 1332917"/>
                  <a:gd name="connsiteY1" fmla="*/ 0 h 708032"/>
                  <a:gd name="connsiteX2" fmla="*/ 990330 w 1332917"/>
                  <a:gd name="connsiteY2" fmla="*/ 259576 h 708032"/>
                  <a:gd name="connsiteX3" fmla="*/ 725040 w 1332917"/>
                  <a:gd name="connsiteY3" fmla="*/ 310149 h 708032"/>
                  <a:gd name="connsiteX4" fmla="*/ 577325 w 1332917"/>
                  <a:gd name="connsiteY4" fmla="*/ 259576 h 708032"/>
                  <a:gd name="connsiteX5" fmla="*/ 59165 w 1332917"/>
                  <a:gd name="connsiteY5" fmla="*/ 121920 h 708032"/>
                  <a:gd name="connsiteX0" fmla="*/ 59165 w 1332917"/>
                  <a:gd name="connsiteY0" fmla="*/ 121920 h 694500"/>
                  <a:gd name="connsiteX1" fmla="*/ 1325610 w 1332917"/>
                  <a:gd name="connsiteY1" fmla="*/ 0 h 694500"/>
                  <a:gd name="connsiteX2" fmla="*/ 990330 w 1332917"/>
                  <a:gd name="connsiteY2" fmla="*/ 259576 h 694500"/>
                  <a:gd name="connsiteX3" fmla="*/ 725040 w 1332917"/>
                  <a:gd name="connsiteY3" fmla="*/ 310149 h 694500"/>
                  <a:gd name="connsiteX4" fmla="*/ 577325 w 1332917"/>
                  <a:gd name="connsiteY4" fmla="*/ 259576 h 694500"/>
                  <a:gd name="connsiteX5" fmla="*/ 59165 w 1332917"/>
                  <a:gd name="connsiteY5" fmla="*/ 121920 h 694500"/>
                  <a:gd name="connsiteX0" fmla="*/ 59165 w 1332917"/>
                  <a:gd name="connsiteY0" fmla="*/ 121920 h 777243"/>
                  <a:gd name="connsiteX1" fmla="*/ 1325610 w 1332917"/>
                  <a:gd name="connsiteY1" fmla="*/ 0 h 777243"/>
                  <a:gd name="connsiteX2" fmla="*/ 990330 w 1332917"/>
                  <a:gd name="connsiteY2" fmla="*/ 259576 h 777243"/>
                  <a:gd name="connsiteX3" fmla="*/ 725040 w 1332917"/>
                  <a:gd name="connsiteY3" fmla="*/ 310149 h 777243"/>
                  <a:gd name="connsiteX4" fmla="*/ 577325 w 1332917"/>
                  <a:gd name="connsiteY4" fmla="*/ 259576 h 777243"/>
                  <a:gd name="connsiteX5" fmla="*/ 59165 w 1332917"/>
                  <a:gd name="connsiteY5" fmla="*/ 121920 h 777243"/>
                  <a:gd name="connsiteX0" fmla="*/ 59165 w 1332917"/>
                  <a:gd name="connsiteY0" fmla="*/ 121920 h 727461"/>
                  <a:gd name="connsiteX1" fmla="*/ 1325610 w 1332917"/>
                  <a:gd name="connsiteY1" fmla="*/ 0 h 727461"/>
                  <a:gd name="connsiteX2" fmla="*/ 990330 w 1332917"/>
                  <a:gd name="connsiteY2" fmla="*/ 259576 h 727461"/>
                  <a:gd name="connsiteX3" fmla="*/ 725040 w 1332917"/>
                  <a:gd name="connsiteY3" fmla="*/ 310149 h 727461"/>
                  <a:gd name="connsiteX4" fmla="*/ 577325 w 1332917"/>
                  <a:gd name="connsiteY4" fmla="*/ 259576 h 727461"/>
                  <a:gd name="connsiteX5" fmla="*/ 59165 w 1332917"/>
                  <a:gd name="connsiteY5" fmla="*/ 121920 h 727461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47227 h 791056"/>
                  <a:gd name="connsiteX1" fmla="*/ 1325610 w 1332917"/>
                  <a:gd name="connsiteY1" fmla="*/ 25307 h 791056"/>
                  <a:gd name="connsiteX2" fmla="*/ 990330 w 1332917"/>
                  <a:gd name="connsiteY2" fmla="*/ 284883 h 791056"/>
                  <a:gd name="connsiteX3" fmla="*/ 725040 w 1332917"/>
                  <a:gd name="connsiteY3" fmla="*/ 335456 h 791056"/>
                  <a:gd name="connsiteX4" fmla="*/ 577325 w 1332917"/>
                  <a:gd name="connsiteY4" fmla="*/ 284883 h 791056"/>
                  <a:gd name="connsiteX5" fmla="*/ 59165 w 1332917"/>
                  <a:gd name="connsiteY5" fmla="*/ 147227 h 791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2917" h="791056">
                    <a:moveTo>
                      <a:pt x="59165" y="147227"/>
                    </a:moveTo>
                    <a:cubicBezTo>
                      <a:pt x="481313" y="30387"/>
                      <a:pt x="1055862" y="-40733"/>
                      <a:pt x="1325610" y="25307"/>
                    </a:cubicBezTo>
                    <a:cubicBezTo>
                      <a:pt x="1381490" y="248992"/>
                      <a:pt x="1102090" y="198358"/>
                      <a:pt x="990330" y="284883"/>
                    </a:cubicBezTo>
                    <a:cubicBezTo>
                      <a:pt x="919680" y="753861"/>
                      <a:pt x="445170" y="1116158"/>
                      <a:pt x="725040" y="335456"/>
                    </a:cubicBezTo>
                    <a:cubicBezTo>
                      <a:pt x="523402" y="920578"/>
                      <a:pt x="-470717" y="812281"/>
                      <a:pt x="577325" y="284883"/>
                    </a:cubicBezTo>
                    <a:cubicBezTo>
                      <a:pt x="404605" y="238998"/>
                      <a:pt x="-187215" y="513152"/>
                      <a:pt x="59165" y="147227"/>
                    </a:cubicBezTo>
                    <a:close/>
                  </a:path>
                </a:pathLst>
              </a:custGeom>
              <a:solidFill>
                <a:srgbClr val="E99E41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5D83B49-BDE3-BC13-7A69-204CD5789978}"/>
                  </a:ext>
                </a:extLst>
              </p:cNvPr>
              <p:cNvSpPr/>
              <p:nvPr/>
            </p:nvSpPr>
            <p:spPr>
              <a:xfrm>
                <a:off x="5251497" y="5345272"/>
                <a:ext cx="198911" cy="1003300"/>
              </a:xfrm>
              <a:prstGeom prst="roundRect">
                <a:avLst/>
              </a:prstGeom>
              <a:solidFill>
                <a:srgbClr val="E99E41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2C417715-C88F-838E-AE54-D9FB4F328510}"/>
                  </a:ext>
                </a:extLst>
              </p:cNvPr>
              <p:cNvSpPr/>
              <p:nvPr/>
            </p:nvSpPr>
            <p:spPr>
              <a:xfrm>
                <a:off x="5191712" y="6271455"/>
                <a:ext cx="301285" cy="154233"/>
              </a:xfrm>
              <a:prstGeom prst="roundRect">
                <a:avLst/>
              </a:prstGeom>
              <a:solidFill>
                <a:srgbClr val="E99E41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B7117FA-9247-1D2D-3376-A1988989D334}"/>
                </a:ext>
              </a:extLst>
            </p:cNvPr>
            <p:cNvGrpSpPr/>
            <p:nvPr/>
          </p:nvGrpSpPr>
          <p:grpSpPr>
            <a:xfrm>
              <a:off x="5162477" y="5342149"/>
              <a:ext cx="1332917" cy="1633049"/>
              <a:chOff x="4441320" y="5345272"/>
              <a:chExt cx="1332917" cy="1633049"/>
            </a:xfrm>
          </p:grpSpPr>
          <p:sp>
            <p:nvSpPr>
              <p:cNvPr id="31" name="Rectangle 18">
                <a:extLst>
                  <a:ext uri="{FF2B5EF4-FFF2-40B4-BE49-F238E27FC236}">
                    <a16:creationId xmlns:a16="http://schemas.microsoft.com/office/drawing/2014/main" id="{02DCC40F-34A5-44E0-AD90-1A68B1BCC1D4}"/>
                  </a:ext>
                </a:extLst>
              </p:cNvPr>
              <p:cNvSpPr/>
              <p:nvPr/>
            </p:nvSpPr>
            <p:spPr>
              <a:xfrm>
                <a:off x="4441320" y="6187265"/>
                <a:ext cx="1332917" cy="791056"/>
              </a:xfrm>
              <a:custGeom>
                <a:avLst/>
                <a:gdLst>
                  <a:gd name="connsiteX0" fmla="*/ 0 w 413005"/>
                  <a:gd name="connsiteY0" fmla="*/ 0 h 190996"/>
                  <a:gd name="connsiteX1" fmla="*/ 413005 w 413005"/>
                  <a:gd name="connsiteY1" fmla="*/ 0 h 190996"/>
                  <a:gd name="connsiteX2" fmla="*/ 413005 w 413005"/>
                  <a:gd name="connsiteY2" fmla="*/ 190996 h 190996"/>
                  <a:gd name="connsiteX3" fmla="*/ 0 w 413005"/>
                  <a:gd name="connsiteY3" fmla="*/ 190996 h 190996"/>
                  <a:gd name="connsiteX4" fmla="*/ 0 w 413005"/>
                  <a:gd name="connsiteY4" fmla="*/ 0 h 190996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748285"/>
                  <a:gd name="connsiteY0" fmla="*/ 68580 h 310299"/>
                  <a:gd name="connsiteX1" fmla="*/ 748285 w 748285"/>
                  <a:gd name="connsiteY1" fmla="*/ 0 h 310299"/>
                  <a:gd name="connsiteX2" fmla="*/ 413005 w 748285"/>
                  <a:gd name="connsiteY2" fmla="*/ 259576 h 310299"/>
                  <a:gd name="connsiteX3" fmla="*/ 147715 w 748285"/>
                  <a:gd name="connsiteY3" fmla="*/ 310149 h 310299"/>
                  <a:gd name="connsiteX4" fmla="*/ 0 w 748285"/>
                  <a:gd name="connsiteY4" fmla="*/ 259576 h 310299"/>
                  <a:gd name="connsiteX5" fmla="*/ 0 w 748285"/>
                  <a:gd name="connsiteY5" fmla="*/ 68580 h 310299"/>
                  <a:gd name="connsiteX0" fmla="*/ 0 w 1266445"/>
                  <a:gd name="connsiteY0" fmla="*/ 121920 h 310299"/>
                  <a:gd name="connsiteX1" fmla="*/ 1266445 w 1266445"/>
                  <a:gd name="connsiteY1" fmla="*/ 0 h 310299"/>
                  <a:gd name="connsiteX2" fmla="*/ 931165 w 1266445"/>
                  <a:gd name="connsiteY2" fmla="*/ 259576 h 310299"/>
                  <a:gd name="connsiteX3" fmla="*/ 665875 w 1266445"/>
                  <a:gd name="connsiteY3" fmla="*/ 310149 h 310299"/>
                  <a:gd name="connsiteX4" fmla="*/ 518160 w 1266445"/>
                  <a:gd name="connsiteY4" fmla="*/ 259576 h 310299"/>
                  <a:gd name="connsiteX5" fmla="*/ 0 w 1266445"/>
                  <a:gd name="connsiteY5" fmla="*/ 121920 h 310299"/>
                  <a:gd name="connsiteX0" fmla="*/ 59165 w 1325610"/>
                  <a:gd name="connsiteY0" fmla="*/ 121920 h 315406"/>
                  <a:gd name="connsiteX1" fmla="*/ 1325610 w 1325610"/>
                  <a:gd name="connsiteY1" fmla="*/ 0 h 315406"/>
                  <a:gd name="connsiteX2" fmla="*/ 990330 w 1325610"/>
                  <a:gd name="connsiteY2" fmla="*/ 259576 h 315406"/>
                  <a:gd name="connsiteX3" fmla="*/ 725040 w 1325610"/>
                  <a:gd name="connsiteY3" fmla="*/ 310149 h 315406"/>
                  <a:gd name="connsiteX4" fmla="*/ 577325 w 1325610"/>
                  <a:gd name="connsiteY4" fmla="*/ 259576 h 315406"/>
                  <a:gd name="connsiteX5" fmla="*/ 59165 w 1325610"/>
                  <a:gd name="connsiteY5" fmla="*/ 121920 h 315406"/>
                  <a:gd name="connsiteX0" fmla="*/ 59165 w 1332917"/>
                  <a:gd name="connsiteY0" fmla="*/ 121920 h 315406"/>
                  <a:gd name="connsiteX1" fmla="*/ 1325610 w 1332917"/>
                  <a:gd name="connsiteY1" fmla="*/ 0 h 315406"/>
                  <a:gd name="connsiteX2" fmla="*/ 990330 w 1332917"/>
                  <a:gd name="connsiteY2" fmla="*/ 259576 h 315406"/>
                  <a:gd name="connsiteX3" fmla="*/ 725040 w 1332917"/>
                  <a:gd name="connsiteY3" fmla="*/ 310149 h 315406"/>
                  <a:gd name="connsiteX4" fmla="*/ 577325 w 1332917"/>
                  <a:gd name="connsiteY4" fmla="*/ 259576 h 315406"/>
                  <a:gd name="connsiteX5" fmla="*/ 59165 w 1332917"/>
                  <a:gd name="connsiteY5" fmla="*/ 121920 h 315406"/>
                  <a:gd name="connsiteX0" fmla="*/ 59165 w 1332917"/>
                  <a:gd name="connsiteY0" fmla="*/ 121920 h 708032"/>
                  <a:gd name="connsiteX1" fmla="*/ 1325610 w 1332917"/>
                  <a:gd name="connsiteY1" fmla="*/ 0 h 708032"/>
                  <a:gd name="connsiteX2" fmla="*/ 990330 w 1332917"/>
                  <a:gd name="connsiteY2" fmla="*/ 259576 h 708032"/>
                  <a:gd name="connsiteX3" fmla="*/ 725040 w 1332917"/>
                  <a:gd name="connsiteY3" fmla="*/ 310149 h 708032"/>
                  <a:gd name="connsiteX4" fmla="*/ 577325 w 1332917"/>
                  <a:gd name="connsiteY4" fmla="*/ 259576 h 708032"/>
                  <a:gd name="connsiteX5" fmla="*/ 59165 w 1332917"/>
                  <a:gd name="connsiteY5" fmla="*/ 121920 h 708032"/>
                  <a:gd name="connsiteX0" fmla="*/ 59165 w 1332917"/>
                  <a:gd name="connsiteY0" fmla="*/ 121920 h 694500"/>
                  <a:gd name="connsiteX1" fmla="*/ 1325610 w 1332917"/>
                  <a:gd name="connsiteY1" fmla="*/ 0 h 694500"/>
                  <a:gd name="connsiteX2" fmla="*/ 990330 w 1332917"/>
                  <a:gd name="connsiteY2" fmla="*/ 259576 h 694500"/>
                  <a:gd name="connsiteX3" fmla="*/ 725040 w 1332917"/>
                  <a:gd name="connsiteY3" fmla="*/ 310149 h 694500"/>
                  <a:gd name="connsiteX4" fmla="*/ 577325 w 1332917"/>
                  <a:gd name="connsiteY4" fmla="*/ 259576 h 694500"/>
                  <a:gd name="connsiteX5" fmla="*/ 59165 w 1332917"/>
                  <a:gd name="connsiteY5" fmla="*/ 121920 h 694500"/>
                  <a:gd name="connsiteX0" fmla="*/ 59165 w 1332917"/>
                  <a:gd name="connsiteY0" fmla="*/ 121920 h 777243"/>
                  <a:gd name="connsiteX1" fmla="*/ 1325610 w 1332917"/>
                  <a:gd name="connsiteY1" fmla="*/ 0 h 777243"/>
                  <a:gd name="connsiteX2" fmla="*/ 990330 w 1332917"/>
                  <a:gd name="connsiteY2" fmla="*/ 259576 h 777243"/>
                  <a:gd name="connsiteX3" fmla="*/ 725040 w 1332917"/>
                  <a:gd name="connsiteY3" fmla="*/ 310149 h 777243"/>
                  <a:gd name="connsiteX4" fmla="*/ 577325 w 1332917"/>
                  <a:gd name="connsiteY4" fmla="*/ 259576 h 777243"/>
                  <a:gd name="connsiteX5" fmla="*/ 59165 w 1332917"/>
                  <a:gd name="connsiteY5" fmla="*/ 121920 h 777243"/>
                  <a:gd name="connsiteX0" fmla="*/ 59165 w 1332917"/>
                  <a:gd name="connsiteY0" fmla="*/ 121920 h 727461"/>
                  <a:gd name="connsiteX1" fmla="*/ 1325610 w 1332917"/>
                  <a:gd name="connsiteY1" fmla="*/ 0 h 727461"/>
                  <a:gd name="connsiteX2" fmla="*/ 990330 w 1332917"/>
                  <a:gd name="connsiteY2" fmla="*/ 259576 h 727461"/>
                  <a:gd name="connsiteX3" fmla="*/ 725040 w 1332917"/>
                  <a:gd name="connsiteY3" fmla="*/ 310149 h 727461"/>
                  <a:gd name="connsiteX4" fmla="*/ 577325 w 1332917"/>
                  <a:gd name="connsiteY4" fmla="*/ 259576 h 727461"/>
                  <a:gd name="connsiteX5" fmla="*/ 59165 w 1332917"/>
                  <a:gd name="connsiteY5" fmla="*/ 121920 h 727461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47227 h 791056"/>
                  <a:gd name="connsiteX1" fmla="*/ 1325610 w 1332917"/>
                  <a:gd name="connsiteY1" fmla="*/ 25307 h 791056"/>
                  <a:gd name="connsiteX2" fmla="*/ 990330 w 1332917"/>
                  <a:gd name="connsiteY2" fmla="*/ 284883 h 791056"/>
                  <a:gd name="connsiteX3" fmla="*/ 725040 w 1332917"/>
                  <a:gd name="connsiteY3" fmla="*/ 335456 h 791056"/>
                  <a:gd name="connsiteX4" fmla="*/ 577325 w 1332917"/>
                  <a:gd name="connsiteY4" fmla="*/ 284883 h 791056"/>
                  <a:gd name="connsiteX5" fmla="*/ 59165 w 1332917"/>
                  <a:gd name="connsiteY5" fmla="*/ 147227 h 791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2917" h="791056">
                    <a:moveTo>
                      <a:pt x="59165" y="147227"/>
                    </a:moveTo>
                    <a:cubicBezTo>
                      <a:pt x="481313" y="30387"/>
                      <a:pt x="1055862" y="-40733"/>
                      <a:pt x="1325610" y="25307"/>
                    </a:cubicBezTo>
                    <a:cubicBezTo>
                      <a:pt x="1381490" y="248992"/>
                      <a:pt x="1102090" y="198358"/>
                      <a:pt x="990330" y="284883"/>
                    </a:cubicBezTo>
                    <a:cubicBezTo>
                      <a:pt x="919680" y="753861"/>
                      <a:pt x="445170" y="1116158"/>
                      <a:pt x="725040" y="335456"/>
                    </a:cubicBezTo>
                    <a:cubicBezTo>
                      <a:pt x="523402" y="920578"/>
                      <a:pt x="-470717" y="812281"/>
                      <a:pt x="577325" y="284883"/>
                    </a:cubicBezTo>
                    <a:cubicBezTo>
                      <a:pt x="404605" y="238998"/>
                      <a:pt x="-187215" y="513152"/>
                      <a:pt x="59165" y="147227"/>
                    </a:cubicBezTo>
                    <a:close/>
                  </a:path>
                </a:pathLst>
              </a:custGeom>
              <a:solidFill>
                <a:srgbClr val="E99E41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7CE484A9-17A6-3CA4-CB35-31A3C2299B83}"/>
                  </a:ext>
                </a:extLst>
              </p:cNvPr>
              <p:cNvSpPr/>
              <p:nvPr/>
            </p:nvSpPr>
            <p:spPr>
              <a:xfrm>
                <a:off x="5251497" y="5345272"/>
                <a:ext cx="198911" cy="1003300"/>
              </a:xfrm>
              <a:prstGeom prst="roundRect">
                <a:avLst/>
              </a:prstGeom>
              <a:solidFill>
                <a:srgbClr val="E99E41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AE68D66-99DD-BAC8-6528-7C4196384619}"/>
                  </a:ext>
                </a:extLst>
              </p:cNvPr>
              <p:cNvSpPr/>
              <p:nvPr/>
            </p:nvSpPr>
            <p:spPr>
              <a:xfrm>
                <a:off x="5191712" y="6271455"/>
                <a:ext cx="301285" cy="154233"/>
              </a:xfrm>
              <a:prstGeom prst="roundRect">
                <a:avLst/>
              </a:prstGeom>
              <a:solidFill>
                <a:srgbClr val="E99E41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B0C6136C-2554-21F8-35B7-5F7ABD474600}"/>
                </a:ext>
              </a:extLst>
            </p:cNvPr>
            <p:cNvSpPr/>
            <p:nvPr/>
          </p:nvSpPr>
          <p:spPr>
            <a:xfrm rot="580953" flipV="1">
              <a:off x="4735435" y="5030816"/>
              <a:ext cx="472217" cy="339789"/>
            </a:xfrm>
            <a:custGeom>
              <a:avLst/>
              <a:gdLst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2196" h="301822">
                  <a:moveTo>
                    <a:pt x="0" y="0"/>
                  </a:moveTo>
                  <a:cubicBezTo>
                    <a:pt x="320625" y="37493"/>
                    <a:pt x="601770" y="122057"/>
                    <a:pt x="982196" y="0"/>
                  </a:cubicBezTo>
                  <a:lnTo>
                    <a:pt x="982196" y="301822"/>
                  </a:lnTo>
                  <a:lnTo>
                    <a:pt x="0" y="30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614E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84365C9A-8A89-194D-E130-E078033C3283}"/>
                </a:ext>
              </a:extLst>
            </p:cNvPr>
            <p:cNvSpPr/>
            <p:nvPr/>
          </p:nvSpPr>
          <p:spPr>
            <a:xfrm rot="580953" flipV="1">
              <a:off x="5826083" y="5163918"/>
              <a:ext cx="472217" cy="339789"/>
            </a:xfrm>
            <a:custGeom>
              <a:avLst/>
              <a:gdLst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2196" h="301822">
                  <a:moveTo>
                    <a:pt x="0" y="0"/>
                  </a:moveTo>
                  <a:cubicBezTo>
                    <a:pt x="320625" y="37493"/>
                    <a:pt x="601770" y="122057"/>
                    <a:pt x="982196" y="0"/>
                  </a:cubicBezTo>
                  <a:lnTo>
                    <a:pt x="982196" y="301822"/>
                  </a:lnTo>
                  <a:lnTo>
                    <a:pt x="0" y="30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614E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672A280-7AB8-E220-8ABC-B2AB40AD8094}"/>
                </a:ext>
              </a:extLst>
            </p:cNvPr>
            <p:cNvGrpSpPr/>
            <p:nvPr/>
          </p:nvGrpSpPr>
          <p:grpSpPr>
            <a:xfrm>
              <a:off x="5689919" y="2002004"/>
              <a:ext cx="1896009" cy="4213661"/>
              <a:chOff x="5689919" y="2002004"/>
              <a:chExt cx="1896009" cy="4213661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83C3776-7F68-4B48-D823-EFF8CD6EBD1E}"/>
                  </a:ext>
                </a:extLst>
              </p:cNvPr>
              <p:cNvGrpSpPr/>
              <p:nvPr/>
            </p:nvGrpSpPr>
            <p:grpSpPr>
              <a:xfrm>
                <a:off x="5689919" y="2002004"/>
                <a:ext cx="1896009" cy="3395995"/>
                <a:chOff x="5689919" y="2002004"/>
                <a:chExt cx="1896009" cy="3395995"/>
              </a:xfrm>
            </p:grpSpPr>
            <p:sp>
              <p:nvSpPr>
                <p:cNvPr id="29" name="Oval 11">
                  <a:extLst>
                    <a:ext uri="{FF2B5EF4-FFF2-40B4-BE49-F238E27FC236}">
                      <a16:creationId xmlns:a16="http://schemas.microsoft.com/office/drawing/2014/main" id="{F22F562D-718A-7E2F-037B-7553C640F7EC}"/>
                    </a:ext>
                  </a:extLst>
                </p:cNvPr>
                <p:cNvSpPr/>
                <p:nvPr/>
              </p:nvSpPr>
              <p:spPr>
                <a:xfrm rot="20396453">
                  <a:off x="5689919" y="2037460"/>
                  <a:ext cx="1747546" cy="3360539"/>
                </a:xfrm>
                <a:custGeom>
                  <a:avLst/>
                  <a:gdLst>
                    <a:gd name="connsiteX0" fmla="*/ 0 w 1658572"/>
                    <a:gd name="connsiteY0" fmla="*/ 1646260 h 3292519"/>
                    <a:gd name="connsiteX1" fmla="*/ 829286 w 1658572"/>
                    <a:gd name="connsiteY1" fmla="*/ 0 h 3292519"/>
                    <a:gd name="connsiteX2" fmla="*/ 1658572 w 1658572"/>
                    <a:gd name="connsiteY2" fmla="*/ 1646260 h 3292519"/>
                    <a:gd name="connsiteX3" fmla="*/ 829286 w 1658572"/>
                    <a:gd name="connsiteY3" fmla="*/ 3292520 h 3292519"/>
                    <a:gd name="connsiteX4" fmla="*/ 0 w 1658572"/>
                    <a:gd name="connsiteY4" fmla="*/ 1646260 h 3292519"/>
                    <a:gd name="connsiteX0" fmla="*/ 278 w 1658850"/>
                    <a:gd name="connsiteY0" fmla="*/ 1724471 h 3370731"/>
                    <a:gd name="connsiteX1" fmla="*/ 763480 w 1658850"/>
                    <a:gd name="connsiteY1" fmla="*/ 0 h 3370731"/>
                    <a:gd name="connsiteX2" fmla="*/ 1658850 w 1658850"/>
                    <a:gd name="connsiteY2" fmla="*/ 1724471 h 3370731"/>
                    <a:gd name="connsiteX3" fmla="*/ 829564 w 1658850"/>
                    <a:gd name="connsiteY3" fmla="*/ 3370731 h 3370731"/>
                    <a:gd name="connsiteX4" fmla="*/ 278 w 1658850"/>
                    <a:gd name="connsiteY4" fmla="*/ 1724471 h 3370731"/>
                    <a:gd name="connsiteX0" fmla="*/ 184 w 1722760"/>
                    <a:gd name="connsiteY0" fmla="*/ 1724472 h 3370734"/>
                    <a:gd name="connsiteX1" fmla="*/ 763386 w 1722760"/>
                    <a:gd name="connsiteY1" fmla="*/ 1 h 3370734"/>
                    <a:gd name="connsiteX2" fmla="*/ 1722760 w 1722760"/>
                    <a:gd name="connsiteY2" fmla="*/ 1734322 h 3370734"/>
                    <a:gd name="connsiteX3" fmla="*/ 829470 w 1722760"/>
                    <a:gd name="connsiteY3" fmla="*/ 3370732 h 3370734"/>
                    <a:gd name="connsiteX4" fmla="*/ 184 w 1722760"/>
                    <a:gd name="connsiteY4" fmla="*/ 1724472 h 3370734"/>
                    <a:gd name="connsiteX0" fmla="*/ 184 w 1722760"/>
                    <a:gd name="connsiteY0" fmla="*/ 1724472 h 3371417"/>
                    <a:gd name="connsiteX1" fmla="*/ 763386 w 1722760"/>
                    <a:gd name="connsiteY1" fmla="*/ 1 h 3371417"/>
                    <a:gd name="connsiteX2" fmla="*/ 1722760 w 1722760"/>
                    <a:gd name="connsiteY2" fmla="*/ 1734322 h 3371417"/>
                    <a:gd name="connsiteX3" fmla="*/ 829470 w 1722760"/>
                    <a:gd name="connsiteY3" fmla="*/ 3370732 h 3371417"/>
                    <a:gd name="connsiteX4" fmla="*/ 184 w 1722760"/>
                    <a:gd name="connsiteY4" fmla="*/ 1724472 h 3371417"/>
                    <a:gd name="connsiteX0" fmla="*/ 421 w 1722997"/>
                    <a:gd name="connsiteY0" fmla="*/ 1724474 h 3371419"/>
                    <a:gd name="connsiteX1" fmla="*/ 763623 w 1722997"/>
                    <a:gd name="connsiteY1" fmla="*/ 3 h 3371419"/>
                    <a:gd name="connsiteX2" fmla="*/ 1722997 w 1722997"/>
                    <a:gd name="connsiteY2" fmla="*/ 1734324 h 3371419"/>
                    <a:gd name="connsiteX3" fmla="*/ 829707 w 1722997"/>
                    <a:gd name="connsiteY3" fmla="*/ 3370734 h 3371419"/>
                    <a:gd name="connsiteX4" fmla="*/ 421 w 1722997"/>
                    <a:gd name="connsiteY4" fmla="*/ 1724474 h 3371419"/>
                    <a:gd name="connsiteX0" fmla="*/ 38378 w 1761950"/>
                    <a:gd name="connsiteY0" fmla="*/ 1726319 h 3373264"/>
                    <a:gd name="connsiteX1" fmla="*/ 801580 w 1761950"/>
                    <a:gd name="connsiteY1" fmla="*/ 1848 h 3373264"/>
                    <a:gd name="connsiteX2" fmla="*/ 1760954 w 1761950"/>
                    <a:gd name="connsiteY2" fmla="*/ 1736169 h 3373264"/>
                    <a:gd name="connsiteX3" fmla="*/ 867664 w 1761950"/>
                    <a:gd name="connsiteY3" fmla="*/ 3372579 h 3373264"/>
                    <a:gd name="connsiteX4" fmla="*/ 38378 w 1761950"/>
                    <a:gd name="connsiteY4" fmla="*/ 1726319 h 3373264"/>
                    <a:gd name="connsiteX0" fmla="*/ 0 w 1740142"/>
                    <a:gd name="connsiteY0" fmla="*/ 200298 h 1846936"/>
                    <a:gd name="connsiteX1" fmla="*/ 1722576 w 1740142"/>
                    <a:gd name="connsiteY1" fmla="*/ 210148 h 1846936"/>
                    <a:gd name="connsiteX2" fmla="*/ 829286 w 1740142"/>
                    <a:gd name="connsiteY2" fmla="*/ 1846558 h 1846936"/>
                    <a:gd name="connsiteX3" fmla="*/ 0 w 1740142"/>
                    <a:gd name="connsiteY3" fmla="*/ 200298 h 1846936"/>
                    <a:gd name="connsiteX0" fmla="*/ 273 w 1722852"/>
                    <a:gd name="connsiteY0" fmla="*/ 1714216 h 3360863"/>
                    <a:gd name="connsiteX1" fmla="*/ 749702 w 1722852"/>
                    <a:gd name="connsiteY1" fmla="*/ 1 h 3360863"/>
                    <a:gd name="connsiteX2" fmla="*/ 1722849 w 1722852"/>
                    <a:gd name="connsiteY2" fmla="*/ 1724066 h 3360863"/>
                    <a:gd name="connsiteX3" fmla="*/ 829559 w 1722852"/>
                    <a:gd name="connsiteY3" fmla="*/ 3360476 h 3360863"/>
                    <a:gd name="connsiteX4" fmla="*/ 273 w 1722852"/>
                    <a:gd name="connsiteY4" fmla="*/ 1714216 h 3360863"/>
                    <a:gd name="connsiteX0" fmla="*/ 273 w 1747008"/>
                    <a:gd name="connsiteY0" fmla="*/ 1714216 h 3360863"/>
                    <a:gd name="connsiteX1" fmla="*/ 749702 w 1747008"/>
                    <a:gd name="connsiteY1" fmla="*/ 1 h 3360863"/>
                    <a:gd name="connsiteX2" fmla="*/ 1722849 w 1747008"/>
                    <a:gd name="connsiteY2" fmla="*/ 1724066 h 3360863"/>
                    <a:gd name="connsiteX3" fmla="*/ 829559 w 1747008"/>
                    <a:gd name="connsiteY3" fmla="*/ 3360476 h 3360863"/>
                    <a:gd name="connsiteX4" fmla="*/ 273 w 1747008"/>
                    <a:gd name="connsiteY4" fmla="*/ 1714216 h 3360863"/>
                    <a:gd name="connsiteX0" fmla="*/ 584 w 1747319"/>
                    <a:gd name="connsiteY0" fmla="*/ 1714215 h 3360862"/>
                    <a:gd name="connsiteX1" fmla="*/ 750013 w 1747319"/>
                    <a:gd name="connsiteY1" fmla="*/ 0 h 3360862"/>
                    <a:gd name="connsiteX2" fmla="*/ 1723160 w 1747319"/>
                    <a:gd name="connsiteY2" fmla="*/ 1724065 h 3360862"/>
                    <a:gd name="connsiteX3" fmla="*/ 829870 w 1747319"/>
                    <a:gd name="connsiteY3" fmla="*/ 3360475 h 3360862"/>
                    <a:gd name="connsiteX4" fmla="*/ 584 w 1747319"/>
                    <a:gd name="connsiteY4" fmla="*/ 1714215 h 3360862"/>
                    <a:gd name="connsiteX0" fmla="*/ 584 w 1747319"/>
                    <a:gd name="connsiteY0" fmla="*/ 1714215 h 3361081"/>
                    <a:gd name="connsiteX1" fmla="*/ 750013 w 1747319"/>
                    <a:gd name="connsiteY1" fmla="*/ 0 h 3361081"/>
                    <a:gd name="connsiteX2" fmla="*/ 1723160 w 1747319"/>
                    <a:gd name="connsiteY2" fmla="*/ 1724065 h 3361081"/>
                    <a:gd name="connsiteX3" fmla="*/ 829870 w 1747319"/>
                    <a:gd name="connsiteY3" fmla="*/ 3360475 h 3361081"/>
                    <a:gd name="connsiteX4" fmla="*/ 584 w 1747319"/>
                    <a:gd name="connsiteY4" fmla="*/ 1714215 h 3361081"/>
                    <a:gd name="connsiteX0" fmla="*/ 584 w 1747319"/>
                    <a:gd name="connsiteY0" fmla="*/ 1714215 h 3361847"/>
                    <a:gd name="connsiteX1" fmla="*/ 750013 w 1747319"/>
                    <a:gd name="connsiteY1" fmla="*/ 0 h 3361847"/>
                    <a:gd name="connsiteX2" fmla="*/ 1723160 w 1747319"/>
                    <a:gd name="connsiteY2" fmla="*/ 1724065 h 3361847"/>
                    <a:gd name="connsiteX3" fmla="*/ 829870 w 1747319"/>
                    <a:gd name="connsiteY3" fmla="*/ 3360475 h 3361847"/>
                    <a:gd name="connsiteX4" fmla="*/ 584 w 1747319"/>
                    <a:gd name="connsiteY4" fmla="*/ 1714215 h 3361847"/>
                    <a:gd name="connsiteX0" fmla="*/ 584 w 1747319"/>
                    <a:gd name="connsiteY0" fmla="*/ 1714215 h 3360539"/>
                    <a:gd name="connsiteX1" fmla="*/ 750013 w 1747319"/>
                    <a:gd name="connsiteY1" fmla="*/ 0 h 3360539"/>
                    <a:gd name="connsiteX2" fmla="*/ 1723160 w 1747319"/>
                    <a:gd name="connsiteY2" fmla="*/ 1724065 h 3360539"/>
                    <a:gd name="connsiteX3" fmla="*/ 829870 w 1747319"/>
                    <a:gd name="connsiteY3" fmla="*/ 3360475 h 3360539"/>
                    <a:gd name="connsiteX4" fmla="*/ 584 w 1747319"/>
                    <a:gd name="connsiteY4" fmla="*/ 1714215 h 3360539"/>
                    <a:gd name="connsiteX0" fmla="*/ 382 w 1747117"/>
                    <a:gd name="connsiteY0" fmla="*/ 1714215 h 3360539"/>
                    <a:gd name="connsiteX1" fmla="*/ 749811 w 1747117"/>
                    <a:gd name="connsiteY1" fmla="*/ 0 h 3360539"/>
                    <a:gd name="connsiteX2" fmla="*/ 1722958 w 1747117"/>
                    <a:gd name="connsiteY2" fmla="*/ 1724065 h 3360539"/>
                    <a:gd name="connsiteX3" fmla="*/ 829668 w 1747117"/>
                    <a:gd name="connsiteY3" fmla="*/ 3360475 h 3360539"/>
                    <a:gd name="connsiteX4" fmla="*/ 382 w 1747117"/>
                    <a:gd name="connsiteY4" fmla="*/ 1714215 h 3360539"/>
                    <a:gd name="connsiteX0" fmla="*/ 811 w 1747546"/>
                    <a:gd name="connsiteY0" fmla="*/ 1714215 h 3360539"/>
                    <a:gd name="connsiteX1" fmla="*/ 750240 w 1747546"/>
                    <a:gd name="connsiteY1" fmla="*/ 0 h 3360539"/>
                    <a:gd name="connsiteX2" fmla="*/ 1723387 w 1747546"/>
                    <a:gd name="connsiteY2" fmla="*/ 1724065 h 3360539"/>
                    <a:gd name="connsiteX3" fmla="*/ 830097 w 1747546"/>
                    <a:gd name="connsiteY3" fmla="*/ 3360475 h 3360539"/>
                    <a:gd name="connsiteX4" fmla="*/ 811 w 1747546"/>
                    <a:gd name="connsiteY4" fmla="*/ 1714215 h 3360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546" h="3360539">
                      <a:moveTo>
                        <a:pt x="811" y="1714215"/>
                      </a:moveTo>
                      <a:cubicBezTo>
                        <a:pt x="-18934" y="1097706"/>
                        <a:pt x="324148" y="82806"/>
                        <a:pt x="750240" y="0"/>
                      </a:cubicBezTo>
                      <a:cubicBezTo>
                        <a:pt x="1994178" y="121180"/>
                        <a:pt x="1721679" y="1416091"/>
                        <a:pt x="1723387" y="1724065"/>
                      </a:cubicBezTo>
                      <a:cubicBezTo>
                        <a:pt x="1725096" y="2032039"/>
                        <a:pt x="1438351" y="3371223"/>
                        <a:pt x="830097" y="3360475"/>
                      </a:cubicBezTo>
                      <a:cubicBezTo>
                        <a:pt x="221843" y="3349727"/>
                        <a:pt x="20556" y="2330724"/>
                        <a:pt x="811" y="1714215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514336"/>
                    </a:gs>
                    <a:gs pos="0">
                      <a:srgbClr val="6E6355"/>
                    </a:gs>
                  </a:gsLst>
                  <a:lin ang="21594000" scaled="0"/>
                </a:gra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Oval 11">
                  <a:extLst>
                    <a:ext uri="{FF2B5EF4-FFF2-40B4-BE49-F238E27FC236}">
                      <a16:creationId xmlns:a16="http://schemas.microsoft.com/office/drawing/2014/main" id="{7FC87FC6-45A1-6EFA-7B1F-AF1C9B49FD7B}"/>
                    </a:ext>
                  </a:extLst>
                </p:cNvPr>
                <p:cNvSpPr/>
                <p:nvPr/>
              </p:nvSpPr>
              <p:spPr>
                <a:xfrm rot="20396453">
                  <a:off x="5838382" y="2002004"/>
                  <a:ext cx="1747546" cy="3360539"/>
                </a:xfrm>
                <a:custGeom>
                  <a:avLst/>
                  <a:gdLst>
                    <a:gd name="connsiteX0" fmla="*/ 0 w 1658572"/>
                    <a:gd name="connsiteY0" fmla="*/ 1646260 h 3292519"/>
                    <a:gd name="connsiteX1" fmla="*/ 829286 w 1658572"/>
                    <a:gd name="connsiteY1" fmla="*/ 0 h 3292519"/>
                    <a:gd name="connsiteX2" fmla="*/ 1658572 w 1658572"/>
                    <a:gd name="connsiteY2" fmla="*/ 1646260 h 3292519"/>
                    <a:gd name="connsiteX3" fmla="*/ 829286 w 1658572"/>
                    <a:gd name="connsiteY3" fmla="*/ 3292520 h 3292519"/>
                    <a:gd name="connsiteX4" fmla="*/ 0 w 1658572"/>
                    <a:gd name="connsiteY4" fmla="*/ 1646260 h 3292519"/>
                    <a:gd name="connsiteX0" fmla="*/ 278 w 1658850"/>
                    <a:gd name="connsiteY0" fmla="*/ 1724471 h 3370731"/>
                    <a:gd name="connsiteX1" fmla="*/ 763480 w 1658850"/>
                    <a:gd name="connsiteY1" fmla="*/ 0 h 3370731"/>
                    <a:gd name="connsiteX2" fmla="*/ 1658850 w 1658850"/>
                    <a:gd name="connsiteY2" fmla="*/ 1724471 h 3370731"/>
                    <a:gd name="connsiteX3" fmla="*/ 829564 w 1658850"/>
                    <a:gd name="connsiteY3" fmla="*/ 3370731 h 3370731"/>
                    <a:gd name="connsiteX4" fmla="*/ 278 w 1658850"/>
                    <a:gd name="connsiteY4" fmla="*/ 1724471 h 3370731"/>
                    <a:gd name="connsiteX0" fmla="*/ 184 w 1722760"/>
                    <a:gd name="connsiteY0" fmla="*/ 1724472 h 3370734"/>
                    <a:gd name="connsiteX1" fmla="*/ 763386 w 1722760"/>
                    <a:gd name="connsiteY1" fmla="*/ 1 h 3370734"/>
                    <a:gd name="connsiteX2" fmla="*/ 1722760 w 1722760"/>
                    <a:gd name="connsiteY2" fmla="*/ 1734322 h 3370734"/>
                    <a:gd name="connsiteX3" fmla="*/ 829470 w 1722760"/>
                    <a:gd name="connsiteY3" fmla="*/ 3370732 h 3370734"/>
                    <a:gd name="connsiteX4" fmla="*/ 184 w 1722760"/>
                    <a:gd name="connsiteY4" fmla="*/ 1724472 h 3370734"/>
                    <a:gd name="connsiteX0" fmla="*/ 184 w 1722760"/>
                    <a:gd name="connsiteY0" fmla="*/ 1724472 h 3371417"/>
                    <a:gd name="connsiteX1" fmla="*/ 763386 w 1722760"/>
                    <a:gd name="connsiteY1" fmla="*/ 1 h 3371417"/>
                    <a:gd name="connsiteX2" fmla="*/ 1722760 w 1722760"/>
                    <a:gd name="connsiteY2" fmla="*/ 1734322 h 3371417"/>
                    <a:gd name="connsiteX3" fmla="*/ 829470 w 1722760"/>
                    <a:gd name="connsiteY3" fmla="*/ 3370732 h 3371417"/>
                    <a:gd name="connsiteX4" fmla="*/ 184 w 1722760"/>
                    <a:gd name="connsiteY4" fmla="*/ 1724472 h 3371417"/>
                    <a:gd name="connsiteX0" fmla="*/ 421 w 1722997"/>
                    <a:gd name="connsiteY0" fmla="*/ 1724474 h 3371419"/>
                    <a:gd name="connsiteX1" fmla="*/ 763623 w 1722997"/>
                    <a:gd name="connsiteY1" fmla="*/ 3 h 3371419"/>
                    <a:gd name="connsiteX2" fmla="*/ 1722997 w 1722997"/>
                    <a:gd name="connsiteY2" fmla="*/ 1734324 h 3371419"/>
                    <a:gd name="connsiteX3" fmla="*/ 829707 w 1722997"/>
                    <a:gd name="connsiteY3" fmla="*/ 3370734 h 3371419"/>
                    <a:gd name="connsiteX4" fmla="*/ 421 w 1722997"/>
                    <a:gd name="connsiteY4" fmla="*/ 1724474 h 3371419"/>
                    <a:gd name="connsiteX0" fmla="*/ 38378 w 1761950"/>
                    <a:gd name="connsiteY0" fmla="*/ 1726319 h 3373264"/>
                    <a:gd name="connsiteX1" fmla="*/ 801580 w 1761950"/>
                    <a:gd name="connsiteY1" fmla="*/ 1848 h 3373264"/>
                    <a:gd name="connsiteX2" fmla="*/ 1760954 w 1761950"/>
                    <a:gd name="connsiteY2" fmla="*/ 1736169 h 3373264"/>
                    <a:gd name="connsiteX3" fmla="*/ 867664 w 1761950"/>
                    <a:gd name="connsiteY3" fmla="*/ 3372579 h 3373264"/>
                    <a:gd name="connsiteX4" fmla="*/ 38378 w 1761950"/>
                    <a:gd name="connsiteY4" fmla="*/ 1726319 h 3373264"/>
                    <a:gd name="connsiteX0" fmla="*/ 0 w 1740142"/>
                    <a:gd name="connsiteY0" fmla="*/ 200298 h 1846936"/>
                    <a:gd name="connsiteX1" fmla="*/ 1722576 w 1740142"/>
                    <a:gd name="connsiteY1" fmla="*/ 210148 h 1846936"/>
                    <a:gd name="connsiteX2" fmla="*/ 829286 w 1740142"/>
                    <a:gd name="connsiteY2" fmla="*/ 1846558 h 1846936"/>
                    <a:gd name="connsiteX3" fmla="*/ 0 w 1740142"/>
                    <a:gd name="connsiteY3" fmla="*/ 200298 h 1846936"/>
                    <a:gd name="connsiteX0" fmla="*/ 273 w 1722852"/>
                    <a:gd name="connsiteY0" fmla="*/ 1714216 h 3360863"/>
                    <a:gd name="connsiteX1" fmla="*/ 749702 w 1722852"/>
                    <a:gd name="connsiteY1" fmla="*/ 1 h 3360863"/>
                    <a:gd name="connsiteX2" fmla="*/ 1722849 w 1722852"/>
                    <a:gd name="connsiteY2" fmla="*/ 1724066 h 3360863"/>
                    <a:gd name="connsiteX3" fmla="*/ 829559 w 1722852"/>
                    <a:gd name="connsiteY3" fmla="*/ 3360476 h 3360863"/>
                    <a:gd name="connsiteX4" fmla="*/ 273 w 1722852"/>
                    <a:gd name="connsiteY4" fmla="*/ 1714216 h 3360863"/>
                    <a:gd name="connsiteX0" fmla="*/ 273 w 1747008"/>
                    <a:gd name="connsiteY0" fmla="*/ 1714216 h 3360863"/>
                    <a:gd name="connsiteX1" fmla="*/ 749702 w 1747008"/>
                    <a:gd name="connsiteY1" fmla="*/ 1 h 3360863"/>
                    <a:gd name="connsiteX2" fmla="*/ 1722849 w 1747008"/>
                    <a:gd name="connsiteY2" fmla="*/ 1724066 h 3360863"/>
                    <a:gd name="connsiteX3" fmla="*/ 829559 w 1747008"/>
                    <a:gd name="connsiteY3" fmla="*/ 3360476 h 3360863"/>
                    <a:gd name="connsiteX4" fmla="*/ 273 w 1747008"/>
                    <a:gd name="connsiteY4" fmla="*/ 1714216 h 3360863"/>
                    <a:gd name="connsiteX0" fmla="*/ 584 w 1747319"/>
                    <a:gd name="connsiteY0" fmla="*/ 1714215 h 3360862"/>
                    <a:gd name="connsiteX1" fmla="*/ 750013 w 1747319"/>
                    <a:gd name="connsiteY1" fmla="*/ 0 h 3360862"/>
                    <a:gd name="connsiteX2" fmla="*/ 1723160 w 1747319"/>
                    <a:gd name="connsiteY2" fmla="*/ 1724065 h 3360862"/>
                    <a:gd name="connsiteX3" fmla="*/ 829870 w 1747319"/>
                    <a:gd name="connsiteY3" fmla="*/ 3360475 h 3360862"/>
                    <a:gd name="connsiteX4" fmla="*/ 584 w 1747319"/>
                    <a:gd name="connsiteY4" fmla="*/ 1714215 h 3360862"/>
                    <a:gd name="connsiteX0" fmla="*/ 584 w 1747319"/>
                    <a:gd name="connsiteY0" fmla="*/ 1714215 h 3361081"/>
                    <a:gd name="connsiteX1" fmla="*/ 750013 w 1747319"/>
                    <a:gd name="connsiteY1" fmla="*/ 0 h 3361081"/>
                    <a:gd name="connsiteX2" fmla="*/ 1723160 w 1747319"/>
                    <a:gd name="connsiteY2" fmla="*/ 1724065 h 3361081"/>
                    <a:gd name="connsiteX3" fmla="*/ 829870 w 1747319"/>
                    <a:gd name="connsiteY3" fmla="*/ 3360475 h 3361081"/>
                    <a:gd name="connsiteX4" fmla="*/ 584 w 1747319"/>
                    <a:gd name="connsiteY4" fmla="*/ 1714215 h 3361081"/>
                    <a:gd name="connsiteX0" fmla="*/ 584 w 1747319"/>
                    <a:gd name="connsiteY0" fmla="*/ 1714215 h 3361847"/>
                    <a:gd name="connsiteX1" fmla="*/ 750013 w 1747319"/>
                    <a:gd name="connsiteY1" fmla="*/ 0 h 3361847"/>
                    <a:gd name="connsiteX2" fmla="*/ 1723160 w 1747319"/>
                    <a:gd name="connsiteY2" fmla="*/ 1724065 h 3361847"/>
                    <a:gd name="connsiteX3" fmla="*/ 829870 w 1747319"/>
                    <a:gd name="connsiteY3" fmla="*/ 3360475 h 3361847"/>
                    <a:gd name="connsiteX4" fmla="*/ 584 w 1747319"/>
                    <a:gd name="connsiteY4" fmla="*/ 1714215 h 3361847"/>
                    <a:gd name="connsiteX0" fmla="*/ 584 w 1747319"/>
                    <a:gd name="connsiteY0" fmla="*/ 1714215 h 3360539"/>
                    <a:gd name="connsiteX1" fmla="*/ 750013 w 1747319"/>
                    <a:gd name="connsiteY1" fmla="*/ 0 h 3360539"/>
                    <a:gd name="connsiteX2" fmla="*/ 1723160 w 1747319"/>
                    <a:gd name="connsiteY2" fmla="*/ 1724065 h 3360539"/>
                    <a:gd name="connsiteX3" fmla="*/ 829870 w 1747319"/>
                    <a:gd name="connsiteY3" fmla="*/ 3360475 h 3360539"/>
                    <a:gd name="connsiteX4" fmla="*/ 584 w 1747319"/>
                    <a:gd name="connsiteY4" fmla="*/ 1714215 h 3360539"/>
                    <a:gd name="connsiteX0" fmla="*/ 382 w 1747117"/>
                    <a:gd name="connsiteY0" fmla="*/ 1714215 h 3360539"/>
                    <a:gd name="connsiteX1" fmla="*/ 749811 w 1747117"/>
                    <a:gd name="connsiteY1" fmla="*/ 0 h 3360539"/>
                    <a:gd name="connsiteX2" fmla="*/ 1722958 w 1747117"/>
                    <a:gd name="connsiteY2" fmla="*/ 1724065 h 3360539"/>
                    <a:gd name="connsiteX3" fmla="*/ 829668 w 1747117"/>
                    <a:gd name="connsiteY3" fmla="*/ 3360475 h 3360539"/>
                    <a:gd name="connsiteX4" fmla="*/ 382 w 1747117"/>
                    <a:gd name="connsiteY4" fmla="*/ 1714215 h 3360539"/>
                    <a:gd name="connsiteX0" fmla="*/ 811 w 1747546"/>
                    <a:gd name="connsiteY0" fmla="*/ 1714215 h 3360539"/>
                    <a:gd name="connsiteX1" fmla="*/ 750240 w 1747546"/>
                    <a:gd name="connsiteY1" fmla="*/ 0 h 3360539"/>
                    <a:gd name="connsiteX2" fmla="*/ 1723387 w 1747546"/>
                    <a:gd name="connsiteY2" fmla="*/ 1724065 h 3360539"/>
                    <a:gd name="connsiteX3" fmla="*/ 830097 w 1747546"/>
                    <a:gd name="connsiteY3" fmla="*/ 3360475 h 3360539"/>
                    <a:gd name="connsiteX4" fmla="*/ 811 w 1747546"/>
                    <a:gd name="connsiteY4" fmla="*/ 1714215 h 3360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546" h="3360539">
                      <a:moveTo>
                        <a:pt x="811" y="1714215"/>
                      </a:moveTo>
                      <a:cubicBezTo>
                        <a:pt x="-18934" y="1097706"/>
                        <a:pt x="324148" y="82806"/>
                        <a:pt x="750240" y="0"/>
                      </a:cubicBezTo>
                      <a:cubicBezTo>
                        <a:pt x="1994178" y="121180"/>
                        <a:pt x="1721679" y="1416091"/>
                        <a:pt x="1723387" y="1724065"/>
                      </a:cubicBezTo>
                      <a:cubicBezTo>
                        <a:pt x="1725096" y="2032039"/>
                        <a:pt x="1438351" y="3371223"/>
                        <a:pt x="830097" y="3360475"/>
                      </a:cubicBezTo>
                      <a:cubicBezTo>
                        <a:pt x="221843" y="3349727"/>
                        <a:pt x="20556" y="2330724"/>
                        <a:pt x="811" y="171421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14336"/>
                    </a:gs>
                    <a:gs pos="22000">
                      <a:srgbClr val="6E6355"/>
                    </a:gs>
                  </a:gsLst>
                  <a:lin ang="21594000" scaled="0"/>
                </a:gra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56B6B456-AD8C-C8A8-EE90-5B7A84C12B56}"/>
                  </a:ext>
                </a:extLst>
              </p:cNvPr>
              <p:cNvSpPr/>
              <p:nvPr/>
            </p:nvSpPr>
            <p:spPr>
              <a:xfrm>
                <a:off x="6980635" y="4347566"/>
                <a:ext cx="166637" cy="1868099"/>
              </a:xfrm>
              <a:prstGeom prst="arc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28218E25-BE13-E8AC-2C72-62FF4B0DB99F}"/>
                  </a:ext>
                </a:extLst>
              </p:cNvPr>
              <p:cNvSpPr/>
              <p:nvPr/>
            </p:nvSpPr>
            <p:spPr>
              <a:xfrm>
                <a:off x="7235742" y="4248857"/>
                <a:ext cx="166637" cy="1868099"/>
              </a:xfrm>
              <a:prstGeom prst="arc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F7A66A9B-1AD0-1D00-67BE-823E3CB8265D}"/>
                  </a:ext>
                </a:extLst>
              </p:cNvPr>
              <p:cNvSpPr/>
              <p:nvPr/>
            </p:nvSpPr>
            <p:spPr>
              <a:xfrm>
                <a:off x="6664425" y="4313476"/>
                <a:ext cx="166637" cy="1868099"/>
              </a:xfrm>
              <a:prstGeom prst="arc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352DA9-5969-B515-327F-2C3AADC28F17}"/>
                </a:ext>
              </a:extLst>
            </p:cNvPr>
            <p:cNvGrpSpPr/>
            <p:nvPr/>
          </p:nvGrpSpPr>
          <p:grpSpPr>
            <a:xfrm>
              <a:off x="3135414" y="-41409"/>
              <a:ext cx="2922727" cy="2819170"/>
              <a:chOff x="3135414" y="-41409"/>
              <a:chExt cx="2922727" cy="2819170"/>
            </a:xfrm>
          </p:grpSpPr>
          <p:sp>
            <p:nvSpPr>
              <p:cNvPr id="13" name="Oval 5">
                <a:extLst>
                  <a:ext uri="{FF2B5EF4-FFF2-40B4-BE49-F238E27FC236}">
                    <a16:creationId xmlns:a16="http://schemas.microsoft.com/office/drawing/2014/main" id="{8C14BA8A-62F8-6F20-8388-BFFFF078B953}"/>
                  </a:ext>
                </a:extLst>
              </p:cNvPr>
              <p:cNvSpPr/>
              <p:nvPr/>
            </p:nvSpPr>
            <p:spPr>
              <a:xfrm>
                <a:off x="4054043" y="135138"/>
                <a:ext cx="1603774" cy="1486208"/>
              </a:xfrm>
              <a:custGeom>
                <a:avLst/>
                <a:gdLst>
                  <a:gd name="connsiteX0" fmla="*/ 0 w 1497496"/>
                  <a:gd name="connsiteY0" fmla="*/ 715854 h 1431707"/>
                  <a:gd name="connsiteX1" fmla="*/ 748748 w 1497496"/>
                  <a:gd name="connsiteY1" fmla="*/ 0 h 1431707"/>
                  <a:gd name="connsiteX2" fmla="*/ 1497496 w 1497496"/>
                  <a:gd name="connsiteY2" fmla="*/ 715854 h 1431707"/>
                  <a:gd name="connsiteX3" fmla="*/ 748748 w 1497496"/>
                  <a:gd name="connsiteY3" fmla="*/ 1431708 h 1431707"/>
                  <a:gd name="connsiteX4" fmla="*/ 0 w 1497496"/>
                  <a:gd name="connsiteY4" fmla="*/ 715854 h 1431707"/>
                  <a:gd name="connsiteX0" fmla="*/ 1124 w 1498620"/>
                  <a:gd name="connsiteY0" fmla="*/ 715854 h 1484101"/>
                  <a:gd name="connsiteX1" fmla="*/ 749872 w 1498620"/>
                  <a:gd name="connsiteY1" fmla="*/ 0 h 1484101"/>
                  <a:gd name="connsiteX2" fmla="*/ 1498620 w 1498620"/>
                  <a:gd name="connsiteY2" fmla="*/ 715854 h 1484101"/>
                  <a:gd name="connsiteX3" fmla="*/ 749872 w 1498620"/>
                  <a:gd name="connsiteY3" fmla="*/ 1431708 h 1484101"/>
                  <a:gd name="connsiteX4" fmla="*/ 584633 w 1498620"/>
                  <a:gd name="connsiteY4" fmla="*/ 1350065 h 1484101"/>
                  <a:gd name="connsiteX5" fmla="*/ 1124 w 1498620"/>
                  <a:gd name="connsiteY5" fmla="*/ 715854 h 1484101"/>
                  <a:gd name="connsiteX0" fmla="*/ 1124 w 1498620"/>
                  <a:gd name="connsiteY0" fmla="*/ 715854 h 1484101"/>
                  <a:gd name="connsiteX1" fmla="*/ 749872 w 1498620"/>
                  <a:gd name="connsiteY1" fmla="*/ 0 h 1484101"/>
                  <a:gd name="connsiteX2" fmla="*/ 1498620 w 1498620"/>
                  <a:gd name="connsiteY2" fmla="*/ 715854 h 1484101"/>
                  <a:gd name="connsiteX3" fmla="*/ 749872 w 1498620"/>
                  <a:gd name="connsiteY3" fmla="*/ 1431708 h 1484101"/>
                  <a:gd name="connsiteX4" fmla="*/ 584633 w 1498620"/>
                  <a:gd name="connsiteY4" fmla="*/ 1350065 h 1484101"/>
                  <a:gd name="connsiteX5" fmla="*/ 1124 w 1498620"/>
                  <a:gd name="connsiteY5" fmla="*/ 715854 h 1484101"/>
                  <a:gd name="connsiteX0" fmla="*/ 1124 w 1498620"/>
                  <a:gd name="connsiteY0" fmla="*/ 715854 h 1450323"/>
                  <a:gd name="connsiteX1" fmla="*/ 749872 w 1498620"/>
                  <a:gd name="connsiteY1" fmla="*/ 0 h 1450323"/>
                  <a:gd name="connsiteX2" fmla="*/ 1498620 w 1498620"/>
                  <a:gd name="connsiteY2" fmla="*/ 715854 h 1450323"/>
                  <a:gd name="connsiteX3" fmla="*/ 749872 w 1498620"/>
                  <a:gd name="connsiteY3" fmla="*/ 1431708 h 1450323"/>
                  <a:gd name="connsiteX4" fmla="*/ 584633 w 1498620"/>
                  <a:gd name="connsiteY4" fmla="*/ 1350065 h 1450323"/>
                  <a:gd name="connsiteX5" fmla="*/ 1124 w 1498620"/>
                  <a:gd name="connsiteY5" fmla="*/ 715854 h 1450323"/>
                  <a:gd name="connsiteX0" fmla="*/ 1124 w 1498620"/>
                  <a:gd name="connsiteY0" fmla="*/ 715854 h 1450323"/>
                  <a:gd name="connsiteX1" fmla="*/ 749872 w 1498620"/>
                  <a:gd name="connsiteY1" fmla="*/ 0 h 1450323"/>
                  <a:gd name="connsiteX2" fmla="*/ 1498620 w 1498620"/>
                  <a:gd name="connsiteY2" fmla="*/ 715854 h 1450323"/>
                  <a:gd name="connsiteX3" fmla="*/ 749872 w 1498620"/>
                  <a:gd name="connsiteY3" fmla="*/ 1431708 h 1450323"/>
                  <a:gd name="connsiteX4" fmla="*/ 584633 w 1498620"/>
                  <a:gd name="connsiteY4" fmla="*/ 1350065 h 1450323"/>
                  <a:gd name="connsiteX5" fmla="*/ 1124 w 1498620"/>
                  <a:gd name="connsiteY5" fmla="*/ 715854 h 1450323"/>
                  <a:gd name="connsiteX0" fmla="*/ 1124 w 1498620"/>
                  <a:gd name="connsiteY0" fmla="*/ 715854 h 1434371"/>
                  <a:gd name="connsiteX1" fmla="*/ 749872 w 1498620"/>
                  <a:gd name="connsiteY1" fmla="*/ 0 h 1434371"/>
                  <a:gd name="connsiteX2" fmla="*/ 1498620 w 1498620"/>
                  <a:gd name="connsiteY2" fmla="*/ 715854 h 1434371"/>
                  <a:gd name="connsiteX3" fmla="*/ 749872 w 1498620"/>
                  <a:gd name="connsiteY3" fmla="*/ 1431708 h 1434371"/>
                  <a:gd name="connsiteX4" fmla="*/ 584633 w 1498620"/>
                  <a:gd name="connsiteY4" fmla="*/ 1350065 h 1434371"/>
                  <a:gd name="connsiteX5" fmla="*/ 1124 w 1498620"/>
                  <a:gd name="connsiteY5" fmla="*/ 715854 h 1434371"/>
                  <a:gd name="connsiteX0" fmla="*/ 1124 w 1603395"/>
                  <a:gd name="connsiteY0" fmla="*/ 715878 h 1485535"/>
                  <a:gd name="connsiteX1" fmla="*/ 749872 w 1603395"/>
                  <a:gd name="connsiteY1" fmla="*/ 24 h 1485535"/>
                  <a:gd name="connsiteX2" fmla="*/ 1603395 w 1603395"/>
                  <a:gd name="connsiteY2" fmla="*/ 696828 h 1485535"/>
                  <a:gd name="connsiteX3" fmla="*/ 749872 w 1603395"/>
                  <a:gd name="connsiteY3" fmla="*/ 1431732 h 1485535"/>
                  <a:gd name="connsiteX4" fmla="*/ 584633 w 1603395"/>
                  <a:gd name="connsiteY4" fmla="*/ 1350089 h 1485535"/>
                  <a:gd name="connsiteX5" fmla="*/ 1124 w 1603395"/>
                  <a:gd name="connsiteY5" fmla="*/ 715878 h 1485535"/>
                  <a:gd name="connsiteX0" fmla="*/ 1124 w 1603395"/>
                  <a:gd name="connsiteY0" fmla="*/ 716551 h 1486208"/>
                  <a:gd name="connsiteX1" fmla="*/ 749872 w 1603395"/>
                  <a:gd name="connsiteY1" fmla="*/ 697 h 1486208"/>
                  <a:gd name="connsiteX2" fmla="*/ 1603395 w 1603395"/>
                  <a:gd name="connsiteY2" fmla="*/ 697501 h 1486208"/>
                  <a:gd name="connsiteX3" fmla="*/ 749872 w 1603395"/>
                  <a:gd name="connsiteY3" fmla="*/ 1432405 h 1486208"/>
                  <a:gd name="connsiteX4" fmla="*/ 584633 w 1603395"/>
                  <a:gd name="connsiteY4" fmla="*/ 1350762 h 1486208"/>
                  <a:gd name="connsiteX5" fmla="*/ 1124 w 1603395"/>
                  <a:gd name="connsiteY5" fmla="*/ 716551 h 1486208"/>
                  <a:gd name="connsiteX0" fmla="*/ 1124 w 1603774"/>
                  <a:gd name="connsiteY0" fmla="*/ 716551 h 1486208"/>
                  <a:gd name="connsiteX1" fmla="*/ 749872 w 1603774"/>
                  <a:gd name="connsiteY1" fmla="*/ 697 h 1486208"/>
                  <a:gd name="connsiteX2" fmla="*/ 1603395 w 1603774"/>
                  <a:gd name="connsiteY2" fmla="*/ 697501 h 1486208"/>
                  <a:gd name="connsiteX3" fmla="*/ 749872 w 1603774"/>
                  <a:gd name="connsiteY3" fmla="*/ 1432405 h 1486208"/>
                  <a:gd name="connsiteX4" fmla="*/ 584633 w 1603774"/>
                  <a:gd name="connsiteY4" fmla="*/ 1350762 h 1486208"/>
                  <a:gd name="connsiteX5" fmla="*/ 1124 w 1603774"/>
                  <a:gd name="connsiteY5" fmla="*/ 716551 h 1486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3774" h="1486208">
                    <a:moveTo>
                      <a:pt x="1124" y="716551"/>
                    </a:moveTo>
                    <a:cubicBezTo>
                      <a:pt x="28664" y="491540"/>
                      <a:pt x="482827" y="3872"/>
                      <a:pt x="749872" y="697"/>
                    </a:cubicBezTo>
                    <a:cubicBezTo>
                      <a:pt x="1016917" y="-2478"/>
                      <a:pt x="1603395" y="-21704"/>
                      <a:pt x="1603395" y="697501"/>
                    </a:cubicBezTo>
                    <a:cubicBezTo>
                      <a:pt x="1622445" y="1188106"/>
                      <a:pt x="919666" y="1323528"/>
                      <a:pt x="749872" y="1432405"/>
                    </a:cubicBezTo>
                    <a:cubicBezTo>
                      <a:pt x="580078" y="1541282"/>
                      <a:pt x="709424" y="1470071"/>
                      <a:pt x="584633" y="1350762"/>
                    </a:cubicBezTo>
                    <a:cubicBezTo>
                      <a:pt x="459842" y="1231453"/>
                      <a:pt x="-26416" y="941562"/>
                      <a:pt x="1124" y="716551"/>
                    </a:cubicBezTo>
                    <a:close/>
                  </a:path>
                </a:pathLst>
              </a:custGeom>
              <a:solidFill>
                <a:srgbClr val="EECAB8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A6E80218-C9F8-A05B-641A-88C024F16D1F}"/>
                  </a:ext>
                </a:extLst>
              </p:cNvPr>
              <p:cNvSpPr/>
              <p:nvPr/>
            </p:nvSpPr>
            <p:spPr>
              <a:xfrm>
                <a:off x="3135414" y="527924"/>
                <a:ext cx="1502848" cy="1097329"/>
              </a:xfrm>
              <a:custGeom>
                <a:avLst/>
                <a:gdLst>
                  <a:gd name="connsiteX0" fmla="*/ 0 w 874643"/>
                  <a:gd name="connsiteY0" fmla="*/ 0 h 702365"/>
                  <a:gd name="connsiteX1" fmla="*/ 874643 w 874643"/>
                  <a:gd name="connsiteY1" fmla="*/ 0 h 702365"/>
                  <a:gd name="connsiteX2" fmla="*/ 874643 w 874643"/>
                  <a:gd name="connsiteY2" fmla="*/ 702365 h 702365"/>
                  <a:gd name="connsiteX3" fmla="*/ 0 w 874643"/>
                  <a:gd name="connsiteY3" fmla="*/ 702365 h 702365"/>
                  <a:gd name="connsiteX4" fmla="*/ 0 w 874643"/>
                  <a:gd name="connsiteY4" fmla="*/ 0 h 702365"/>
                  <a:gd name="connsiteX0" fmla="*/ 0 w 874643"/>
                  <a:gd name="connsiteY0" fmla="*/ 172278 h 874643"/>
                  <a:gd name="connsiteX1" fmla="*/ 781878 w 874643"/>
                  <a:gd name="connsiteY1" fmla="*/ 0 h 874643"/>
                  <a:gd name="connsiteX2" fmla="*/ 874643 w 874643"/>
                  <a:gd name="connsiteY2" fmla="*/ 874643 h 874643"/>
                  <a:gd name="connsiteX3" fmla="*/ 0 w 874643"/>
                  <a:gd name="connsiteY3" fmla="*/ 874643 h 874643"/>
                  <a:gd name="connsiteX4" fmla="*/ 0 w 874643"/>
                  <a:gd name="connsiteY4" fmla="*/ 172278 h 874643"/>
                  <a:gd name="connsiteX0" fmla="*/ 0 w 1298713"/>
                  <a:gd name="connsiteY0" fmla="*/ 172278 h 874643"/>
                  <a:gd name="connsiteX1" fmla="*/ 781878 w 1298713"/>
                  <a:gd name="connsiteY1" fmla="*/ 0 h 874643"/>
                  <a:gd name="connsiteX2" fmla="*/ 1298713 w 1298713"/>
                  <a:gd name="connsiteY2" fmla="*/ 556592 h 874643"/>
                  <a:gd name="connsiteX3" fmla="*/ 874643 w 1298713"/>
                  <a:gd name="connsiteY3" fmla="*/ 874643 h 874643"/>
                  <a:gd name="connsiteX4" fmla="*/ 0 w 1298713"/>
                  <a:gd name="connsiteY4" fmla="*/ 874643 h 874643"/>
                  <a:gd name="connsiteX5" fmla="*/ 0 w 1298713"/>
                  <a:gd name="connsiteY5" fmla="*/ 172278 h 874643"/>
                  <a:gd name="connsiteX0" fmla="*/ 0 w 1298713"/>
                  <a:gd name="connsiteY0" fmla="*/ 172278 h 874643"/>
                  <a:gd name="connsiteX1" fmla="*/ 781878 w 1298713"/>
                  <a:gd name="connsiteY1" fmla="*/ 0 h 874643"/>
                  <a:gd name="connsiteX2" fmla="*/ 1298713 w 1298713"/>
                  <a:gd name="connsiteY2" fmla="*/ 556592 h 874643"/>
                  <a:gd name="connsiteX3" fmla="*/ 874643 w 1298713"/>
                  <a:gd name="connsiteY3" fmla="*/ 874643 h 874643"/>
                  <a:gd name="connsiteX4" fmla="*/ 119269 w 1298713"/>
                  <a:gd name="connsiteY4" fmla="*/ 715617 h 874643"/>
                  <a:gd name="connsiteX5" fmla="*/ 0 w 1298713"/>
                  <a:gd name="connsiteY5" fmla="*/ 172278 h 874643"/>
                  <a:gd name="connsiteX0" fmla="*/ 106018 w 1404731"/>
                  <a:gd name="connsiteY0" fmla="*/ 172278 h 1110977"/>
                  <a:gd name="connsiteX1" fmla="*/ 887896 w 1404731"/>
                  <a:gd name="connsiteY1" fmla="*/ 0 h 1110977"/>
                  <a:gd name="connsiteX2" fmla="*/ 1404731 w 1404731"/>
                  <a:gd name="connsiteY2" fmla="*/ 556592 h 1110977"/>
                  <a:gd name="connsiteX3" fmla="*/ 980661 w 1404731"/>
                  <a:gd name="connsiteY3" fmla="*/ 874643 h 1110977"/>
                  <a:gd name="connsiteX4" fmla="*/ 225287 w 1404731"/>
                  <a:gd name="connsiteY4" fmla="*/ 715617 h 1110977"/>
                  <a:gd name="connsiteX5" fmla="*/ 0 w 1404731"/>
                  <a:gd name="connsiteY5" fmla="*/ 1099931 h 1110977"/>
                  <a:gd name="connsiteX6" fmla="*/ 106018 w 1404731"/>
                  <a:gd name="connsiteY6" fmla="*/ 172278 h 1110977"/>
                  <a:gd name="connsiteX0" fmla="*/ 203295 w 1502008"/>
                  <a:gd name="connsiteY0" fmla="*/ 172278 h 1110977"/>
                  <a:gd name="connsiteX1" fmla="*/ 985173 w 1502008"/>
                  <a:gd name="connsiteY1" fmla="*/ 0 h 1110977"/>
                  <a:gd name="connsiteX2" fmla="*/ 1502008 w 1502008"/>
                  <a:gd name="connsiteY2" fmla="*/ 556592 h 1110977"/>
                  <a:gd name="connsiteX3" fmla="*/ 1077938 w 1502008"/>
                  <a:gd name="connsiteY3" fmla="*/ 874643 h 1110977"/>
                  <a:gd name="connsiteX4" fmla="*/ 322564 w 1502008"/>
                  <a:gd name="connsiteY4" fmla="*/ 715617 h 1110977"/>
                  <a:gd name="connsiteX5" fmla="*/ 97277 w 1502008"/>
                  <a:gd name="connsiteY5" fmla="*/ 1099931 h 1110977"/>
                  <a:gd name="connsiteX6" fmla="*/ 203295 w 1502008"/>
                  <a:gd name="connsiteY6" fmla="*/ 172278 h 1110977"/>
                  <a:gd name="connsiteX0" fmla="*/ 203295 w 1502008"/>
                  <a:gd name="connsiteY0" fmla="*/ 172727 h 1111426"/>
                  <a:gd name="connsiteX1" fmla="*/ 985173 w 1502008"/>
                  <a:gd name="connsiteY1" fmla="*/ 449 h 1111426"/>
                  <a:gd name="connsiteX2" fmla="*/ 1502008 w 1502008"/>
                  <a:gd name="connsiteY2" fmla="*/ 557041 h 1111426"/>
                  <a:gd name="connsiteX3" fmla="*/ 1077938 w 1502008"/>
                  <a:gd name="connsiteY3" fmla="*/ 875092 h 1111426"/>
                  <a:gd name="connsiteX4" fmla="*/ 322564 w 1502008"/>
                  <a:gd name="connsiteY4" fmla="*/ 716066 h 1111426"/>
                  <a:gd name="connsiteX5" fmla="*/ 97277 w 1502008"/>
                  <a:gd name="connsiteY5" fmla="*/ 1100380 h 1111426"/>
                  <a:gd name="connsiteX6" fmla="*/ 203295 w 1502008"/>
                  <a:gd name="connsiteY6" fmla="*/ 172727 h 1111426"/>
                  <a:gd name="connsiteX0" fmla="*/ 203295 w 1502008"/>
                  <a:gd name="connsiteY0" fmla="*/ 172727 h 1111426"/>
                  <a:gd name="connsiteX1" fmla="*/ 985173 w 1502008"/>
                  <a:gd name="connsiteY1" fmla="*/ 449 h 1111426"/>
                  <a:gd name="connsiteX2" fmla="*/ 1502008 w 1502008"/>
                  <a:gd name="connsiteY2" fmla="*/ 557041 h 1111426"/>
                  <a:gd name="connsiteX3" fmla="*/ 1077938 w 1502008"/>
                  <a:gd name="connsiteY3" fmla="*/ 875092 h 1111426"/>
                  <a:gd name="connsiteX4" fmla="*/ 322564 w 1502008"/>
                  <a:gd name="connsiteY4" fmla="*/ 716066 h 1111426"/>
                  <a:gd name="connsiteX5" fmla="*/ 97277 w 1502008"/>
                  <a:gd name="connsiteY5" fmla="*/ 1100380 h 1111426"/>
                  <a:gd name="connsiteX6" fmla="*/ 203295 w 1502008"/>
                  <a:gd name="connsiteY6" fmla="*/ 172727 h 1111426"/>
                  <a:gd name="connsiteX0" fmla="*/ 203295 w 1502008"/>
                  <a:gd name="connsiteY0" fmla="*/ 172727 h 1111426"/>
                  <a:gd name="connsiteX1" fmla="*/ 985173 w 1502008"/>
                  <a:gd name="connsiteY1" fmla="*/ 449 h 1111426"/>
                  <a:gd name="connsiteX2" fmla="*/ 1502008 w 1502008"/>
                  <a:gd name="connsiteY2" fmla="*/ 557041 h 1111426"/>
                  <a:gd name="connsiteX3" fmla="*/ 1077938 w 1502008"/>
                  <a:gd name="connsiteY3" fmla="*/ 875092 h 1111426"/>
                  <a:gd name="connsiteX4" fmla="*/ 322564 w 1502008"/>
                  <a:gd name="connsiteY4" fmla="*/ 716066 h 1111426"/>
                  <a:gd name="connsiteX5" fmla="*/ 97277 w 1502008"/>
                  <a:gd name="connsiteY5" fmla="*/ 1100380 h 1111426"/>
                  <a:gd name="connsiteX6" fmla="*/ 203295 w 1502008"/>
                  <a:gd name="connsiteY6" fmla="*/ 172727 h 1111426"/>
                  <a:gd name="connsiteX0" fmla="*/ 225674 w 1524387"/>
                  <a:gd name="connsiteY0" fmla="*/ 172727 h 1111426"/>
                  <a:gd name="connsiteX1" fmla="*/ 1007552 w 1524387"/>
                  <a:gd name="connsiteY1" fmla="*/ 449 h 1111426"/>
                  <a:gd name="connsiteX2" fmla="*/ 1524387 w 1524387"/>
                  <a:gd name="connsiteY2" fmla="*/ 557041 h 1111426"/>
                  <a:gd name="connsiteX3" fmla="*/ 1100317 w 1524387"/>
                  <a:gd name="connsiteY3" fmla="*/ 875092 h 1111426"/>
                  <a:gd name="connsiteX4" fmla="*/ 344943 w 1524387"/>
                  <a:gd name="connsiteY4" fmla="*/ 716066 h 1111426"/>
                  <a:gd name="connsiteX5" fmla="*/ 119656 w 1524387"/>
                  <a:gd name="connsiteY5" fmla="*/ 1100380 h 1111426"/>
                  <a:gd name="connsiteX6" fmla="*/ 225674 w 1524387"/>
                  <a:gd name="connsiteY6" fmla="*/ 172727 h 1111426"/>
                  <a:gd name="connsiteX0" fmla="*/ 242725 w 1518578"/>
                  <a:gd name="connsiteY0" fmla="*/ 203123 h 1111342"/>
                  <a:gd name="connsiteX1" fmla="*/ 1001743 w 1518578"/>
                  <a:gd name="connsiteY1" fmla="*/ 365 h 1111342"/>
                  <a:gd name="connsiteX2" fmla="*/ 1518578 w 1518578"/>
                  <a:gd name="connsiteY2" fmla="*/ 556957 h 1111342"/>
                  <a:gd name="connsiteX3" fmla="*/ 1094508 w 1518578"/>
                  <a:gd name="connsiteY3" fmla="*/ 875008 h 1111342"/>
                  <a:gd name="connsiteX4" fmla="*/ 339134 w 1518578"/>
                  <a:gd name="connsiteY4" fmla="*/ 715982 h 1111342"/>
                  <a:gd name="connsiteX5" fmla="*/ 113847 w 1518578"/>
                  <a:gd name="connsiteY5" fmla="*/ 1100296 h 1111342"/>
                  <a:gd name="connsiteX6" fmla="*/ 242725 w 1518578"/>
                  <a:gd name="connsiteY6" fmla="*/ 203123 h 1111342"/>
                  <a:gd name="connsiteX0" fmla="*/ 242725 w 1518578"/>
                  <a:gd name="connsiteY0" fmla="*/ 203337 h 1111556"/>
                  <a:gd name="connsiteX1" fmla="*/ 1001743 w 1518578"/>
                  <a:gd name="connsiteY1" fmla="*/ 579 h 1111556"/>
                  <a:gd name="connsiteX2" fmla="*/ 1518578 w 1518578"/>
                  <a:gd name="connsiteY2" fmla="*/ 557171 h 1111556"/>
                  <a:gd name="connsiteX3" fmla="*/ 1094508 w 1518578"/>
                  <a:gd name="connsiteY3" fmla="*/ 875222 h 1111556"/>
                  <a:gd name="connsiteX4" fmla="*/ 339134 w 1518578"/>
                  <a:gd name="connsiteY4" fmla="*/ 716196 h 1111556"/>
                  <a:gd name="connsiteX5" fmla="*/ 113847 w 1518578"/>
                  <a:gd name="connsiteY5" fmla="*/ 1100510 h 1111556"/>
                  <a:gd name="connsiteX6" fmla="*/ 242725 w 1518578"/>
                  <a:gd name="connsiteY6" fmla="*/ 203337 h 1111556"/>
                  <a:gd name="connsiteX0" fmla="*/ 229194 w 1505047"/>
                  <a:gd name="connsiteY0" fmla="*/ 203337 h 1111556"/>
                  <a:gd name="connsiteX1" fmla="*/ 988212 w 1505047"/>
                  <a:gd name="connsiteY1" fmla="*/ 579 h 1111556"/>
                  <a:gd name="connsiteX2" fmla="*/ 1505047 w 1505047"/>
                  <a:gd name="connsiteY2" fmla="*/ 557171 h 1111556"/>
                  <a:gd name="connsiteX3" fmla="*/ 1080977 w 1505047"/>
                  <a:gd name="connsiteY3" fmla="*/ 875222 h 1111556"/>
                  <a:gd name="connsiteX4" fmla="*/ 325603 w 1505047"/>
                  <a:gd name="connsiteY4" fmla="*/ 716196 h 1111556"/>
                  <a:gd name="connsiteX5" fmla="*/ 100316 w 1505047"/>
                  <a:gd name="connsiteY5" fmla="*/ 1100510 h 1111556"/>
                  <a:gd name="connsiteX6" fmla="*/ 229194 w 1505047"/>
                  <a:gd name="connsiteY6" fmla="*/ 203337 h 1111556"/>
                  <a:gd name="connsiteX0" fmla="*/ 229194 w 1505047"/>
                  <a:gd name="connsiteY0" fmla="*/ 203337 h 1113000"/>
                  <a:gd name="connsiteX1" fmla="*/ 988212 w 1505047"/>
                  <a:gd name="connsiteY1" fmla="*/ 579 h 1113000"/>
                  <a:gd name="connsiteX2" fmla="*/ 1505047 w 1505047"/>
                  <a:gd name="connsiteY2" fmla="*/ 557171 h 1113000"/>
                  <a:gd name="connsiteX3" fmla="*/ 1080977 w 1505047"/>
                  <a:gd name="connsiteY3" fmla="*/ 875222 h 1113000"/>
                  <a:gd name="connsiteX4" fmla="*/ 325603 w 1505047"/>
                  <a:gd name="connsiteY4" fmla="*/ 716196 h 1113000"/>
                  <a:gd name="connsiteX5" fmla="*/ 100316 w 1505047"/>
                  <a:gd name="connsiteY5" fmla="*/ 1100510 h 1113000"/>
                  <a:gd name="connsiteX6" fmla="*/ 229194 w 1505047"/>
                  <a:gd name="connsiteY6" fmla="*/ 203337 h 1113000"/>
                  <a:gd name="connsiteX0" fmla="*/ 229194 w 1505047"/>
                  <a:gd name="connsiteY0" fmla="*/ 203337 h 1100510"/>
                  <a:gd name="connsiteX1" fmla="*/ 988212 w 1505047"/>
                  <a:gd name="connsiteY1" fmla="*/ 579 h 1100510"/>
                  <a:gd name="connsiteX2" fmla="*/ 1505047 w 1505047"/>
                  <a:gd name="connsiteY2" fmla="*/ 557171 h 1100510"/>
                  <a:gd name="connsiteX3" fmla="*/ 1080977 w 1505047"/>
                  <a:gd name="connsiteY3" fmla="*/ 875222 h 1100510"/>
                  <a:gd name="connsiteX4" fmla="*/ 325603 w 1505047"/>
                  <a:gd name="connsiteY4" fmla="*/ 716196 h 1100510"/>
                  <a:gd name="connsiteX5" fmla="*/ 100316 w 1505047"/>
                  <a:gd name="connsiteY5" fmla="*/ 1100510 h 1100510"/>
                  <a:gd name="connsiteX6" fmla="*/ 229194 w 1505047"/>
                  <a:gd name="connsiteY6" fmla="*/ 203337 h 1100510"/>
                  <a:gd name="connsiteX0" fmla="*/ 229194 w 1505047"/>
                  <a:gd name="connsiteY0" fmla="*/ 203337 h 1100510"/>
                  <a:gd name="connsiteX1" fmla="*/ 988212 w 1505047"/>
                  <a:gd name="connsiteY1" fmla="*/ 579 h 1100510"/>
                  <a:gd name="connsiteX2" fmla="*/ 1505047 w 1505047"/>
                  <a:gd name="connsiteY2" fmla="*/ 557171 h 1100510"/>
                  <a:gd name="connsiteX3" fmla="*/ 1080977 w 1505047"/>
                  <a:gd name="connsiteY3" fmla="*/ 875222 h 1100510"/>
                  <a:gd name="connsiteX4" fmla="*/ 325603 w 1505047"/>
                  <a:gd name="connsiteY4" fmla="*/ 716196 h 1100510"/>
                  <a:gd name="connsiteX5" fmla="*/ 100316 w 1505047"/>
                  <a:gd name="connsiteY5" fmla="*/ 1100510 h 1100510"/>
                  <a:gd name="connsiteX6" fmla="*/ 229194 w 1505047"/>
                  <a:gd name="connsiteY6" fmla="*/ 203337 h 1100510"/>
                  <a:gd name="connsiteX0" fmla="*/ 207957 w 1483810"/>
                  <a:gd name="connsiteY0" fmla="*/ 203337 h 1095747"/>
                  <a:gd name="connsiteX1" fmla="*/ 966975 w 1483810"/>
                  <a:gd name="connsiteY1" fmla="*/ 579 h 1095747"/>
                  <a:gd name="connsiteX2" fmla="*/ 1483810 w 1483810"/>
                  <a:gd name="connsiteY2" fmla="*/ 557171 h 1095747"/>
                  <a:gd name="connsiteX3" fmla="*/ 1059740 w 1483810"/>
                  <a:gd name="connsiteY3" fmla="*/ 875222 h 1095747"/>
                  <a:gd name="connsiteX4" fmla="*/ 304366 w 1483810"/>
                  <a:gd name="connsiteY4" fmla="*/ 716196 h 1095747"/>
                  <a:gd name="connsiteX5" fmla="*/ 107654 w 1483810"/>
                  <a:gd name="connsiteY5" fmla="*/ 1095747 h 1095747"/>
                  <a:gd name="connsiteX6" fmla="*/ 207957 w 1483810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23404 w 1502848"/>
                  <a:gd name="connsiteY4" fmla="*/ 716196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28167 w 1502848"/>
                  <a:gd name="connsiteY4" fmla="*/ 7304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28167 w 1502848"/>
                  <a:gd name="connsiteY4" fmla="*/ 7304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51027 w 1502848"/>
                  <a:gd name="connsiteY4" fmla="*/ 7685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51027 w 1502848"/>
                  <a:gd name="connsiteY4" fmla="*/ 7685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51027 w 1502848"/>
                  <a:gd name="connsiteY4" fmla="*/ 7685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4919 h 1097329"/>
                  <a:gd name="connsiteX1" fmla="*/ 986013 w 1502848"/>
                  <a:gd name="connsiteY1" fmla="*/ 2161 h 1097329"/>
                  <a:gd name="connsiteX2" fmla="*/ 1502848 w 1502848"/>
                  <a:gd name="connsiteY2" fmla="*/ 558753 h 1097329"/>
                  <a:gd name="connsiteX3" fmla="*/ 1078778 w 1502848"/>
                  <a:gd name="connsiteY3" fmla="*/ 876804 h 1097329"/>
                  <a:gd name="connsiteX4" fmla="*/ 351027 w 1502848"/>
                  <a:gd name="connsiteY4" fmla="*/ 770166 h 1097329"/>
                  <a:gd name="connsiteX5" fmla="*/ 126692 w 1502848"/>
                  <a:gd name="connsiteY5" fmla="*/ 1097329 h 1097329"/>
                  <a:gd name="connsiteX6" fmla="*/ 226995 w 1502848"/>
                  <a:gd name="connsiteY6" fmla="*/ 204919 h 1097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2848" h="1097329">
                    <a:moveTo>
                      <a:pt x="226995" y="204919"/>
                    </a:moveTo>
                    <a:cubicBezTo>
                      <a:pt x="441901" y="2713"/>
                      <a:pt x="738639" y="-6673"/>
                      <a:pt x="986013" y="2161"/>
                    </a:cubicBezTo>
                    <a:cubicBezTo>
                      <a:pt x="1281979" y="77257"/>
                      <a:pt x="1485178" y="417396"/>
                      <a:pt x="1502848" y="558753"/>
                    </a:cubicBezTo>
                    <a:cubicBezTo>
                      <a:pt x="1361491" y="664770"/>
                      <a:pt x="1273144" y="890057"/>
                      <a:pt x="1078778" y="876804"/>
                    </a:cubicBezTo>
                    <a:cubicBezTo>
                      <a:pt x="836194" y="841258"/>
                      <a:pt x="601231" y="729512"/>
                      <a:pt x="351027" y="770166"/>
                    </a:cubicBezTo>
                    <a:cubicBezTo>
                      <a:pt x="311188" y="822527"/>
                      <a:pt x="221776" y="882091"/>
                      <a:pt x="126692" y="1097329"/>
                    </a:cubicBezTo>
                    <a:cubicBezTo>
                      <a:pt x="-141898" y="593262"/>
                      <a:pt x="77356" y="361737"/>
                      <a:pt x="226995" y="204919"/>
                    </a:cubicBezTo>
                    <a:close/>
                  </a:path>
                </a:pathLst>
              </a:custGeom>
              <a:solidFill>
                <a:srgbClr val="FFEB95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6CA9AE0-4A4D-FB86-22F2-9BB6F261A0B8}"/>
                  </a:ext>
                </a:extLst>
              </p:cNvPr>
              <p:cNvSpPr/>
              <p:nvPr/>
            </p:nvSpPr>
            <p:spPr>
              <a:xfrm>
                <a:off x="4638263" y="481013"/>
                <a:ext cx="380382" cy="314325"/>
              </a:xfrm>
              <a:prstGeom prst="ellipse">
                <a:avLst/>
              </a:prstGeom>
              <a:solidFill>
                <a:sysClr val="window" lastClr="FFFFFF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94F0B8E-71DC-E9B9-A7B5-959D260F37DE}"/>
                  </a:ext>
                </a:extLst>
              </p:cNvPr>
              <p:cNvSpPr/>
              <p:nvPr/>
            </p:nvSpPr>
            <p:spPr>
              <a:xfrm>
                <a:off x="4723227" y="571500"/>
                <a:ext cx="161374" cy="133350"/>
              </a:xfrm>
              <a:prstGeom prst="ellipse">
                <a:avLst/>
              </a:prstGeom>
              <a:solidFill>
                <a:sysClr val="windowText" lastClr="000000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Cloud 16">
                <a:extLst>
                  <a:ext uri="{FF2B5EF4-FFF2-40B4-BE49-F238E27FC236}">
                    <a16:creationId xmlns:a16="http://schemas.microsoft.com/office/drawing/2014/main" id="{52E6F361-A7A9-117E-30F5-0A828A608BF9}"/>
                  </a:ext>
                </a:extLst>
              </p:cNvPr>
              <p:cNvSpPr/>
              <p:nvPr/>
            </p:nvSpPr>
            <p:spPr>
              <a:xfrm rot="20967020">
                <a:off x="4178740" y="1727650"/>
                <a:ext cx="1879401" cy="1050111"/>
              </a:xfrm>
              <a:prstGeom prst="cloud">
                <a:avLst/>
              </a:prstGeom>
              <a:solidFill>
                <a:sysClr val="window" lastClr="FFFFFF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0">
                <a:extLst>
                  <a:ext uri="{FF2B5EF4-FFF2-40B4-BE49-F238E27FC236}">
                    <a16:creationId xmlns:a16="http://schemas.microsoft.com/office/drawing/2014/main" id="{0FE1867F-D8A4-9B9C-7414-2A0B546F7B07}"/>
                  </a:ext>
                </a:extLst>
              </p:cNvPr>
              <p:cNvSpPr/>
              <p:nvPr/>
            </p:nvSpPr>
            <p:spPr>
              <a:xfrm rot="20985504">
                <a:off x="4650322" y="1277393"/>
                <a:ext cx="664510" cy="1120953"/>
              </a:xfrm>
              <a:custGeom>
                <a:avLst/>
                <a:gdLst>
                  <a:gd name="connsiteX0" fmla="*/ 0 w 499606"/>
                  <a:gd name="connsiteY0" fmla="*/ 0 h 1095747"/>
                  <a:gd name="connsiteX1" fmla="*/ 499606 w 499606"/>
                  <a:gd name="connsiteY1" fmla="*/ 0 h 1095747"/>
                  <a:gd name="connsiteX2" fmla="*/ 499606 w 499606"/>
                  <a:gd name="connsiteY2" fmla="*/ 1095747 h 1095747"/>
                  <a:gd name="connsiteX3" fmla="*/ 0 w 499606"/>
                  <a:gd name="connsiteY3" fmla="*/ 1095747 h 1095747"/>
                  <a:gd name="connsiteX4" fmla="*/ 0 w 499606"/>
                  <a:gd name="connsiteY4" fmla="*/ 0 h 1095747"/>
                  <a:gd name="connsiteX0" fmla="*/ 0 w 544597"/>
                  <a:gd name="connsiteY0" fmla="*/ 0 h 1103876"/>
                  <a:gd name="connsiteX1" fmla="*/ 544597 w 544597"/>
                  <a:gd name="connsiteY1" fmla="*/ 8129 h 1103876"/>
                  <a:gd name="connsiteX2" fmla="*/ 544597 w 544597"/>
                  <a:gd name="connsiteY2" fmla="*/ 1103876 h 1103876"/>
                  <a:gd name="connsiteX3" fmla="*/ 44991 w 544597"/>
                  <a:gd name="connsiteY3" fmla="*/ 1103876 h 1103876"/>
                  <a:gd name="connsiteX4" fmla="*/ 0 w 544597"/>
                  <a:gd name="connsiteY4" fmla="*/ 0 h 1103876"/>
                  <a:gd name="connsiteX0" fmla="*/ 0 w 544597"/>
                  <a:gd name="connsiteY0" fmla="*/ 0 h 1120953"/>
                  <a:gd name="connsiteX1" fmla="*/ 544597 w 544597"/>
                  <a:gd name="connsiteY1" fmla="*/ 8129 h 1120953"/>
                  <a:gd name="connsiteX2" fmla="*/ 544597 w 544597"/>
                  <a:gd name="connsiteY2" fmla="*/ 1103876 h 1120953"/>
                  <a:gd name="connsiteX3" fmla="*/ 10932 w 544597"/>
                  <a:gd name="connsiteY3" fmla="*/ 1120953 h 1120953"/>
                  <a:gd name="connsiteX4" fmla="*/ 0 w 544597"/>
                  <a:gd name="connsiteY4" fmla="*/ 0 h 1120953"/>
                  <a:gd name="connsiteX0" fmla="*/ 0 w 567093"/>
                  <a:gd name="connsiteY0" fmla="*/ 0 h 1120953"/>
                  <a:gd name="connsiteX1" fmla="*/ 567093 w 567093"/>
                  <a:gd name="connsiteY1" fmla="*/ 12194 h 1120953"/>
                  <a:gd name="connsiteX2" fmla="*/ 544597 w 567093"/>
                  <a:gd name="connsiteY2" fmla="*/ 1103876 h 1120953"/>
                  <a:gd name="connsiteX3" fmla="*/ 10932 w 567093"/>
                  <a:gd name="connsiteY3" fmla="*/ 1120953 h 1120953"/>
                  <a:gd name="connsiteX4" fmla="*/ 0 w 567093"/>
                  <a:gd name="connsiteY4" fmla="*/ 0 h 1120953"/>
                  <a:gd name="connsiteX0" fmla="*/ 0 w 589589"/>
                  <a:gd name="connsiteY0" fmla="*/ 0 h 1120953"/>
                  <a:gd name="connsiteX1" fmla="*/ 567093 w 589589"/>
                  <a:gd name="connsiteY1" fmla="*/ 12194 h 1120953"/>
                  <a:gd name="connsiteX2" fmla="*/ 589589 w 589589"/>
                  <a:gd name="connsiteY2" fmla="*/ 1112005 h 1120953"/>
                  <a:gd name="connsiteX3" fmla="*/ 10932 w 589589"/>
                  <a:gd name="connsiteY3" fmla="*/ 1120953 h 1120953"/>
                  <a:gd name="connsiteX4" fmla="*/ 0 w 589589"/>
                  <a:gd name="connsiteY4" fmla="*/ 0 h 1120953"/>
                  <a:gd name="connsiteX0" fmla="*/ 0 w 589589"/>
                  <a:gd name="connsiteY0" fmla="*/ 0 h 1120953"/>
                  <a:gd name="connsiteX1" fmla="*/ 567093 w 589589"/>
                  <a:gd name="connsiteY1" fmla="*/ 12194 h 1120953"/>
                  <a:gd name="connsiteX2" fmla="*/ 589589 w 589589"/>
                  <a:gd name="connsiteY2" fmla="*/ 1112005 h 1120953"/>
                  <a:gd name="connsiteX3" fmla="*/ 10932 w 589589"/>
                  <a:gd name="connsiteY3" fmla="*/ 1120953 h 1120953"/>
                  <a:gd name="connsiteX4" fmla="*/ 0 w 589589"/>
                  <a:gd name="connsiteY4" fmla="*/ 0 h 1120953"/>
                  <a:gd name="connsiteX0" fmla="*/ 74921 w 664510"/>
                  <a:gd name="connsiteY0" fmla="*/ 0 h 1120953"/>
                  <a:gd name="connsiteX1" fmla="*/ 642014 w 664510"/>
                  <a:gd name="connsiteY1" fmla="*/ 12194 h 1120953"/>
                  <a:gd name="connsiteX2" fmla="*/ 664510 w 664510"/>
                  <a:gd name="connsiteY2" fmla="*/ 1112005 h 1120953"/>
                  <a:gd name="connsiteX3" fmla="*/ 85853 w 664510"/>
                  <a:gd name="connsiteY3" fmla="*/ 1120953 h 1120953"/>
                  <a:gd name="connsiteX4" fmla="*/ 74921 w 664510"/>
                  <a:gd name="connsiteY4" fmla="*/ 0 h 112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510" h="1120953">
                    <a:moveTo>
                      <a:pt x="74921" y="0"/>
                    </a:moveTo>
                    <a:lnTo>
                      <a:pt x="642014" y="12194"/>
                    </a:lnTo>
                    <a:cubicBezTo>
                      <a:pt x="649513" y="378798"/>
                      <a:pt x="338448" y="494259"/>
                      <a:pt x="664510" y="1112005"/>
                    </a:cubicBezTo>
                    <a:lnTo>
                      <a:pt x="85853" y="1120953"/>
                    </a:lnTo>
                    <a:cubicBezTo>
                      <a:pt x="-102640" y="613240"/>
                      <a:pt x="78565" y="373651"/>
                      <a:pt x="74921" y="0"/>
                    </a:cubicBezTo>
                    <a:close/>
                  </a:path>
                </a:pathLst>
              </a:custGeom>
              <a:solidFill>
                <a:srgbClr val="EECAB8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5D05F7F-62C4-4F17-6E4F-8905076D131F}"/>
                  </a:ext>
                </a:extLst>
              </p:cNvPr>
              <p:cNvSpPr/>
              <p:nvPr/>
            </p:nvSpPr>
            <p:spPr>
              <a:xfrm rot="21021619">
                <a:off x="4519614" y="1154909"/>
                <a:ext cx="795456" cy="284320"/>
              </a:xfrm>
              <a:prstGeom prst="ellipse">
                <a:avLst/>
              </a:prstGeom>
              <a:solidFill>
                <a:srgbClr val="EECAB8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0D9DE7A-D901-B449-4BBA-41DD45B5C379}"/>
                  </a:ext>
                </a:extLst>
              </p:cNvPr>
              <p:cNvSpPr/>
              <p:nvPr/>
            </p:nvSpPr>
            <p:spPr>
              <a:xfrm>
                <a:off x="3492442" y="1082053"/>
                <a:ext cx="816099" cy="213360"/>
              </a:xfrm>
              <a:custGeom>
                <a:avLst/>
                <a:gdLst>
                  <a:gd name="connsiteX0" fmla="*/ 0 w 816099"/>
                  <a:gd name="connsiteY0" fmla="*/ 213360 h 213360"/>
                  <a:gd name="connsiteX1" fmla="*/ 175260 w 816099"/>
                  <a:gd name="connsiteY1" fmla="*/ 99060 h 213360"/>
                  <a:gd name="connsiteX2" fmla="*/ 510540 w 816099"/>
                  <a:gd name="connsiteY2" fmla="*/ 45720 h 213360"/>
                  <a:gd name="connsiteX3" fmla="*/ 792480 w 816099"/>
                  <a:gd name="connsiteY3" fmla="*/ 22860 h 213360"/>
                  <a:gd name="connsiteX4" fmla="*/ 800100 w 816099"/>
                  <a:gd name="connsiteY4" fmla="*/ 0 h 213360"/>
                  <a:gd name="connsiteX5" fmla="*/ 800100 w 816099"/>
                  <a:gd name="connsiteY5" fmla="*/ 0 h 213360"/>
                  <a:gd name="connsiteX6" fmla="*/ 800100 w 816099"/>
                  <a:gd name="connsiteY6" fmla="*/ 0 h 21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099" h="213360">
                    <a:moveTo>
                      <a:pt x="0" y="213360"/>
                    </a:moveTo>
                    <a:cubicBezTo>
                      <a:pt x="45085" y="170180"/>
                      <a:pt x="90170" y="127000"/>
                      <a:pt x="175260" y="99060"/>
                    </a:cubicBezTo>
                    <a:cubicBezTo>
                      <a:pt x="260350" y="71120"/>
                      <a:pt x="407670" y="58420"/>
                      <a:pt x="510540" y="45720"/>
                    </a:cubicBezTo>
                    <a:cubicBezTo>
                      <a:pt x="613410" y="33020"/>
                      <a:pt x="744220" y="30480"/>
                      <a:pt x="792480" y="22860"/>
                    </a:cubicBezTo>
                    <a:cubicBezTo>
                      <a:pt x="840740" y="15240"/>
                      <a:pt x="800100" y="0"/>
                      <a:pt x="800100" y="0"/>
                    </a:cubicBezTo>
                    <a:lnTo>
                      <a:pt x="800100" y="0"/>
                    </a:lnTo>
                    <a:lnTo>
                      <a:pt x="800100" y="0"/>
                    </a:lnTo>
                  </a:path>
                </a:pathLst>
              </a:cu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648AACDA-F3DB-0908-8199-3C8ACBCB7AA0}"/>
                  </a:ext>
                </a:extLst>
              </p:cNvPr>
              <p:cNvSpPr/>
              <p:nvPr/>
            </p:nvSpPr>
            <p:spPr>
              <a:xfrm rot="20985504">
                <a:off x="4630012" y="2207911"/>
                <a:ext cx="982196" cy="301822"/>
              </a:xfrm>
              <a:custGeom>
                <a:avLst/>
                <a:gdLst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2196" h="301822">
                    <a:moveTo>
                      <a:pt x="0" y="0"/>
                    </a:moveTo>
                    <a:cubicBezTo>
                      <a:pt x="320625" y="37493"/>
                      <a:pt x="601770" y="122057"/>
                      <a:pt x="982196" y="0"/>
                    </a:cubicBezTo>
                    <a:lnTo>
                      <a:pt x="982196" y="301822"/>
                    </a:lnTo>
                    <a:lnTo>
                      <a:pt x="0" y="30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31">
                <a:extLst>
                  <a:ext uri="{FF2B5EF4-FFF2-40B4-BE49-F238E27FC236}">
                    <a16:creationId xmlns:a16="http://schemas.microsoft.com/office/drawing/2014/main" id="{D7A295F6-946F-E9CA-5B97-6E0CA06B10E0}"/>
                  </a:ext>
                </a:extLst>
              </p:cNvPr>
              <p:cNvSpPr/>
              <p:nvPr/>
            </p:nvSpPr>
            <p:spPr>
              <a:xfrm>
                <a:off x="4638262" y="455210"/>
                <a:ext cx="380382" cy="176808"/>
              </a:xfrm>
              <a:custGeom>
                <a:avLst/>
                <a:gdLst>
                  <a:gd name="connsiteX0" fmla="*/ 0 w 380382"/>
                  <a:gd name="connsiteY0" fmla="*/ 157163 h 314325"/>
                  <a:gd name="connsiteX1" fmla="*/ 190191 w 380382"/>
                  <a:gd name="connsiteY1" fmla="*/ 0 h 314325"/>
                  <a:gd name="connsiteX2" fmla="*/ 380382 w 380382"/>
                  <a:gd name="connsiteY2" fmla="*/ 157163 h 314325"/>
                  <a:gd name="connsiteX3" fmla="*/ 190191 w 380382"/>
                  <a:gd name="connsiteY3" fmla="*/ 314326 h 314325"/>
                  <a:gd name="connsiteX4" fmla="*/ 0 w 380382"/>
                  <a:gd name="connsiteY4" fmla="*/ 157163 h 314325"/>
                  <a:gd name="connsiteX0" fmla="*/ 0 w 380382"/>
                  <a:gd name="connsiteY0" fmla="*/ 157163 h 176808"/>
                  <a:gd name="connsiteX1" fmla="*/ 190191 w 380382"/>
                  <a:gd name="connsiteY1" fmla="*/ 0 h 176808"/>
                  <a:gd name="connsiteX2" fmla="*/ 380382 w 380382"/>
                  <a:gd name="connsiteY2" fmla="*/ 157163 h 176808"/>
                  <a:gd name="connsiteX3" fmla="*/ 0 w 380382"/>
                  <a:gd name="connsiteY3" fmla="*/ 157163 h 17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382" h="176808">
                    <a:moveTo>
                      <a:pt x="0" y="157163"/>
                    </a:moveTo>
                    <a:cubicBezTo>
                      <a:pt x="0" y="70364"/>
                      <a:pt x="85151" y="0"/>
                      <a:pt x="190191" y="0"/>
                    </a:cubicBezTo>
                    <a:cubicBezTo>
                      <a:pt x="295231" y="0"/>
                      <a:pt x="380382" y="70364"/>
                      <a:pt x="380382" y="157163"/>
                    </a:cubicBezTo>
                    <a:cubicBezTo>
                      <a:pt x="348684" y="183357"/>
                      <a:pt x="31699" y="183357"/>
                      <a:pt x="0" y="157163"/>
                    </a:cubicBezTo>
                    <a:close/>
                  </a:path>
                </a:pathLst>
              </a:custGeom>
              <a:solidFill>
                <a:srgbClr val="EECAB8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1A30D20-4EB4-E192-6CC4-791E7976A1A4}"/>
                  </a:ext>
                </a:extLst>
              </p:cNvPr>
              <p:cNvSpPr/>
              <p:nvPr/>
            </p:nvSpPr>
            <p:spPr>
              <a:xfrm>
                <a:off x="3671946" y="754413"/>
                <a:ext cx="80687" cy="76779"/>
              </a:xfrm>
              <a:prstGeom prst="ellipse">
                <a:avLst/>
              </a:prstGeom>
              <a:solidFill>
                <a:sysClr val="windowText" lastClr="000000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523B2AB-7212-85BE-0D8A-54AD987C9EE8}"/>
                  </a:ext>
                </a:extLst>
              </p:cNvPr>
              <p:cNvSpPr/>
              <p:nvPr/>
            </p:nvSpPr>
            <p:spPr>
              <a:xfrm>
                <a:off x="4677037" y="-41409"/>
                <a:ext cx="405930" cy="285274"/>
              </a:xfrm>
              <a:custGeom>
                <a:avLst/>
                <a:gdLst>
                  <a:gd name="connsiteX0" fmla="*/ 0 w 353130"/>
                  <a:gd name="connsiteY0" fmla="*/ 128618 h 166718"/>
                  <a:gd name="connsiteX1" fmla="*/ 38100 w 353130"/>
                  <a:gd name="connsiteY1" fmla="*/ 42893 h 166718"/>
                  <a:gd name="connsiteX2" fmla="*/ 38100 w 353130"/>
                  <a:gd name="connsiteY2" fmla="*/ 42893 h 166718"/>
                  <a:gd name="connsiteX3" fmla="*/ 47625 w 353130"/>
                  <a:gd name="connsiteY3" fmla="*/ 76231 h 166718"/>
                  <a:gd name="connsiteX4" fmla="*/ 166687 w 353130"/>
                  <a:gd name="connsiteY4" fmla="*/ 31 h 166718"/>
                  <a:gd name="connsiteX5" fmla="*/ 195262 w 353130"/>
                  <a:gd name="connsiteY5" fmla="*/ 66706 h 166718"/>
                  <a:gd name="connsiteX6" fmla="*/ 257175 w 353130"/>
                  <a:gd name="connsiteY6" fmla="*/ 52418 h 166718"/>
                  <a:gd name="connsiteX7" fmla="*/ 290512 w 353130"/>
                  <a:gd name="connsiteY7" fmla="*/ 66706 h 166718"/>
                  <a:gd name="connsiteX8" fmla="*/ 328612 w 353130"/>
                  <a:gd name="connsiteY8" fmla="*/ 19081 h 166718"/>
                  <a:gd name="connsiteX9" fmla="*/ 342900 w 353130"/>
                  <a:gd name="connsiteY9" fmla="*/ 85756 h 166718"/>
                  <a:gd name="connsiteX10" fmla="*/ 352425 w 353130"/>
                  <a:gd name="connsiteY10" fmla="*/ 152431 h 166718"/>
                  <a:gd name="connsiteX11" fmla="*/ 352425 w 353130"/>
                  <a:gd name="connsiteY11" fmla="*/ 166718 h 166718"/>
                  <a:gd name="connsiteX12" fmla="*/ 352425 w 353130"/>
                  <a:gd name="connsiteY12" fmla="*/ 166718 h 166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3130" h="166718">
                    <a:moveTo>
                      <a:pt x="0" y="128618"/>
                    </a:moveTo>
                    <a:lnTo>
                      <a:pt x="38100" y="42893"/>
                    </a:lnTo>
                    <a:lnTo>
                      <a:pt x="38100" y="42893"/>
                    </a:lnTo>
                    <a:cubicBezTo>
                      <a:pt x="39687" y="48449"/>
                      <a:pt x="26194" y="83375"/>
                      <a:pt x="47625" y="76231"/>
                    </a:cubicBezTo>
                    <a:cubicBezTo>
                      <a:pt x="69056" y="69087"/>
                      <a:pt x="142081" y="1618"/>
                      <a:pt x="166687" y="31"/>
                    </a:cubicBezTo>
                    <a:cubicBezTo>
                      <a:pt x="191293" y="-1556"/>
                      <a:pt x="180181" y="57975"/>
                      <a:pt x="195262" y="66706"/>
                    </a:cubicBezTo>
                    <a:cubicBezTo>
                      <a:pt x="210343" y="75437"/>
                      <a:pt x="241300" y="52418"/>
                      <a:pt x="257175" y="52418"/>
                    </a:cubicBezTo>
                    <a:cubicBezTo>
                      <a:pt x="273050" y="52418"/>
                      <a:pt x="278606" y="72262"/>
                      <a:pt x="290512" y="66706"/>
                    </a:cubicBezTo>
                    <a:cubicBezTo>
                      <a:pt x="302418" y="61150"/>
                      <a:pt x="319881" y="15906"/>
                      <a:pt x="328612" y="19081"/>
                    </a:cubicBezTo>
                    <a:cubicBezTo>
                      <a:pt x="337343" y="22256"/>
                      <a:pt x="338931" y="63531"/>
                      <a:pt x="342900" y="85756"/>
                    </a:cubicBezTo>
                    <a:cubicBezTo>
                      <a:pt x="346869" y="107981"/>
                      <a:pt x="352425" y="152431"/>
                      <a:pt x="352425" y="152431"/>
                    </a:cubicBezTo>
                    <a:cubicBezTo>
                      <a:pt x="354012" y="165925"/>
                      <a:pt x="352425" y="166718"/>
                      <a:pt x="352425" y="166718"/>
                    </a:cubicBezTo>
                    <a:lnTo>
                      <a:pt x="352425" y="166718"/>
                    </a:lnTo>
                  </a:path>
                </a:pathLst>
              </a:custGeom>
              <a:solidFill>
                <a:srgbClr val="EECAB8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11A7E4A-4287-37B7-1138-9B1C7516D2F7}"/>
              </a:ext>
            </a:extLst>
          </p:cNvPr>
          <p:cNvGrpSpPr/>
          <p:nvPr/>
        </p:nvGrpSpPr>
        <p:grpSpPr>
          <a:xfrm>
            <a:off x="4661214" y="606966"/>
            <a:ext cx="3913347" cy="6558467"/>
            <a:chOff x="4661214" y="606966"/>
            <a:chExt cx="3913347" cy="655846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55A0C8B-035C-C992-4383-8C910E8B643F}"/>
                </a:ext>
              </a:extLst>
            </p:cNvPr>
            <p:cNvGrpSpPr/>
            <p:nvPr/>
          </p:nvGrpSpPr>
          <p:grpSpPr>
            <a:xfrm flipH="1">
              <a:off x="4661214" y="606966"/>
              <a:ext cx="3913347" cy="6558467"/>
              <a:chOff x="3135414" y="23782"/>
              <a:chExt cx="4450514" cy="745871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650D1C7E-5DAE-91D9-6BE9-1CA389684D95}"/>
                  </a:ext>
                </a:extLst>
              </p:cNvPr>
              <p:cNvGrpSpPr/>
              <p:nvPr/>
            </p:nvGrpSpPr>
            <p:grpSpPr>
              <a:xfrm>
                <a:off x="6087929" y="3899027"/>
                <a:ext cx="1488574" cy="3583472"/>
                <a:chOff x="6087929" y="3899027"/>
                <a:chExt cx="1488574" cy="3583472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71772754-85B6-0D79-4C8E-CD424938D24A}"/>
                    </a:ext>
                  </a:extLst>
                </p:cNvPr>
                <p:cNvGrpSpPr/>
                <p:nvPr/>
              </p:nvGrpSpPr>
              <p:grpSpPr>
                <a:xfrm>
                  <a:off x="6087929" y="3899027"/>
                  <a:ext cx="1331285" cy="2567761"/>
                  <a:chOff x="6087929" y="3899027"/>
                  <a:chExt cx="1331285" cy="2567761"/>
                </a:xfrm>
              </p:grpSpPr>
              <p:sp>
                <p:nvSpPr>
                  <p:cNvPr id="84" name="Rectangle 15">
                    <a:extLst>
                      <a:ext uri="{FF2B5EF4-FFF2-40B4-BE49-F238E27FC236}">
                        <a16:creationId xmlns:a16="http://schemas.microsoft.com/office/drawing/2014/main" id="{820FD52E-1C58-1608-C57F-BCC997A44DE4}"/>
                      </a:ext>
                    </a:extLst>
                  </p:cNvPr>
                  <p:cNvSpPr/>
                  <p:nvPr/>
                </p:nvSpPr>
                <p:spPr>
                  <a:xfrm rot="20489157">
                    <a:off x="6213347" y="3899027"/>
                    <a:ext cx="1205867" cy="2567761"/>
                  </a:xfrm>
                  <a:custGeom>
                    <a:avLst/>
                    <a:gdLst>
                      <a:gd name="connsiteX0" fmla="*/ 0 w 904468"/>
                      <a:gd name="connsiteY0" fmla="*/ 0 h 1879600"/>
                      <a:gd name="connsiteX1" fmla="*/ 904468 w 904468"/>
                      <a:gd name="connsiteY1" fmla="*/ 0 h 1879600"/>
                      <a:gd name="connsiteX2" fmla="*/ 904468 w 904468"/>
                      <a:gd name="connsiteY2" fmla="*/ 1879600 h 1879600"/>
                      <a:gd name="connsiteX3" fmla="*/ 0 w 904468"/>
                      <a:gd name="connsiteY3" fmla="*/ 1879600 h 1879600"/>
                      <a:gd name="connsiteX4" fmla="*/ 0 w 904468"/>
                      <a:gd name="connsiteY4" fmla="*/ 0 h 1879600"/>
                      <a:gd name="connsiteX0" fmla="*/ 0 w 904468"/>
                      <a:gd name="connsiteY0" fmla="*/ 0 h 2469915"/>
                      <a:gd name="connsiteX1" fmla="*/ 904468 w 904468"/>
                      <a:gd name="connsiteY1" fmla="*/ 0 h 2469915"/>
                      <a:gd name="connsiteX2" fmla="*/ 867508 w 904468"/>
                      <a:gd name="connsiteY2" fmla="*/ 2469915 h 2469915"/>
                      <a:gd name="connsiteX3" fmla="*/ 0 w 904468"/>
                      <a:gd name="connsiteY3" fmla="*/ 1879600 h 2469915"/>
                      <a:gd name="connsiteX4" fmla="*/ 0 w 904468"/>
                      <a:gd name="connsiteY4" fmla="*/ 0 h 2469915"/>
                      <a:gd name="connsiteX0" fmla="*/ 156112 w 1060580"/>
                      <a:gd name="connsiteY0" fmla="*/ 0 h 2469915"/>
                      <a:gd name="connsiteX1" fmla="*/ 1060580 w 1060580"/>
                      <a:gd name="connsiteY1" fmla="*/ 0 h 2469915"/>
                      <a:gd name="connsiteX2" fmla="*/ 1023620 w 1060580"/>
                      <a:gd name="connsiteY2" fmla="*/ 2469915 h 2469915"/>
                      <a:gd name="connsiteX3" fmla="*/ 0 w 1060580"/>
                      <a:gd name="connsiteY3" fmla="*/ 1505887 h 2469915"/>
                      <a:gd name="connsiteX4" fmla="*/ 156112 w 1060580"/>
                      <a:gd name="connsiteY4" fmla="*/ 0 h 2469915"/>
                      <a:gd name="connsiteX0" fmla="*/ 156112 w 1060580"/>
                      <a:gd name="connsiteY0" fmla="*/ 0 h 2469915"/>
                      <a:gd name="connsiteX1" fmla="*/ 1060580 w 1060580"/>
                      <a:gd name="connsiteY1" fmla="*/ 0 h 2469915"/>
                      <a:gd name="connsiteX2" fmla="*/ 1023620 w 1060580"/>
                      <a:gd name="connsiteY2" fmla="*/ 2469915 h 2469915"/>
                      <a:gd name="connsiteX3" fmla="*/ 0 w 1060580"/>
                      <a:gd name="connsiteY3" fmla="*/ 1505887 h 2469915"/>
                      <a:gd name="connsiteX4" fmla="*/ 156112 w 1060580"/>
                      <a:gd name="connsiteY4" fmla="*/ 0 h 2469915"/>
                      <a:gd name="connsiteX0" fmla="*/ 156112 w 1092010"/>
                      <a:gd name="connsiteY0" fmla="*/ 0 h 2385671"/>
                      <a:gd name="connsiteX1" fmla="*/ 1060580 w 1092010"/>
                      <a:gd name="connsiteY1" fmla="*/ 0 h 2385671"/>
                      <a:gd name="connsiteX2" fmla="*/ 1092010 w 1092010"/>
                      <a:gd name="connsiteY2" fmla="*/ 2385671 h 2385671"/>
                      <a:gd name="connsiteX3" fmla="*/ 0 w 1092010"/>
                      <a:gd name="connsiteY3" fmla="*/ 1505887 h 2385671"/>
                      <a:gd name="connsiteX4" fmla="*/ 156112 w 1092010"/>
                      <a:gd name="connsiteY4" fmla="*/ 0 h 2385671"/>
                      <a:gd name="connsiteX0" fmla="*/ 156112 w 1217191"/>
                      <a:gd name="connsiteY0" fmla="*/ 0 h 2385671"/>
                      <a:gd name="connsiteX1" fmla="*/ 1217191 w 1217191"/>
                      <a:gd name="connsiteY1" fmla="*/ 12264 h 2385671"/>
                      <a:gd name="connsiteX2" fmla="*/ 1092010 w 1217191"/>
                      <a:gd name="connsiteY2" fmla="*/ 2385671 h 2385671"/>
                      <a:gd name="connsiteX3" fmla="*/ 0 w 1217191"/>
                      <a:gd name="connsiteY3" fmla="*/ 1505887 h 2385671"/>
                      <a:gd name="connsiteX4" fmla="*/ 156112 w 1217191"/>
                      <a:gd name="connsiteY4" fmla="*/ 0 h 2385671"/>
                      <a:gd name="connsiteX0" fmla="*/ 156112 w 1217191"/>
                      <a:gd name="connsiteY0" fmla="*/ 0 h 2548690"/>
                      <a:gd name="connsiteX1" fmla="*/ 1217191 w 1217191"/>
                      <a:gd name="connsiteY1" fmla="*/ 12264 h 2548690"/>
                      <a:gd name="connsiteX2" fmla="*/ 1092010 w 1217191"/>
                      <a:gd name="connsiteY2" fmla="*/ 2385671 h 2548690"/>
                      <a:gd name="connsiteX3" fmla="*/ 0 w 1217191"/>
                      <a:gd name="connsiteY3" fmla="*/ 1505887 h 2548690"/>
                      <a:gd name="connsiteX4" fmla="*/ 156112 w 1217191"/>
                      <a:gd name="connsiteY4" fmla="*/ 0 h 2548690"/>
                      <a:gd name="connsiteX0" fmla="*/ 156112 w 1217191"/>
                      <a:gd name="connsiteY0" fmla="*/ 0 h 2515554"/>
                      <a:gd name="connsiteX1" fmla="*/ 1217191 w 1217191"/>
                      <a:gd name="connsiteY1" fmla="*/ 12264 h 2515554"/>
                      <a:gd name="connsiteX2" fmla="*/ 1092010 w 1217191"/>
                      <a:gd name="connsiteY2" fmla="*/ 2385671 h 2515554"/>
                      <a:gd name="connsiteX3" fmla="*/ 0 w 1217191"/>
                      <a:gd name="connsiteY3" fmla="*/ 1505887 h 2515554"/>
                      <a:gd name="connsiteX4" fmla="*/ 156112 w 1217191"/>
                      <a:gd name="connsiteY4" fmla="*/ 0 h 2515554"/>
                      <a:gd name="connsiteX0" fmla="*/ 156112 w 1217191"/>
                      <a:gd name="connsiteY0" fmla="*/ 0 h 2546838"/>
                      <a:gd name="connsiteX1" fmla="*/ 1217191 w 1217191"/>
                      <a:gd name="connsiteY1" fmla="*/ 12264 h 2546838"/>
                      <a:gd name="connsiteX2" fmla="*/ 1092010 w 1217191"/>
                      <a:gd name="connsiteY2" fmla="*/ 2385671 h 2546838"/>
                      <a:gd name="connsiteX3" fmla="*/ 0 w 1217191"/>
                      <a:gd name="connsiteY3" fmla="*/ 1505887 h 2546838"/>
                      <a:gd name="connsiteX4" fmla="*/ 156112 w 1217191"/>
                      <a:gd name="connsiteY4" fmla="*/ 0 h 2546838"/>
                      <a:gd name="connsiteX0" fmla="*/ 156112 w 1217191"/>
                      <a:gd name="connsiteY0" fmla="*/ 0 h 2567761"/>
                      <a:gd name="connsiteX1" fmla="*/ 1217191 w 1217191"/>
                      <a:gd name="connsiteY1" fmla="*/ 12264 h 2567761"/>
                      <a:gd name="connsiteX2" fmla="*/ 1092010 w 1217191"/>
                      <a:gd name="connsiteY2" fmla="*/ 2385671 h 2567761"/>
                      <a:gd name="connsiteX3" fmla="*/ 0 w 1217191"/>
                      <a:gd name="connsiteY3" fmla="*/ 1505887 h 2567761"/>
                      <a:gd name="connsiteX4" fmla="*/ 156112 w 1217191"/>
                      <a:gd name="connsiteY4" fmla="*/ 0 h 2567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7191" h="2567761">
                        <a:moveTo>
                          <a:pt x="156112" y="0"/>
                        </a:moveTo>
                        <a:lnTo>
                          <a:pt x="1217191" y="12264"/>
                        </a:lnTo>
                        <a:lnTo>
                          <a:pt x="1092010" y="2385671"/>
                        </a:lnTo>
                        <a:cubicBezTo>
                          <a:pt x="982983" y="2610837"/>
                          <a:pt x="151004" y="2875169"/>
                          <a:pt x="0" y="1505887"/>
                        </a:cubicBezTo>
                        <a:lnTo>
                          <a:pt x="156112" y="0"/>
                        </a:lnTo>
                        <a:close/>
                      </a:path>
                    </a:pathLst>
                  </a:custGeom>
                  <a:solidFill>
                    <a:srgbClr val="6E6355"/>
                  </a:solidFill>
                  <a:ln w="571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5" name="Rectangle 15">
                    <a:extLst>
                      <a:ext uri="{FF2B5EF4-FFF2-40B4-BE49-F238E27FC236}">
                        <a16:creationId xmlns:a16="http://schemas.microsoft.com/office/drawing/2014/main" id="{4233BEB7-B851-817D-5733-F28F6E3A88BC}"/>
                      </a:ext>
                    </a:extLst>
                  </p:cNvPr>
                  <p:cNvSpPr/>
                  <p:nvPr/>
                </p:nvSpPr>
                <p:spPr>
                  <a:xfrm rot="20489157">
                    <a:off x="6087929" y="3902213"/>
                    <a:ext cx="1131672" cy="2409771"/>
                  </a:xfrm>
                  <a:custGeom>
                    <a:avLst/>
                    <a:gdLst>
                      <a:gd name="connsiteX0" fmla="*/ 0 w 904468"/>
                      <a:gd name="connsiteY0" fmla="*/ 0 h 1879600"/>
                      <a:gd name="connsiteX1" fmla="*/ 904468 w 904468"/>
                      <a:gd name="connsiteY1" fmla="*/ 0 h 1879600"/>
                      <a:gd name="connsiteX2" fmla="*/ 904468 w 904468"/>
                      <a:gd name="connsiteY2" fmla="*/ 1879600 h 1879600"/>
                      <a:gd name="connsiteX3" fmla="*/ 0 w 904468"/>
                      <a:gd name="connsiteY3" fmla="*/ 1879600 h 1879600"/>
                      <a:gd name="connsiteX4" fmla="*/ 0 w 904468"/>
                      <a:gd name="connsiteY4" fmla="*/ 0 h 1879600"/>
                      <a:gd name="connsiteX0" fmla="*/ 0 w 904468"/>
                      <a:gd name="connsiteY0" fmla="*/ 0 h 2469915"/>
                      <a:gd name="connsiteX1" fmla="*/ 904468 w 904468"/>
                      <a:gd name="connsiteY1" fmla="*/ 0 h 2469915"/>
                      <a:gd name="connsiteX2" fmla="*/ 867508 w 904468"/>
                      <a:gd name="connsiteY2" fmla="*/ 2469915 h 2469915"/>
                      <a:gd name="connsiteX3" fmla="*/ 0 w 904468"/>
                      <a:gd name="connsiteY3" fmla="*/ 1879600 h 2469915"/>
                      <a:gd name="connsiteX4" fmla="*/ 0 w 904468"/>
                      <a:gd name="connsiteY4" fmla="*/ 0 h 2469915"/>
                      <a:gd name="connsiteX0" fmla="*/ 156112 w 1060580"/>
                      <a:gd name="connsiteY0" fmla="*/ 0 h 2469915"/>
                      <a:gd name="connsiteX1" fmla="*/ 1060580 w 1060580"/>
                      <a:gd name="connsiteY1" fmla="*/ 0 h 2469915"/>
                      <a:gd name="connsiteX2" fmla="*/ 1023620 w 1060580"/>
                      <a:gd name="connsiteY2" fmla="*/ 2469915 h 2469915"/>
                      <a:gd name="connsiteX3" fmla="*/ 0 w 1060580"/>
                      <a:gd name="connsiteY3" fmla="*/ 1505887 h 2469915"/>
                      <a:gd name="connsiteX4" fmla="*/ 156112 w 1060580"/>
                      <a:gd name="connsiteY4" fmla="*/ 0 h 2469915"/>
                      <a:gd name="connsiteX0" fmla="*/ 156112 w 1060580"/>
                      <a:gd name="connsiteY0" fmla="*/ 0 h 2469915"/>
                      <a:gd name="connsiteX1" fmla="*/ 1060580 w 1060580"/>
                      <a:gd name="connsiteY1" fmla="*/ 0 h 2469915"/>
                      <a:gd name="connsiteX2" fmla="*/ 1023620 w 1060580"/>
                      <a:gd name="connsiteY2" fmla="*/ 2469915 h 2469915"/>
                      <a:gd name="connsiteX3" fmla="*/ 0 w 1060580"/>
                      <a:gd name="connsiteY3" fmla="*/ 1505887 h 2469915"/>
                      <a:gd name="connsiteX4" fmla="*/ 156112 w 1060580"/>
                      <a:gd name="connsiteY4" fmla="*/ 0 h 2469915"/>
                      <a:gd name="connsiteX0" fmla="*/ 156112 w 1092010"/>
                      <a:gd name="connsiteY0" fmla="*/ 0 h 2385671"/>
                      <a:gd name="connsiteX1" fmla="*/ 1060580 w 1092010"/>
                      <a:gd name="connsiteY1" fmla="*/ 0 h 2385671"/>
                      <a:gd name="connsiteX2" fmla="*/ 1092010 w 1092010"/>
                      <a:gd name="connsiteY2" fmla="*/ 2385671 h 2385671"/>
                      <a:gd name="connsiteX3" fmla="*/ 0 w 1092010"/>
                      <a:gd name="connsiteY3" fmla="*/ 1505887 h 2385671"/>
                      <a:gd name="connsiteX4" fmla="*/ 156112 w 1092010"/>
                      <a:gd name="connsiteY4" fmla="*/ 0 h 2385671"/>
                      <a:gd name="connsiteX0" fmla="*/ 156112 w 1217191"/>
                      <a:gd name="connsiteY0" fmla="*/ 0 h 2385671"/>
                      <a:gd name="connsiteX1" fmla="*/ 1217191 w 1217191"/>
                      <a:gd name="connsiteY1" fmla="*/ 12264 h 2385671"/>
                      <a:gd name="connsiteX2" fmla="*/ 1092010 w 1217191"/>
                      <a:gd name="connsiteY2" fmla="*/ 2385671 h 2385671"/>
                      <a:gd name="connsiteX3" fmla="*/ 0 w 1217191"/>
                      <a:gd name="connsiteY3" fmla="*/ 1505887 h 2385671"/>
                      <a:gd name="connsiteX4" fmla="*/ 156112 w 1217191"/>
                      <a:gd name="connsiteY4" fmla="*/ 0 h 2385671"/>
                      <a:gd name="connsiteX0" fmla="*/ 156112 w 1217191"/>
                      <a:gd name="connsiteY0" fmla="*/ 0 h 2548690"/>
                      <a:gd name="connsiteX1" fmla="*/ 1217191 w 1217191"/>
                      <a:gd name="connsiteY1" fmla="*/ 12264 h 2548690"/>
                      <a:gd name="connsiteX2" fmla="*/ 1092010 w 1217191"/>
                      <a:gd name="connsiteY2" fmla="*/ 2385671 h 2548690"/>
                      <a:gd name="connsiteX3" fmla="*/ 0 w 1217191"/>
                      <a:gd name="connsiteY3" fmla="*/ 1505887 h 2548690"/>
                      <a:gd name="connsiteX4" fmla="*/ 156112 w 1217191"/>
                      <a:gd name="connsiteY4" fmla="*/ 0 h 2548690"/>
                      <a:gd name="connsiteX0" fmla="*/ 156112 w 1217191"/>
                      <a:gd name="connsiteY0" fmla="*/ 0 h 2515554"/>
                      <a:gd name="connsiteX1" fmla="*/ 1217191 w 1217191"/>
                      <a:gd name="connsiteY1" fmla="*/ 12264 h 2515554"/>
                      <a:gd name="connsiteX2" fmla="*/ 1092010 w 1217191"/>
                      <a:gd name="connsiteY2" fmla="*/ 2385671 h 2515554"/>
                      <a:gd name="connsiteX3" fmla="*/ 0 w 1217191"/>
                      <a:gd name="connsiteY3" fmla="*/ 1505887 h 2515554"/>
                      <a:gd name="connsiteX4" fmla="*/ 156112 w 1217191"/>
                      <a:gd name="connsiteY4" fmla="*/ 0 h 2515554"/>
                      <a:gd name="connsiteX0" fmla="*/ 156112 w 1217191"/>
                      <a:gd name="connsiteY0" fmla="*/ 0 h 2546838"/>
                      <a:gd name="connsiteX1" fmla="*/ 1217191 w 1217191"/>
                      <a:gd name="connsiteY1" fmla="*/ 12264 h 2546838"/>
                      <a:gd name="connsiteX2" fmla="*/ 1092010 w 1217191"/>
                      <a:gd name="connsiteY2" fmla="*/ 2385671 h 2546838"/>
                      <a:gd name="connsiteX3" fmla="*/ 0 w 1217191"/>
                      <a:gd name="connsiteY3" fmla="*/ 1505887 h 2546838"/>
                      <a:gd name="connsiteX4" fmla="*/ 156112 w 1217191"/>
                      <a:gd name="connsiteY4" fmla="*/ 0 h 2546838"/>
                      <a:gd name="connsiteX0" fmla="*/ 156112 w 1217191"/>
                      <a:gd name="connsiteY0" fmla="*/ 0 h 2567761"/>
                      <a:gd name="connsiteX1" fmla="*/ 1217191 w 1217191"/>
                      <a:gd name="connsiteY1" fmla="*/ 12264 h 2567761"/>
                      <a:gd name="connsiteX2" fmla="*/ 1092010 w 1217191"/>
                      <a:gd name="connsiteY2" fmla="*/ 2385671 h 2567761"/>
                      <a:gd name="connsiteX3" fmla="*/ 0 w 1217191"/>
                      <a:gd name="connsiteY3" fmla="*/ 1505887 h 2567761"/>
                      <a:gd name="connsiteX4" fmla="*/ 156112 w 1217191"/>
                      <a:gd name="connsiteY4" fmla="*/ 0 h 2567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7191" h="2567761">
                        <a:moveTo>
                          <a:pt x="156112" y="0"/>
                        </a:moveTo>
                        <a:lnTo>
                          <a:pt x="1217191" y="12264"/>
                        </a:lnTo>
                        <a:lnTo>
                          <a:pt x="1092010" y="2385671"/>
                        </a:lnTo>
                        <a:cubicBezTo>
                          <a:pt x="982983" y="2610837"/>
                          <a:pt x="151004" y="2875169"/>
                          <a:pt x="0" y="1505887"/>
                        </a:cubicBezTo>
                        <a:lnTo>
                          <a:pt x="156112" y="0"/>
                        </a:lnTo>
                        <a:close/>
                      </a:path>
                    </a:pathLst>
                  </a:custGeom>
                  <a:solidFill>
                    <a:srgbClr val="514336"/>
                  </a:solidFill>
                  <a:ln w="571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2" name="Arc 81">
                  <a:extLst>
                    <a:ext uri="{FF2B5EF4-FFF2-40B4-BE49-F238E27FC236}">
                      <a16:creationId xmlns:a16="http://schemas.microsoft.com/office/drawing/2014/main" id="{82B9FB6D-3361-8666-D28F-E2166A8EDB94}"/>
                    </a:ext>
                  </a:extLst>
                </p:cNvPr>
                <p:cNvSpPr/>
                <p:nvPr/>
              </p:nvSpPr>
              <p:spPr>
                <a:xfrm rot="19046660" flipH="1">
                  <a:off x="7140163" y="5179358"/>
                  <a:ext cx="166637" cy="2303141"/>
                </a:xfrm>
                <a:prstGeom prst="arc">
                  <a:avLst/>
                </a:prstGeom>
                <a:noFill/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Arc 82">
                  <a:extLst>
                    <a:ext uri="{FF2B5EF4-FFF2-40B4-BE49-F238E27FC236}">
                      <a16:creationId xmlns:a16="http://schemas.microsoft.com/office/drawing/2014/main" id="{8BF6753B-FBC8-1842-CBB6-7D1E062536F3}"/>
                    </a:ext>
                  </a:extLst>
                </p:cNvPr>
                <p:cNvSpPr/>
                <p:nvPr/>
              </p:nvSpPr>
              <p:spPr>
                <a:xfrm rot="19046660" flipH="1">
                  <a:off x="7409866" y="5075739"/>
                  <a:ext cx="166637" cy="2357163"/>
                </a:xfrm>
                <a:prstGeom prst="arc">
                  <a:avLst/>
                </a:prstGeom>
                <a:noFill/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EB8BD3D-7E6F-37B0-48BB-A391CF563FBC}"/>
                  </a:ext>
                </a:extLst>
              </p:cNvPr>
              <p:cNvGrpSpPr/>
              <p:nvPr/>
            </p:nvGrpSpPr>
            <p:grpSpPr>
              <a:xfrm>
                <a:off x="3763767" y="1960695"/>
                <a:ext cx="2021977" cy="3259329"/>
                <a:chOff x="3763767" y="1960695"/>
                <a:chExt cx="2021977" cy="3259329"/>
              </a:xfrm>
            </p:grpSpPr>
            <p:sp>
              <p:nvSpPr>
                <p:cNvPr id="79" name="Oval 11">
                  <a:extLst>
                    <a:ext uri="{FF2B5EF4-FFF2-40B4-BE49-F238E27FC236}">
                      <a16:creationId xmlns:a16="http://schemas.microsoft.com/office/drawing/2014/main" id="{67B24AF5-47C8-F0BE-4F84-912E7E330429}"/>
                    </a:ext>
                  </a:extLst>
                </p:cNvPr>
                <p:cNvSpPr/>
                <p:nvPr/>
              </p:nvSpPr>
              <p:spPr>
                <a:xfrm>
                  <a:off x="3763767" y="1960695"/>
                  <a:ext cx="1880717" cy="3242914"/>
                </a:xfrm>
                <a:custGeom>
                  <a:avLst/>
                  <a:gdLst>
                    <a:gd name="connsiteX0" fmla="*/ 0 w 1658572"/>
                    <a:gd name="connsiteY0" fmla="*/ 1646260 h 3292519"/>
                    <a:gd name="connsiteX1" fmla="*/ 829286 w 1658572"/>
                    <a:gd name="connsiteY1" fmla="*/ 0 h 3292519"/>
                    <a:gd name="connsiteX2" fmla="*/ 1658572 w 1658572"/>
                    <a:gd name="connsiteY2" fmla="*/ 1646260 h 3292519"/>
                    <a:gd name="connsiteX3" fmla="*/ 829286 w 1658572"/>
                    <a:gd name="connsiteY3" fmla="*/ 3292520 h 3292519"/>
                    <a:gd name="connsiteX4" fmla="*/ 0 w 1658572"/>
                    <a:gd name="connsiteY4" fmla="*/ 1646260 h 3292519"/>
                    <a:gd name="connsiteX0" fmla="*/ 278 w 1658850"/>
                    <a:gd name="connsiteY0" fmla="*/ 1724471 h 3370731"/>
                    <a:gd name="connsiteX1" fmla="*/ 763480 w 1658850"/>
                    <a:gd name="connsiteY1" fmla="*/ 0 h 3370731"/>
                    <a:gd name="connsiteX2" fmla="*/ 1658850 w 1658850"/>
                    <a:gd name="connsiteY2" fmla="*/ 1724471 h 3370731"/>
                    <a:gd name="connsiteX3" fmla="*/ 829564 w 1658850"/>
                    <a:gd name="connsiteY3" fmla="*/ 3370731 h 3370731"/>
                    <a:gd name="connsiteX4" fmla="*/ 278 w 1658850"/>
                    <a:gd name="connsiteY4" fmla="*/ 1724471 h 3370731"/>
                    <a:gd name="connsiteX0" fmla="*/ 184 w 1722760"/>
                    <a:gd name="connsiteY0" fmla="*/ 1724472 h 3370734"/>
                    <a:gd name="connsiteX1" fmla="*/ 763386 w 1722760"/>
                    <a:gd name="connsiteY1" fmla="*/ 1 h 3370734"/>
                    <a:gd name="connsiteX2" fmla="*/ 1722760 w 1722760"/>
                    <a:gd name="connsiteY2" fmla="*/ 1734322 h 3370734"/>
                    <a:gd name="connsiteX3" fmla="*/ 829470 w 1722760"/>
                    <a:gd name="connsiteY3" fmla="*/ 3370732 h 3370734"/>
                    <a:gd name="connsiteX4" fmla="*/ 184 w 1722760"/>
                    <a:gd name="connsiteY4" fmla="*/ 1724472 h 3370734"/>
                    <a:gd name="connsiteX0" fmla="*/ 184 w 1722760"/>
                    <a:gd name="connsiteY0" fmla="*/ 1724472 h 3371417"/>
                    <a:gd name="connsiteX1" fmla="*/ 763386 w 1722760"/>
                    <a:gd name="connsiteY1" fmla="*/ 1 h 3371417"/>
                    <a:gd name="connsiteX2" fmla="*/ 1722760 w 1722760"/>
                    <a:gd name="connsiteY2" fmla="*/ 1734322 h 3371417"/>
                    <a:gd name="connsiteX3" fmla="*/ 829470 w 1722760"/>
                    <a:gd name="connsiteY3" fmla="*/ 3370732 h 3371417"/>
                    <a:gd name="connsiteX4" fmla="*/ 184 w 1722760"/>
                    <a:gd name="connsiteY4" fmla="*/ 1724472 h 3371417"/>
                    <a:gd name="connsiteX0" fmla="*/ 421 w 1722997"/>
                    <a:gd name="connsiteY0" fmla="*/ 1724474 h 3371419"/>
                    <a:gd name="connsiteX1" fmla="*/ 763623 w 1722997"/>
                    <a:gd name="connsiteY1" fmla="*/ 3 h 3371419"/>
                    <a:gd name="connsiteX2" fmla="*/ 1722997 w 1722997"/>
                    <a:gd name="connsiteY2" fmla="*/ 1734324 h 3371419"/>
                    <a:gd name="connsiteX3" fmla="*/ 829707 w 1722997"/>
                    <a:gd name="connsiteY3" fmla="*/ 3370734 h 3371419"/>
                    <a:gd name="connsiteX4" fmla="*/ 421 w 1722997"/>
                    <a:gd name="connsiteY4" fmla="*/ 1724474 h 3371419"/>
                    <a:gd name="connsiteX0" fmla="*/ 38378 w 1761950"/>
                    <a:gd name="connsiteY0" fmla="*/ 1726319 h 3373264"/>
                    <a:gd name="connsiteX1" fmla="*/ 801580 w 1761950"/>
                    <a:gd name="connsiteY1" fmla="*/ 1848 h 3373264"/>
                    <a:gd name="connsiteX2" fmla="*/ 1760954 w 1761950"/>
                    <a:gd name="connsiteY2" fmla="*/ 1736169 h 3373264"/>
                    <a:gd name="connsiteX3" fmla="*/ 867664 w 1761950"/>
                    <a:gd name="connsiteY3" fmla="*/ 3372579 h 3373264"/>
                    <a:gd name="connsiteX4" fmla="*/ 38378 w 1761950"/>
                    <a:gd name="connsiteY4" fmla="*/ 1726319 h 3373264"/>
                    <a:gd name="connsiteX0" fmla="*/ 0 w 1740142"/>
                    <a:gd name="connsiteY0" fmla="*/ 200298 h 1846936"/>
                    <a:gd name="connsiteX1" fmla="*/ 1722576 w 1740142"/>
                    <a:gd name="connsiteY1" fmla="*/ 210148 h 1846936"/>
                    <a:gd name="connsiteX2" fmla="*/ 829286 w 1740142"/>
                    <a:gd name="connsiteY2" fmla="*/ 1846558 h 1846936"/>
                    <a:gd name="connsiteX3" fmla="*/ 0 w 1740142"/>
                    <a:gd name="connsiteY3" fmla="*/ 200298 h 1846936"/>
                    <a:gd name="connsiteX0" fmla="*/ 273 w 1722852"/>
                    <a:gd name="connsiteY0" fmla="*/ 1714216 h 3360863"/>
                    <a:gd name="connsiteX1" fmla="*/ 749702 w 1722852"/>
                    <a:gd name="connsiteY1" fmla="*/ 1 h 3360863"/>
                    <a:gd name="connsiteX2" fmla="*/ 1722849 w 1722852"/>
                    <a:gd name="connsiteY2" fmla="*/ 1724066 h 3360863"/>
                    <a:gd name="connsiteX3" fmla="*/ 829559 w 1722852"/>
                    <a:gd name="connsiteY3" fmla="*/ 3360476 h 3360863"/>
                    <a:gd name="connsiteX4" fmla="*/ 273 w 1722852"/>
                    <a:gd name="connsiteY4" fmla="*/ 1714216 h 3360863"/>
                    <a:gd name="connsiteX0" fmla="*/ 273 w 1747008"/>
                    <a:gd name="connsiteY0" fmla="*/ 1714216 h 3360863"/>
                    <a:gd name="connsiteX1" fmla="*/ 749702 w 1747008"/>
                    <a:gd name="connsiteY1" fmla="*/ 1 h 3360863"/>
                    <a:gd name="connsiteX2" fmla="*/ 1722849 w 1747008"/>
                    <a:gd name="connsiteY2" fmla="*/ 1724066 h 3360863"/>
                    <a:gd name="connsiteX3" fmla="*/ 829559 w 1747008"/>
                    <a:gd name="connsiteY3" fmla="*/ 3360476 h 3360863"/>
                    <a:gd name="connsiteX4" fmla="*/ 273 w 1747008"/>
                    <a:gd name="connsiteY4" fmla="*/ 1714216 h 3360863"/>
                    <a:gd name="connsiteX0" fmla="*/ 584 w 1747319"/>
                    <a:gd name="connsiteY0" fmla="*/ 1714215 h 3360862"/>
                    <a:gd name="connsiteX1" fmla="*/ 750013 w 1747319"/>
                    <a:gd name="connsiteY1" fmla="*/ 0 h 3360862"/>
                    <a:gd name="connsiteX2" fmla="*/ 1723160 w 1747319"/>
                    <a:gd name="connsiteY2" fmla="*/ 1724065 h 3360862"/>
                    <a:gd name="connsiteX3" fmla="*/ 829870 w 1747319"/>
                    <a:gd name="connsiteY3" fmla="*/ 3360475 h 3360862"/>
                    <a:gd name="connsiteX4" fmla="*/ 584 w 1747319"/>
                    <a:gd name="connsiteY4" fmla="*/ 1714215 h 3360862"/>
                    <a:gd name="connsiteX0" fmla="*/ 584 w 1747319"/>
                    <a:gd name="connsiteY0" fmla="*/ 1714215 h 3361081"/>
                    <a:gd name="connsiteX1" fmla="*/ 750013 w 1747319"/>
                    <a:gd name="connsiteY1" fmla="*/ 0 h 3361081"/>
                    <a:gd name="connsiteX2" fmla="*/ 1723160 w 1747319"/>
                    <a:gd name="connsiteY2" fmla="*/ 1724065 h 3361081"/>
                    <a:gd name="connsiteX3" fmla="*/ 829870 w 1747319"/>
                    <a:gd name="connsiteY3" fmla="*/ 3360475 h 3361081"/>
                    <a:gd name="connsiteX4" fmla="*/ 584 w 1747319"/>
                    <a:gd name="connsiteY4" fmla="*/ 1714215 h 3361081"/>
                    <a:gd name="connsiteX0" fmla="*/ 584 w 1747319"/>
                    <a:gd name="connsiteY0" fmla="*/ 1714215 h 3361847"/>
                    <a:gd name="connsiteX1" fmla="*/ 750013 w 1747319"/>
                    <a:gd name="connsiteY1" fmla="*/ 0 h 3361847"/>
                    <a:gd name="connsiteX2" fmla="*/ 1723160 w 1747319"/>
                    <a:gd name="connsiteY2" fmla="*/ 1724065 h 3361847"/>
                    <a:gd name="connsiteX3" fmla="*/ 829870 w 1747319"/>
                    <a:gd name="connsiteY3" fmla="*/ 3360475 h 3361847"/>
                    <a:gd name="connsiteX4" fmla="*/ 584 w 1747319"/>
                    <a:gd name="connsiteY4" fmla="*/ 1714215 h 3361847"/>
                    <a:gd name="connsiteX0" fmla="*/ 584 w 1747319"/>
                    <a:gd name="connsiteY0" fmla="*/ 1714215 h 3360539"/>
                    <a:gd name="connsiteX1" fmla="*/ 750013 w 1747319"/>
                    <a:gd name="connsiteY1" fmla="*/ 0 h 3360539"/>
                    <a:gd name="connsiteX2" fmla="*/ 1723160 w 1747319"/>
                    <a:gd name="connsiteY2" fmla="*/ 1724065 h 3360539"/>
                    <a:gd name="connsiteX3" fmla="*/ 829870 w 1747319"/>
                    <a:gd name="connsiteY3" fmla="*/ 3360475 h 3360539"/>
                    <a:gd name="connsiteX4" fmla="*/ 584 w 1747319"/>
                    <a:gd name="connsiteY4" fmla="*/ 1714215 h 3360539"/>
                    <a:gd name="connsiteX0" fmla="*/ 382 w 1747117"/>
                    <a:gd name="connsiteY0" fmla="*/ 1714215 h 3360539"/>
                    <a:gd name="connsiteX1" fmla="*/ 749811 w 1747117"/>
                    <a:gd name="connsiteY1" fmla="*/ 0 h 3360539"/>
                    <a:gd name="connsiteX2" fmla="*/ 1722958 w 1747117"/>
                    <a:gd name="connsiteY2" fmla="*/ 1724065 h 3360539"/>
                    <a:gd name="connsiteX3" fmla="*/ 829668 w 1747117"/>
                    <a:gd name="connsiteY3" fmla="*/ 3360475 h 3360539"/>
                    <a:gd name="connsiteX4" fmla="*/ 382 w 1747117"/>
                    <a:gd name="connsiteY4" fmla="*/ 1714215 h 3360539"/>
                    <a:gd name="connsiteX0" fmla="*/ 811 w 1747546"/>
                    <a:gd name="connsiteY0" fmla="*/ 1714215 h 3360539"/>
                    <a:gd name="connsiteX1" fmla="*/ 750240 w 1747546"/>
                    <a:gd name="connsiteY1" fmla="*/ 0 h 3360539"/>
                    <a:gd name="connsiteX2" fmla="*/ 1723387 w 1747546"/>
                    <a:gd name="connsiteY2" fmla="*/ 1724065 h 3360539"/>
                    <a:gd name="connsiteX3" fmla="*/ 830097 w 1747546"/>
                    <a:gd name="connsiteY3" fmla="*/ 3360475 h 3360539"/>
                    <a:gd name="connsiteX4" fmla="*/ 811 w 1747546"/>
                    <a:gd name="connsiteY4" fmla="*/ 1714215 h 3360539"/>
                    <a:gd name="connsiteX0" fmla="*/ 162858 w 1080307"/>
                    <a:gd name="connsiteY0" fmla="*/ 3360475 h 3394546"/>
                    <a:gd name="connsiteX1" fmla="*/ 83001 w 1080307"/>
                    <a:gd name="connsiteY1" fmla="*/ 0 h 3394546"/>
                    <a:gd name="connsiteX2" fmla="*/ 1056148 w 1080307"/>
                    <a:gd name="connsiteY2" fmla="*/ 1724065 h 3394546"/>
                    <a:gd name="connsiteX3" fmla="*/ 162858 w 1080307"/>
                    <a:gd name="connsiteY3" fmla="*/ 3360475 h 3394546"/>
                    <a:gd name="connsiteX0" fmla="*/ 253687 w 1171136"/>
                    <a:gd name="connsiteY0" fmla="*/ 3360475 h 3450994"/>
                    <a:gd name="connsiteX1" fmla="*/ 173830 w 1171136"/>
                    <a:gd name="connsiteY1" fmla="*/ 0 h 3450994"/>
                    <a:gd name="connsiteX2" fmla="*/ 1146977 w 1171136"/>
                    <a:gd name="connsiteY2" fmla="*/ 1724065 h 3450994"/>
                    <a:gd name="connsiteX3" fmla="*/ 253687 w 1171136"/>
                    <a:gd name="connsiteY3" fmla="*/ 3360475 h 3450994"/>
                    <a:gd name="connsiteX0" fmla="*/ 138137 w 1055586"/>
                    <a:gd name="connsiteY0" fmla="*/ 3360475 h 3697586"/>
                    <a:gd name="connsiteX1" fmla="*/ 58280 w 1055586"/>
                    <a:gd name="connsiteY1" fmla="*/ 0 h 3697586"/>
                    <a:gd name="connsiteX2" fmla="*/ 1031427 w 1055586"/>
                    <a:gd name="connsiteY2" fmla="*/ 1724065 h 3697586"/>
                    <a:gd name="connsiteX3" fmla="*/ 367024 w 1055586"/>
                    <a:gd name="connsiteY3" fmla="*/ 3394989 h 3697586"/>
                    <a:gd name="connsiteX4" fmla="*/ 138137 w 1055586"/>
                    <a:gd name="connsiteY4" fmla="*/ 3360475 h 3697586"/>
                    <a:gd name="connsiteX0" fmla="*/ 335589 w 1024151"/>
                    <a:gd name="connsiteY0" fmla="*/ 3394989 h 3433741"/>
                    <a:gd name="connsiteX1" fmla="*/ 26845 w 1024151"/>
                    <a:gd name="connsiteY1" fmla="*/ 0 h 3433741"/>
                    <a:gd name="connsiteX2" fmla="*/ 999992 w 1024151"/>
                    <a:gd name="connsiteY2" fmla="*/ 1724065 h 3433741"/>
                    <a:gd name="connsiteX3" fmla="*/ 335589 w 1024151"/>
                    <a:gd name="connsiteY3" fmla="*/ 3394989 h 3433741"/>
                    <a:gd name="connsiteX0" fmla="*/ 94561 w 1113323"/>
                    <a:gd name="connsiteY0" fmla="*/ 3242589 h 3285358"/>
                    <a:gd name="connsiteX1" fmla="*/ 116017 w 1113323"/>
                    <a:gd name="connsiteY1" fmla="*/ 0 h 3285358"/>
                    <a:gd name="connsiteX2" fmla="*/ 1089164 w 1113323"/>
                    <a:gd name="connsiteY2" fmla="*/ 1724065 h 3285358"/>
                    <a:gd name="connsiteX3" fmla="*/ 94561 w 1113323"/>
                    <a:gd name="connsiteY3" fmla="*/ 3242589 h 3285358"/>
                    <a:gd name="connsiteX0" fmla="*/ 819576 w 2014399"/>
                    <a:gd name="connsiteY0" fmla="*/ 3242589 h 3941052"/>
                    <a:gd name="connsiteX1" fmla="*/ 841032 w 2014399"/>
                    <a:gd name="connsiteY1" fmla="*/ 0 h 3941052"/>
                    <a:gd name="connsiteX2" fmla="*/ 1814179 w 2014399"/>
                    <a:gd name="connsiteY2" fmla="*/ 1724065 h 3941052"/>
                    <a:gd name="connsiteX3" fmla="*/ 819576 w 2014399"/>
                    <a:gd name="connsiteY3" fmla="*/ 3242589 h 3941052"/>
                    <a:gd name="connsiteX0" fmla="*/ 819576 w 1838338"/>
                    <a:gd name="connsiteY0" fmla="*/ 3242589 h 3242914"/>
                    <a:gd name="connsiteX1" fmla="*/ 841032 w 1838338"/>
                    <a:gd name="connsiteY1" fmla="*/ 0 h 3242914"/>
                    <a:gd name="connsiteX2" fmla="*/ 1814179 w 1838338"/>
                    <a:gd name="connsiteY2" fmla="*/ 1724065 h 3242914"/>
                    <a:gd name="connsiteX3" fmla="*/ 819576 w 1838338"/>
                    <a:gd name="connsiteY3" fmla="*/ 3242589 h 3242914"/>
                    <a:gd name="connsiteX0" fmla="*/ 861954 w 1880716"/>
                    <a:gd name="connsiteY0" fmla="*/ 3242589 h 3242914"/>
                    <a:gd name="connsiteX1" fmla="*/ 883410 w 1880716"/>
                    <a:gd name="connsiteY1" fmla="*/ 0 h 3242914"/>
                    <a:gd name="connsiteX2" fmla="*/ 1856557 w 1880716"/>
                    <a:gd name="connsiteY2" fmla="*/ 1724065 h 3242914"/>
                    <a:gd name="connsiteX3" fmla="*/ 861954 w 1880716"/>
                    <a:gd name="connsiteY3" fmla="*/ 3242589 h 3242914"/>
                    <a:gd name="connsiteX0" fmla="*/ 861954 w 1880716"/>
                    <a:gd name="connsiteY0" fmla="*/ 3242589 h 3242914"/>
                    <a:gd name="connsiteX1" fmla="*/ 883410 w 1880716"/>
                    <a:gd name="connsiteY1" fmla="*/ 0 h 3242914"/>
                    <a:gd name="connsiteX2" fmla="*/ 1856557 w 1880716"/>
                    <a:gd name="connsiteY2" fmla="*/ 1724065 h 3242914"/>
                    <a:gd name="connsiteX3" fmla="*/ 861954 w 1880716"/>
                    <a:gd name="connsiteY3" fmla="*/ 3242589 h 3242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80716" h="3242914">
                      <a:moveTo>
                        <a:pt x="861954" y="3242589"/>
                      </a:moveTo>
                      <a:cubicBezTo>
                        <a:pt x="-938537" y="1215345"/>
                        <a:pt x="594876" y="126087"/>
                        <a:pt x="883410" y="0"/>
                      </a:cubicBezTo>
                      <a:cubicBezTo>
                        <a:pt x="2127348" y="121180"/>
                        <a:pt x="1854849" y="1416091"/>
                        <a:pt x="1856557" y="1724065"/>
                      </a:cubicBezTo>
                      <a:cubicBezTo>
                        <a:pt x="1908014" y="2296246"/>
                        <a:pt x="973345" y="3263233"/>
                        <a:pt x="861954" y="3242589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514336"/>
                    </a:gs>
                    <a:gs pos="0">
                      <a:srgbClr val="6E6355"/>
                    </a:gs>
                  </a:gsLst>
                  <a:lin ang="21594000" scaled="0"/>
                </a:gra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Oval 11">
                  <a:extLst>
                    <a:ext uri="{FF2B5EF4-FFF2-40B4-BE49-F238E27FC236}">
                      <a16:creationId xmlns:a16="http://schemas.microsoft.com/office/drawing/2014/main" id="{279F7E47-3371-2CC8-9C00-050EF1196AEB}"/>
                    </a:ext>
                  </a:extLst>
                </p:cNvPr>
                <p:cNvSpPr/>
                <p:nvPr/>
              </p:nvSpPr>
              <p:spPr>
                <a:xfrm>
                  <a:off x="3905028" y="1977110"/>
                  <a:ext cx="1880716" cy="3242914"/>
                </a:xfrm>
                <a:custGeom>
                  <a:avLst/>
                  <a:gdLst>
                    <a:gd name="connsiteX0" fmla="*/ 0 w 1658572"/>
                    <a:gd name="connsiteY0" fmla="*/ 1646260 h 3292519"/>
                    <a:gd name="connsiteX1" fmla="*/ 829286 w 1658572"/>
                    <a:gd name="connsiteY1" fmla="*/ 0 h 3292519"/>
                    <a:gd name="connsiteX2" fmla="*/ 1658572 w 1658572"/>
                    <a:gd name="connsiteY2" fmla="*/ 1646260 h 3292519"/>
                    <a:gd name="connsiteX3" fmla="*/ 829286 w 1658572"/>
                    <a:gd name="connsiteY3" fmla="*/ 3292520 h 3292519"/>
                    <a:gd name="connsiteX4" fmla="*/ 0 w 1658572"/>
                    <a:gd name="connsiteY4" fmla="*/ 1646260 h 3292519"/>
                    <a:gd name="connsiteX0" fmla="*/ 278 w 1658850"/>
                    <a:gd name="connsiteY0" fmla="*/ 1724471 h 3370731"/>
                    <a:gd name="connsiteX1" fmla="*/ 763480 w 1658850"/>
                    <a:gd name="connsiteY1" fmla="*/ 0 h 3370731"/>
                    <a:gd name="connsiteX2" fmla="*/ 1658850 w 1658850"/>
                    <a:gd name="connsiteY2" fmla="*/ 1724471 h 3370731"/>
                    <a:gd name="connsiteX3" fmla="*/ 829564 w 1658850"/>
                    <a:gd name="connsiteY3" fmla="*/ 3370731 h 3370731"/>
                    <a:gd name="connsiteX4" fmla="*/ 278 w 1658850"/>
                    <a:gd name="connsiteY4" fmla="*/ 1724471 h 3370731"/>
                    <a:gd name="connsiteX0" fmla="*/ 184 w 1722760"/>
                    <a:gd name="connsiteY0" fmla="*/ 1724472 h 3370734"/>
                    <a:gd name="connsiteX1" fmla="*/ 763386 w 1722760"/>
                    <a:gd name="connsiteY1" fmla="*/ 1 h 3370734"/>
                    <a:gd name="connsiteX2" fmla="*/ 1722760 w 1722760"/>
                    <a:gd name="connsiteY2" fmla="*/ 1734322 h 3370734"/>
                    <a:gd name="connsiteX3" fmla="*/ 829470 w 1722760"/>
                    <a:gd name="connsiteY3" fmla="*/ 3370732 h 3370734"/>
                    <a:gd name="connsiteX4" fmla="*/ 184 w 1722760"/>
                    <a:gd name="connsiteY4" fmla="*/ 1724472 h 3370734"/>
                    <a:gd name="connsiteX0" fmla="*/ 184 w 1722760"/>
                    <a:gd name="connsiteY0" fmla="*/ 1724472 h 3371417"/>
                    <a:gd name="connsiteX1" fmla="*/ 763386 w 1722760"/>
                    <a:gd name="connsiteY1" fmla="*/ 1 h 3371417"/>
                    <a:gd name="connsiteX2" fmla="*/ 1722760 w 1722760"/>
                    <a:gd name="connsiteY2" fmla="*/ 1734322 h 3371417"/>
                    <a:gd name="connsiteX3" fmla="*/ 829470 w 1722760"/>
                    <a:gd name="connsiteY3" fmla="*/ 3370732 h 3371417"/>
                    <a:gd name="connsiteX4" fmla="*/ 184 w 1722760"/>
                    <a:gd name="connsiteY4" fmla="*/ 1724472 h 3371417"/>
                    <a:gd name="connsiteX0" fmla="*/ 421 w 1722997"/>
                    <a:gd name="connsiteY0" fmla="*/ 1724474 h 3371419"/>
                    <a:gd name="connsiteX1" fmla="*/ 763623 w 1722997"/>
                    <a:gd name="connsiteY1" fmla="*/ 3 h 3371419"/>
                    <a:gd name="connsiteX2" fmla="*/ 1722997 w 1722997"/>
                    <a:gd name="connsiteY2" fmla="*/ 1734324 h 3371419"/>
                    <a:gd name="connsiteX3" fmla="*/ 829707 w 1722997"/>
                    <a:gd name="connsiteY3" fmla="*/ 3370734 h 3371419"/>
                    <a:gd name="connsiteX4" fmla="*/ 421 w 1722997"/>
                    <a:gd name="connsiteY4" fmla="*/ 1724474 h 3371419"/>
                    <a:gd name="connsiteX0" fmla="*/ 38378 w 1761950"/>
                    <a:gd name="connsiteY0" fmla="*/ 1726319 h 3373264"/>
                    <a:gd name="connsiteX1" fmla="*/ 801580 w 1761950"/>
                    <a:gd name="connsiteY1" fmla="*/ 1848 h 3373264"/>
                    <a:gd name="connsiteX2" fmla="*/ 1760954 w 1761950"/>
                    <a:gd name="connsiteY2" fmla="*/ 1736169 h 3373264"/>
                    <a:gd name="connsiteX3" fmla="*/ 867664 w 1761950"/>
                    <a:gd name="connsiteY3" fmla="*/ 3372579 h 3373264"/>
                    <a:gd name="connsiteX4" fmla="*/ 38378 w 1761950"/>
                    <a:gd name="connsiteY4" fmla="*/ 1726319 h 3373264"/>
                    <a:gd name="connsiteX0" fmla="*/ 0 w 1740142"/>
                    <a:gd name="connsiteY0" fmla="*/ 200298 h 1846936"/>
                    <a:gd name="connsiteX1" fmla="*/ 1722576 w 1740142"/>
                    <a:gd name="connsiteY1" fmla="*/ 210148 h 1846936"/>
                    <a:gd name="connsiteX2" fmla="*/ 829286 w 1740142"/>
                    <a:gd name="connsiteY2" fmla="*/ 1846558 h 1846936"/>
                    <a:gd name="connsiteX3" fmla="*/ 0 w 1740142"/>
                    <a:gd name="connsiteY3" fmla="*/ 200298 h 1846936"/>
                    <a:gd name="connsiteX0" fmla="*/ 273 w 1722852"/>
                    <a:gd name="connsiteY0" fmla="*/ 1714216 h 3360863"/>
                    <a:gd name="connsiteX1" fmla="*/ 749702 w 1722852"/>
                    <a:gd name="connsiteY1" fmla="*/ 1 h 3360863"/>
                    <a:gd name="connsiteX2" fmla="*/ 1722849 w 1722852"/>
                    <a:gd name="connsiteY2" fmla="*/ 1724066 h 3360863"/>
                    <a:gd name="connsiteX3" fmla="*/ 829559 w 1722852"/>
                    <a:gd name="connsiteY3" fmla="*/ 3360476 h 3360863"/>
                    <a:gd name="connsiteX4" fmla="*/ 273 w 1722852"/>
                    <a:gd name="connsiteY4" fmla="*/ 1714216 h 3360863"/>
                    <a:gd name="connsiteX0" fmla="*/ 273 w 1747008"/>
                    <a:gd name="connsiteY0" fmla="*/ 1714216 h 3360863"/>
                    <a:gd name="connsiteX1" fmla="*/ 749702 w 1747008"/>
                    <a:gd name="connsiteY1" fmla="*/ 1 h 3360863"/>
                    <a:gd name="connsiteX2" fmla="*/ 1722849 w 1747008"/>
                    <a:gd name="connsiteY2" fmla="*/ 1724066 h 3360863"/>
                    <a:gd name="connsiteX3" fmla="*/ 829559 w 1747008"/>
                    <a:gd name="connsiteY3" fmla="*/ 3360476 h 3360863"/>
                    <a:gd name="connsiteX4" fmla="*/ 273 w 1747008"/>
                    <a:gd name="connsiteY4" fmla="*/ 1714216 h 3360863"/>
                    <a:gd name="connsiteX0" fmla="*/ 584 w 1747319"/>
                    <a:gd name="connsiteY0" fmla="*/ 1714215 h 3360862"/>
                    <a:gd name="connsiteX1" fmla="*/ 750013 w 1747319"/>
                    <a:gd name="connsiteY1" fmla="*/ 0 h 3360862"/>
                    <a:gd name="connsiteX2" fmla="*/ 1723160 w 1747319"/>
                    <a:gd name="connsiteY2" fmla="*/ 1724065 h 3360862"/>
                    <a:gd name="connsiteX3" fmla="*/ 829870 w 1747319"/>
                    <a:gd name="connsiteY3" fmla="*/ 3360475 h 3360862"/>
                    <a:gd name="connsiteX4" fmla="*/ 584 w 1747319"/>
                    <a:gd name="connsiteY4" fmla="*/ 1714215 h 3360862"/>
                    <a:gd name="connsiteX0" fmla="*/ 584 w 1747319"/>
                    <a:gd name="connsiteY0" fmla="*/ 1714215 h 3361081"/>
                    <a:gd name="connsiteX1" fmla="*/ 750013 w 1747319"/>
                    <a:gd name="connsiteY1" fmla="*/ 0 h 3361081"/>
                    <a:gd name="connsiteX2" fmla="*/ 1723160 w 1747319"/>
                    <a:gd name="connsiteY2" fmla="*/ 1724065 h 3361081"/>
                    <a:gd name="connsiteX3" fmla="*/ 829870 w 1747319"/>
                    <a:gd name="connsiteY3" fmla="*/ 3360475 h 3361081"/>
                    <a:gd name="connsiteX4" fmla="*/ 584 w 1747319"/>
                    <a:gd name="connsiteY4" fmla="*/ 1714215 h 3361081"/>
                    <a:gd name="connsiteX0" fmla="*/ 584 w 1747319"/>
                    <a:gd name="connsiteY0" fmla="*/ 1714215 h 3361847"/>
                    <a:gd name="connsiteX1" fmla="*/ 750013 w 1747319"/>
                    <a:gd name="connsiteY1" fmla="*/ 0 h 3361847"/>
                    <a:gd name="connsiteX2" fmla="*/ 1723160 w 1747319"/>
                    <a:gd name="connsiteY2" fmla="*/ 1724065 h 3361847"/>
                    <a:gd name="connsiteX3" fmla="*/ 829870 w 1747319"/>
                    <a:gd name="connsiteY3" fmla="*/ 3360475 h 3361847"/>
                    <a:gd name="connsiteX4" fmla="*/ 584 w 1747319"/>
                    <a:gd name="connsiteY4" fmla="*/ 1714215 h 3361847"/>
                    <a:gd name="connsiteX0" fmla="*/ 584 w 1747319"/>
                    <a:gd name="connsiteY0" fmla="*/ 1714215 h 3360539"/>
                    <a:gd name="connsiteX1" fmla="*/ 750013 w 1747319"/>
                    <a:gd name="connsiteY1" fmla="*/ 0 h 3360539"/>
                    <a:gd name="connsiteX2" fmla="*/ 1723160 w 1747319"/>
                    <a:gd name="connsiteY2" fmla="*/ 1724065 h 3360539"/>
                    <a:gd name="connsiteX3" fmla="*/ 829870 w 1747319"/>
                    <a:gd name="connsiteY3" fmla="*/ 3360475 h 3360539"/>
                    <a:gd name="connsiteX4" fmla="*/ 584 w 1747319"/>
                    <a:gd name="connsiteY4" fmla="*/ 1714215 h 3360539"/>
                    <a:gd name="connsiteX0" fmla="*/ 382 w 1747117"/>
                    <a:gd name="connsiteY0" fmla="*/ 1714215 h 3360539"/>
                    <a:gd name="connsiteX1" fmla="*/ 749811 w 1747117"/>
                    <a:gd name="connsiteY1" fmla="*/ 0 h 3360539"/>
                    <a:gd name="connsiteX2" fmla="*/ 1722958 w 1747117"/>
                    <a:gd name="connsiteY2" fmla="*/ 1724065 h 3360539"/>
                    <a:gd name="connsiteX3" fmla="*/ 829668 w 1747117"/>
                    <a:gd name="connsiteY3" fmla="*/ 3360475 h 3360539"/>
                    <a:gd name="connsiteX4" fmla="*/ 382 w 1747117"/>
                    <a:gd name="connsiteY4" fmla="*/ 1714215 h 3360539"/>
                    <a:gd name="connsiteX0" fmla="*/ 811 w 1747546"/>
                    <a:gd name="connsiteY0" fmla="*/ 1714215 h 3360539"/>
                    <a:gd name="connsiteX1" fmla="*/ 750240 w 1747546"/>
                    <a:gd name="connsiteY1" fmla="*/ 0 h 3360539"/>
                    <a:gd name="connsiteX2" fmla="*/ 1723387 w 1747546"/>
                    <a:gd name="connsiteY2" fmla="*/ 1724065 h 3360539"/>
                    <a:gd name="connsiteX3" fmla="*/ 830097 w 1747546"/>
                    <a:gd name="connsiteY3" fmla="*/ 3360475 h 3360539"/>
                    <a:gd name="connsiteX4" fmla="*/ 811 w 1747546"/>
                    <a:gd name="connsiteY4" fmla="*/ 1714215 h 3360539"/>
                    <a:gd name="connsiteX0" fmla="*/ 162858 w 1080307"/>
                    <a:gd name="connsiteY0" fmla="*/ 3360475 h 3394546"/>
                    <a:gd name="connsiteX1" fmla="*/ 83001 w 1080307"/>
                    <a:gd name="connsiteY1" fmla="*/ 0 h 3394546"/>
                    <a:gd name="connsiteX2" fmla="*/ 1056148 w 1080307"/>
                    <a:gd name="connsiteY2" fmla="*/ 1724065 h 3394546"/>
                    <a:gd name="connsiteX3" fmla="*/ 162858 w 1080307"/>
                    <a:gd name="connsiteY3" fmla="*/ 3360475 h 3394546"/>
                    <a:gd name="connsiteX0" fmla="*/ 253687 w 1171136"/>
                    <a:gd name="connsiteY0" fmla="*/ 3360475 h 3450994"/>
                    <a:gd name="connsiteX1" fmla="*/ 173830 w 1171136"/>
                    <a:gd name="connsiteY1" fmla="*/ 0 h 3450994"/>
                    <a:gd name="connsiteX2" fmla="*/ 1146977 w 1171136"/>
                    <a:gd name="connsiteY2" fmla="*/ 1724065 h 3450994"/>
                    <a:gd name="connsiteX3" fmla="*/ 253687 w 1171136"/>
                    <a:gd name="connsiteY3" fmla="*/ 3360475 h 3450994"/>
                    <a:gd name="connsiteX0" fmla="*/ 138137 w 1055586"/>
                    <a:gd name="connsiteY0" fmla="*/ 3360475 h 3697586"/>
                    <a:gd name="connsiteX1" fmla="*/ 58280 w 1055586"/>
                    <a:gd name="connsiteY1" fmla="*/ 0 h 3697586"/>
                    <a:gd name="connsiteX2" fmla="*/ 1031427 w 1055586"/>
                    <a:gd name="connsiteY2" fmla="*/ 1724065 h 3697586"/>
                    <a:gd name="connsiteX3" fmla="*/ 367024 w 1055586"/>
                    <a:gd name="connsiteY3" fmla="*/ 3394989 h 3697586"/>
                    <a:gd name="connsiteX4" fmla="*/ 138137 w 1055586"/>
                    <a:gd name="connsiteY4" fmla="*/ 3360475 h 3697586"/>
                    <a:gd name="connsiteX0" fmla="*/ 335589 w 1024151"/>
                    <a:gd name="connsiteY0" fmla="*/ 3394989 h 3433741"/>
                    <a:gd name="connsiteX1" fmla="*/ 26845 w 1024151"/>
                    <a:gd name="connsiteY1" fmla="*/ 0 h 3433741"/>
                    <a:gd name="connsiteX2" fmla="*/ 999992 w 1024151"/>
                    <a:gd name="connsiteY2" fmla="*/ 1724065 h 3433741"/>
                    <a:gd name="connsiteX3" fmla="*/ 335589 w 1024151"/>
                    <a:gd name="connsiteY3" fmla="*/ 3394989 h 3433741"/>
                    <a:gd name="connsiteX0" fmla="*/ 94561 w 1113323"/>
                    <a:gd name="connsiteY0" fmla="*/ 3242589 h 3285358"/>
                    <a:gd name="connsiteX1" fmla="*/ 116017 w 1113323"/>
                    <a:gd name="connsiteY1" fmla="*/ 0 h 3285358"/>
                    <a:gd name="connsiteX2" fmla="*/ 1089164 w 1113323"/>
                    <a:gd name="connsiteY2" fmla="*/ 1724065 h 3285358"/>
                    <a:gd name="connsiteX3" fmla="*/ 94561 w 1113323"/>
                    <a:gd name="connsiteY3" fmla="*/ 3242589 h 3285358"/>
                    <a:gd name="connsiteX0" fmla="*/ 819576 w 2014399"/>
                    <a:gd name="connsiteY0" fmla="*/ 3242589 h 3941052"/>
                    <a:gd name="connsiteX1" fmla="*/ 841032 w 2014399"/>
                    <a:gd name="connsiteY1" fmla="*/ 0 h 3941052"/>
                    <a:gd name="connsiteX2" fmla="*/ 1814179 w 2014399"/>
                    <a:gd name="connsiteY2" fmla="*/ 1724065 h 3941052"/>
                    <a:gd name="connsiteX3" fmla="*/ 819576 w 2014399"/>
                    <a:gd name="connsiteY3" fmla="*/ 3242589 h 3941052"/>
                    <a:gd name="connsiteX0" fmla="*/ 819576 w 1838338"/>
                    <a:gd name="connsiteY0" fmla="*/ 3242589 h 3242914"/>
                    <a:gd name="connsiteX1" fmla="*/ 841032 w 1838338"/>
                    <a:gd name="connsiteY1" fmla="*/ 0 h 3242914"/>
                    <a:gd name="connsiteX2" fmla="*/ 1814179 w 1838338"/>
                    <a:gd name="connsiteY2" fmla="*/ 1724065 h 3242914"/>
                    <a:gd name="connsiteX3" fmla="*/ 819576 w 1838338"/>
                    <a:gd name="connsiteY3" fmla="*/ 3242589 h 3242914"/>
                    <a:gd name="connsiteX0" fmla="*/ 861954 w 1880716"/>
                    <a:gd name="connsiteY0" fmla="*/ 3242589 h 3242914"/>
                    <a:gd name="connsiteX1" fmla="*/ 883410 w 1880716"/>
                    <a:gd name="connsiteY1" fmla="*/ 0 h 3242914"/>
                    <a:gd name="connsiteX2" fmla="*/ 1856557 w 1880716"/>
                    <a:gd name="connsiteY2" fmla="*/ 1724065 h 3242914"/>
                    <a:gd name="connsiteX3" fmla="*/ 861954 w 1880716"/>
                    <a:gd name="connsiteY3" fmla="*/ 3242589 h 3242914"/>
                    <a:gd name="connsiteX0" fmla="*/ 861954 w 1880716"/>
                    <a:gd name="connsiteY0" fmla="*/ 3242589 h 3242914"/>
                    <a:gd name="connsiteX1" fmla="*/ 883410 w 1880716"/>
                    <a:gd name="connsiteY1" fmla="*/ 0 h 3242914"/>
                    <a:gd name="connsiteX2" fmla="*/ 1856557 w 1880716"/>
                    <a:gd name="connsiteY2" fmla="*/ 1724065 h 3242914"/>
                    <a:gd name="connsiteX3" fmla="*/ 861954 w 1880716"/>
                    <a:gd name="connsiteY3" fmla="*/ 3242589 h 3242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80716" h="3242914">
                      <a:moveTo>
                        <a:pt x="861954" y="3242589"/>
                      </a:moveTo>
                      <a:cubicBezTo>
                        <a:pt x="-938537" y="1215345"/>
                        <a:pt x="594876" y="126087"/>
                        <a:pt x="883410" y="0"/>
                      </a:cubicBezTo>
                      <a:cubicBezTo>
                        <a:pt x="2127348" y="121180"/>
                        <a:pt x="1854849" y="1416091"/>
                        <a:pt x="1856557" y="1724065"/>
                      </a:cubicBezTo>
                      <a:cubicBezTo>
                        <a:pt x="1908014" y="2296246"/>
                        <a:pt x="973345" y="3263233"/>
                        <a:pt x="861954" y="3242589"/>
                      </a:cubicBezTo>
                      <a:close/>
                    </a:path>
                  </a:pathLst>
                </a:custGeom>
                <a:solidFill>
                  <a:srgbClr val="514336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7" name="AutoShape 2" descr="How to Draw a Simple Vulture for Kids">
                <a:extLst>
                  <a:ext uri="{FF2B5EF4-FFF2-40B4-BE49-F238E27FC236}">
                    <a16:creationId xmlns:a16="http://schemas.microsoft.com/office/drawing/2014/main" id="{EE59820F-0E65-53D9-AAE6-90BAF540ED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43600" y="3276600"/>
                <a:ext cx="304800" cy="304800"/>
              </a:xfrm>
              <a:prstGeom prst="rect">
                <a:avLst/>
              </a:prstGeom>
              <a:noFill/>
              <a:ln w="5715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Rectangle 14">
                <a:extLst>
                  <a:ext uri="{FF2B5EF4-FFF2-40B4-BE49-F238E27FC236}">
                    <a16:creationId xmlns:a16="http://schemas.microsoft.com/office/drawing/2014/main" id="{4CE3AF83-7041-AD3E-EB8F-F8D58936C326}"/>
                  </a:ext>
                </a:extLst>
              </p:cNvPr>
              <p:cNvSpPr/>
              <p:nvPr/>
            </p:nvSpPr>
            <p:spPr>
              <a:xfrm>
                <a:off x="4062137" y="2133602"/>
                <a:ext cx="2935562" cy="3646680"/>
              </a:xfrm>
              <a:custGeom>
                <a:avLst/>
                <a:gdLst>
                  <a:gd name="connsiteX0" fmla="*/ 0 w 2478086"/>
                  <a:gd name="connsiteY0" fmla="*/ 0 h 2603823"/>
                  <a:gd name="connsiteX1" fmla="*/ 2478086 w 2478086"/>
                  <a:gd name="connsiteY1" fmla="*/ 0 h 2603823"/>
                  <a:gd name="connsiteX2" fmla="*/ 2478086 w 2478086"/>
                  <a:gd name="connsiteY2" fmla="*/ 2603823 h 2603823"/>
                  <a:gd name="connsiteX3" fmla="*/ 0 w 2478086"/>
                  <a:gd name="connsiteY3" fmla="*/ 2603823 h 2603823"/>
                  <a:gd name="connsiteX4" fmla="*/ 0 w 2478086"/>
                  <a:gd name="connsiteY4" fmla="*/ 0 h 2603823"/>
                  <a:gd name="connsiteX0" fmla="*/ 76200 w 2478086"/>
                  <a:gd name="connsiteY0" fmla="*/ 0 h 3086423"/>
                  <a:gd name="connsiteX1" fmla="*/ 2478086 w 2478086"/>
                  <a:gd name="connsiteY1" fmla="*/ 482600 h 3086423"/>
                  <a:gd name="connsiteX2" fmla="*/ 2478086 w 2478086"/>
                  <a:gd name="connsiteY2" fmla="*/ 3086423 h 3086423"/>
                  <a:gd name="connsiteX3" fmla="*/ 0 w 2478086"/>
                  <a:gd name="connsiteY3" fmla="*/ 3086423 h 3086423"/>
                  <a:gd name="connsiteX4" fmla="*/ 76200 w 2478086"/>
                  <a:gd name="connsiteY4" fmla="*/ 0 h 3086423"/>
                  <a:gd name="connsiteX0" fmla="*/ 404155 w 2806041"/>
                  <a:gd name="connsiteY0" fmla="*/ 0 h 3086423"/>
                  <a:gd name="connsiteX1" fmla="*/ 2806041 w 2806041"/>
                  <a:gd name="connsiteY1" fmla="*/ 482600 h 3086423"/>
                  <a:gd name="connsiteX2" fmla="*/ 2806041 w 2806041"/>
                  <a:gd name="connsiteY2" fmla="*/ 3086423 h 3086423"/>
                  <a:gd name="connsiteX3" fmla="*/ 327955 w 2806041"/>
                  <a:gd name="connsiteY3" fmla="*/ 3086423 h 3086423"/>
                  <a:gd name="connsiteX4" fmla="*/ 404155 w 2806041"/>
                  <a:gd name="connsiteY4" fmla="*/ 0 h 3086423"/>
                  <a:gd name="connsiteX0" fmla="*/ 467563 w 2869449"/>
                  <a:gd name="connsiteY0" fmla="*/ 0 h 3086423"/>
                  <a:gd name="connsiteX1" fmla="*/ 2869449 w 2869449"/>
                  <a:gd name="connsiteY1" fmla="*/ 482600 h 3086423"/>
                  <a:gd name="connsiteX2" fmla="*/ 2869449 w 2869449"/>
                  <a:gd name="connsiteY2" fmla="*/ 3086423 h 3086423"/>
                  <a:gd name="connsiteX3" fmla="*/ 391363 w 2869449"/>
                  <a:gd name="connsiteY3" fmla="*/ 3086423 h 3086423"/>
                  <a:gd name="connsiteX4" fmla="*/ 467563 w 2869449"/>
                  <a:gd name="connsiteY4" fmla="*/ 0 h 3086423"/>
                  <a:gd name="connsiteX0" fmla="*/ 467563 w 2869449"/>
                  <a:gd name="connsiteY0" fmla="*/ 0 h 3515400"/>
                  <a:gd name="connsiteX1" fmla="*/ 2869449 w 2869449"/>
                  <a:gd name="connsiteY1" fmla="*/ 482600 h 3515400"/>
                  <a:gd name="connsiteX2" fmla="*/ 2869449 w 2869449"/>
                  <a:gd name="connsiteY2" fmla="*/ 3086423 h 3515400"/>
                  <a:gd name="connsiteX3" fmla="*/ 391363 w 2869449"/>
                  <a:gd name="connsiteY3" fmla="*/ 3086423 h 3515400"/>
                  <a:gd name="connsiteX4" fmla="*/ 467563 w 2869449"/>
                  <a:gd name="connsiteY4" fmla="*/ 0 h 3515400"/>
                  <a:gd name="connsiteX0" fmla="*/ 467563 w 2869449"/>
                  <a:gd name="connsiteY0" fmla="*/ 0 h 3635878"/>
                  <a:gd name="connsiteX1" fmla="*/ 2869449 w 2869449"/>
                  <a:gd name="connsiteY1" fmla="*/ 482600 h 3635878"/>
                  <a:gd name="connsiteX2" fmla="*/ 2869449 w 2869449"/>
                  <a:gd name="connsiteY2" fmla="*/ 3086423 h 3635878"/>
                  <a:gd name="connsiteX3" fmla="*/ 391363 w 2869449"/>
                  <a:gd name="connsiteY3" fmla="*/ 3086423 h 3635878"/>
                  <a:gd name="connsiteX4" fmla="*/ 467563 w 2869449"/>
                  <a:gd name="connsiteY4" fmla="*/ 0 h 3635878"/>
                  <a:gd name="connsiteX0" fmla="*/ 467563 w 2869449"/>
                  <a:gd name="connsiteY0" fmla="*/ 0 h 3635878"/>
                  <a:gd name="connsiteX1" fmla="*/ 1739149 w 2869449"/>
                  <a:gd name="connsiteY1" fmla="*/ 50800 h 3635878"/>
                  <a:gd name="connsiteX2" fmla="*/ 2869449 w 2869449"/>
                  <a:gd name="connsiteY2" fmla="*/ 3086423 h 3635878"/>
                  <a:gd name="connsiteX3" fmla="*/ 391363 w 2869449"/>
                  <a:gd name="connsiteY3" fmla="*/ 3086423 h 3635878"/>
                  <a:gd name="connsiteX4" fmla="*/ 467563 w 2869449"/>
                  <a:gd name="connsiteY4" fmla="*/ 0 h 3635878"/>
                  <a:gd name="connsiteX0" fmla="*/ 533676 w 2935562"/>
                  <a:gd name="connsiteY0" fmla="*/ 0 h 3635878"/>
                  <a:gd name="connsiteX1" fmla="*/ 1805262 w 2935562"/>
                  <a:gd name="connsiteY1" fmla="*/ 50800 h 3635878"/>
                  <a:gd name="connsiteX2" fmla="*/ 2935562 w 2935562"/>
                  <a:gd name="connsiteY2" fmla="*/ 3086423 h 3635878"/>
                  <a:gd name="connsiteX3" fmla="*/ 457476 w 2935562"/>
                  <a:gd name="connsiteY3" fmla="*/ 3086423 h 3635878"/>
                  <a:gd name="connsiteX4" fmla="*/ 533676 w 2935562"/>
                  <a:gd name="connsiteY4" fmla="*/ 0 h 3635878"/>
                  <a:gd name="connsiteX0" fmla="*/ 533676 w 2935562"/>
                  <a:gd name="connsiteY0" fmla="*/ 0 h 3646680"/>
                  <a:gd name="connsiteX1" fmla="*/ 1805262 w 2935562"/>
                  <a:gd name="connsiteY1" fmla="*/ 50800 h 3646680"/>
                  <a:gd name="connsiteX2" fmla="*/ 2935562 w 2935562"/>
                  <a:gd name="connsiteY2" fmla="*/ 3086423 h 3646680"/>
                  <a:gd name="connsiteX3" fmla="*/ 457476 w 2935562"/>
                  <a:gd name="connsiteY3" fmla="*/ 3086423 h 3646680"/>
                  <a:gd name="connsiteX4" fmla="*/ 533676 w 2935562"/>
                  <a:gd name="connsiteY4" fmla="*/ 0 h 3646680"/>
                  <a:gd name="connsiteX0" fmla="*/ 533676 w 2935562"/>
                  <a:gd name="connsiteY0" fmla="*/ 0 h 3646680"/>
                  <a:gd name="connsiteX1" fmla="*/ 1805262 w 2935562"/>
                  <a:gd name="connsiteY1" fmla="*/ 50800 h 3646680"/>
                  <a:gd name="connsiteX2" fmla="*/ 2935562 w 2935562"/>
                  <a:gd name="connsiteY2" fmla="*/ 3086423 h 3646680"/>
                  <a:gd name="connsiteX3" fmla="*/ 457476 w 2935562"/>
                  <a:gd name="connsiteY3" fmla="*/ 3086423 h 3646680"/>
                  <a:gd name="connsiteX4" fmla="*/ 533676 w 2935562"/>
                  <a:gd name="connsiteY4" fmla="*/ 0 h 3646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5562" h="3646680">
                    <a:moveTo>
                      <a:pt x="533676" y="0"/>
                    </a:moveTo>
                    <a:lnTo>
                      <a:pt x="1805262" y="50800"/>
                    </a:lnTo>
                    <a:lnTo>
                      <a:pt x="2935562" y="3086423"/>
                    </a:lnTo>
                    <a:cubicBezTo>
                      <a:pt x="2515933" y="3543623"/>
                      <a:pt x="1486705" y="4077023"/>
                      <a:pt x="457476" y="3086423"/>
                    </a:cubicBezTo>
                    <a:cubicBezTo>
                      <a:pt x="241576" y="2756115"/>
                      <a:pt x="-495024" y="1028808"/>
                      <a:pt x="533676" y="0"/>
                    </a:cubicBezTo>
                    <a:close/>
                  </a:path>
                </a:pathLst>
              </a:custGeom>
              <a:gradFill>
                <a:gsLst>
                  <a:gs pos="24000">
                    <a:srgbClr val="73614E"/>
                  </a:gs>
                  <a:gs pos="0">
                    <a:srgbClr val="6E6355"/>
                  </a:gs>
                </a:gsLst>
                <a:lin ang="21594000" scaled="0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916807B-5001-0236-8E19-BE7A54968E86}"/>
                  </a:ext>
                </a:extLst>
              </p:cNvPr>
              <p:cNvGrpSpPr/>
              <p:nvPr/>
            </p:nvGrpSpPr>
            <p:grpSpPr>
              <a:xfrm>
                <a:off x="4073879" y="5212366"/>
                <a:ext cx="1332917" cy="1633049"/>
                <a:chOff x="4441320" y="5345272"/>
                <a:chExt cx="1332917" cy="1633049"/>
              </a:xfrm>
            </p:grpSpPr>
            <p:sp>
              <p:nvSpPr>
                <p:cNvPr id="76" name="Rectangle 18">
                  <a:extLst>
                    <a:ext uri="{FF2B5EF4-FFF2-40B4-BE49-F238E27FC236}">
                      <a16:creationId xmlns:a16="http://schemas.microsoft.com/office/drawing/2014/main" id="{AD6039EC-6B22-672A-7CEB-47F5DEA314FB}"/>
                    </a:ext>
                  </a:extLst>
                </p:cNvPr>
                <p:cNvSpPr/>
                <p:nvPr/>
              </p:nvSpPr>
              <p:spPr>
                <a:xfrm>
                  <a:off x="4441320" y="6187265"/>
                  <a:ext cx="1332917" cy="791056"/>
                </a:xfrm>
                <a:custGeom>
                  <a:avLst/>
                  <a:gdLst>
                    <a:gd name="connsiteX0" fmla="*/ 0 w 413005"/>
                    <a:gd name="connsiteY0" fmla="*/ 0 h 190996"/>
                    <a:gd name="connsiteX1" fmla="*/ 413005 w 413005"/>
                    <a:gd name="connsiteY1" fmla="*/ 0 h 190996"/>
                    <a:gd name="connsiteX2" fmla="*/ 413005 w 413005"/>
                    <a:gd name="connsiteY2" fmla="*/ 190996 h 190996"/>
                    <a:gd name="connsiteX3" fmla="*/ 0 w 413005"/>
                    <a:gd name="connsiteY3" fmla="*/ 190996 h 190996"/>
                    <a:gd name="connsiteX4" fmla="*/ 0 w 413005"/>
                    <a:gd name="connsiteY4" fmla="*/ 0 h 190996"/>
                    <a:gd name="connsiteX0" fmla="*/ 0 w 413005"/>
                    <a:gd name="connsiteY0" fmla="*/ 0 h 241719"/>
                    <a:gd name="connsiteX1" fmla="*/ 413005 w 413005"/>
                    <a:gd name="connsiteY1" fmla="*/ 0 h 241719"/>
                    <a:gd name="connsiteX2" fmla="*/ 413005 w 413005"/>
                    <a:gd name="connsiteY2" fmla="*/ 190996 h 241719"/>
                    <a:gd name="connsiteX3" fmla="*/ 147715 w 413005"/>
                    <a:gd name="connsiteY3" fmla="*/ 241569 h 241719"/>
                    <a:gd name="connsiteX4" fmla="*/ 0 w 413005"/>
                    <a:gd name="connsiteY4" fmla="*/ 190996 h 241719"/>
                    <a:gd name="connsiteX5" fmla="*/ 0 w 413005"/>
                    <a:gd name="connsiteY5" fmla="*/ 0 h 241719"/>
                    <a:gd name="connsiteX0" fmla="*/ 0 w 413005"/>
                    <a:gd name="connsiteY0" fmla="*/ 0 h 241719"/>
                    <a:gd name="connsiteX1" fmla="*/ 413005 w 413005"/>
                    <a:gd name="connsiteY1" fmla="*/ 0 h 241719"/>
                    <a:gd name="connsiteX2" fmla="*/ 413005 w 413005"/>
                    <a:gd name="connsiteY2" fmla="*/ 190996 h 241719"/>
                    <a:gd name="connsiteX3" fmla="*/ 147715 w 413005"/>
                    <a:gd name="connsiteY3" fmla="*/ 241569 h 241719"/>
                    <a:gd name="connsiteX4" fmla="*/ 0 w 413005"/>
                    <a:gd name="connsiteY4" fmla="*/ 190996 h 241719"/>
                    <a:gd name="connsiteX5" fmla="*/ 0 w 413005"/>
                    <a:gd name="connsiteY5" fmla="*/ 0 h 241719"/>
                    <a:gd name="connsiteX0" fmla="*/ 0 w 748285"/>
                    <a:gd name="connsiteY0" fmla="*/ 68580 h 310299"/>
                    <a:gd name="connsiteX1" fmla="*/ 748285 w 748285"/>
                    <a:gd name="connsiteY1" fmla="*/ 0 h 310299"/>
                    <a:gd name="connsiteX2" fmla="*/ 413005 w 748285"/>
                    <a:gd name="connsiteY2" fmla="*/ 259576 h 310299"/>
                    <a:gd name="connsiteX3" fmla="*/ 147715 w 748285"/>
                    <a:gd name="connsiteY3" fmla="*/ 310149 h 310299"/>
                    <a:gd name="connsiteX4" fmla="*/ 0 w 748285"/>
                    <a:gd name="connsiteY4" fmla="*/ 259576 h 310299"/>
                    <a:gd name="connsiteX5" fmla="*/ 0 w 748285"/>
                    <a:gd name="connsiteY5" fmla="*/ 68580 h 310299"/>
                    <a:gd name="connsiteX0" fmla="*/ 0 w 1266445"/>
                    <a:gd name="connsiteY0" fmla="*/ 121920 h 310299"/>
                    <a:gd name="connsiteX1" fmla="*/ 1266445 w 1266445"/>
                    <a:gd name="connsiteY1" fmla="*/ 0 h 310299"/>
                    <a:gd name="connsiteX2" fmla="*/ 931165 w 1266445"/>
                    <a:gd name="connsiteY2" fmla="*/ 259576 h 310299"/>
                    <a:gd name="connsiteX3" fmla="*/ 665875 w 1266445"/>
                    <a:gd name="connsiteY3" fmla="*/ 310149 h 310299"/>
                    <a:gd name="connsiteX4" fmla="*/ 518160 w 1266445"/>
                    <a:gd name="connsiteY4" fmla="*/ 259576 h 310299"/>
                    <a:gd name="connsiteX5" fmla="*/ 0 w 1266445"/>
                    <a:gd name="connsiteY5" fmla="*/ 121920 h 310299"/>
                    <a:gd name="connsiteX0" fmla="*/ 59165 w 1325610"/>
                    <a:gd name="connsiteY0" fmla="*/ 121920 h 315406"/>
                    <a:gd name="connsiteX1" fmla="*/ 1325610 w 1325610"/>
                    <a:gd name="connsiteY1" fmla="*/ 0 h 315406"/>
                    <a:gd name="connsiteX2" fmla="*/ 990330 w 1325610"/>
                    <a:gd name="connsiteY2" fmla="*/ 259576 h 315406"/>
                    <a:gd name="connsiteX3" fmla="*/ 725040 w 1325610"/>
                    <a:gd name="connsiteY3" fmla="*/ 310149 h 315406"/>
                    <a:gd name="connsiteX4" fmla="*/ 577325 w 1325610"/>
                    <a:gd name="connsiteY4" fmla="*/ 259576 h 315406"/>
                    <a:gd name="connsiteX5" fmla="*/ 59165 w 1325610"/>
                    <a:gd name="connsiteY5" fmla="*/ 121920 h 315406"/>
                    <a:gd name="connsiteX0" fmla="*/ 59165 w 1332917"/>
                    <a:gd name="connsiteY0" fmla="*/ 121920 h 315406"/>
                    <a:gd name="connsiteX1" fmla="*/ 1325610 w 1332917"/>
                    <a:gd name="connsiteY1" fmla="*/ 0 h 315406"/>
                    <a:gd name="connsiteX2" fmla="*/ 990330 w 1332917"/>
                    <a:gd name="connsiteY2" fmla="*/ 259576 h 315406"/>
                    <a:gd name="connsiteX3" fmla="*/ 725040 w 1332917"/>
                    <a:gd name="connsiteY3" fmla="*/ 310149 h 315406"/>
                    <a:gd name="connsiteX4" fmla="*/ 577325 w 1332917"/>
                    <a:gd name="connsiteY4" fmla="*/ 259576 h 315406"/>
                    <a:gd name="connsiteX5" fmla="*/ 59165 w 1332917"/>
                    <a:gd name="connsiteY5" fmla="*/ 121920 h 315406"/>
                    <a:gd name="connsiteX0" fmla="*/ 59165 w 1332917"/>
                    <a:gd name="connsiteY0" fmla="*/ 121920 h 708032"/>
                    <a:gd name="connsiteX1" fmla="*/ 1325610 w 1332917"/>
                    <a:gd name="connsiteY1" fmla="*/ 0 h 708032"/>
                    <a:gd name="connsiteX2" fmla="*/ 990330 w 1332917"/>
                    <a:gd name="connsiteY2" fmla="*/ 259576 h 708032"/>
                    <a:gd name="connsiteX3" fmla="*/ 725040 w 1332917"/>
                    <a:gd name="connsiteY3" fmla="*/ 310149 h 708032"/>
                    <a:gd name="connsiteX4" fmla="*/ 577325 w 1332917"/>
                    <a:gd name="connsiteY4" fmla="*/ 259576 h 708032"/>
                    <a:gd name="connsiteX5" fmla="*/ 59165 w 1332917"/>
                    <a:gd name="connsiteY5" fmla="*/ 121920 h 708032"/>
                    <a:gd name="connsiteX0" fmla="*/ 59165 w 1332917"/>
                    <a:gd name="connsiteY0" fmla="*/ 121920 h 694500"/>
                    <a:gd name="connsiteX1" fmla="*/ 1325610 w 1332917"/>
                    <a:gd name="connsiteY1" fmla="*/ 0 h 694500"/>
                    <a:gd name="connsiteX2" fmla="*/ 990330 w 1332917"/>
                    <a:gd name="connsiteY2" fmla="*/ 259576 h 694500"/>
                    <a:gd name="connsiteX3" fmla="*/ 725040 w 1332917"/>
                    <a:gd name="connsiteY3" fmla="*/ 310149 h 694500"/>
                    <a:gd name="connsiteX4" fmla="*/ 577325 w 1332917"/>
                    <a:gd name="connsiteY4" fmla="*/ 259576 h 694500"/>
                    <a:gd name="connsiteX5" fmla="*/ 59165 w 1332917"/>
                    <a:gd name="connsiteY5" fmla="*/ 121920 h 694500"/>
                    <a:gd name="connsiteX0" fmla="*/ 59165 w 1332917"/>
                    <a:gd name="connsiteY0" fmla="*/ 121920 h 777243"/>
                    <a:gd name="connsiteX1" fmla="*/ 1325610 w 1332917"/>
                    <a:gd name="connsiteY1" fmla="*/ 0 h 777243"/>
                    <a:gd name="connsiteX2" fmla="*/ 990330 w 1332917"/>
                    <a:gd name="connsiteY2" fmla="*/ 259576 h 777243"/>
                    <a:gd name="connsiteX3" fmla="*/ 725040 w 1332917"/>
                    <a:gd name="connsiteY3" fmla="*/ 310149 h 777243"/>
                    <a:gd name="connsiteX4" fmla="*/ 577325 w 1332917"/>
                    <a:gd name="connsiteY4" fmla="*/ 259576 h 777243"/>
                    <a:gd name="connsiteX5" fmla="*/ 59165 w 1332917"/>
                    <a:gd name="connsiteY5" fmla="*/ 121920 h 777243"/>
                    <a:gd name="connsiteX0" fmla="*/ 59165 w 1332917"/>
                    <a:gd name="connsiteY0" fmla="*/ 121920 h 727461"/>
                    <a:gd name="connsiteX1" fmla="*/ 1325610 w 1332917"/>
                    <a:gd name="connsiteY1" fmla="*/ 0 h 727461"/>
                    <a:gd name="connsiteX2" fmla="*/ 990330 w 1332917"/>
                    <a:gd name="connsiteY2" fmla="*/ 259576 h 727461"/>
                    <a:gd name="connsiteX3" fmla="*/ 725040 w 1332917"/>
                    <a:gd name="connsiteY3" fmla="*/ 310149 h 727461"/>
                    <a:gd name="connsiteX4" fmla="*/ 577325 w 1332917"/>
                    <a:gd name="connsiteY4" fmla="*/ 259576 h 727461"/>
                    <a:gd name="connsiteX5" fmla="*/ 59165 w 1332917"/>
                    <a:gd name="connsiteY5" fmla="*/ 121920 h 727461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47227 h 791056"/>
                    <a:gd name="connsiteX1" fmla="*/ 1325610 w 1332917"/>
                    <a:gd name="connsiteY1" fmla="*/ 25307 h 791056"/>
                    <a:gd name="connsiteX2" fmla="*/ 990330 w 1332917"/>
                    <a:gd name="connsiteY2" fmla="*/ 284883 h 791056"/>
                    <a:gd name="connsiteX3" fmla="*/ 725040 w 1332917"/>
                    <a:gd name="connsiteY3" fmla="*/ 335456 h 791056"/>
                    <a:gd name="connsiteX4" fmla="*/ 577325 w 1332917"/>
                    <a:gd name="connsiteY4" fmla="*/ 284883 h 791056"/>
                    <a:gd name="connsiteX5" fmla="*/ 59165 w 1332917"/>
                    <a:gd name="connsiteY5" fmla="*/ 147227 h 791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32917" h="791056">
                      <a:moveTo>
                        <a:pt x="59165" y="147227"/>
                      </a:moveTo>
                      <a:cubicBezTo>
                        <a:pt x="481313" y="30387"/>
                        <a:pt x="1055862" y="-40733"/>
                        <a:pt x="1325610" y="25307"/>
                      </a:cubicBezTo>
                      <a:cubicBezTo>
                        <a:pt x="1381490" y="248992"/>
                        <a:pt x="1102090" y="198358"/>
                        <a:pt x="990330" y="284883"/>
                      </a:cubicBezTo>
                      <a:cubicBezTo>
                        <a:pt x="919680" y="753861"/>
                        <a:pt x="445170" y="1116158"/>
                        <a:pt x="725040" y="335456"/>
                      </a:cubicBezTo>
                      <a:cubicBezTo>
                        <a:pt x="523402" y="920578"/>
                        <a:pt x="-470717" y="812281"/>
                        <a:pt x="577325" y="284883"/>
                      </a:cubicBezTo>
                      <a:cubicBezTo>
                        <a:pt x="404605" y="238998"/>
                        <a:pt x="-187215" y="513152"/>
                        <a:pt x="59165" y="147227"/>
                      </a:cubicBezTo>
                      <a:close/>
                    </a:path>
                  </a:pathLst>
                </a:custGeom>
                <a:solidFill>
                  <a:srgbClr val="E99E41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7C972CE0-F79C-5533-0934-BEE6E182BFB4}"/>
                    </a:ext>
                  </a:extLst>
                </p:cNvPr>
                <p:cNvSpPr/>
                <p:nvPr/>
              </p:nvSpPr>
              <p:spPr>
                <a:xfrm>
                  <a:off x="5251497" y="5345272"/>
                  <a:ext cx="198911" cy="1003300"/>
                </a:xfrm>
                <a:prstGeom prst="roundRect">
                  <a:avLst/>
                </a:prstGeom>
                <a:solidFill>
                  <a:srgbClr val="E99E41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C019549C-8986-4450-4EB5-135A3BEEB2C5}"/>
                    </a:ext>
                  </a:extLst>
                </p:cNvPr>
                <p:cNvSpPr/>
                <p:nvPr/>
              </p:nvSpPr>
              <p:spPr>
                <a:xfrm>
                  <a:off x="5191712" y="6271455"/>
                  <a:ext cx="301285" cy="154233"/>
                </a:xfrm>
                <a:prstGeom prst="roundRect">
                  <a:avLst/>
                </a:prstGeom>
                <a:solidFill>
                  <a:srgbClr val="E99E41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E149AF0-55FA-BCC8-588D-EF8BDFB80092}"/>
                  </a:ext>
                </a:extLst>
              </p:cNvPr>
              <p:cNvGrpSpPr/>
              <p:nvPr/>
            </p:nvGrpSpPr>
            <p:grpSpPr>
              <a:xfrm>
                <a:off x="5162477" y="5342149"/>
                <a:ext cx="1332917" cy="1633049"/>
                <a:chOff x="4441320" y="5345272"/>
                <a:chExt cx="1332917" cy="1633049"/>
              </a:xfrm>
            </p:grpSpPr>
            <p:sp>
              <p:nvSpPr>
                <p:cNvPr id="73" name="Rectangle 18">
                  <a:extLst>
                    <a:ext uri="{FF2B5EF4-FFF2-40B4-BE49-F238E27FC236}">
                      <a16:creationId xmlns:a16="http://schemas.microsoft.com/office/drawing/2014/main" id="{ECD40394-E70F-D716-7A1B-08710C0C38CB}"/>
                    </a:ext>
                  </a:extLst>
                </p:cNvPr>
                <p:cNvSpPr/>
                <p:nvPr/>
              </p:nvSpPr>
              <p:spPr>
                <a:xfrm>
                  <a:off x="4441320" y="6187265"/>
                  <a:ext cx="1332917" cy="791056"/>
                </a:xfrm>
                <a:custGeom>
                  <a:avLst/>
                  <a:gdLst>
                    <a:gd name="connsiteX0" fmla="*/ 0 w 413005"/>
                    <a:gd name="connsiteY0" fmla="*/ 0 h 190996"/>
                    <a:gd name="connsiteX1" fmla="*/ 413005 w 413005"/>
                    <a:gd name="connsiteY1" fmla="*/ 0 h 190996"/>
                    <a:gd name="connsiteX2" fmla="*/ 413005 w 413005"/>
                    <a:gd name="connsiteY2" fmla="*/ 190996 h 190996"/>
                    <a:gd name="connsiteX3" fmla="*/ 0 w 413005"/>
                    <a:gd name="connsiteY3" fmla="*/ 190996 h 190996"/>
                    <a:gd name="connsiteX4" fmla="*/ 0 w 413005"/>
                    <a:gd name="connsiteY4" fmla="*/ 0 h 190996"/>
                    <a:gd name="connsiteX0" fmla="*/ 0 w 413005"/>
                    <a:gd name="connsiteY0" fmla="*/ 0 h 241719"/>
                    <a:gd name="connsiteX1" fmla="*/ 413005 w 413005"/>
                    <a:gd name="connsiteY1" fmla="*/ 0 h 241719"/>
                    <a:gd name="connsiteX2" fmla="*/ 413005 w 413005"/>
                    <a:gd name="connsiteY2" fmla="*/ 190996 h 241719"/>
                    <a:gd name="connsiteX3" fmla="*/ 147715 w 413005"/>
                    <a:gd name="connsiteY3" fmla="*/ 241569 h 241719"/>
                    <a:gd name="connsiteX4" fmla="*/ 0 w 413005"/>
                    <a:gd name="connsiteY4" fmla="*/ 190996 h 241719"/>
                    <a:gd name="connsiteX5" fmla="*/ 0 w 413005"/>
                    <a:gd name="connsiteY5" fmla="*/ 0 h 241719"/>
                    <a:gd name="connsiteX0" fmla="*/ 0 w 413005"/>
                    <a:gd name="connsiteY0" fmla="*/ 0 h 241719"/>
                    <a:gd name="connsiteX1" fmla="*/ 413005 w 413005"/>
                    <a:gd name="connsiteY1" fmla="*/ 0 h 241719"/>
                    <a:gd name="connsiteX2" fmla="*/ 413005 w 413005"/>
                    <a:gd name="connsiteY2" fmla="*/ 190996 h 241719"/>
                    <a:gd name="connsiteX3" fmla="*/ 147715 w 413005"/>
                    <a:gd name="connsiteY3" fmla="*/ 241569 h 241719"/>
                    <a:gd name="connsiteX4" fmla="*/ 0 w 413005"/>
                    <a:gd name="connsiteY4" fmla="*/ 190996 h 241719"/>
                    <a:gd name="connsiteX5" fmla="*/ 0 w 413005"/>
                    <a:gd name="connsiteY5" fmla="*/ 0 h 241719"/>
                    <a:gd name="connsiteX0" fmla="*/ 0 w 748285"/>
                    <a:gd name="connsiteY0" fmla="*/ 68580 h 310299"/>
                    <a:gd name="connsiteX1" fmla="*/ 748285 w 748285"/>
                    <a:gd name="connsiteY1" fmla="*/ 0 h 310299"/>
                    <a:gd name="connsiteX2" fmla="*/ 413005 w 748285"/>
                    <a:gd name="connsiteY2" fmla="*/ 259576 h 310299"/>
                    <a:gd name="connsiteX3" fmla="*/ 147715 w 748285"/>
                    <a:gd name="connsiteY3" fmla="*/ 310149 h 310299"/>
                    <a:gd name="connsiteX4" fmla="*/ 0 w 748285"/>
                    <a:gd name="connsiteY4" fmla="*/ 259576 h 310299"/>
                    <a:gd name="connsiteX5" fmla="*/ 0 w 748285"/>
                    <a:gd name="connsiteY5" fmla="*/ 68580 h 310299"/>
                    <a:gd name="connsiteX0" fmla="*/ 0 w 1266445"/>
                    <a:gd name="connsiteY0" fmla="*/ 121920 h 310299"/>
                    <a:gd name="connsiteX1" fmla="*/ 1266445 w 1266445"/>
                    <a:gd name="connsiteY1" fmla="*/ 0 h 310299"/>
                    <a:gd name="connsiteX2" fmla="*/ 931165 w 1266445"/>
                    <a:gd name="connsiteY2" fmla="*/ 259576 h 310299"/>
                    <a:gd name="connsiteX3" fmla="*/ 665875 w 1266445"/>
                    <a:gd name="connsiteY3" fmla="*/ 310149 h 310299"/>
                    <a:gd name="connsiteX4" fmla="*/ 518160 w 1266445"/>
                    <a:gd name="connsiteY4" fmla="*/ 259576 h 310299"/>
                    <a:gd name="connsiteX5" fmla="*/ 0 w 1266445"/>
                    <a:gd name="connsiteY5" fmla="*/ 121920 h 310299"/>
                    <a:gd name="connsiteX0" fmla="*/ 59165 w 1325610"/>
                    <a:gd name="connsiteY0" fmla="*/ 121920 h 315406"/>
                    <a:gd name="connsiteX1" fmla="*/ 1325610 w 1325610"/>
                    <a:gd name="connsiteY1" fmla="*/ 0 h 315406"/>
                    <a:gd name="connsiteX2" fmla="*/ 990330 w 1325610"/>
                    <a:gd name="connsiteY2" fmla="*/ 259576 h 315406"/>
                    <a:gd name="connsiteX3" fmla="*/ 725040 w 1325610"/>
                    <a:gd name="connsiteY3" fmla="*/ 310149 h 315406"/>
                    <a:gd name="connsiteX4" fmla="*/ 577325 w 1325610"/>
                    <a:gd name="connsiteY4" fmla="*/ 259576 h 315406"/>
                    <a:gd name="connsiteX5" fmla="*/ 59165 w 1325610"/>
                    <a:gd name="connsiteY5" fmla="*/ 121920 h 315406"/>
                    <a:gd name="connsiteX0" fmla="*/ 59165 w 1332917"/>
                    <a:gd name="connsiteY0" fmla="*/ 121920 h 315406"/>
                    <a:gd name="connsiteX1" fmla="*/ 1325610 w 1332917"/>
                    <a:gd name="connsiteY1" fmla="*/ 0 h 315406"/>
                    <a:gd name="connsiteX2" fmla="*/ 990330 w 1332917"/>
                    <a:gd name="connsiteY2" fmla="*/ 259576 h 315406"/>
                    <a:gd name="connsiteX3" fmla="*/ 725040 w 1332917"/>
                    <a:gd name="connsiteY3" fmla="*/ 310149 h 315406"/>
                    <a:gd name="connsiteX4" fmla="*/ 577325 w 1332917"/>
                    <a:gd name="connsiteY4" fmla="*/ 259576 h 315406"/>
                    <a:gd name="connsiteX5" fmla="*/ 59165 w 1332917"/>
                    <a:gd name="connsiteY5" fmla="*/ 121920 h 315406"/>
                    <a:gd name="connsiteX0" fmla="*/ 59165 w 1332917"/>
                    <a:gd name="connsiteY0" fmla="*/ 121920 h 708032"/>
                    <a:gd name="connsiteX1" fmla="*/ 1325610 w 1332917"/>
                    <a:gd name="connsiteY1" fmla="*/ 0 h 708032"/>
                    <a:gd name="connsiteX2" fmla="*/ 990330 w 1332917"/>
                    <a:gd name="connsiteY2" fmla="*/ 259576 h 708032"/>
                    <a:gd name="connsiteX3" fmla="*/ 725040 w 1332917"/>
                    <a:gd name="connsiteY3" fmla="*/ 310149 h 708032"/>
                    <a:gd name="connsiteX4" fmla="*/ 577325 w 1332917"/>
                    <a:gd name="connsiteY4" fmla="*/ 259576 h 708032"/>
                    <a:gd name="connsiteX5" fmla="*/ 59165 w 1332917"/>
                    <a:gd name="connsiteY5" fmla="*/ 121920 h 708032"/>
                    <a:gd name="connsiteX0" fmla="*/ 59165 w 1332917"/>
                    <a:gd name="connsiteY0" fmla="*/ 121920 h 694500"/>
                    <a:gd name="connsiteX1" fmla="*/ 1325610 w 1332917"/>
                    <a:gd name="connsiteY1" fmla="*/ 0 h 694500"/>
                    <a:gd name="connsiteX2" fmla="*/ 990330 w 1332917"/>
                    <a:gd name="connsiteY2" fmla="*/ 259576 h 694500"/>
                    <a:gd name="connsiteX3" fmla="*/ 725040 w 1332917"/>
                    <a:gd name="connsiteY3" fmla="*/ 310149 h 694500"/>
                    <a:gd name="connsiteX4" fmla="*/ 577325 w 1332917"/>
                    <a:gd name="connsiteY4" fmla="*/ 259576 h 694500"/>
                    <a:gd name="connsiteX5" fmla="*/ 59165 w 1332917"/>
                    <a:gd name="connsiteY5" fmla="*/ 121920 h 694500"/>
                    <a:gd name="connsiteX0" fmla="*/ 59165 w 1332917"/>
                    <a:gd name="connsiteY0" fmla="*/ 121920 h 777243"/>
                    <a:gd name="connsiteX1" fmla="*/ 1325610 w 1332917"/>
                    <a:gd name="connsiteY1" fmla="*/ 0 h 777243"/>
                    <a:gd name="connsiteX2" fmla="*/ 990330 w 1332917"/>
                    <a:gd name="connsiteY2" fmla="*/ 259576 h 777243"/>
                    <a:gd name="connsiteX3" fmla="*/ 725040 w 1332917"/>
                    <a:gd name="connsiteY3" fmla="*/ 310149 h 777243"/>
                    <a:gd name="connsiteX4" fmla="*/ 577325 w 1332917"/>
                    <a:gd name="connsiteY4" fmla="*/ 259576 h 777243"/>
                    <a:gd name="connsiteX5" fmla="*/ 59165 w 1332917"/>
                    <a:gd name="connsiteY5" fmla="*/ 121920 h 777243"/>
                    <a:gd name="connsiteX0" fmla="*/ 59165 w 1332917"/>
                    <a:gd name="connsiteY0" fmla="*/ 121920 h 727461"/>
                    <a:gd name="connsiteX1" fmla="*/ 1325610 w 1332917"/>
                    <a:gd name="connsiteY1" fmla="*/ 0 h 727461"/>
                    <a:gd name="connsiteX2" fmla="*/ 990330 w 1332917"/>
                    <a:gd name="connsiteY2" fmla="*/ 259576 h 727461"/>
                    <a:gd name="connsiteX3" fmla="*/ 725040 w 1332917"/>
                    <a:gd name="connsiteY3" fmla="*/ 310149 h 727461"/>
                    <a:gd name="connsiteX4" fmla="*/ 577325 w 1332917"/>
                    <a:gd name="connsiteY4" fmla="*/ 259576 h 727461"/>
                    <a:gd name="connsiteX5" fmla="*/ 59165 w 1332917"/>
                    <a:gd name="connsiteY5" fmla="*/ 121920 h 727461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21920 h 765749"/>
                    <a:gd name="connsiteX1" fmla="*/ 1325610 w 1332917"/>
                    <a:gd name="connsiteY1" fmla="*/ 0 h 765749"/>
                    <a:gd name="connsiteX2" fmla="*/ 990330 w 1332917"/>
                    <a:gd name="connsiteY2" fmla="*/ 259576 h 765749"/>
                    <a:gd name="connsiteX3" fmla="*/ 725040 w 1332917"/>
                    <a:gd name="connsiteY3" fmla="*/ 310149 h 765749"/>
                    <a:gd name="connsiteX4" fmla="*/ 577325 w 1332917"/>
                    <a:gd name="connsiteY4" fmla="*/ 259576 h 765749"/>
                    <a:gd name="connsiteX5" fmla="*/ 59165 w 1332917"/>
                    <a:gd name="connsiteY5" fmla="*/ 121920 h 765749"/>
                    <a:gd name="connsiteX0" fmla="*/ 59165 w 1332917"/>
                    <a:gd name="connsiteY0" fmla="*/ 147227 h 791056"/>
                    <a:gd name="connsiteX1" fmla="*/ 1325610 w 1332917"/>
                    <a:gd name="connsiteY1" fmla="*/ 25307 h 791056"/>
                    <a:gd name="connsiteX2" fmla="*/ 990330 w 1332917"/>
                    <a:gd name="connsiteY2" fmla="*/ 284883 h 791056"/>
                    <a:gd name="connsiteX3" fmla="*/ 725040 w 1332917"/>
                    <a:gd name="connsiteY3" fmla="*/ 335456 h 791056"/>
                    <a:gd name="connsiteX4" fmla="*/ 577325 w 1332917"/>
                    <a:gd name="connsiteY4" fmla="*/ 284883 h 791056"/>
                    <a:gd name="connsiteX5" fmla="*/ 59165 w 1332917"/>
                    <a:gd name="connsiteY5" fmla="*/ 147227 h 791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32917" h="791056">
                      <a:moveTo>
                        <a:pt x="59165" y="147227"/>
                      </a:moveTo>
                      <a:cubicBezTo>
                        <a:pt x="481313" y="30387"/>
                        <a:pt x="1055862" y="-40733"/>
                        <a:pt x="1325610" y="25307"/>
                      </a:cubicBezTo>
                      <a:cubicBezTo>
                        <a:pt x="1381490" y="248992"/>
                        <a:pt x="1102090" y="198358"/>
                        <a:pt x="990330" y="284883"/>
                      </a:cubicBezTo>
                      <a:cubicBezTo>
                        <a:pt x="919680" y="753861"/>
                        <a:pt x="445170" y="1116158"/>
                        <a:pt x="725040" y="335456"/>
                      </a:cubicBezTo>
                      <a:cubicBezTo>
                        <a:pt x="523402" y="920578"/>
                        <a:pt x="-470717" y="812281"/>
                        <a:pt x="577325" y="284883"/>
                      </a:cubicBezTo>
                      <a:cubicBezTo>
                        <a:pt x="404605" y="238998"/>
                        <a:pt x="-187215" y="513152"/>
                        <a:pt x="59165" y="147227"/>
                      </a:cubicBezTo>
                      <a:close/>
                    </a:path>
                  </a:pathLst>
                </a:custGeom>
                <a:solidFill>
                  <a:srgbClr val="E99E41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4CE13C6B-91C9-5E7B-F1A6-44A2E055AEB9}"/>
                    </a:ext>
                  </a:extLst>
                </p:cNvPr>
                <p:cNvSpPr/>
                <p:nvPr/>
              </p:nvSpPr>
              <p:spPr>
                <a:xfrm>
                  <a:off x="5251497" y="5345272"/>
                  <a:ext cx="198911" cy="1003300"/>
                </a:xfrm>
                <a:prstGeom prst="roundRect">
                  <a:avLst/>
                </a:prstGeom>
                <a:solidFill>
                  <a:srgbClr val="E99E41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923C6C5E-1E32-D393-8987-40E18BC40B22}"/>
                    </a:ext>
                  </a:extLst>
                </p:cNvPr>
                <p:cNvSpPr/>
                <p:nvPr/>
              </p:nvSpPr>
              <p:spPr>
                <a:xfrm>
                  <a:off x="5191712" y="6271455"/>
                  <a:ext cx="301285" cy="154233"/>
                </a:xfrm>
                <a:prstGeom prst="roundRect">
                  <a:avLst/>
                </a:prstGeom>
                <a:solidFill>
                  <a:srgbClr val="E99E41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1" name="Rectangle 10">
                <a:extLst>
                  <a:ext uri="{FF2B5EF4-FFF2-40B4-BE49-F238E27FC236}">
                    <a16:creationId xmlns:a16="http://schemas.microsoft.com/office/drawing/2014/main" id="{A4B196A2-99C5-467D-BBC9-FA2760E6470E}"/>
                  </a:ext>
                </a:extLst>
              </p:cNvPr>
              <p:cNvSpPr/>
              <p:nvPr/>
            </p:nvSpPr>
            <p:spPr>
              <a:xfrm rot="580953" flipV="1">
                <a:off x="4735435" y="5030816"/>
                <a:ext cx="472217" cy="339789"/>
              </a:xfrm>
              <a:custGeom>
                <a:avLst/>
                <a:gdLst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2196" h="301822">
                    <a:moveTo>
                      <a:pt x="0" y="0"/>
                    </a:moveTo>
                    <a:cubicBezTo>
                      <a:pt x="320625" y="37493"/>
                      <a:pt x="601770" y="122057"/>
                      <a:pt x="982196" y="0"/>
                    </a:cubicBezTo>
                    <a:lnTo>
                      <a:pt x="982196" y="301822"/>
                    </a:lnTo>
                    <a:lnTo>
                      <a:pt x="0" y="30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3614E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FD949968-CAAD-BDA3-F0C3-521D612790F3}"/>
                  </a:ext>
                </a:extLst>
              </p:cNvPr>
              <p:cNvSpPr/>
              <p:nvPr/>
            </p:nvSpPr>
            <p:spPr>
              <a:xfrm rot="580953" flipV="1">
                <a:off x="5826083" y="5163918"/>
                <a:ext cx="472217" cy="339789"/>
              </a:xfrm>
              <a:custGeom>
                <a:avLst/>
                <a:gdLst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2196" h="301822">
                    <a:moveTo>
                      <a:pt x="0" y="0"/>
                    </a:moveTo>
                    <a:cubicBezTo>
                      <a:pt x="320625" y="37493"/>
                      <a:pt x="601770" y="122057"/>
                      <a:pt x="982196" y="0"/>
                    </a:cubicBezTo>
                    <a:lnTo>
                      <a:pt x="982196" y="301822"/>
                    </a:lnTo>
                    <a:lnTo>
                      <a:pt x="0" y="30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3614E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482A3F2-EB3E-CA52-C125-1C977DD73F23}"/>
                  </a:ext>
                </a:extLst>
              </p:cNvPr>
              <p:cNvGrpSpPr/>
              <p:nvPr/>
            </p:nvGrpSpPr>
            <p:grpSpPr>
              <a:xfrm>
                <a:off x="5689919" y="2002004"/>
                <a:ext cx="1896009" cy="4213661"/>
                <a:chOff x="5689919" y="2002004"/>
                <a:chExt cx="1896009" cy="4213661"/>
              </a:xfrm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C9C72E47-FB73-B194-83E6-E9CF21C4FF3E}"/>
                    </a:ext>
                  </a:extLst>
                </p:cNvPr>
                <p:cNvGrpSpPr/>
                <p:nvPr/>
              </p:nvGrpSpPr>
              <p:grpSpPr>
                <a:xfrm>
                  <a:off x="5689919" y="2002004"/>
                  <a:ext cx="1896009" cy="3395995"/>
                  <a:chOff x="5689919" y="2002004"/>
                  <a:chExt cx="1896009" cy="3395995"/>
                </a:xfrm>
              </p:grpSpPr>
              <p:sp>
                <p:nvSpPr>
                  <p:cNvPr id="71" name="Oval 11">
                    <a:extLst>
                      <a:ext uri="{FF2B5EF4-FFF2-40B4-BE49-F238E27FC236}">
                        <a16:creationId xmlns:a16="http://schemas.microsoft.com/office/drawing/2014/main" id="{A59D4B6D-1964-3FAC-117D-76A31686369A}"/>
                      </a:ext>
                    </a:extLst>
                  </p:cNvPr>
                  <p:cNvSpPr/>
                  <p:nvPr/>
                </p:nvSpPr>
                <p:spPr>
                  <a:xfrm rot="20396453">
                    <a:off x="5689919" y="2037460"/>
                    <a:ext cx="1747546" cy="3360539"/>
                  </a:xfrm>
                  <a:custGeom>
                    <a:avLst/>
                    <a:gdLst>
                      <a:gd name="connsiteX0" fmla="*/ 0 w 1658572"/>
                      <a:gd name="connsiteY0" fmla="*/ 1646260 h 3292519"/>
                      <a:gd name="connsiteX1" fmla="*/ 829286 w 1658572"/>
                      <a:gd name="connsiteY1" fmla="*/ 0 h 3292519"/>
                      <a:gd name="connsiteX2" fmla="*/ 1658572 w 1658572"/>
                      <a:gd name="connsiteY2" fmla="*/ 1646260 h 3292519"/>
                      <a:gd name="connsiteX3" fmla="*/ 829286 w 1658572"/>
                      <a:gd name="connsiteY3" fmla="*/ 3292520 h 3292519"/>
                      <a:gd name="connsiteX4" fmla="*/ 0 w 1658572"/>
                      <a:gd name="connsiteY4" fmla="*/ 1646260 h 3292519"/>
                      <a:gd name="connsiteX0" fmla="*/ 278 w 1658850"/>
                      <a:gd name="connsiteY0" fmla="*/ 1724471 h 3370731"/>
                      <a:gd name="connsiteX1" fmla="*/ 763480 w 1658850"/>
                      <a:gd name="connsiteY1" fmla="*/ 0 h 3370731"/>
                      <a:gd name="connsiteX2" fmla="*/ 1658850 w 1658850"/>
                      <a:gd name="connsiteY2" fmla="*/ 1724471 h 3370731"/>
                      <a:gd name="connsiteX3" fmla="*/ 829564 w 1658850"/>
                      <a:gd name="connsiteY3" fmla="*/ 3370731 h 3370731"/>
                      <a:gd name="connsiteX4" fmla="*/ 278 w 1658850"/>
                      <a:gd name="connsiteY4" fmla="*/ 1724471 h 3370731"/>
                      <a:gd name="connsiteX0" fmla="*/ 184 w 1722760"/>
                      <a:gd name="connsiteY0" fmla="*/ 1724472 h 3370734"/>
                      <a:gd name="connsiteX1" fmla="*/ 763386 w 1722760"/>
                      <a:gd name="connsiteY1" fmla="*/ 1 h 3370734"/>
                      <a:gd name="connsiteX2" fmla="*/ 1722760 w 1722760"/>
                      <a:gd name="connsiteY2" fmla="*/ 1734322 h 3370734"/>
                      <a:gd name="connsiteX3" fmla="*/ 829470 w 1722760"/>
                      <a:gd name="connsiteY3" fmla="*/ 3370732 h 3370734"/>
                      <a:gd name="connsiteX4" fmla="*/ 184 w 1722760"/>
                      <a:gd name="connsiteY4" fmla="*/ 1724472 h 3370734"/>
                      <a:gd name="connsiteX0" fmla="*/ 184 w 1722760"/>
                      <a:gd name="connsiteY0" fmla="*/ 1724472 h 3371417"/>
                      <a:gd name="connsiteX1" fmla="*/ 763386 w 1722760"/>
                      <a:gd name="connsiteY1" fmla="*/ 1 h 3371417"/>
                      <a:gd name="connsiteX2" fmla="*/ 1722760 w 1722760"/>
                      <a:gd name="connsiteY2" fmla="*/ 1734322 h 3371417"/>
                      <a:gd name="connsiteX3" fmla="*/ 829470 w 1722760"/>
                      <a:gd name="connsiteY3" fmla="*/ 3370732 h 3371417"/>
                      <a:gd name="connsiteX4" fmla="*/ 184 w 1722760"/>
                      <a:gd name="connsiteY4" fmla="*/ 1724472 h 3371417"/>
                      <a:gd name="connsiteX0" fmla="*/ 421 w 1722997"/>
                      <a:gd name="connsiteY0" fmla="*/ 1724474 h 3371419"/>
                      <a:gd name="connsiteX1" fmla="*/ 763623 w 1722997"/>
                      <a:gd name="connsiteY1" fmla="*/ 3 h 3371419"/>
                      <a:gd name="connsiteX2" fmla="*/ 1722997 w 1722997"/>
                      <a:gd name="connsiteY2" fmla="*/ 1734324 h 3371419"/>
                      <a:gd name="connsiteX3" fmla="*/ 829707 w 1722997"/>
                      <a:gd name="connsiteY3" fmla="*/ 3370734 h 3371419"/>
                      <a:gd name="connsiteX4" fmla="*/ 421 w 1722997"/>
                      <a:gd name="connsiteY4" fmla="*/ 1724474 h 3371419"/>
                      <a:gd name="connsiteX0" fmla="*/ 38378 w 1761950"/>
                      <a:gd name="connsiteY0" fmla="*/ 1726319 h 3373264"/>
                      <a:gd name="connsiteX1" fmla="*/ 801580 w 1761950"/>
                      <a:gd name="connsiteY1" fmla="*/ 1848 h 3373264"/>
                      <a:gd name="connsiteX2" fmla="*/ 1760954 w 1761950"/>
                      <a:gd name="connsiteY2" fmla="*/ 1736169 h 3373264"/>
                      <a:gd name="connsiteX3" fmla="*/ 867664 w 1761950"/>
                      <a:gd name="connsiteY3" fmla="*/ 3372579 h 3373264"/>
                      <a:gd name="connsiteX4" fmla="*/ 38378 w 1761950"/>
                      <a:gd name="connsiteY4" fmla="*/ 1726319 h 3373264"/>
                      <a:gd name="connsiteX0" fmla="*/ 0 w 1740142"/>
                      <a:gd name="connsiteY0" fmla="*/ 200298 h 1846936"/>
                      <a:gd name="connsiteX1" fmla="*/ 1722576 w 1740142"/>
                      <a:gd name="connsiteY1" fmla="*/ 210148 h 1846936"/>
                      <a:gd name="connsiteX2" fmla="*/ 829286 w 1740142"/>
                      <a:gd name="connsiteY2" fmla="*/ 1846558 h 1846936"/>
                      <a:gd name="connsiteX3" fmla="*/ 0 w 1740142"/>
                      <a:gd name="connsiteY3" fmla="*/ 200298 h 1846936"/>
                      <a:gd name="connsiteX0" fmla="*/ 273 w 1722852"/>
                      <a:gd name="connsiteY0" fmla="*/ 1714216 h 3360863"/>
                      <a:gd name="connsiteX1" fmla="*/ 749702 w 1722852"/>
                      <a:gd name="connsiteY1" fmla="*/ 1 h 3360863"/>
                      <a:gd name="connsiteX2" fmla="*/ 1722849 w 1722852"/>
                      <a:gd name="connsiteY2" fmla="*/ 1724066 h 3360863"/>
                      <a:gd name="connsiteX3" fmla="*/ 829559 w 1722852"/>
                      <a:gd name="connsiteY3" fmla="*/ 3360476 h 3360863"/>
                      <a:gd name="connsiteX4" fmla="*/ 273 w 1722852"/>
                      <a:gd name="connsiteY4" fmla="*/ 1714216 h 3360863"/>
                      <a:gd name="connsiteX0" fmla="*/ 273 w 1747008"/>
                      <a:gd name="connsiteY0" fmla="*/ 1714216 h 3360863"/>
                      <a:gd name="connsiteX1" fmla="*/ 749702 w 1747008"/>
                      <a:gd name="connsiteY1" fmla="*/ 1 h 3360863"/>
                      <a:gd name="connsiteX2" fmla="*/ 1722849 w 1747008"/>
                      <a:gd name="connsiteY2" fmla="*/ 1724066 h 3360863"/>
                      <a:gd name="connsiteX3" fmla="*/ 829559 w 1747008"/>
                      <a:gd name="connsiteY3" fmla="*/ 3360476 h 3360863"/>
                      <a:gd name="connsiteX4" fmla="*/ 273 w 1747008"/>
                      <a:gd name="connsiteY4" fmla="*/ 1714216 h 3360863"/>
                      <a:gd name="connsiteX0" fmla="*/ 584 w 1747319"/>
                      <a:gd name="connsiteY0" fmla="*/ 1714215 h 3360862"/>
                      <a:gd name="connsiteX1" fmla="*/ 750013 w 1747319"/>
                      <a:gd name="connsiteY1" fmla="*/ 0 h 3360862"/>
                      <a:gd name="connsiteX2" fmla="*/ 1723160 w 1747319"/>
                      <a:gd name="connsiteY2" fmla="*/ 1724065 h 3360862"/>
                      <a:gd name="connsiteX3" fmla="*/ 829870 w 1747319"/>
                      <a:gd name="connsiteY3" fmla="*/ 3360475 h 3360862"/>
                      <a:gd name="connsiteX4" fmla="*/ 584 w 1747319"/>
                      <a:gd name="connsiteY4" fmla="*/ 1714215 h 3360862"/>
                      <a:gd name="connsiteX0" fmla="*/ 584 w 1747319"/>
                      <a:gd name="connsiteY0" fmla="*/ 1714215 h 3361081"/>
                      <a:gd name="connsiteX1" fmla="*/ 750013 w 1747319"/>
                      <a:gd name="connsiteY1" fmla="*/ 0 h 3361081"/>
                      <a:gd name="connsiteX2" fmla="*/ 1723160 w 1747319"/>
                      <a:gd name="connsiteY2" fmla="*/ 1724065 h 3361081"/>
                      <a:gd name="connsiteX3" fmla="*/ 829870 w 1747319"/>
                      <a:gd name="connsiteY3" fmla="*/ 3360475 h 3361081"/>
                      <a:gd name="connsiteX4" fmla="*/ 584 w 1747319"/>
                      <a:gd name="connsiteY4" fmla="*/ 1714215 h 3361081"/>
                      <a:gd name="connsiteX0" fmla="*/ 584 w 1747319"/>
                      <a:gd name="connsiteY0" fmla="*/ 1714215 h 3361847"/>
                      <a:gd name="connsiteX1" fmla="*/ 750013 w 1747319"/>
                      <a:gd name="connsiteY1" fmla="*/ 0 h 3361847"/>
                      <a:gd name="connsiteX2" fmla="*/ 1723160 w 1747319"/>
                      <a:gd name="connsiteY2" fmla="*/ 1724065 h 3361847"/>
                      <a:gd name="connsiteX3" fmla="*/ 829870 w 1747319"/>
                      <a:gd name="connsiteY3" fmla="*/ 3360475 h 3361847"/>
                      <a:gd name="connsiteX4" fmla="*/ 584 w 1747319"/>
                      <a:gd name="connsiteY4" fmla="*/ 1714215 h 3361847"/>
                      <a:gd name="connsiteX0" fmla="*/ 584 w 1747319"/>
                      <a:gd name="connsiteY0" fmla="*/ 1714215 h 3360539"/>
                      <a:gd name="connsiteX1" fmla="*/ 750013 w 1747319"/>
                      <a:gd name="connsiteY1" fmla="*/ 0 h 3360539"/>
                      <a:gd name="connsiteX2" fmla="*/ 1723160 w 1747319"/>
                      <a:gd name="connsiteY2" fmla="*/ 1724065 h 3360539"/>
                      <a:gd name="connsiteX3" fmla="*/ 829870 w 1747319"/>
                      <a:gd name="connsiteY3" fmla="*/ 3360475 h 3360539"/>
                      <a:gd name="connsiteX4" fmla="*/ 584 w 1747319"/>
                      <a:gd name="connsiteY4" fmla="*/ 1714215 h 3360539"/>
                      <a:gd name="connsiteX0" fmla="*/ 382 w 1747117"/>
                      <a:gd name="connsiteY0" fmla="*/ 1714215 h 3360539"/>
                      <a:gd name="connsiteX1" fmla="*/ 749811 w 1747117"/>
                      <a:gd name="connsiteY1" fmla="*/ 0 h 3360539"/>
                      <a:gd name="connsiteX2" fmla="*/ 1722958 w 1747117"/>
                      <a:gd name="connsiteY2" fmla="*/ 1724065 h 3360539"/>
                      <a:gd name="connsiteX3" fmla="*/ 829668 w 1747117"/>
                      <a:gd name="connsiteY3" fmla="*/ 3360475 h 3360539"/>
                      <a:gd name="connsiteX4" fmla="*/ 382 w 1747117"/>
                      <a:gd name="connsiteY4" fmla="*/ 1714215 h 3360539"/>
                      <a:gd name="connsiteX0" fmla="*/ 811 w 1747546"/>
                      <a:gd name="connsiteY0" fmla="*/ 1714215 h 3360539"/>
                      <a:gd name="connsiteX1" fmla="*/ 750240 w 1747546"/>
                      <a:gd name="connsiteY1" fmla="*/ 0 h 3360539"/>
                      <a:gd name="connsiteX2" fmla="*/ 1723387 w 1747546"/>
                      <a:gd name="connsiteY2" fmla="*/ 1724065 h 3360539"/>
                      <a:gd name="connsiteX3" fmla="*/ 830097 w 1747546"/>
                      <a:gd name="connsiteY3" fmla="*/ 3360475 h 3360539"/>
                      <a:gd name="connsiteX4" fmla="*/ 811 w 1747546"/>
                      <a:gd name="connsiteY4" fmla="*/ 1714215 h 33605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7546" h="3360539">
                        <a:moveTo>
                          <a:pt x="811" y="1714215"/>
                        </a:moveTo>
                        <a:cubicBezTo>
                          <a:pt x="-18934" y="1097706"/>
                          <a:pt x="324148" y="82806"/>
                          <a:pt x="750240" y="0"/>
                        </a:cubicBezTo>
                        <a:cubicBezTo>
                          <a:pt x="1994178" y="121180"/>
                          <a:pt x="1721679" y="1416091"/>
                          <a:pt x="1723387" y="1724065"/>
                        </a:cubicBezTo>
                        <a:cubicBezTo>
                          <a:pt x="1725096" y="2032039"/>
                          <a:pt x="1438351" y="3371223"/>
                          <a:pt x="830097" y="3360475"/>
                        </a:cubicBezTo>
                        <a:cubicBezTo>
                          <a:pt x="221843" y="3349727"/>
                          <a:pt x="20556" y="2330724"/>
                          <a:pt x="811" y="1714215"/>
                        </a:cubicBezTo>
                        <a:close/>
                      </a:path>
                    </a:pathLst>
                  </a:custGeom>
                  <a:gradFill>
                    <a:gsLst>
                      <a:gs pos="24000">
                        <a:srgbClr val="514336"/>
                      </a:gs>
                      <a:gs pos="0">
                        <a:srgbClr val="6E6355"/>
                      </a:gs>
                    </a:gsLst>
                    <a:lin ang="21594000" scaled="0"/>
                  </a:gradFill>
                  <a:ln w="571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Oval 11">
                    <a:extLst>
                      <a:ext uri="{FF2B5EF4-FFF2-40B4-BE49-F238E27FC236}">
                        <a16:creationId xmlns:a16="http://schemas.microsoft.com/office/drawing/2014/main" id="{0CD5C426-5C17-B6C3-27E5-A1F8153EC538}"/>
                      </a:ext>
                    </a:extLst>
                  </p:cNvPr>
                  <p:cNvSpPr/>
                  <p:nvPr/>
                </p:nvSpPr>
                <p:spPr>
                  <a:xfrm rot="20396453">
                    <a:off x="5838382" y="2002004"/>
                    <a:ext cx="1747546" cy="3360539"/>
                  </a:xfrm>
                  <a:custGeom>
                    <a:avLst/>
                    <a:gdLst>
                      <a:gd name="connsiteX0" fmla="*/ 0 w 1658572"/>
                      <a:gd name="connsiteY0" fmla="*/ 1646260 h 3292519"/>
                      <a:gd name="connsiteX1" fmla="*/ 829286 w 1658572"/>
                      <a:gd name="connsiteY1" fmla="*/ 0 h 3292519"/>
                      <a:gd name="connsiteX2" fmla="*/ 1658572 w 1658572"/>
                      <a:gd name="connsiteY2" fmla="*/ 1646260 h 3292519"/>
                      <a:gd name="connsiteX3" fmla="*/ 829286 w 1658572"/>
                      <a:gd name="connsiteY3" fmla="*/ 3292520 h 3292519"/>
                      <a:gd name="connsiteX4" fmla="*/ 0 w 1658572"/>
                      <a:gd name="connsiteY4" fmla="*/ 1646260 h 3292519"/>
                      <a:gd name="connsiteX0" fmla="*/ 278 w 1658850"/>
                      <a:gd name="connsiteY0" fmla="*/ 1724471 h 3370731"/>
                      <a:gd name="connsiteX1" fmla="*/ 763480 w 1658850"/>
                      <a:gd name="connsiteY1" fmla="*/ 0 h 3370731"/>
                      <a:gd name="connsiteX2" fmla="*/ 1658850 w 1658850"/>
                      <a:gd name="connsiteY2" fmla="*/ 1724471 h 3370731"/>
                      <a:gd name="connsiteX3" fmla="*/ 829564 w 1658850"/>
                      <a:gd name="connsiteY3" fmla="*/ 3370731 h 3370731"/>
                      <a:gd name="connsiteX4" fmla="*/ 278 w 1658850"/>
                      <a:gd name="connsiteY4" fmla="*/ 1724471 h 3370731"/>
                      <a:gd name="connsiteX0" fmla="*/ 184 w 1722760"/>
                      <a:gd name="connsiteY0" fmla="*/ 1724472 h 3370734"/>
                      <a:gd name="connsiteX1" fmla="*/ 763386 w 1722760"/>
                      <a:gd name="connsiteY1" fmla="*/ 1 h 3370734"/>
                      <a:gd name="connsiteX2" fmla="*/ 1722760 w 1722760"/>
                      <a:gd name="connsiteY2" fmla="*/ 1734322 h 3370734"/>
                      <a:gd name="connsiteX3" fmla="*/ 829470 w 1722760"/>
                      <a:gd name="connsiteY3" fmla="*/ 3370732 h 3370734"/>
                      <a:gd name="connsiteX4" fmla="*/ 184 w 1722760"/>
                      <a:gd name="connsiteY4" fmla="*/ 1724472 h 3370734"/>
                      <a:gd name="connsiteX0" fmla="*/ 184 w 1722760"/>
                      <a:gd name="connsiteY0" fmla="*/ 1724472 h 3371417"/>
                      <a:gd name="connsiteX1" fmla="*/ 763386 w 1722760"/>
                      <a:gd name="connsiteY1" fmla="*/ 1 h 3371417"/>
                      <a:gd name="connsiteX2" fmla="*/ 1722760 w 1722760"/>
                      <a:gd name="connsiteY2" fmla="*/ 1734322 h 3371417"/>
                      <a:gd name="connsiteX3" fmla="*/ 829470 w 1722760"/>
                      <a:gd name="connsiteY3" fmla="*/ 3370732 h 3371417"/>
                      <a:gd name="connsiteX4" fmla="*/ 184 w 1722760"/>
                      <a:gd name="connsiteY4" fmla="*/ 1724472 h 3371417"/>
                      <a:gd name="connsiteX0" fmla="*/ 421 w 1722997"/>
                      <a:gd name="connsiteY0" fmla="*/ 1724474 h 3371419"/>
                      <a:gd name="connsiteX1" fmla="*/ 763623 w 1722997"/>
                      <a:gd name="connsiteY1" fmla="*/ 3 h 3371419"/>
                      <a:gd name="connsiteX2" fmla="*/ 1722997 w 1722997"/>
                      <a:gd name="connsiteY2" fmla="*/ 1734324 h 3371419"/>
                      <a:gd name="connsiteX3" fmla="*/ 829707 w 1722997"/>
                      <a:gd name="connsiteY3" fmla="*/ 3370734 h 3371419"/>
                      <a:gd name="connsiteX4" fmla="*/ 421 w 1722997"/>
                      <a:gd name="connsiteY4" fmla="*/ 1724474 h 3371419"/>
                      <a:gd name="connsiteX0" fmla="*/ 38378 w 1761950"/>
                      <a:gd name="connsiteY0" fmla="*/ 1726319 h 3373264"/>
                      <a:gd name="connsiteX1" fmla="*/ 801580 w 1761950"/>
                      <a:gd name="connsiteY1" fmla="*/ 1848 h 3373264"/>
                      <a:gd name="connsiteX2" fmla="*/ 1760954 w 1761950"/>
                      <a:gd name="connsiteY2" fmla="*/ 1736169 h 3373264"/>
                      <a:gd name="connsiteX3" fmla="*/ 867664 w 1761950"/>
                      <a:gd name="connsiteY3" fmla="*/ 3372579 h 3373264"/>
                      <a:gd name="connsiteX4" fmla="*/ 38378 w 1761950"/>
                      <a:gd name="connsiteY4" fmla="*/ 1726319 h 3373264"/>
                      <a:gd name="connsiteX0" fmla="*/ 0 w 1740142"/>
                      <a:gd name="connsiteY0" fmla="*/ 200298 h 1846936"/>
                      <a:gd name="connsiteX1" fmla="*/ 1722576 w 1740142"/>
                      <a:gd name="connsiteY1" fmla="*/ 210148 h 1846936"/>
                      <a:gd name="connsiteX2" fmla="*/ 829286 w 1740142"/>
                      <a:gd name="connsiteY2" fmla="*/ 1846558 h 1846936"/>
                      <a:gd name="connsiteX3" fmla="*/ 0 w 1740142"/>
                      <a:gd name="connsiteY3" fmla="*/ 200298 h 1846936"/>
                      <a:gd name="connsiteX0" fmla="*/ 273 w 1722852"/>
                      <a:gd name="connsiteY0" fmla="*/ 1714216 h 3360863"/>
                      <a:gd name="connsiteX1" fmla="*/ 749702 w 1722852"/>
                      <a:gd name="connsiteY1" fmla="*/ 1 h 3360863"/>
                      <a:gd name="connsiteX2" fmla="*/ 1722849 w 1722852"/>
                      <a:gd name="connsiteY2" fmla="*/ 1724066 h 3360863"/>
                      <a:gd name="connsiteX3" fmla="*/ 829559 w 1722852"/>
                      <a:gd name="connsiteY3" fmla="*/ 3360476 h 3360863"/>
                      <a:gd name="connsiteX4" fmla="*/ 273 w 1722852"/>
                      <a:gd name="connsiteY4" fmla="*/ 1714216 h 3360863"/>
                      <a:gd name="connsiteX0" fmla="*/ 273 w 1747008"/>
                      <a:gd name="connsiteY0" fmla="*/ 1714216 h 3360863"/>
                      <a:gd name="connsiteX1" fmla="*/ 749702 w 1747008"/>
                      <a:gd name="connsiteY1" fmla="*/ 1 h 3360863"/>
                      <a:gd name="connsiteX2" fmla="*/ 1722849 w 1747008"/>
                      <a:gd name="connsiteY2" fmla="*/ 1724066 h 3360863"/>
                      <a:gd name="connsiteX3" fmla="*/ 829559 w 1747008"/>
                      <a:gd name="connsiteY3" fmla="*/ 3360476 h 3360863"/>
                      <a:gd name="connsiteX4" fmla="*/ 273 w 1747008"/>
                      <a:gd name="connsiteY4" fmla="*/ 1714216 h 3360863"/>
                      <a:gd name="connsiteX0" fmla="*/ 584 w 1747319"/>
                      <a:gd name="connsiteY0" fmla="*/ 1714215 h 3360862"/>
                      <a:gd name="connsiteX1" fmla="*/ 750013 w 1747319"/>
                      <a:gd name="connsiteY1" fmla="*/ 0 h 3360862"/>
                      <a:gd name="connsiteX2" fmla="*/ 1723160 w 1747319"/>
                      <a:gd name="connsiteY2" fmla="*/ 1724065 h 3360862"/>
                      <a:gd name="connsiteX3" fmla="*/ 829870 w 1747319"/>
                      <a:gd name="connsiteY3" fmla="*/ 3360475 h 3360862"/>
                      <a:gd name="connsiteX4" fmla="*/ 584 w 1747319"/>
                      <a:gd name="connsiteY4" fmla="*/ 1714215 h 3360862"/>
                      <a:gd name="connsiteX0" fmla="*/ 584 w 1747319"/>
                      <a:gd name="connsiteY0" fmla="*/ 1714215 h 3361081"/>
                      <a:gd name="connsiteX1" fmla="*/ 750013 w 1747319"/>
                      <a:gd name="connsiteY1" fmla="*/ 0 h 3361081"/>
                      <a:gd name="connsiteX2" fmla="*/ 1723160 w 1747319"/>
                      <a:gd name="connsiteY2" fmla="*/ 1724065 h 3361081"/>
                      <a:gd name="connsiteX3" fmla="*/ 829870 w 1747319"/>
                      <a:gd name="connsiteY3" fmla="*/ 3360475 h 3361081"/>
                      <a:gd name="connsiteX4" fmla="*/ 584 w 1747319"/>
                      <a:gd name="connsiteY4" fmla="*/ 1714215 h 3361081"/>
                      <a:gd name="connsiteX0" fmla="*/ 584 w 1747319"/>
                      <a:gd name="connsiteY0" fmla="*/ 1714215 h 3361847"/>
                      <a:gd name="connsiteX1" fmla="*/ 750013 w 1747319"/>
                      <a:gd name="connsiteY1" fmla="*/ 0 h 3361847"/>
                      <a:gd name="connsiteX2" fmla="*/ 1723160 w 1747319"/>
                      <a:gd name="connsiteY2" fmla="*/ 1724065 h 3361847"/>
                      <a:gd name="connsiteX3" fmla="*/ 829870 w 1747319"/>
                      <a:gd name="connsiteY3" fmla="*/ 3360475 h 3361847"/>
                      <a:gd name="connsiteX4" fmla="*/ 584 w 1747319"/>
                      <a:gd name="connsiteY4" fmla="*/ 1714215 h 3361847"/>
                      <a:gd name="connsiteX0" fmla="*/ 584 w 1747319"/>
                      <a:gd name="connsiteY0" fmla="*/ 1714215 h 3360539"/>
                      <a:gd name="connsiteX1" fmla="*/ 750013 w 1747319"/>
                      <a:gd name="connsiteY1" fmla="*/ 0 h 3360539"/>
                      <a:gd name="connsiteX2" fmla="*/ 1723160 w 1747319"/>
                      <a:gd name="connsiteY2" fmla="*/ 1724065 h 3360539"/>
                      <a:gd name="connsiteX3" fmla="*/ 829870 w 1747319"/>
                      <a:gd name="connsiteY3" fmla="*/ 3360475 h 3360539"/>
                      <a:gd name="connsiteX4" fmla="*/ 584 w 1747319"/>
                      <a:gd name="connsiteY4" fmla="*/ 1714215 h 3360539"/>
                      <a:gd name="connsiteX0" fmla="*/ 382 w 1747117"/>
                      <a:gd name="connsiteY0" fmla="*/ 1714215 h 3360539"/>
                      <a:gd name="connsiteX1" fmla="*/ 749811 w 1747117"/>
                      <a:gd name="connsiteY1" fmla="*/ 0 h 3360539"/>
                      <a:gd name="connsiteX2" fmla="*/ 1722958 w 1747117"/>
                      <a:gd name="connsiteY2" fmla="*/ 1724065 h 3360539"/>
                      <a:gd name="connsiteX3" fmla="*/ 829668 w 1747117"/>
                      <a:gd name="connsiteY3" fmla="*/ 3360475 h 3360539"/>
                      <a:gd name="connsiteX4" fmla="*/ 382 w 1747117"/>
                      <a:gd name="connsiteY4" fmla="*/ 1714215 h 3360539"/>
                      <a:gd name="connsiteX0" fmla="*/ 811 w 1747546"/>
                      <a:gd name="connsiteY0" fmla="*/ 1714215 h 3360539"/>
                      <a:gd name="connsiteX1" fmla="*/ 750240 w 1747546"/>
                      <a:gd name="connsiteY1" fmla="*/ 0 h 3360539"/>
                      <a:gd name="connsiteX2" fmla="*/ 1723387 w 1747546"/>
                      <a:gd name="connsiteY2" fmla="*/ 1724065 h 3360539"/>
                      <a:gd name="connsiteX3" fmla="*/ 830097 w 1747546"/>
                      <a:gd name="connsiteY3" fmla="*/ 3360475 h 3360539"/>
                      <a:gd name="connsiteX4" fmla="*/ 811 w 1747546"/>
                      <a:gd name="connsiteY4" fmla="*/ 1714215 h 33605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7546" h="3360539">
                        <a:moveTo>
                          <a:pt x="811" y="1714215"/>
                        </a:moveTo>
                        <a:cubicBezTo>
                          <a:pt x="-18934" y="1097706"/>
                          <a:pt x="324148" y="82806"/>
                          <a:pt x="750240" y="0"/>
                        </a:cubicBezTo>
                        <a:cubicBezTo>
                          <a:pt x="1994178" y="121180"/>
                          <a:pt x="1721679" y="1416091"/>
                          <a:pt x="1723387" y="1724065"/>
                        </a:cubicBezTo>
                        <a:cubicBezTo>
                          <a:pt x="1725096" y="2032039"/>
                          <a:pt x="1438351" y="3371223"/>
                          <a:pt x="830097" y="3360475"/>
                        </a:cubicBezTo>
                        <a:cubicBezTo>
                          <a:pt x="221843" y="3349727"/>
                          <a:pt x="20556" y="2330724"/>
                          <a:pt x="811" y="171421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14336"/>
                      </a:gs>
                      <a:gs pos="22000">
                        <a:srgbClr val="6E6355"/>
                      </a:gs>
                    </a:gsLst>
                    <a:lin ang="21594000" scaled="0"/>
                  </a:gradFill>
                  <a:ln w="571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8" name="Arc 67">
                  <a:extLst>
                    <a:ext uri="{FF2B5EF4-FFF2-40B4-BE49-F238E27FC236}">
                      <a16:creationId xmlns:a16="http://schemas.microsoft.com/office/drawing/2014/main" id="{39578533-A13B-93A4-9707-2766C3724104}"/>
                    </a:ext>
                  </a:extLst>
                </p:cNvPr>
                <p:cNvSpPr/>
                <p:nvPr/>
              </p:nvSpPr>
              <p:spPr>
                <a:xfrm>
                  <a:off x="6980635" y="4347566"/>
                  <a:ext cx="166637" cy="1868099"/>
                </a:xfrm>
                <a:prstGeom prst="arc">
                  <a:avLst/>
                </a:prstGeom>
                <a:noFill/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8D6774DC-F858-E434-61D0-B06F2C13AE3F}"/>
                    </a:ext>
                  </a:extLst>
                </p:cNvPr>
                <p:cNvSpPr/>
                <p:nvPr/>
              </p:nvSpPr>
              <p:spPr>
                <a:xfrm>
                  <a:off x="7235742" y="4248857"/>
                  <a:ext cx="166637" cy="1868099"/>
                </a:xfrm>
                <a:prstGeom prst="arc">
                  <a:avLst/>
                </a:prstGeom>
                <a:noFill/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Arc 69">
                  <a:extLst>
                    <a:ext uri="{FF2B5EF4-FFF2-40B4-BE49-F238E27FC236}">
                      <a16:creationId xmlns:a16="http://schemas.microsoft.com/office/drawing/2014/main" id="{8B0ED1D6-B6D2-6064-567F-42EDC89148C1}"/>
                    </a:ext>
                  </a:extLst>
                </p:cNvPr>
                <p:cNvSpPr/>
                <p:nvPr/>
              </p:nvSpPr>
              <p:spPr>
                <a:xfrm>
                  <a:off x="6664425" y="4313476"/>
                  <a:ext cx="166637" cy="1868099"/>
                </a:xfrm>
                <a:prstGeom prst="arc">
                  <a:avLst/>
                </a:prstGeom>
                <a:noFill/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92216FD9-D280-7293-C81F-EBB320ED6747}"/>
                  </a:ext>
                </a:extLst>
              </p:cNvPr>
              <p:cNvGrpSpPr/>
              <p:nvPr/>
            </p:nvGrpSpPr>
            <p:grpSpPr>
              <a:xfrm>
                <a:off x="3135414" y="23782"/>
                <a:ext cx="2922727" cy="2753979"/>
                <a:chOff x="3135414" y="23782"/>
                <a:chExt cx="2922727" cy="2753979"/>
              </a:xfrm>
            </p:grpSpPr>
            <p:sp>
              <p:nvSpPr>
                <p:cNvPr id="55" name="Oval 5">
                  <a:extLst>
                    <a:ext uri="{FF2B5EF4-FFF2-40B4-BE49-F238E27FC236}">
                      <a16:creationId xmlns:a16="http://schemas.microsoft.com/office/drawing/2014/main" id="{F100C167-BFD7-D2F8-294F-BEC94A5592CA}"/>
                    </a:ext>
                  </a:extLst>
                </p:cNvPr>
                <p:cNvSpPr/>
                <p:nvPr/>
              </p:nvSpPr>
              <p:spPr>
                <a:xfrm>
                  <a:off x="4054043" y="135138"/>
                  <a:ext cx="1603774" cy="1486208"/>
                </a:xfrm>
                <a:custGeom>
                  <a:avLst/>
                  <a:gdLst>
                    <a:gd name="connsiteX0" fmla="*/ 0 w 1497496"/>
                    <a:gd name="connsiteY0" fmla="*/ 715854 h 1431707"/>
                    <a:gd name="connsiteX1" fmla="*/ 748748 w 1497496"/>
                    <a:gd name="connsiteY1" fmla="*/ 0 h 1431707"/>
                    <a:gd name="connsiteX2" fmla="*/ 1497496 w 1497496"/>
                    <a:gd name="connsiteY2" fmla="*/ 715854 h 1431707"/>
                    <a:gd name="connsiteX3" fmla="*/ 748748 w 1497496"/>
                    <a:gd name="connsiteY3" fmla="*/ 1431708 h 1431707"/>
                    <a:gd name="connsiteX4" fmla="*/ 0 w 1497496"/>
                    <a:gd name="connsiteY4" fmla="*/ 715854 h 1431707"/>
                    <a:gd name="connsiteX0" fmla="*/ 1124 w 1498620"/>
                    <a:gd name="connsiteY0" fmla="*/ 715854 h 1484101"/>
                    <a:gd name="connsiteX1" fmla="*/ 749872 w 1498620"/>
                    <a:gd name="connsiteY1" fmla="*/ 0 h 1484101"/>
                    <a:gd name="connsiteX2" fmla="*/ 1498620 w 1498620"/>
                    <a:gd name="connsiteY2" fmla="*/ 715854 h 1484101"/>
                    <a:gd name="connsiteX3" fmla="*/ 749872 w 1498620"/>
                    <a:gd name="connsiteY3" fmla="*/ 1431708 h 1484101"/>
                    <a:gd name="connsiteX4" fmla="*/ 584633 w 1498620"/>
                    <a:gd name="connsiteY4" fmla="*/ 1350065 h 1484101"/>
                    <a:gd name="connsiteX5" fmla="*/ 1124 w 1498620"/>
                    <a:gd name="connsiteY5" fmla="*/ 715854 h 1484101"/>
                    <a:gd name="connsiteX0" fmla="*/ 1124 w 1498620"/>
                    <a:gd name="connsiteY0" fmla="*/ 715854 h 1484101"/>
                    <a:gd name="connsiteX1" fmla="*/ 749872 w 1498620"/>
                    <a:gd name="connsiteY1" fmla="*/ 0 h 1484101"/>
                    <a:gd name="connsiteX2" fmla="*/ 1498620 w 1498620"/>
                    <a:gd name="connsiteY2" fmla="*/ 715854 h 1484101"/>
                    <a:gd name="connsiteX3" fmla="*/ 749872 w 1498620"/>
                    <a:gd name="connsiteY3" fmla="*/ 1431708 h 1484101"/>
                    <a:gd name="connsiteX4" fmla="*/ 584633 w 1498620"/>
                    <a:gd name="connsiteY4" fmla="*/ 1350065 h 1484101"/>
                    <a:gd name="connsiteX5" fmla="*/ 1124 w 1498620"/>
                    <a:gd name="connsiteY5" fmla="*/ 715854 h 1484101"/>
                    <a:gd name="connsiteX0" fmla="*/ 1124 w 1498620"/>
                    <a:gd name="connsiteY0" fmla="*/ 715854 h 1450323"/>
                    <a:gd name="connsiteX1" fmla="*/ 749872 w 1498620"/>
                    <a:gd name="connsiteY1" fmla="*/ 0 h 1450323"/>
                    <a:gd name="connsiteX2" fmla="*/ 1498620 w 1498620"/>
                    <a:gd name="connsiteY2" fmla="*/ 715854 h 1450323"/>
                    <a:gd name="connsiteX3" fmla="*/ 749872 w 1498620"/>
                    <a:gd name="connsiteY3" fmla="*/ 1431708 h 1450323"/>
                    <a:gd name="connsiteX4" fmla="*/ 584633 w 1498620"/>
                    <a:gd name="connsiteY4" fmla="*/ 1350065 h 1450323"/>
                    <a:gd name="connsiteX5" fmla="*/ 1124 w 1498620"/>
                    <a:gd name="connsiteY5" fmla="*/ 715854 h 1450323"/>
                    <a:gd name="connsiteX0" fmla="*/ 1124 w 1498620"/>
                    <a:gd name="connsiteY0" fmla="*/ 715854 h 1450323"/>
                    <a:gd name="connsiteX1" fmla="*/ 749872 w 1498620"/>
                    <a:gd name="connsiteY1" fmla="*/ 0 h 1450323"/>
                    <a:gd name="connsiteX2" fmla="*/ 1498620 w 1498620"/>
                    <a:gd name="connsiteY2" fmla="*/ 715854 h 1450323"/>
                    <a:gd name="connsiteX3" fmla="*/ 749872 w 1498620"/>
                    <a:gd name="connsiteY3" fmla="*/ 1431708 h 1450323"/>
                    <a:gd name="connsiteX4" fmla="*/ 584633 w 1498620"/>
                    <a:gd name="connsiteY4" fmla="*/ 1350065 h 1450323"/>
                    <a:gd name="connsiteX5" fmla="*/ 1124 w 1498620"/>
                    <a:gd name="connsiteY5" fmla="*/ 715854 h 1450323"/>
                    <a:gd name="connsiteX0" fmla="*/ 1124 w 1498620"/>
                    <a:gd name="connsiteY0" fmla="*/ 715854 h 1434371"/>
                    <a:gd name="connsiteX1" fmla="*/ 749872 w 1498620"/>
                    <a:gd name="connsiteY1" fmla="*/ 0 h 1434371"/>
                    <a:gd name="connsiteX2" fmla="*/ 1498620 w 1498620"/>
                    <a:gd name="connsiteY2" fmla="*/ 715854 h 1434371"/>
                    <a:gd name="connsiteX3" fmla="*/ 749872 w 1498620"/>
                    <a:gd name="connsiteY3" fmla="*/ 1431708 h 1434371"/>
                    <a:gd name="connsiteX4" fmla="*/ 584633 w 1498620"/>
                    <a:gd name="connsiteY4" fmla="*/ 1350065 h 1434371"/>
                    <a:gd name="connsiteX5" fmla="*/ 1124 w 1498620"/>
                    <a:gd name="connsiteY5" fmla="*/ 715854 h 1434371"/>
                    <a:gd name="connsiteX0" fmla="*/ 1124 w 1603395"/>
                    <a:gd name="connsiteY0" fmla="*/ 715878 h 1485535"/>
                    <a:gd name="connsiteX1" fmla="*/ 749872 w 1603395"/>
                    <a:gd name="connsiteY1" fmla="*/ 24 h 1485535"/>
                    <a:gd name="connsiteX2" fmla="*/ 1603395 w 1603395"/>
                    <a:gd name="connsiteY2" fmla="*/ 696828 h 1485535"/>
                    <a:gd name="connsiteX3" fmla="*/ 749872 w 1603395"/>
                    <a:gd name="connsiteY3" fmla="*/ 1431732 h 1485535"/>
                    <a:gd name="connsiteX4" fmla="*/ 584633 w 1603395"/>
                    <a:gd name="connsiteY4" fmla="*/ 1350089 h 1485535"/>
                    <a:gd name="connsiteX5" fmla="*/ 1124 w 1603395"/>
                    <a:gd name="connsiteY5" fmla="*/ 715878 h 1485535"/>
                    <a:gd name="connsiteX0" fmla="*/ 1124 w 1603395"/>
                    <a:gd name="connsiteY0" fmla="*/ 716551 h 1486208"/>
                    <a:gd name="connsiteX1" fmla="*/ 749872 w 1603395"/>
                    <a:gd name="connsiteY1" fmla="*/ 697 h 1486208"/>
                    <a:gd name="connsiteX2" fmla="*/ 1603395 w 1603395"/>
                    <a:gd name="connsiteY2" fmla="*/ 697501 h 1486208"/>
                    <a:gd name="connsiteX3" fmla="*/ 749872 w 1603395"/>
                    <a:gd name="connsiteY3" fmla="*/ 1432405 h 1486208"/>
                    <a:gd name="connsiteX4" fmla="*/ 584633 w 1603395"/>
                    <a:gd name="connsiteY4" fmla="*/ 1350762 h 1486208"/>
                    <a:gd name="connsiteX5" fmla="*/ 1124 w 1603395"/>
                    <a:gd name="connsiteY5" fmla="*/ 716551 h 1486208"/>
                    <a:gd name="connsiteX0" fmla="*/ 1124 w 1603774"/>
                    <a:gd name="connsiteY0" fmla="*/ 716551 h 1486208"/>
                    <a:gd name="connsiteX1" fmla="*/ 749872 w 1603774"/>
                    <a:gd name="connsiteY1" fmla="*/ 697 h 1486208"/>
                    <a:gd name="connsiteX2" fmla="*/ 1603395 w 1603774"/>
                    <a:gd name="connsiteY2" fmla="*/ 697501 h 1486208"/>
                    <a:gd name="connsiteX3" fmla="*/ 749872 w 1603774"/>
                    <a:gd name="connsiteY3" fmla="*/ 1432405 h 1486208"/>
                    <a:gd name="connsiteX4" fmla="*/ 584633 w 1603774"/>
                    <a:gd name="connsiteY4" fmla="*/ 1350762 h 1486208"/>
                    <a:gd name="connsiteX5" fmla="*/ 1124 w 1603774"/>
                    <a:gd name="connsiteY5" fmla="*/ 716551 h 1486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03774" h="1486208">
                      <a:moveTo>
                        <a:pt x="1124" y="716551"/>
                      </a:moveTo>
                      <a:cubicBezTo>
                        <a:pt x="28664" y="491540"/>
                        <a:pt x="482827" y="3872"/>
                        <a:pt x="749872" y="697"/>
                      </a:cubicBezTo>
                      <a:cubicBezTo>
                        <a:pt x="1016917" y="-2478"/>
                        <a:pt x="1603395" y="-21704"/>
                        <a:pt x="1603395" y="697501"/>
                      </a:cubicBezTo>
                      <a:cubicBezTo>
                        <a:pt x="1622445" y="1188106"/>
                        <a:pt x="919666" y="1323528"/>
                        <a:pt x="749872" y="1432405"/>
                      </a:cubicBezTo>
                      <a:cubicBezTo>
                        <a:pt x="580078" y="1541282"/>
                        <a:pt x="709424" y="1470071"/>
                        <a:pt x="584633" y="1350762"/>
                      </a:cubicBezTo>
                      <a:cubicBezTo>
                        <a:pt x="459842" y="1231453"/>
                        <a:pt x="-26416" y="941562"/>
                        <a:pt x="1124" y="716551"/>
                      </a:cubicBezTo>
                      <a:close/>
                    </a:path>
                  </a:pathLst>
                </a:custGeom>
                <a:solidFill>
                  <a:srgbClr val="EECAB8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Rectangle 6">
                  <a:extLst>
                    <a:ext uri="{FF2B5EF4-FFF2-40B4-BE49-F238E27FC236}">
                      <a16:creationId xmlns:a16="http://schemas.microsoft.com/office/drawing/2014/main" id="{2CB754D2-1510-2E00-2A31-DE4B02F80FDA}"/>
                    </a:ext>
                  </a:extLst>
                </p:cNvPr>
                <p:cNvSpPr/>
                <p:nvPr/>
              </p:nvSpPr>
              <p:spPr>
                <a:xfrm>
                  <a:off x="3135414" y="527924"/>
                  <a:ext cx="1502848" cy="1097329"/>
                </a:xfrm>
                <a:custGeom>
                  <a:avLst/>
                  <a:gdLst>
                    <a:gd name="connsiteX0" fmla="*/ 0 w 874643"/>
                    <a:gd name="connsiteY0" fmla="*/ 0 h 702365"/>
                    <a:gd name="connsiteX1" fmla="*/ 874643 w 874643"/>
                    <a:gd name="connsiteY1" fmla="*/ 0 h 702365"/>
                    <a:gd name="connsiteX2" fmla="*/ 874643 w 874643"/>
                    <a:gd name="connsiteY2" fmla="*/ 702365 h 702365"/>
                    <a:gd name="connsiteX3" fmla="*/ 0 w 874643"/>
                    <a:gd name="connsiteY3" fmla="*/ 702365 h 702365"/>
                    <a:gd name="connsiteX4" fmla="*/ 0 w 874643"/>
                    <a:gd name="connsiteY4" fmla="*/ 0 h 702365"/>
                    <a:gd name="connsiteX0" fmla="*/ 0 w 874643"/>
                    <a:gd name="connsiteY0" fmla="*/ 172278 h 874643"/>
                    <a:gd name="connsiteX1" fmla="*/ 781878 w 874643"/>
                    <a:gd name="connsiteY1" fmla="*/ 0 h 874643"/>
                    <a:gd name="connsiteX2" fmla="*/ 874643 w 874643"/>
                    <a:gd name="connsiteY2" fmla="*/ 874643 h 874643"/>
                    <a:gd name="connsiteX3" fmla="*/ 0 w 874643"/>
                    <a:gd name="connsiteY3" fmla="*/ 874643 h 874643"/>
                    <a:gd name="connsiteX4" fmla="*/ 0 w 874643"/>
                    <a:gd name="connsiteY4" fmla="*/ 172278 h 874643"/>
                    <a:gd name="connsiteX0" fmla="*/ 0 w 1298713"/>
                    <a:gd name="connsiteY0" fmla="*/ 172278 h 874643"/>
                    <a:gd name="connsiteX1" fmla="*/ 781878 w 1298713"/>
                    <a:gd name="connsiteY1" fmla="*/ 0 h 874643"/>
                    <a:gd name="connsiteX2" fmla="*/ 1298713 w 1298713"/>
                    <a:gd name="connsiteY2" fmla="*/ 556592 h 874643"/>
                    <a:gd name="connsiteX3" fmla="*/ 874643 w 1298713"/>
                    <a:gd name="connsiteY3" fmla="*/ 874643 h 874643"/>
                    <a:gd name="connsiteX4" fmla="*/ 0 w 1298713"/>
                    <a:gd name="connsiteY4" fmla="*/ 874643 h 874643"/>
                    <a:gd name="connsiteX5" fmla="*/ 0 w 1298713"/>
                    <a:gd name="connsiteY5" fmla="*/ 172278 h 874643"/>
                    <a:gd name="connsiteX0" fmla="*/ 0 w 1298713"/>
                    <a:gd name="connsiteY0" fmla="*/ 172278 h 874643"/>
                    <a:gd name="connsiteX1" fmla="*/ 781878 w 1298713"/>
                    <a:gd name="connsiteY1" fmla="*/ 0 h 874643"/>
                    <a:gd name="connsiteX2" fmla="*/ 1298713 w 1298713"/>
                    <a:gd name="connsiteY2" fmla="*/ 556592 h 874643"/>
                    <a:gd name="connsiteX3" fmla="*/ 874643 w 1298713"/>
                    <a:gd name="connsiteY3" fmla="*/ 874643 h 874643"/>
                    <a:gd name="connsiteX4" fmla="*/ 119269 w 1298713"/>
                    <a:gd name="connsiteY4" fmla="*/ 715617 h 874643"/>
                    <a:gd name="connsiteX5" fmla="*/ 0 w 1298713"/>
                    <a:gd name="connsiteY5" fmla="*/ 172278 h 874643"/>
                    <a:gd name="connsiteX0" fmla="*/ 106018 w 1404731"/>
                    <a:gd name="connsiteY0" fmla="*/ 172278 h 1110977"/>
                    <a:gd name="connsiteX1" fmla="*/ 887896 w 1404731"/>
                    <a:gd name="connsiteY1" fmla="*/ 0 h 1110977"/>
                    <a:gd name="connsiteX2" fmla="*/ 1404731 w 1404731"/>
                    <a:gd name="connsiteY2" fmla="*/ 556592 h 1110977"/>
                    <a:gd name="connsiteX3" fmla="*/ 980661 w 1404731"/>
                    <a:gd name="connsiteY3" fmla="*/ 874643 h 1110977"/>
                    <a:gd name="connsiteX4" fmla="*/ 225287 w 1404731"/>
                    <a:gd name="connsiteY4" fmla="*/ 715617 h 1110977"/>
                    <a:gd name="connsiteX5" fmla="*/ 0 w 1404731"/>
                    <a:gd name="connsiteY5" fmla="*/ 1099931 h 1110977"/>
                    <a:gd name="connsiteX6" fmla="*/ 106018 w 1404731"/>
                    <a:gd name="connsiteY6" fmla="*/ 172278 h 1110977"/>
                    <a:gd name="connsiteX0" fmla="*/ 203295 w 1502008"/>
                    <a:gd name="connsiteY0" fmla="*/ 172278 h 1110977"/>
                    <a:gd name="connsiteX1" fmla="*/ 985173 w 1502008"/>
                    <a:gd name="connsiteY1" fmla="*/ 0 h 1110977"/>
                    <a:gd name="connsiteX2" fmla="*/ 1502008 w 1502008"/>
                    <a:gd name="connsiteY2" fmla="*/ 556592 h 1110977"/>
                    <a:gd name="connsiteX3" fmla="*/ 1077938 w 1502008"/>
                    <a:gd name="connsiteY3" fmla="*/ 874643 h 1110977"/>
                    <a:gd name="connsiteX4" fmla="*/ 322564 w 1502008"/>
                    <a:gd name="connsiteY4" fmla="*/ 715617 h 1110977"/>
                    <a:gd name="connsiteX5" fmla="*/ 97277 w 1502008"/>
                    <a:gd name="connsiteY5" fmla="*/ 1099931 h 1110977"/>
                    <a:gd name="connsiteX6" fmla="*/ 203295 w 1502008"/>
                    <a:gd name="connsiteY6" fmla="*/ 172278 h 1110977"/>
                    <a:gd name="connsiteX0" fmla="*/ 203295 w 1502008"/>
                    <a:gd name="connsiteY0" fmla="*/ 172727 h 1111426"/>
                    <a:gd name="connsiteX1" fmla="*/ 985173 w 1502008"/>
                    <a:gd name="connsiteY1" fmla="*/ 449 h 1111426"/>
                    <a:gd name="connsiteX2" fmla="*/ 1502008 w 1502008"/>
                    <a:gd name="connsiteY2" fmla="*/ 557041 h 1111426"/>
                    <a:gd name="connsiteX3" fmla="*/ 1077938 w 1502008"/>
                    <a:gd name="connsiteY3" fmla="*/ 875092 h 1111426"/>
                    <a:gd name="connsiteX4" fmla="*/ 322564 w 1502008"/>
                    <a:gd name="connsiteY4" fmla="*/ 716066 h 1111426"/>
                    <a:gd name="connsiteX5" fmla="*/ 97277 w 1502008"/>
                    <a:gd name="connsiteY5" fmla="*/ 1100380 h 1111426"/>
                    <a:gd name="connsiteX6" fmla="*/ 203295 w 1502008"/>
                    <a:gd name="connsiteY6" fmla="*/ 172727 h 1111426"/>
                    <a:gd name="connsiteX0" fmla="*/ 203295 w 1502008"/>
                    <a:gd name="connsiteY0" fmla="*/ 172727 h 1111426"/>
                    <a:gd name="connsiteX1" fmla="*/ 985173 w 1502008"/>
                    <a:gd name="connsiteY1" fmla="*/ 449 h 1111426"/>
                    <a:gd name="connsiteX2" fmla="*/ 1502008 w 1502008"/>
                    <a:gd name="connsiteY2" fmla="*/ 557041 h 1111426"/>
                    <a:gd name="connsiteX3" fmla="*/ 1077938 w 1502008"/>
                    <a:gd name="connsiteY3" fmla="*/ 875092 h 1111426"/>
                    <a:gd name="connsiteX4" fmla="*/ 322564 w 1502008"/>
                    <a:gd name="connsiteY4" fmla="*/ 716066 h 1111426"/>
                    <a:gd name="connsiteX5" fmla="*/ 97277 w 1502008"/>
                    <a:gd name="connsiteY5" fmla="*/ 1100380 h 1111426"/>
                    <a:gd name="connsiteX6" fmla="*/ 203295 w 1502008"/>
                    <a:gd name="connsiteY6" fmla="*/ 172727 h 1111426"/>
                    <a:gd name="connsiteX0" fmla="*/ 203295 w 1502008"/>
                    <a:gd name="connsiteY0" fmla="*/ 172727 h 1111426"/>
                    <a:gd name="connsiteX1" fmla="*/ 985173 w 1502008"/>
                    <a:gd name="connsiteY1" fmla="*/ 449 h 1111426"/>
                    <a:gd name="connsiteX2" fmla="*/ 1502008 w 1502008"/>
                    <a:gd name="connsiteY2" fmla="*/ 557041 h 1111426"/>
                    <a:gd name="connsiteX3" fmla="*/ 1077938 w 1502008"/>
                    <a:gd name="connsiteY3" fmla="*/ 875092 h 1111426"/>
                    <a:gd name="connsiteX4" fmla="*/ 322564 w 1502008"/>
                    <a:gd name="connsiteY4" fmla="*/ 716066 h 1111426"/>
                    <a:gd name="connsiteX5" fmla="*/ 97277 w 1502008"/>
                    <a:gd name="connsiteY5" fmla="*/ 1100380 h 1111426"/>
                    <a:gd name="connsiteX6" fmla="*/ 203295 w 1502008"/>
                    <a:gd name="connsiteY6" fmla="*/ 172727 h 1111426"/>
                    <a:gd name="connsiteX0" fmla="*/ 225674 w 1524387"/>
                    <a:gd name="connsiteY0" fmla="*/ 172727 h 1111426"/>
                    <a:gd name="connsiteX1" fmla="*/ 1007552 w 1524387"/>
                    <a:gd name="connsiteY1" fmla="*/ 449 h 1111426"/>
                    <a:gd name="connsiteX2" fmla="*/ 1524387 w 1524387"/>
                    <a:gd name="connsiteY2" fmla="*/ 557041 h 1111426"/>
                    <a:gd name="connsiteX3" fmla="*/ 1100317 w 1524387"/>
                    <a:gd name="connsiteY3" fmla="*/ 875092 h 1111426"/>
                    <a:gd name="connsiteX4" fmla="*/ 344943 w 1524387"/>
                    <a:gd name="connsiteY4" fmla="*/ 716066 h 1111426"/>
                    <a:gd name="connsiteX5" fmla="*/ 119656 w 1524387"/>
                    <a:gd name="connsiteY5" fmla="*/ 1100380 h 1111426"/>
                    <a:gd name="connsiteX6" fmla="*/ 225674 w 1524387"/>
                    <a:gd name="connsiteY6" fmla="*/ 172727 h 1111426"/>
                    <a:gd name="connsiteX0" fmla="*/ 242725 w 1518578"/>
                    <a:gd name="connsiteY0" fmla="*/ 203123 h 1111342"/>
                    <a:gd name="connsiteX1" fmla="*/ 1001743 w 1518578"/>
                    <a:gd name="connsiteY1" fmla="*/ 365 h 1111342"/>
                    <a:gd name="connsiteX2" fmla="*/ 1518578 w 1518578"/>
                    <a:gd name="connsiteY2" fmla="*/ 556957 h 1111342"/>
                    <a:gd name="connsiteX3" fmla="*/ 1094508 w 1518578"/>
                    <a:gd name="connsiteY3" fmla="*/ 875008 h 1111342"/>
                    <a:gd name="connsiteX4" fmla="*/ 339134 w 1518578"/>
                    <a:gd name="connsiteY4" fmla="*/ 715982 h 1111342"/>
                    <a:gd name="connsiteX5" fmla="*/ 113847 w 1518578"/>
                    <a:gd name="connsiteY5" fmla="*/ 1100296 h 1111342"/>
                    <a:gd name="connsiteX6" fmla="*/ 242725 w 1518578"/>
                    <a:gd name="connsiteY6" fmla="*/ 203123 h 1111342"/>
                    <a:gd name="connsiteX0" fmla="*/ 242725 w 1518578"/>
                    <a:gd name="connsiteY0" fmla="*/ 203337 h 1111556"/>
                    <a:gd name="connsiteX1" fmla="*/ 1001743 w 1518578"/>
                    <a:gd name="connsiteY1" fmla="*/ 579 h 1111556"/>
                    <a:gd name="connsiteX2" fmla="*/ 1518578 w 1518578"/>
                    <a:gd name="connsiteY2" fmla="*/ 557171 h 1111556"/>
                    <a:gd name="connsiteX3" fmla="*/ 1094508 w 1518578"/>
                    <a:gd name="connsiteY3" fmla="*/ 875222 h 1111556"/>
                    <a:gd name="connsiteX4" fmla="*/ 339134 w 1518578"/>
                    <a:gd name="connsiteY4" fmla="*/ 716196 h 1111556"/>
                    <a:gd name="connsiteX5" fmla="*/ 113847 w 1518578"/>
                    <a:gd name="connsiteY5" fmla="*/ 1100510 h 1111556"/>
                    <a:gd name="connsiteX6" fmla="*/ 242725 w 1518578"/>
                    <a:gd name="connsiteY6" fmla="*/ 203337 h 1111556"/>
                    <a:gd name="connsiteX0" fmla="*/ 229194 w 1505047"/>
                    <a:gd name="connsiteY0" fmla="*/ 203337 h 1111556"/>
                    <a:gd name="connsiteX1" fmla="*/ 988212 w 1505047"/>
                    <a:gd name="connsiteY1" fmla="*/ 579 h 1111556"/>
                    <a:gd name="connsiteX2" fmla="*/ 1505047 w 1505047"/>
                    <a:gd name="connsiteY2" fmla="*/ 557171 h 1111556"/>
                    <a:gd name="connsiteX3" fmla="*/ 1080977 w 1505047"/>
                    <a:gd name="connsiteY3" fmla="*/ 875222 h 1111556"/>
                    <a:gd name="connsiteX4" fmla="*/ 325603 w 1505047"/>
                    <a:gd name="connsiteY4" fmla="*/ 716196 h 1111556"/>
                    <a:gd name="connsiteX5" fmla="*/ 100316 w 1505047"/>
                    <a:gd name="connsiteY5" fmla="*/ 1100510 h 1111556"/>
                    <a:gd name="connsiteX6" fmla="*/ 229194 w 1505047"/>
                    <a:gd name="connsiteY6" fmla="*/ 203337 h 1111556"/>
                    <a:gd name="connsiteX0" fmla="*/ 229194 w 1505047"/>
                    <a:gd name="connsiteY0" fmla="*/ 203337 h 1113000"/>
                    <a:gd name="connsiteX1" fmla="*/ 988212 w 1505047"/>
                    <a:gd name="connsiteY1" fmla="*/ 579 h 1113000"/>
                    <a:gd name="connsiteX2" fmla="*/ 1505047 w 1505047"/>
                    <a:gd name="connsiteY2" fmla="*/ 557171 h 1113000"/>
                    <a:gd name="connsiteX3" fmla="*/ 1080977 w 1505047"/>
                    <a:gd name="connsiteY3" fmla="*/ 875222 h 1113000"/>
                    <a:gd name="connsiteX4" fmla="*/ 325603 w 1505047"/>
                    <a:gd name="connsiteY4" fmla="*/ 716196 h 1113000"/>
                    <a:gd name="connsiteX5" fmla="*/ 100316 w 1505047"/>
                    <a:gd name="connsiteY5" fmla="*/ 1100510 h 1113000"/>
                    <a:gd name="connsiteX6" fmla="*/ 229194 w 1505047"/>
                    <a:gd name="connsiteY6" fmla="*/ 203337 h 1113000"/>
                    <a:gd name="connsiteX0" fmla="*/ 229194 w 1505047"/>
                    <a:gd name="connsiteY0" fmla="*/ 203337 h 1100510"/>
                    <a:gd name="connsiteX1" fmla="*/ 988212 w 1505047"/>
                    <a:gd name="connsiteY1" fmla="*/ 579 h 1100510"/>
                    <a:gd name="connsiteX2" fmla="*/ 1505047 w 1505047"/>
                    <a:gd name="connsiteY2" fmla="*/ 557171 h 1100510"/>
                    <a:gd name="connsiteX3" fmla="*/ 1080977 w 1505047"/>
                    <a:gd name="connsiteY3" fmla="*/ 875222 h 1100510"/>
                    <a:gd name="connsiteX4" fmla="*/ 325603 w 1505047"/>
                    <a:gd name="connsiteY4" fmla="*/ 716196 h 1100510"/>
                    <a:gd name="connsiteX5" fmla="*/ 100316 w 1505047"/>
                    <a:gd name="connsiteY5" fmla="*/ 1100510 h 1100510"/>
                    <a:gd name="connsiteX6" fmla="*/ 229194 w 1505047"/>
                    <a:gd name="connsiteY6" fmla="*/ 203337 h 1100510"/>
                    <a:gd name="connsiteX0" fmla="*/ 229194 w 1505047"/>
                    <a:gd name="connsiteY0" fmla="*/ 203337 h 1100510"/>
                    <a:gd name="connsiteX1" fmla="*/ 988212 w 1505047"/>
                    <a:gd name="connsiteY1" fmla="*/ 579 h 1100510"/>
                    <a:gd name="connsiteX2" fmla="*/ 1505047 w 1505047"/>
                    <a:gd name="connsiteY2" fmla="*/ 557171 h 1100510"/>
                    <a:gd name="connsiteX3" fmla="*/ 1080977 w 1505047"/>
                    <a:gd name="connsiteY3" fmla="*/ 875222 h 1100510"/>
                    <a:gd name="connsiteX4" fmla="*/ 325603 w 1505047"/>
                    <a:gd name="connsiteY4" fmla="*/ 716196 h 1100510"/>
                    <a:gd name="connsiteX5" fmla="*/ 100316 w 1505047"/>
                    <a:gd name="connsiteY5" fmla="*/ 1100510 h 1100510"/>
                    <a:gd name="connsiteX6" fmla="*/ 229194 w 1505047"/>
                    <a:gd name="connsiteY6" fmla="*/ 203337 h 1100510"/>
                    <a:gd name="connsiteX0" fmla="*/ 207957 w 1483810"/>
                    <a:gd name="connsiteY0" fmla="*/ 203337 h 1095747"/>
                    <a:gd name="connsiteX1" fmla="*/ 966975 w 1483810"/>
                    <a:gd name="connsiteY1" fmla="*/ 579 h 1095747"/>
                    <a:gd name="connsiteX2" fmla="*/ 1483810 w 1483810"/>
                    <a:gd name="connsiteY2" fmla="*/ 557171 h 1095747"/>
                    <a:gd name="connsiteX3" fmla="*/ 1059740 w 1483810"/>
                    <a:gd name="connsiteY3" fmla="*/ 875222 h 1095747"/>
                    <a:gd name="connsiteX4" fmla="*/ 304366 w 1483810"/>
                    <a:gd name="connsiteY4" fmla="*/ 716196 h 1095747"/>
                    <a:gd name="connsiteX5" fmla="*/ 107654 w 1483810"/>
                    <a:gd name="connsiteY5" fmla="*/ 1095747 h 1095747"/>
                    <a:gd name="connsiteX6" fmla="*/ 207957 w 1483810"/>
                    <a:gd name="connsiteY6" fmla="*/ 203337 h 1095747"/>
                    <a:gd name="connsiteX0" fmla="*/ 226995 w 1502848"/>
                    <a:gd name="connsiteY0" fmla="*/ 203337 h 1095747"/>
                    <a:gd name="connsiteX1" fmla="*/ 986013 w 1502848"/>
                    <a:gd name="connsiteY1" fmla="*/ 579 h 1095747"/>
                    <a:gd name="connsiteX2" fmla="*/ 1502848 w 1502848"/>
                    <a:gd name="connsiteY2" fmla="*/ 557171 h 1095747"/>
                    <a:gd name="connsiteX3" fmla="*/ 1078778 w 1502848"/>
                    <a:gd name="connsiteY3" fmla="*/ 875222 h 1095747"/>
                    <a:gd name="connsiteX4" fmla="*/ 323404 w 1502848"/>
                    <a:gd name="connsiteY4" fmla="*/ 716196 h 1095747"/>
                    <a:gd name="connsiteX5" fmla="*/ 126692 w 1502848"/>
                    <a:gd name="connsiteY5" fmla="*/ 1095747 h 1095747"/>
                    <a:gd name="connsiteX6" fmla="*/ 226995 w 1502848"/>
                    <a:gd name="connsiteY6" fmla="*/ 203337 h 1095747"/>
                    <a:gd name="connsiteX0" fmla="*/ 226995 w 1502848"/>
                    <a:gd name="connsiteY0" fmla="*/ 203337 h 1095747"/>
                    <a:gd name="connsiteX1" fmla="*/ 986013 w 1502848"/>
                    <a:gd name="connsiteY1" fmla="*/ 579 h 1095747"/>
                    <a:gd name="connsiteX2" fmla="*/ 1502848 w 1502848"/>
                    <a:gd name="connsiteY2" fmla="*/ 557171 h 1095747"/>
                    <a:gd name="connsiteX3" fmla="*/ 1078778 w 1502848"/>
                    <a:gd name="connsiteY3" fmla="*/ 875222 h 1095747"/>
                    <a:gd name="connsiteX4" fmla="*/ 328167 w 1502848"/>
                    <a:gd name="connsiteY4" fmla="*/ 730484 h 1095747"/>
                    <a:gd name="connsiteX5" fmla="*/ 126692 w 1502848"/>
                    <a:gd name="connsiteY5" fmla="*/ 1095747 h 1095747"/>
                    <a:gd name="connsiteX6" fmla="*/ 226995 w 1502848"/>
                    <a:gd name="connsiteY6" fmla="*/ 203337 h 1095747"/>
                    <a:gd name="connsiteX0" fmla="*/ 226995 w 1502848"/>
                    <a:gd name="connsiteY0" fmla="*/ 203337 h 1095747"/>
                    <a:gd name="connsiteX1" fmla="*/ 986013 w 1502848"/>
                    <a:gd name="connsiteY1" fmla="*/ 579 h 1095747"/>
                    <a:gd name="connsiteX2" fmla="*/ 1502848 w 1502848"/>
                    <a:gd name="connsiteY2" fmla="*/ 557171 h 1095747"/>
                    <a:gd name="connsiteX3" fmla="*/ 1078778 w 1502848"/>
                    <a:gd name="connsiteY3" fmla="*/ 875222 h 1095747"/>
                    <a:gd name="connsiteX4" fmla="*/ 328167 w 1502848"/>
                    <a:gd name="connsiteY4" fmla="*/ 730484 h 1095747"/>
                    <a:gd name="connsiteX5" fmla="*/ 126692 w 1502848"/>
                    <a:gd name="connsiteY5" fmla="*/ 1095747 h 1095747"/>
                    <a:gd name="connsiteX6" fmla="*/ 226995 w 1502848"/>
                    <a:gd name="connsiteY6" fmla="*/ 203337 h 1095747"/>
                    <a:gd name="connsiteX0" fmla="*/ 226995 w 1502848"/>
                    <a:gd name="connsiteY0" fmla="*/ 203337 h 1095747"/>
                    <a:gd name="connsiteX1" fmla="*/ 986013 w 1502848"/>
                    <a:gd name="connsiteY1" fmla="*/ 579 h 1095747"/>
                    <a:gd name="connsiteX2" fmla="*/ 1502848 w 1502848"/>
                    <a:gd name="connsiteY2" fmla="*/ 557171 h 1095747"/>
                    <a:gd name="connsiteX3" fmla="*/ 1078778 w 1502848"/>
                    <a:gd name="connsiteY3" fmla="*/ 875222 h 1095747"/>
                    <a:gd name="connsiteX4" fmla="*/ 351027 w 1502848"/>
                    <a:gd name="connsiteY4" fmla="*/ 768584 h 1095747"/>
                    <a:gd name="connsiteX5" fmla="*/ 126692 w 1502848"/>
                    <a:gd name="connsiteY5" fmla="*/ 1095747 h 1095747"/>
                    <a:gd name="connsiteX6" fmla="*/ 226995 w 1502848"/>
                    <a:gd name="connsiteY6" fmla="*/ 203337 h 1095747"/>
                    <a:gd name="connsiteX0" fmla="*/ 226995 w 1502848"/>
                    <a:gd name="connsiteY0" fmla="*/ 203337 h 1095747"/>
                    <a:gd name="connsiteX1" fmla="*/ 986013 w 1502848"/>
                    <a:gd name="connsiteY1" fmla="*/ 579 h 1095747"/>
                    <a:gd name="connsiteX2" fmla="*/ 1502848 w 1502848"/>
                    <a:gd name="connsiteY2" fmla="*/ 557171 h 1095747"/>
                    <a:gd name="connsiteX3" fmla="*/ 1078778 w 1502848"/>
                    <a:gd name="connsiteY3" fmla="*/ 875222 h 1095747"/>
                    <a:gd name="connsiteX4" fmla="*/ 351027 w 1502848"/>
                    <a:gd name="connsiteY4" fmla="*/ 768584 h 1095747"/>
                    <a:gd name="connsiteX5" fmla="*/ 126692 w 1502848"/>
                    <a:gd name="connsiteY5" fmla="*/ 1095747 h 1095747"/>
                    <a:gd name="connsiteX6" fmla="*/ 226995 w 1502848"/>
                    <a:gd name="connsiteY6" fmla="*/ 203337 h 1095747"/>
                    <a:gd name="connsiteX0" fmla="*/ 226995 w 1502848"/>
                    <a:gd name="connsiteY0" fmla="*/ 203337 h 1095747"/>
                    <a:gd name="connsiteX1" fmla="*/ 986013 w 1502848"/>
                    <a:gd name="connsiteY1" fmla="*/ 579 h 1095747"/>
                    <a:gd name="connsiteX2" fmla="*/ 1502848 w 1502848"/>
                    <a:gd name="connsiteY2" fmla="*/ 557171 h 1095747"/>
                    <a:gd name="connsiteX3" fmla="*/ 1078778 w 1502848"/>
                    <a:gd name="connsiteY3" fmla="*/ 875222 h 1095747"/>
                    <a:gd name="connsiteX4" fmla="*/ 351027 w 1502848"/>
                    <a:gd name="connsiteY4" fmla="*/ 768584 h 1095747"/>
                    <a:gd name="connsiteX5" fmla="*/ 126692 w 1502848"/>
                    <a:gd name="connsiteY5" fmla="*/ 1095747 h 1095747"/>
                    <a:gd name="connsiteX6" fmla="*/ 226995 w 1502848"/>
                    <a:gd name="connsiteY6" fmla="*/ 203337 h 1095747"/>
                    <a:gd name="connsiteX0" fmla="*/ 226995 w 1502848"/>
                    <a:gd name="connsiteY0" fmla="*/ 204919 h 1097329"/>
                    <a:gd name="connsiteX1" fmla="*/ 986013 w 1502848"/>
                    <a:gd name="connsiteY1" fmla="*/ 2161 h 1097329"/>
                    <a:gd name="connsiteX2" fmla="*/ 1502848 w 1502848"/>
                    <a:gd name="connsiteY2" fmla="*/ 558753 h 1097329"/>
                    <a:gd name="connsiteX3" fmla="*/ 1078778 w 1502848"/>
                    <a:gd name="connsiteY3" fmla="*/ 876804 h 1097329"/>
                    <a:gd name="connsiteX4" fmla="*/ 351027 w 1502848"/>
                    <a:gd name="connsiteY4" fmla="*/ 770166 h 1097329"/>
                    <a:gd name="connsiteX5" fmla="*/ 126692 w 1502848"/>
                    <a:gd name="connsiteY5" fmla="*/ 1097329 h 1097329"/>
                    <a:gd name="connsiteX6" fmla="*/ 226995 w 1502848"/>
                    <a:gd name="connsiteY6" fmla="*/ 204919 h 1097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02848" h="1097329">
                      <a:moveTo>
                        <a:pt x="226995" y="204919"/>
                      </a:moveTo>
                      <a:cubicBezTo>
                        <a:pt x="441901" y="2713"/>
                        <a:pt x="738639" y="-6673"/>
                        <a:pt x="986013" y="2161"/>
                      </a:cubicBezTo>
                      <a:cubicBezTo>
                        <a:pt x="1281979" y="77257"/>
                        <a:pt x="1485178" y="417396"/>
                        <a:pt x="1502848" y="558753"/>
                      </a:cubicBezTo>
                      <a:cubicBezTo>
                        <a:pt x="1361491" y="664770"/>
                        <a:pt x="1273144" y="890057"/>
                        <a:pt x="1078778" y="876804"/>
                      </a:cubicBezTo>
                      <a:cubicBezTo>
                        <a:pt x="836194" y="841258"/>
                        <a:pt x="601231" y="729512"/>
                        <a:pt x="351027" y="770166"/>
                      </a:cubicBezTo>
                      <a:cubicBezTo>
                        <a:pt x="311188" y="822527"/>
                        <a:pt x="221776" y="882091"/>
                        <a:pt x="126692" y="1097329"/>
                      </a:cubicBezTo>
                      <a:cubicBezTo>
                        <a:pt x="-141898" y="593262"/>
                        <a:pt x="77356" y="361737"/>
                        <a:pt x="226995" y="204919"/>
                      </a:cubicBezTo>
                      <a:close/>
                    </a:path>
                  </a:pathLst>
                </a:custGeom>
                <a:solidFill>
                  <a:srgbClr val="FFEB95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E7D6A59F-BC69-0E61-2295-804FEC47AE5C}"/>
                    </a:ext>
                  </a:extLst>
                </p:cNvPr>
                <p:cNvSpPr/>
                <p:nvPr/>
              </p:nvSpPr>
              <p:spPr>
                <a:xfrm>
                  <a:off x="4638263" y="481013"/>
                  <a:ext cx="380382" cy="31432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53942CEE-7CE4-DC20-C57A-3B9BB7B2FF47}"/>
                    </a:ext>
                  </a:extLst>
                </p:cNvPr>
                <p:cNvSpPr/>
                <p:nvPr/>
              </p:nvSpPr>
              <p:spPr>
                <a:xfrm>
                  <a:off x="4723227" y="571500"/>
                  <a:ext cx="161374" cy="13335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Cloud 58">
                  <a:extLst>
                    <a:ext uri="{FF2B5EF4-FFF2-40B4-BE49-F238E27FC236}">
                      <a16:creationId xmlns:a16="http://schemas.microsoft.com/office/drawing/2014/main" id="{1F3F5910-0299-9333-F5B5-C311798109A3}"/>
                    </a:ext>
                  </a:extLst>
                </p:cNvPr>
                <p:cNvSpPr/>
                <p:nvPr/>
              </p:nvSpPr>
              <p:spPr>
                <a:xfrm rot="20967020">
                  <a:off x="4178740" y="1727650"/>
                  <a:ext cx="1879401" cy="1050111"/>
                </a:xfrm>
                <a:prstGeom prst="cloud">
                  <a:avLst/>
                </a:prstGeom>
                <a:solidFill>
                  <a:sysClr val="window" lastClr="FFFFF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 10">
                  <a:extLst>
                    <a:ext uri="{FF2B5EF4-FFF2-40B4-BE49-F238E27FC236}">
                      <a16:creationId xmlns:a16="http://schemas.microsoft.com/office/drawing/2014/main" id="{72C5A999-9D33-AB15-95FD-C152B5819FA7}"/>
                    </a:ext>
                  </a:extLst>
                </p:cNvPr>
                <p:cNvSpPr/>
                <p:nvPr/>
              </p:nvSpPr>
              <p:spPr>
                <a:xfrm rot="20985504">
                  <a:off x="4650322" y="1277393"/>
                  <a:ext cx="664510" cy="1120953"/>
                </a:xfrm>
                <a:custGeom>
                  <a:avLst/>
                  <a:gdLst>
                    <a:gd name="connsiteX0" fmla="*/ 0 w 499606"/>
                    <a:gd name="connsiteY0" fmla="*/ 0 h 1095747"/>
                    <a:gd name="connsiteX1" fmla="*/ 499606 w 499606"/>
                    <a:gd name="connsiteY1" fmla="*/ 0 h 1095747"/>
                    <a:gd name="connsiteX2" fmla="*/ 499606 w 499606"/>
                    <a:gd name="connsiteY2" fmla="*/ 1095747 h 1095747"/>
                    <a:gd name="connsiteX3" fmla="*/ 0 w 499606"/>
                    <a:gd name="connsiteY3" fmla="*/ 1095747 h 1095747"/>
                    <a:gd name="connsiteX4" fmla="*/ 0 w 499606"/>
                    <a:gd name="connsiteY4" fmla="*/ 0 h 1095747"/>
                    <a:gd name="connsiteX0" fmla="*/ 0 w 544597"/>
                    <a:gd name="connsiteY0" fmla="*/ 0 h 1103876"/>
                    <a:gd name="connsiteX1" fmla="*/ 544597 w 544597"/>
                    <a:gd name="connsiteY1" fmla="*/ 8129 h 1103876"/>
                    <a:gd name="connsiteX2" fmla="*/ 544597 w 544597"/>
                    <a:gd name="connsiteY2" fmla="*/ 1103876 h 1103876"/>
                    <a:gd name="connsiteX3" fmla="*/ 44991 w 544597"/>
                    <a:gd name="connsiteY3" fmla="*/ 1103876 h 1103876"/>
                    <a:gd name="connsiteX4" fmla="*/ 0 w 544597"/>
                    <a:gd name="connsiteY4" fmla="*/ 0 h 1103876"/>
                    <a:gd name="connsiteX0" fmla="*/ 0 w 544597"/>
                    <a:gd name="connsiteY0" fmla="*/ 0 h 1120953"/>
                    <a:gd name="connsiteX1" fmla="*/ 544597 w 544597"/>
                    <a:gd name="connsiteY1" fmla="*/ 8129 h 1120953"/>
                    <a:gd name="connsiteX2" fmla="*/ 544597 w 544597"/>
                    <a:gd name="connsiteY2" fmla="*/ 1103876 h 1120953"/>
                    <a:gd name="connsiteX3" fmla="*/ 10932 w 544597"/>
                    <a:gd name="connsiteY3" fmla="*/ 1120953 h 1120953"/>
                    <a:gd name="connsiteX4" fmla="*/ 0 w 544597"/>
                    <a:gd name="connsiteY4" fmla="*/ 0 h 1120953"/>
                    <a:gd name="connsiteX0" fmla="*/ 0 w 567093"/>
                    <a:gd name="connsiteY0" fmla="*/ 0 h 1120953"/>
                    <a:gd name="connsiteX1" fmla="*/ 567093 w 567093"/>
                    <a:gd name="connsiteY1" fmla="*/ 12194 h 1120953"/>
                    <a:gd name="connsiteX2" fmla="*/ 544597 w 567093"/>
                    <a:gd name="connsiteY2" fmla="*/ 1103876 h 1120953"/>
                    <a:gd name="connsiteX3" fmla="*/ 10932 w 567093"/>
                    <a:gd name="connsiteY3" fmla="*/ 1120953 h 1120953"/>
                    <a:gd name="connsiteX4" fmla="*/ 0 w 567093"/>
                    <a:gd name="connsiteY4" fmla="*/ 0 h 1120953"/>
                    <a:gd name="connsiteX0" fmla="*/ 0 w 589589"/>
                    <a:gd name="connsiteY0" fmla="*/ 0 h 1120953"/>
                    <a:gd name="connsiteX1" fmla="*/ 567093 w 589589"/>
                    <a:gd name="connsiteY1" fmla="*/ 12194 h 1120953"/>
                    <a:gd name="connsiteX2" fmla="*/ 589589 w 589589"/>
                    <a:gd name="connsiteY2" fmla="*/ 1112005 h 1120953"/>
                    <a:gd name="connsiteX3" fmla="*/ 10932 w 589589"/>
                    <a:gd name="connsiteY3" fmla="*/ 1120953 h 1120953"/>
                    <a:gd name="connsiteX4" fmla="*/ 0 w 589589"/>
                    <a:gd name="connsiteY4" fmla="*/ 0 h 1120953"/>
                    <a:gd name="connsiteX0" fmla="*/ 0 w 589589"/>
                    <a:gd name="connsiteY0" fmla="*/ 0 h 1120953"/>
                    <a:gd name="connsiteX1" fmla="*/ 567093 w 589589"/>
                    <a:gd name="connsiteY1" fmla="*/ 12194 h 1120953"/>
                    <a:gd name="connsiteX2" fmla="*/ 589589 w 589589"/>
                    <a:gd name="connsiteY2" fmla="*/ 1112005 h 1120953"/>
                    <a:gd name="connsiteX3" fmla="*/ 10932 w 589589"/>
                    <a:gd name="connsiteY3" fmla="*/ 1120953 h 1120953"/>
                    <a:gd name="connsiteX4" fmla="*/ 0 w 589589"/>
                    <a:gd name="connsiteY4" fmla="*/ 0 h 1120953"/>
                    <a:gd name="connsiteX0" fmla="*/ 74921 w 664510"/>
                    <a:gd name="connsiteY0" fmla="*/ 0 h 1120953"/>
                    <a:gd name="connsiteX1" fmla="*/ 642014 w 664510"/>
                    <a:gd name="connsiteY1" fmla="*/ 12194 h 1120953"/>
                    <a:gd name="connsiteX2" fmla="*/ 664510 w 664510"/>
                    <a:gd name="connsiteY2" fmla="*/ 1112005 h 1120953"/>
                    <a:gd name="connsiteX3" fmla="*/ 85853 w 664510"/>
                    <a:gd name="connsiteY3" fmla="*/ 1120953 h 1120953"/>
                    <a:gd name="connsiteX4" fmla="*/ 74921 w 664510"/>
                    <a:gd name="connsiteY4" fmla="*/ 0 h 1120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510" h="1120953">
                      <a:moveTo>
                        <a:pt x="74921" y="0"/>
                      </a:moveTo>
                      <a:lnTo>
                        <a:pt x="642014" y="12194"/>
                      </a:lnTo>
                      <a:cubicBezTo>
                        <a:pt x="649513" y="378798"/>
                        <a:pt x="338448" y="494259"/>
                        <a:pt x="664510" y="1112005"/>
                      </a:cubicBezTo>
                      <a:lnTo>
                        <a:pt x="85853" y="1120953"/>
                      </a:lnTo>
                      <a:cubicBezTo>
                        <a:pt x="-102640" y="613240"/>
                        <a:pt x="78565" y="373651"/>
                        <a:pt x="74921" y="0"/>
                      </a:cubicBezTo>
                      <a:close/>
                    </a:path>
                  </a:pathLst>
                </a:custGeom>
                <a:solidFill>
                  <a:srgbClr val="EECAB8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21960627-369D-5DD9-FFD7-55CD7D2605BC}"/>
                    </a:ext>
                  </a:extLst>
                </p:cNvPr>
                <p:cNvSpPr/>
                <p:nvPr/>
              </p:nvSpPr>
              <p:spPr>
                <a:xfrm rot="21021619">
                  <a:off x="4519614" y="1154909"/>
                  <a:ext cx="795456" cy="284320"/>
                </a:xfrm>
                <a:prstGeom prst="ellipse">
                  <a:avLst/>
                </a:prstGeom>
                <a:solidFill>
                  <a:srgbClr val="EECAB8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 10">
                  <a:extLst>
                    <a:ext uri="{FF2B5EF4-FFF2-40B4-BE49-F238E27FC236}">
                      <a16:creationId xmlns:a16="http://schemas.microsoft.com/office/drawing/2014/main" id="{57841594-FBB0-A94F-8EED-51613FCC0521}"/>
                    </a:ext>
                  </a:extLst>
                </p:cNvPr>
                <p:cNvSpPr/>
                <p:nvPr/>
              </p:nvSpPr>
              <p:spPr>
                <a:xfrm rot="20985504">
                  <a:off x="4630012" y="2207911"/>
                  <a:ext cx="982196" cy="301822"/>
                </a:xfrm>
                <a:custGeom>
                  <a:avLst/>
                  <a:gdLst>
                    <a:gd name="connsiteX0" fmla="*/ 0 w 982196"/>
                    <a:gd name="connsiteY0" fmla="*/ 0 h 301822"/>
                    <a:gd name="connsiteX1" fmla="*/ 982196 w 982196"/>
                    <a:gd name="connsiteY1" fmla="*/ 0 h 301822"/>
                    <a:gd name="connsiteX2" fmla="*/ 982196 w 982196"/>
                    <a:gd name="connsiteY2" fmla="*/ 301822 h 301822"/>
                    <a:gd name="connsiteX3" fmla="*/ 0 w 982196"/>
                    <a:gd name="connsiteY3" fmla="*/ 301822 h 301822"/>
                    <a:gd name="connsiteX4" fmla="*/ 0 w 982196"/>
                    <a:gd name="connsiteY4" fmla="*/ 0 h 301822"/>
                    <a:gd name="connsiteX0" fmla="*/ 0 w 982196"/>
                    <a:gd name="connsiteY0" fmla="*/ 0 h 301822"/>
                    <a:gd name="connsiteX1" fmla="*/ 982196 w 982196"/>
                    <a:gd name="connsiteY1" fmla="*/ 0 h 301822"/>
                    <a:gd name="connsiteX2" fmla="*/ 982196 w 982196"/>
                    <a:gd name="connsiteY2" fmla="*/ 301822 h 301822"/>
                    <a:gd name="connsiteX3" fmla="*/ 0 w 982196"/>
                    <a:gd name="connsiteY3" fmla="*/ 301822 h 301822"/>
                    <a:gd name="connsiteX4" fmla="*/ 0 w 982196"/>
                    <a:gd name="connsiteY4" fmla="*/ 0 h 301822"/>
                    <a:gd name="connsiteX0" fmla="*/ 0 w 982196"/>
                    <a:gd name="connsiteY0" fmla="*/ 0 h 301822"/>
                    <a:gd name="connsiteX1" fmla="*/ 982196 w 982196"/>
                    <a:gd name="connsiteY1" fmla="*/ 0 h 301822"/>
                    <a:gd name="connsiteX2" fmla="*/ 982196 w 982196"/>
                    <a:gd name="connsiteY2" fmla="*/ 301822 h 301822"/>
                    <a:gd name="connsiteX3" fmla="*/ 0 w 982196"/>
                    <a:gd name="connsiteY3" fmla="*/ 301822 h 301822"/>
                    <a:gd name="connsiteX4" fmla="*/ 0 w 982196"/>
                    <a:gd name="connsiteY4" fmla="*/ 0 h 301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2196" h="301822">
                      <a:moveTo>
                        <a:pt x="0" y="0"/>
                      </a:moveTo>
                      <a:cubicBezTo>
                        <a:pt x="320625" y="37493"/>
                        <a:pt x="601770" y="122057"/>
                        <a:pt x="982196" y="0"/>
                      </a:cubicBezTo>
                      <a:lnTo>
                        <a:pt x="982196" y="301822"/>
                      </a:lnTo>
                      <a:lnTo>
                        <a:pt x="0" y="30182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Oval 31">
                  <a:extLst>
                    <a:ext uri="{FF2B5EF4-FFF2-40B4-BE49-F238E27FC236}">
                      <a16:creationId xmlns:a16="http://schemas.microsoft.com/office/drawing/2014/main" id="{802E1684-8494-2198-139D-5AE157C571EC}"/>
                    </a:ext>
                  </a:extLst>
                </p:cNvPr>
                <p:cNvSpPr/>
                <p:nvPr/>
              </p:nvSpPr>
              <p:spPr>
                <a:xfrm>
                  <a:off x="4638262" y="455210"/>
                  <a:ext cx="380382" cy="176808"/>
                </a:xfrm>
                <a:custGeom>
                  <a:avLst/>
                  <a:gdLst>
                    <a:gd name="connsiteX0" fmla="*/ 0 w 380382"/>
                    <a:gd name="connsiteY0" fmla="*/ 157163 h 314325"/>
                    <a:gd name="connsiteX1" fmla="*/ 190191 w 380382"/>
                    <a:gd name="connsiteY1" fmla="*/ 0 h 314325"/>
                    <a:gd name="connsiteX2" fmla="*/ 380382 w 380382"/>
                    <a:gd name="connsiteY2" fmla="*/ 157163 h 314325"/>
                    <a:gd name="connsiteX3" fmla="*/ 190191 w 380382"/>
                    <a:gd name="connsiteY3" fmla="*/ 314326 h 314325"/>
                    <a:gd name="connsiteX4" fmla="*/ 0 w 380382"/>
                    <a:gd name="connsiteY4" fmla="*/ 157163 h 314325"/>
                    <a:gd name="connsiteX0" fmla="*/ 0 w 380382"/>
                    <a:gd name="connsiteY0" fmla="*/ 157163 h 176808"/>
                    <a:gd name="connsiteX1" fmla="*/ 190191 w 380382"/>
                    <a:gd name="connsiteY1" fmla="*/ 0 h 176808"/>
                    <a:gd name="connsiteX2" fmla="*/ 380382 w 380382"/>
                    <a:gd name="connsiteY2" fmla="*/ 157163 h 176808"/>
                    <a:gd name="connsiteX3" fmla="*/ 0 w 380382"/>
                    <a:gd name="connsiteY3" fmla="*/ 157163 h 176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382" h="176808">
                      <a:moveTo>
                        <a:pt x="0" y="157163"/>
                      </a:moveTo>
                      <a:cubicBezTo>
                        <a:pt x="0" y="70364"/>
                        <a:pt x="85151" y="0"/>
                        <a:pt x="190191" y="0"/>
                      </a:cubicBezTo>
                      <a:cubicBezTo>
                        <a:pt x="295231" y="0"/>
                        <a:pt x="380382" y="70364"/>
                        <a:pt x="380382" y="157163"/>
                      </a:cubicBezTo>
                      <a:cubicBezTo>
                        <a:pt x="348684" y="183357"/>
                        <a:pt x="31699" y="183357"/>
                        <a:pt x="0" y="157163"/>
                      </a:cubicBezTo>
                      <a:close/>
                    </a:path>
                  </a:pathLst>
                </a:custGeom>
                <a:solidFill>
                  <a:srgbClr val="EECAB8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0208D337-B6A9-0EDD-178A-8412FC107F4E}"/>
                    </a:ext>
                  </a:extLst>
                </p:cNvPr>
                <p:cNvSpPr/>
                <p:nvPr/>
              </p:nvSpPr>
              <p:spPr>
                <a:xfrm>
                  <a:off x="3671946" y="754413"/>
                  <a:ext cx="80687" cy="7677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38C703EC-C6D8-EF2F-2C70-71AADA81CA61}"/>
                    </a:ext>
                  </a:extLst>
                </p:cNvPr>
                <p:cNvSpPr/>
                <p:nvPr/>
              </p:nvSpPr>
              <p:spPr>
                <a:xfrm>
                  <a:off x="4691063" y="23782"/>
                  <a:ext cx="353130" cy="166718"/>
                </a:xfrm>
                <a:custGeom>
                  <a:avLst/>
                  <a:gdLst>
                    <a:gd name="connsiteX0" fmla="*/ 0 w 353130"/>
                    <a:gd name="connsiteY0" fmla="*/ 128618 h 166718"/>
                    <a:gd name="connsiteX1" fmla="*/ 38100 w 353130"/>
                    <a:gd name="connsiteY1" fmla="*/ 42893 h 166718"/>
                    <a:gd name="connsiteX2" fmla="*/ 38100 w 353130"/>
                    <a:gd name="connsiteY2" fmla="*/ 42893 h 166718"/>
                    <a:gd name="connsiteX3" fmla="*/ 47625 w 353130"/>
                    <a:gd name="connsiteY3" fmla="*/ 76231 h 166718"/>
                    <a:gd name="connsiteX4" fmla="*/ 166687 w 353130"/>
                    <a:gd name="connsiteY4" fmla="*/ 31 h 166718"/>
                    <a:gd name="connsiteX5" fmla="*/ 195262 w 353130"/>
                    <a:gd name="connsiteY5" fmla="*/ 66706 h 166718"/>
                    <a:gd name="connsiteX6" fmla="*/ 257175 w 353130"/>
                    <a:gd name="connsiteY6" fmla="*/ 52418 h 166718"/>
                    <a:gd name="connsiteX7" fmla="*/ 290512 w 353130"/>
                    <a:gd name="connsiteY7" fmla="*/ 66706 h 166718"/>
                    <a:gd name="connsiteX8" fmla="*/ 328612 w 353130"/>
                    <a:gd name="connsiteY8" fmla="*/ 19081 h 166718"/>
                    <a:gd name="connsiteX9" fmla="*/ 342900 w 353130"/>
                    <a:gd name="connsiteY9" fmla="*/ 85756 h 166718"/>
                    <a:gd name="connsiteX10" fmla="*/ 352425 w 353130"/>
                    <a:gd name="connsiteY10" fmla="*/ 152431 h 166718"/>
                    <a:gd name="connsiteX11" fmla="*/ 352425 w 353130"/>
                    <a:gd name="connsiteY11" fmla="*/ 166718 h 166718"/>
                    <a:gd name="connsiteX12" fmla="*/ 352425 w 353130"/>
                    <a:gd name="connsiteY12" fmla="*/ 166718 h 166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53130" h="166718">
                      <a:moveTo>
                        <a:pt x="0" y="128618"/>
                      </a:moveTo>
                      <a:lnTo>
                        <a:pt x="38100" y="42893"/>
                      </a:lnTo>
                      <a:lnTo>
                        <a:pt x="38100" y="42893"/>
                      </a:lnTo>
                      <a:cubicBezTo>
                        <a:pt x="39687" y="48449"/>
                        <a:pt x="26194" y="83375"/>
                        <a:pt x="47625" y="76231"/>
                      </a:cubicBezTo>
                      <a:cubicBezTo>
                        <a:pt x="69056" y="69087"/>
                        <a:pt x="142081" y="1618"/>
                        <a:pt x="166687" y="31"/>
                      </a:cubicBezTo>
                      <a:cubicBezTo>
                        <a:pt x="191293" y="-1556"/>
                        <a:pt x="180181" y="57975"/>
                        <a:pt x="195262" y="66706"/>
                      </a:cubicBezTo>
                      <a:cubicBezTo>
                        <a:pt x="210343" y="75437"/>
                        <a:pt x="241300" y="52418"/>
                        <a:pt x="257175" y="52418"/>
                      </a:cubicBezTo>
                      <a:cubicBezTo>
                        <a:pt x="273050" y="52418"/>
                        <a:pt x="278606" y="72262"/>
                        <a:pt x="290512" y="66706"/>
                      </a:cubicBezTo>
                      <a:cubicBezTo>
                        <a:pt x="302418" y="61150"/>
                        <a:pt x="319881" y="15906"/>
                        <a:pt x="328612" y="19081"/>
                      </a:cubicBezTo>
                      <a:cubicBezTo>
                        <a:pt x="337343" y="22256"/>
                        <a:pt x="338931" y="63531"/>
                        <a:pt x="342900" y="85756"/>
                      </a:cubicBezTo>
                      <a:cubicBezTo>
                        <a:pt x="346869" y="107981"/>
                        <a:pt x="352425" y="152431"/>
                        <a:pt x="352425" y="152431"/>
                      </a:cubicBezTo>
                      <a:cubicBezTo>
                        <a:pt x="354012" y="165925"/>
                        <a:pt x="352425" y="166718"/>
                        <a:pt x="352425" y="166718"/>
                      </a:cubicBezTo>
                      <a:lnTo>
                        <a:pt x="352425" y="166718"/>
                      </a:lnTo>
                    </a:path>
                  </a:pathLst>
                </a:custGeom>
                <a:solidFill>
                  <a:srgbClr val="EECAB8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4D93385-D2DB-126B-F456-2F0F30AD856C}"/>
                </a:ext>
              </a:extLst>
            </p:cNvPr>
            <p:cNvSpPr/>
            <p:nvPr/>
          </p:nvSpPr>
          <p:spPr>
            <a:xfrm flipH="1">
              <a:off x="7543028" y="1537506"/>
              <a:ext cx="717598" cy="187608"/>
            </a:xfrm>
            <a:custGeom>
              <a:avLst/>
              <a:gdLst>
                <a:gd name="connsiteX0" fmla="*/ 0 w 816099"/>
                <a:gd name="connsiteY0" fmla="*/ 213360 h 213360"/>
                <a:gd name="connsiteX1" fmla="*/ 175260 w 816099"/>
                <a:gd name="connsiteY1" fmla="*/ 99060 h 213360"/>
                <a:gd name="connsiteX2" fmla="*/ 510540 w 816099"/>
                <a:gd name="connsiteY2" fmla="*/ 45720 h 213360"/>
                <a:gd name="connsiteX3" fmla="*/ 792480 w 816099"/>
                <a:gd name="connsiteY3" fmla="*/ 22860 h 213360"/>
                <a:gd name="connsiteX4" fmla="*/ 800100 w 816099"/>
                <a:gd name="connsiteY4" fmla="*/ 0 h 213360"/>
                <a:gd name="connsiteX5" fmla="*/ 800100 w 816099"/>
                <a:gd name="connsiteY5" fmla="*/ 0 h 213360"/>
                <a:gd name="connsiteX6" fmla="*/ 800100 w 816099"/>
                <a:gd name="connsiteY6" fmla="*/ 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099" h="213360">
                  <a:moveTo>
                    <a:pt x="0" y="213360"/>
                  </a:moveTo>
                  <a:cubicBezTo>
                    <a:pt x="45085" y="170180"/>
                    <a:pt x="90170" y="127000"/>
                    <a:pt x="175260" y="99060"/>
                  </a:cubicBezTo>
                  <a:cubicBezTo>
                    <a:pt x="260350" y="71120"/>
                    <a:pt x="407670" y="58420"/>
                    <a:pt x="510540" y="45720"/>
                  </a:cubicBezTo>
                  <a:cubicBezTo>
                    <a:pt x="613410" y="33020"/>
                    <a:pt x="744220" y="30480"/>
                    <a:pt x="792480" y="22860"/>
                  </a:cubicBezTo>
                  <a:cubicBezTo>
                    <a:pt x="840740" y="15240"/>
                    <a:pt x="800100" y="0"/>
                    <a:pt x="800100" y="0"/>
                  </a:cubicBezTo>
                  <a:lnTo>
                    <a:pt x="800100" y="0"/>
                  </a:lnTo>
                  <a:lnTo>
                    <a:pt x="800100" y="0"/>
                  </a:ln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5171AC1-ABC3-6283-2379-6F42AD885A87}"/>
              </a:ext>
            </a:extLst>
          </p:cNvPr>
          <p:cNvGrpSpPr/>
          <p:nvPr/>
        </p:nvGrpSpPr>
        <p:grpSpPr>
          <a:xfrm flipH="1">
            <a:off x="8299252" y="332499"/>
            <a:ext cx="3913347" cy="6615790"/>
            <a:chOff x="3135414" y="-41409"/>
            <a:chExt cx="4450514" cy="7523908"/>
          </a:xfrm>
          <a:solidFill>
            <a:schemeClr val="bg1"/>
          </a:solidFill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5C55971B-93F6-F05C-6B95-290344799B91}"/>
                </a:ext>
              </a:extLst>
            </p:cNvPr>
            <p:cNvGrpSpPr/>
            <p:nvPr/>
          </p:nvGrpSpPr>
          <p:grpSpPr>
            <a:xfrm>
              <a:off x="6087929" y="3899027"/>
              <a:ext cx="1488574" cy="3583472"/>
              <a:chOff x="6087929" y="3899027"/>
              <a:chExt cx="1488574" cy="3583472"/>
            </a:xfrm>
            <a:grpFill/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09A8590D-00CC-08B1-1342-B3A81E850201}"/>
                  </a:ext>
                </a:extLst>
              </p:cNvPr>
              <p:cNvGrpSpPr/>
              <p:nvPr/>
            </p:nvGrpSpPr>
            <p:grpSpPr>
              <a:xfrm>
                <a:off x="6087929" y="3899027"/>
                <a:ext cx="1331285" cy="2567761"/>
                <a:chOff x="6087929" y="3899027"/>
                <a:chExt cx="1331285" cy="2567761"/>
              </a:xfrm>
              <a:grpFill/>
            </p:grpSpPr>
            <p:sp>
              <p:nvSpPr>
                <p:cNvPr id="128" name="Rectangle 15">
                  <a:extLst>
                    <a:ext uri="{FF2B5EF4-FFF2-40B4-BE49-F238E27FC236}">
                      <a16:creationId xmlns:a16="http://schemas.microsoft.com/office/drawing/2014/main" id="{66082C73-093F-198D-544B-0DAFBD4B34D6}"/>
                    </a:ext>
                  </a:extLst>
                </p:cNvPr>
                <p:cNvSpPr/>
                <p:nvPr/>
              </p:nvSpPr>
              <p:spPr>
                <a:xfrm rot="20489157">
                  <a:off x="6213347" y="3899027"/>
                  <a:ext cx="1205867" cy="2567761"/>
                </a:xfrm>
                <a:custGeom>
                  <a:avLst/>
                  <a:gdLst>
                    <a:gd name="connsiteX0" fmla="*/ 0 w 904468"/>
                    <a:gd name="connsiteY0" fmla="*/ 0 h 1879600"/>
                    <a:gd name="connsiteX1" fmla="*/ 904468 w 904468"/>
                    <a:gd name="connsiteY1" fmla="*/ 0 h 1879600"/>
                    <a:gd name="connsiteX2" fmla="*/ 904468 w 904468"/>
                    <a:gd name="connsiteY2" fmla="*/ 1879600 h 1879600"/>
                    <a:gd name="connsiteX3" fmla="*/ 0 w 904468"/>
                    <a:gd name="connsiteY3" fmla="*/ 1879600 h 1879600"/>
                    <a:gd name="connsiteX4" fmla="*/ 0 w 904468"/>
                    <a:gd name="connsiteY4" fmla="*/ 0 h 1879600"/>
                    <a:gd name="connsiteX0" fmla="*/ 0 w 904468"/>
                    <a:gd name="connsiteY0" fmla="*/ 0 h 2469915"/>
                    <a:gd name="connsiteX1" fmla="*/ 904468 w 904468"/>
                    <a:gd name="connsiteY1" fmla="*/ 0 h 2469915"/>
                    <a:gd name="connsiteX2" fmla="*/ 867508 w 904468"/>
                    <a:gd name="connsiteY2" fmla="*/ 2469915 h 2469915"/>
                    <a:gd name="connsiteX3" fmla="*/ 0 w 904468"/>
                    <a:gd name="connsiteY3" fmla="*/ 1879600 h 2469915"/>
                    <a:gd name="connsiteX4" fmla="*/ 0 w 904468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92010"/>
                    <a:gd name="connsiteY0" fmla="*/ 0 h 2385671"/>
                    <a:gd name="connsiteX1" fmla="*/ 1060580 w 1092010"/>
                    <a:gd name="connsiteY1" fmla="*/ 0 h 2385671"/>
                    <a:gd name="connsiteX2" fmla="*/ 1092010 w 1092010"/>
                    <a:gd name="connsiteY2" fmla="*/ 2385671 h 2385671"/>
                    <a:gd name="connsiteX3" fmla="*/ 0 w 1092010"/>
                    <a:gd name="connsiteY3" fmla="*/ 1505887 h 2385671"/>
                    <a:gd name="connsiteX4" fmla="*/ 156112 w 1092010"/>
                    <a:gd name="connsiteY4" fmla="*/ 0 h 2385671"/>
                    <a:gd name="connsiteX0" fmla="*/ 156112 w 1217191"/>
                    <a:gd name="connsiteY0" fmla="*/ 0 h 2385671"/>
                    <a:gd name="connsiteX1" fmla="*/ 1217191 w 1217191"/>
                    <a:gd name="connsiteY1" fmla="*/ 12264 h 2385671"/>
                    <a:gd name="connsiteX2" fmla="*/ 1092010 w 1217191"/>
                    <a:gd name="connsiteY2" fmla="*/ 2385671 h 2385671"/>
                    <a:gd name="connsiteX3" fmla="*/ 0 w 1217191"/>
                    <a:gd name="connsiteY3" fmla="*/ 1505887 h 2385671"/>
                    <a:gd name="connsiteX4" fmla="*/ 156112 w 1217191"/>
                    <a:gd name="connsiteY4" fmla="*/ 0 h 2385671"/>
                    <a:gd name="connsiteX0" fmla="*/ 156112 w 1217191"/>
                    <a:gd name="connsiteY0" fmla="*/ 0 h 2548690"/>
                    <a:gd name="connsiteX1" fmla="*/ 1217191 w 1217191"/>
                    <a:gd name="connsiteY1" fmla="*/ 12264 h 2548690"/>
                    <a:gd name="connsiteX2" fmla="*/ 1092010 w 1217191"/>
                    <a:gd name="connsiteY2" fmla="*/ 2385671 h 2548690"/>
                    <a:gd name="connsiteX3" fmla="*/ 0 w 1217191"/>
                    <a:gd name="connsiteY3" fmla="*/ 1505887 h 2548690"/>
                    <a:gd name="connsiteX4" fmla="*/ 156112 w 1217191"/>
                    <a:gd name="connsiteY4" fmla="*/ 0 h 2548690"/>
                    <a:gd name="connsiteX0" fmla="*/ 156112 w 1217191"/>
                    <a:gd name="connsiteY0" fmla="*/ 0 h 2515554"/>
                    <a:gd name="connsiteX1" fmla="*/ 1217191 w 1217191"/>
                    <a:gd name="connsiteY1" fmla="*/ 12264 h 2515554"/>
                    <a:gd name="connsiteX2" fmla="*/ 1092010 w 1217191"/>
                    <a:gd name="connsiteY2" fmla="*/ 2385671 h 2515554"/>
                    <a:gd name="connsiteX3" fmla="*/ 0 w 1217191"/>
                    <a:gd name="connsiteY3" fmla="*/ 1505887 h 2515554"/>
                    <a:gd name="connsiteX4" fmla="*/ 156112 w 1217191"/>
                    <a:gd name="connsiteY4" fmla="*/ 0 h 2515554"/>
                    <a:gd name="connsiteX0" fmla="*/ 156112 w 1217191"/>
                    <a:gd name="connsiteY0" fmla="*/ 0 h 2546838"/>
                    <a:gd name="connsiteX1" fmla="*/ 1217191 w 1217191"/>
                    <a:gd name="connsiteY1" fmla="*/ 12264 h 2546838"/>
                    <a:gd name="connsiteX2" fmla="*/ 1092010 w 1217191"/>
                    <a:gd name="connsiteY2" fmla="*/ 2385671 h 2546838"/>
                    <a:gd name="connsiteX3" fmla="*/ 0 w 1217191"/>
                    <a:gd name="connsiteY3" fmla="*/ 1505887 h 2546838"/>
                    <a:gd name="connsiteX4" fmla="*/ 156112 w 1217191"/>
                    <a:gd name="connsiteY4" fmla="*/ 0 h 2546838"/>
                    <a:gd name="connsiteX0" fmla="*/ 156112 w 1217191"/>
                    <a:gd name="connsiteY0" fmla="*/ 0 h 2567761"/>
                    <a:gd name="connsiteX1" fmla="*/ 1217191 w 1217191"/>
                    <a:gd name="connsiteY1" fmla="*/ 12264 h 2567761"/>
                    <a:gd name="connsiteX2" fmla="*/ 1092010 w 1217191"/>
                    <a:gd name="connsiteY2" fmla="*/ 2385671 h 2567761"/>
                    <a:gd name="connsiteX3" fmla="*/ 0 w 1217191"/>
                    <a:gd name="connsiteY3" fmla="*/ 1505887 h 2567761"/>
                    <a:gd name="connsiteX4" fmla="*/ 156112 w 1217191"/>
                    <a:gd name="connsiteY4" fmla="*/ 0 h 2567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7191" h="2567761">
                      <a:moveTo>
                        <a:pt x="156112" y="0"/>
                      </a:moveTo>
                      <a:lnTo>
                        <a:pt x="1217191" y="12264"/>
                      </a:lnTo>
                      <a:lnTo>
                        <a:pt x="1092010" y="2385671"/>
                      </a:lnTo>
                      <a:cubicBezTo>
                        <a:pt x="982983" y="2610837"/>
                        <a:pt x="151004" y="2875169"/>
                        <a:pt x="0" y="1505887"/>
                      </a:cubicBezTo>
                      <a:lnTo>
                        <a:pt x="156112" y="0"/>
                      </a:lnTo>
                      <a:close/>
                    </a:path>
                  </a:pathLst>
                </a:custGeom>
                <a:grp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ectangle 15">
                  <a:extLst>
                    <a:ext uri="{FF2B5EF4-FFF2-40B4-BE49-F238E27FC236}">
                      <a16:creationId xmlns:a16="http://schemas.microsoft.com/office/drawing/2014/main" id="{454476F0-C63A-726F-91A0-1EBED20F110A}"/>
                    </a:ext>
                  </a:extLst>
                </p:cNvPr>
                <p:cNvSpPr/>
                <p:nvPr/>
              </p:nvSpPr>
              <p:spPr>
                <a:xfrm rot="20489157">
                  <a:off x="6087929" y="3902213"/>
                  <a:ext cx="1131672" cy="2409771"/>
                </a:xfrm>
                <a:custGeom>
                  <a:avLst/>
                  <a:gdLst>
                    <a:gd name="connsiteX0" fmla="*/ 0 w 904468"/>
                    <a:gd name="connsiteY0" fmla="*/ 0 h 1879600"/>
                    <a:gd name="connsiteX1" fmla="*/ 904468 w 904468"/>
                    <a:gd name="connsiteY1" fmla="*/ 0 h 1879600"/>
                    <a:gd name="connsiteX2" fmla="*/ 904468 w 904468"/>
                    <a:gd name="connsiteY2" fmla="*/ 1879600 h 1879600"/>
                    <a:gd name="connsiteX3" fmla="*/ 0 w 904468"/>
                    <a:gd name="connsiteY3" fmla="*/ 1879600 h 1879600"/>
                    <a:gd name="connsiteX4" fmla="*/ 0 w 904468"/>
                    <a:gd name="connsiteY4" fmla="*/ 0 h 1879600"/>
                    <a:gd name="connsiteX0" fmla="*/ 0 w 904468"/>
                    <a:gd name="connsiteY0" fmla="*/ 0 h 2469915"/>
                    <a:gd name="connsiteX1" fmla="*/ 904468 w 904468"/>
                    <a:gd name="connsiteY1" fmla="*/ 0 h 2469915"/>
                    <a:gd name="connsiteX2" fmla="*/ 867508 w 904468"/>
                    <a:gd name="connsiteY2" fmla="*/ 2469915 h 2469915"/>
                    <a:gd name="connsiteX3" fmla="*/ 0 w 904468"/>
                    <a:gd name="connsiteY3" fmla="*/ 1879600 h 2469915"/>
                    <a:gd name="connsiteX4" fmla="*/ 0 w 904468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60580"/>
                    <a:gd name="connsiteY0" fmla="*/ 0 h 2469915"/>
                    <a:gd name="connsiteX1" fmla="*/ 1060580 w 1060580"/>
                    <a:gd name="connsiteY1" fmla="*/ 0 h 2469915"/>
                    <a:gd name="connsiteX2" fmla="*/ 1023620 w 1060580"/>
                    <a:gd name="connsiteY2" fmla="*/ 2469915 h 2469915"/>
                    <a:gd name="connsiteX3" fmla="*/ 0 w 1060580"/>
                    <a:gd name="connsiteY3" fmla="*/ 1505887 h 2469915"/>
                    <a:gd name="connsiteX4" fmla="*/ 156112 w 1060580"/>
                    <a:gd name="connsiteY4" fmla="*/ 0 h 2469915"/>
                    <a:gd name="connsiteX0" fmla="*/ 156112 w 1092010"/>
                    <a:gd name="connsiteY0" fmla="*/ 0 h 2385671"/>
                    <a:gd name="connsiteX1" fmla="*/ 1060580 w 1092010"/>
                    <a:gd name="connsiteY1" fmla="*/ 0 h 2385671"/>
                    <a:gd name="connsiteX2" fmla="*/ 1092010 w 1092010"/>
                    <a:gd name="connsiteY2" fmla="*/ 2385671 h 2385671"/>
                    <a:gd name="connsiteX3" fmla="*/ 0 w 1092010"/>
                    <a:gd name="connsiteY3" fmla="*/ 1505887 h 2385671"/>
                    <a:gd name="connsiteX4" fmla="*/ 156112 w 1092010"/>
                    <a:gd name="connsiteY4" fmla="*/ 0 h 2385671"/>
                    <a:gd name="connsiteX0" fmla="*/ 156112 w 1217191"/>
                    <a:gd name="connsiteY0" fmla="*/ 0 h 2385671"/>
                    <a:gd name="connsiteX1" fmla="*/ 1217191 w 1217191"/>
                    <a:gd name="connsiteY1" fmla="*/ 12264 h 2385671"/>
                    <a:gd name="connsiteX2" fmla="*/ 1092010 w 1217191"/>
                    <a:gd name="connsiteY2" fmla="*/ 2385671 h 2385671"/>
                    <a:gd name="connsiteX3" fmla="*/ 0 w 1217191"/>
                    <a:gd name="connsiteY3" fmla="*/ 1505887 h 2385671"/>
                    <a:gd name="connsiteX4" fmla="*/ 156112 w 1217191"/>
                    <a:gd name="connsiteY4" fmla="*/ 0 h 2385671"/>
                    <a:gd name="connsiteX0" fmla="*/ 156112 w 1217191"/>
                    <a:gd name="connsiteY0" fmla="*/ 0 h 2548690"/>
                    <a:gd name="connsiteX1" fmla="*/ 1217191 w 1217191"/>
                    <a:gd name="connsiteY1" fmla="*/ 12264 h 2548690"/>
                    <a:gd name="connsiteX2" fmla="*/ 1092010 w 1217191"/>
                    <a:gd name="connsiteY2" fmla="*/ 2385671 h 2548690"/>
                    <a:gd name="connsiteX3" fmla="*/ 0 w 1217191"/>
                    <a:gd name="connsiteY3" fmla="*/ 1505887 h 2548690"/>
                    <a:gd name="connsiteX4" fmla="*/ 156112 w 1217191"/>
                    <a:gd name="connsiteY4" fmla="*/ 0 h 2548690"/>
                    <a:gd name="connsiteX0" fmla="*/ 156112 w 1217191"/>
                    <a:gd name="connsiteY0" fmla="*/ 0 h 2515554"/>
                    <a:gd name="connsiteX1" fmla="*/ 1217191 w 1217191"/>
                    <a:gd name="connsiteY1" fmla="*/ 12264 h 2515554"/>
                    <a:gd name="connsiteX2" fmla="*/ 1092010 w 1217191"/>
                    <a:gd name="connsiteY2" fmla="*/ 2385671 h 2515554"/>
                    <a:gd name="connsiteX3" fmla="*/ 0 w 1217191"/>
                    <a:gd name="connsiteY3" fmla="*/ 1505887 h 2515554"/>
                    <a:gd name="connsiteX4" fmla="*/ 156112 w 1217191"/>
                    <a:gd name="connsiteY4" fmla="*/ 0 h 2515554"/>
                    <a:gd name="connsiteX0" fmla="*/ 156112 w 1217191"/>
                    <a:gd name="connsiteY0" fmla="*/ 0 h 2546838"/>
                    <a:gd name="connsiteX1" fmla="*/ 1217191 w 1217191"/>
                    <a:gd name="connsiteY1" fmla="*/ 12264 h 2546838"/>
                    <a:gd name="connsiteX2" fmla="*/ 1092010 w 1217191"/>
                    <a:gd name="connsiteY2" fmla="*/ 2385671 h 2546838"/>
                    <a:gd name="connsiteX3" fmla="*/ 0 w 1217191"/>
                    <a:gd name="connsiteY3" fmla="*/ 1505887 h 2546838"/>
                    <a:gd name="connsiteX4" fmla="*/ 156112 w 1217191"/>
                    <a:gd name="connsiteY4" fmla="*/ 0 h 2546838"/>
                    <a:gd name="connsiteX0" fmla="*/ 156112 w 1217191"/>
                    <a:gd name="connsiteY0" fmla="*/ 0 h 2567761"/>
                    <a:gd name="connsiteX1" fmla="*/ 1217191 w 1217191"/>
                    <a:gd name="connsiteY1" fmla="*/ 12264 h 2567761"/>
                    <a:gd name="connsiteX2" fmla="*/ 1092010 w 1217191"/>
                    <a:gd name="connsiteY2" fmla="*/ 2385671 h 2567761"/>
                    <a:gd name="connsiteX3" fmla="*/ 0 w 1217191"/>
                    <a:gd name="connsiteY3" fmla="*/ 1505887 h 2567761"/>
                    <a:gd name="connsiteX4" fmla="*/ 156112 w 1217191"/>
                    <a:gd name="connsiteY4" fmla="*/ 0 h 2567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7191" h="2567761">
                      <a:moveTo>
                        <a:pt x="156112" y="0"/>
                      </a:moveTo>
                      <a:lnTo>
                        <a:pt x="1217191" y="12264"/>
                      </a:lnTo>
                      <a:lnTo>
                        <a:pt x="1092010" y="2385671"/>
                      </a:lnTo>
                      <a:cubicBezTo>
                        <a:pt x="982983" y="2610837"/>
                        <a:pt x="151004" y="2875169"/>
                        <a:pt x="0" y="1505887"/>
                      </a:cubicBezTo>
                      <a:lnTo>
                        <a:pt x="156112" y="0"/>
                      </a:lnTo>
                      <a:close/>
                    </a:path>
                  </a:pathLst>
                </a:custGeom>
                <a:grp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6" name="Arc 125">
                <a:extLst>
                  <a:ext uri="{FF2B5EF4-FFF2-40B4-BE49-F238E27FC236}">
                    <a16:creationId xmlns:a16="http://schemas.microsoft.com/office/drawing/2014/main" id="{B633D593-7765-CA40-695D-C4B39370DE7A}"/>
                  </a:ext>
                </a:extLst>
              </p:cNvPr>
              <p:cNvSpPr/>
              <p:nvPr/>
            </p:nvSpPr>
            <p:spPr>
              <a:xfrm rot="19046660" flipH="1">
                <a:off x="7140163" y="5179358"/>
                <a:ext cx="166637" cy="2303141"/>
              </a:xfrm>
              <a:prstGeom prst="arc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Arc 126">
                <a:extLst>
                  <a:ext uri="{FF2B5EF4-FFF2-40B4-BE49-F238E27FC236}">
                    <a16:creationId xmlns:a16="http://schemas.microsoft.com/office/drawing/2014/main" id="{41977B69-805E-B88E-A9D9-72A71701C753}"/>
                  </a:ext>
                </a:extLst>
              </p:cNvPr>
              <p:cNvSpPr/>
              <p:nvPr/>
            </p:nvSpPr>
            <p:spPr>
              <a:xfrm rot="19046660" flipH="1">
                <a:off x="7409866" y="5075739"/>
                <a:ext cx="166637" cy="2357163"/>
              </a:xfrm>
              <a:prstGeom prst="arc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F8929F4D-8178-DE3C-A1AD-6F3B3BFC6F76}"/>
                </a:ext>
              </a:extLst>
            </p:cNvPr>
            <p:cNvGrpSpPr/>
            <p:nvPr/>
          </p:nvGrpSpPr>
          <p:grpSpPr>
            <a:xfrm>
              <a:off x="3763767" y="1960695"/>
              <a:ext cx="2021977" cy="3259329"/>
              <a:chOff x="3763767" y="1960695"/>
              <a:chExt cx="2021977" cy="3259329"/>
            </a:xfrm>
            <a:grpFill/>
          </p:grpSpPr>
          <p:sp>
            <p:nvSpPr>
              <p:cNvPr id="123" name="Oval 11">
                <a:extLst>
                  <a:ext uri="{FF2B5EF4-FFF2-40B4-BE49-F238E27FC236}">
                    <a16:creationId xmlns:a16="http://schemas.microsoft.com/office/drawing/2014/main" id="{02E47A7F-3C19-B697-4F38-955D6F8BC3CE}"/>
                  </a:ext>
                </a:extLst>
              </p:cNvPr>
              <p:cNvSpPr/>
              <p:nvPr/>
            </p:nvSpPr>
            <p:spPr>
              <a:xfrm>
                <a:off x="3763767" y="1960695"/>
                <a:ext cx="1880717" cy="3242914"/>
              </a:xfrm>
              <a:custGeom>
                <a:avLst/>
                <a:gdLst>
                  <a:gd name="connsiteX0" fmla="*/ 0 w 1658572"/>
                  <a:gd name="connsiteY0" fmla="*/ 1646260 h 3292519"/>
                  <a:gd name="connsiteX1" fmla="*/ 829286 w 1658572"/>
                  <a:gd name="connsiteY1" fmla="*/ 0 h 3292519"/>
                  <a:gd name="connsiteX2" fmla="*/ 1658572 w 1658572"/>
                  <a:gd name="connsiteY2" fmla="*/ 1646260 h 3292519"/>
                  <a:gd name="connsiteX3" fmla="*/ 829286 w 1658572"/>
                  <a:gd name="connsiteY3" fmla="*/ 3292520 h 3292519"/>
                  <a:gd name="connsiteX4" fmla="*/ 0 w 1658572"/>
                  <a:gd name="connsiteY4" fmla="*/ 1646260 h 3292519"/>
                  <a:gd name="connsiteX0" fmla="*/ 278 w 1658850"/>
                  <a:gd name="connsiteY0" fmla="*/ 1724471 h 3370731"/>
                  <a:gd name="connsiteX1" fmla="*/ 763480 w 1658850"/>
                  <a:gd name="connsiteY1" fmla="*/ 0 h 3370731"/>
                  <a:gd name="connsiteX2" fmla="*/ 1658850 w 1658850"/>
                  <a:gd name="connsiteY2" fmla="*/ 1724471 h 3370731"/>
                  <a:gd name="connsiteX3" fmla="*/ 829564 w 1658850"/>
                  <a:gd name="connsiteY3" fmla="*/ 3370731 h 3370731"/>
                  <a:gd name="connsiteX4" fmla="*/ 278 w 1658850"/>
                  <a:gd name="connsiteY4" fmla="*/ 1724471 h 3370731"/>
                  <a:gd name="connsiteX0" fmla="*/ 184 w 1722760"/>
                  <a:gd name="connsiteY0" fmla="*/ 1724472 h 3370734"/>
                  <a:gd name="connsiteX1" fmla="*/ 763386 w 1722760"/>
                  <a:gd name="connsiteY1" fmla="*/ 1 h 3370734"/>
                  <a:gd name="connsiteX2" fmla="*/ 1722760 w 1722760"/>
                  <a:gd name="connsiteY2" fmla="*/ 1734322 h 3370734"/>
                  <a:gd name="connsiteX3" fmla="*/ 829470 w 1722760"/>
                  <a:gd name="connsiteY3" fmla="*/ 3370732 h 3370734"/>
                  <a:gd name="connsiteX4" fmla="*/ 184 w 1722760"/>
                  <a:gd name="connsiteY4" fmla="*/ 1724472 h 3370734"/>
                  <a:gd name="connsiteX0" fmla="*/ 184 w 1722760"/>
                  <a:gd name="connsiteY0" fmla="*/ 1724472 h 3371417"/>
                  <a:gd name="connsiteX1" fmla="*/ 763386 w 1722760"/>
                  <a:gd name="connsiteY1" fmla="*/ 1 h 3371417"/>
                  <a:gd name="connsiteX2" fmla="*/ 1722760 w 1722760"/>
                  <a:gd name="connsiteY2" fmla="*/ 1734322 h 3371417"/>
                  <a:gd name="connsiteX3" fmla="*/ 829470 w 1722760"/>
                  <a:gd name="connsiteY3" fmla="*/ 3370732 h 3371417"/>
                  <a:gd name="connsiteX4" fmla="*/ 184 w 1722760"/>
                  <a:gd name="connsiteY4" fmla="*/ 1724472 h 3371417"/>
                  <a:gd name="connsiteX0" fmla="*/ 421 w 1722997"/>
                  <a:gd name="connsiteY0" fmla="*/ 1724474 h 3371419"/>
                  <a:gd name="connsiteX1" fmla="*/ 763623 w 1722997"/>
                  <a:gd name="connsiteY1" fmla="*/ 3 h 3371419"/>
                  <a:gd name="connsiteX2" fmla="*/ 1722997 w 1722997"/>
                  <a:gd name="connsiteY2" fmla="*/ 1734324 h 3371419"/>
                  <a:gd name="connsiteX3" fmla="*/ 829707 w 1722997"/>
                  <a:gd name="connsiteY3" fmla="*/ 3370734 h 3371419"/>
                  <a:gd name="connsiteX4" fmla="*/ 421 w 1722997"/>
                  <a:gd name="connsiteY4" fmla="*/ 1724474 h 3371419"/>
                  <a:gd name="connsiteX0" fmla="*/ 38378 w 1761950"/>
                  <a:gd name="connsiteY0" fmla="*/ 1726319 h 3373264"/>
                  <a:gd name="connsiteX1" fmla="*/ 801580 w 1761950"/>
                  <a:gd name="connsiteY1" fmla="*/ 1848 h 3373264"/>
                  <a:gd name="connsiteX2" fmla="*/ 1760954 w 1761950"/>
                  <a:gd name="connsiteY2" fmla="*/ 1736169 h 3373264"/>
                  <a:gd name="connsiteX3" fmla="*/ 867664 w 1761950"/>
                  <a:gd name="connsiteY3" fmla="*/ 3372579 h 3373264"/>
                  <a:gd name="connsiteX4" fmla="*/ 38378 w 1761950"/>
                  <a:gd name="connsiteY4" fmla="*/ 1726319 h 3373264"/>
                  <a:gd name="connsiteX0" fmla="*/ 0 w 1740142"/>
                  <a:gd name="connsiteY0" fmla="*/ 200298 h 1846936"/>
                  <a:gd name="connsiteX1" fmla="*/ 1722576 w 1740142"/>
                  <a:gd name="connsiteY1" fmla="*/ 210148 h 1846936"/>
                  <a:gd name="connsiteX2" fmla="*/ 829286 w 1740142"/>
                  <a:gd name="connsiteY2" fmla="*/ 1846558 h 1846936"/>
                  <a:gd name="connsiteX3" fmla="*/ 0 w 1740142"/>
                  <a:gd name="connsiteY3" fmla="*/ 200298 h 1846936"/>
                  <a:gd name="connsiteX0" fmla="*/ 273 w 1722852"/>
                  <a:gd name="connsiteY0" fmla="*/ 1714216 h 3360863"/>
                  <a:gd name="connsiteX1" fmla="*/ 749702 w 1722852"/>
                  <a:gd name="connsiteY1" fmla="*/ 1 h 3360863"/>
                  <a:gd name="connsiteX2" fmla="*/ 1722849 w 1722852"/>
                  <a:gd name="connsiteY2" fmla="*/ 1724066 h 3360863"/>
                  <a:gd name="connsiteX3" fmla="*/ 829559 w 1722852"/>
                  <a:gd name="connsiteY3" fmla="*/ 3360476 h 3360863"/>
                  <a:gd name="connsiteX4" fmla="*/ 273 w 1722852"/>
                  <a:gd name="connsiteY4" fmla="*/ 1714216 h 3360863"/>
                  <a:gd name="connsiteX0" fmla="*/ 273 w 1747008"/>
                  <a:gd name="connsiteY0" fmla="*/ 1714216 h 3360863"/>
                  <a:gd name="connsiteX1" fmla="*/ 749702 w 1747008"/>
                  <a:gd name="connsiteY1" fmla="*/ 1 h 3360863"/>
                  <a:gd name="connsiteX2" fmla="*/ 1722849 w 1747008"/>
                  <a:gd name="connsiteY2" fmla="*/ 1724066 h 3360863"/>
                  <a:gd name="connsiteX3" fmla="*/ 829559 w 1747008"/>
                  <a:gd name="connsiteY3" fmla="*/ 3360476 h 3360863"/>
                  <a:gd name="connsiteX4" fmla="*/ 273 w 1747008"/>
                  <a:gd name="connsiteY4" fmla="*/ 1714216 h 3360863"/>
                  <a:gd name="connsiteX0" fmla="*/ 584 w 1747319"/>
                  <a:gd name="connsiteY0" fmla="*/ 1714215 h 3360862"/>
                  <a:gd name="connsiteX1" fmla="*/ 750013 w 1747319"/>
                  <a:gd name="connsiteY1" fmla="*/ 0 h 3360862"/>
                  <a:gd name="connsiteX2" fmla="*/ 1723160 w 1747319"/>
                  <a:gd name="connsiteY2" fmla="*/ 1724065 h 3360862"/>
                  <a:gd name="connsiteX3" fmla="*/ 829870 w 1747319"/>
                  <a:gd name="connsiteY3" fmla="*/ 3360475 h 3360862"/>
                  <a:gd name="connsiteX4" fmla="*/ 584 w 1747319"/>
                  <a:gd name="connsiteY4" fmla="*/ 1714215 h 3360862"/>
                  <a:gd name="connsiteX0" fmla="*/ 584 w 1747319"/>
                  <a:gd name="connsiteY0" fmla="*/ 1714215 h 3361081"/>
                  <a:gd name="connsiteX1" fmla="*/ 750013 w 1747319"/>
                  <a:gd name="connsiteY1" fmla="*/ 0 h 3361081"/>
                  <a:gd name="connsiteX2" fmla="*/ 1723160 w 1747319"/>
                  <a:gd name="connsiteY2" fmla="*/ 1724065 h 3361081"/>
                  <a:gd name="connsiteX3" fmla="*/ 829870 w 1747319"/>
                  <a:gd name="connsiteY3" fmla="*/ 3360475 h 3361081"/>
                  <a:gd name="connsiteX4" fmla="*/ 584 w 1747319"/>
                  <a:gd name="connsiteY4" fmla="*/ 1714215 h 3361081"/>
                  <a:gd name="connsiteX0" fmla="*/ 584 w 1747319"/>
                  <a:gd name="connsiteY0" fmla="*/ 1714215 h 3361847"/>
                  <a:gd name="connsiteX1" fmla="*/ 750013 w 1747319"/>
                  <a:gd name="connsiteY1" fmla="*/ 0 h 3361847"/>
                  <a:gd name="connsiteX2" fmla="*/ 1723160 w 1747319"/>
                  <a:gd name="connsiteY2" fmla="*/ 1724065 h 3361847"/>
                  <a:gd name="connsiteX3" fmla="*/ 829870 w 1747319"/>
                  <a:gd name="connsiteY3" fmla="*/ 3360475 h 3361847"/>
                  <a:gd name="connsiteX4" fmla="*/ 584 w 1747319"/>
                  <a:gd name="connsiteY4" fmla="*/ 1714215 h 3361847"/>
                  <a:gd name="connsiteX0" fmla="*/ 584 w 1747319"/>
                  <a:gd name="connsiteY0" fmla="*/ 1714215 h 3360539"/>
                  <a:gd name="connsiteX1" fmla="*/ 750013 w 1747319"/>
                  <a:gd name="connsiteY1" fmla="*/ 0 h 3360539"/>
                  <a:gd name="connsiteX2" fmla="*/ 1723160 w 1747319"/>
                  <a:gd name="connsiteY2" fmla="*/ 1724065 h 3360539"/>
                  <a:gd name="connsiteX3" fmla="*/ 829870 w 1747319"/>
                  <a:gd name="connsiteY3" fmla="*/ 3360475 h 3360539"/>
                  <a:gd name="connsiteX4" fmla="*/ 584 w 1747319"/>
                  <a:gd name="connsiteY4" fmla="*/ 1714215 h 3360539"/>
                  <a:gd name="connsiteX0" fmla="*/ 382 w 1747117"/>
                  <a:gd name="connsiteY0" fmla="*/ 1714215 h 3360539"/>
                  <a:gd name="connsiteX1" fmla="*/ 749811 w 1747117"/>
                  <a:gd name="connsiteY1" fmla="*/ 0 h 3360539"/>
                  <a:gd name="connsiteX2" fmla="*/ 1722958 w 1747117"/>
                  <a:gd name="connsiteY2" fmla="*/ 1724065 h 3360539"/>
                  <a:gd name="connsiteX3" fmla="*/ 829668 w 1747117"/>
                  <a:gd name="connsiteY3" fmla="*/ 3360475 h 3360539"/>
                  <a:gd name="connsiteX4" fmla="*/ 382 w 1747117"/>
                  <a:gd name="connsiteY4" fmla="*/ 1714215 h 3360539"/>
                  <a:gd name="connsiteX0" fmla="*/ 811 w 1747546"/>
                  <a:gd name="connsiteY0" fmla="*/ 1714215 h 3360539"/>
                  <a:gd name="connsiteX1" fmla="*/ 750240 w 1747546"/>
                  <a:gd name="connsiteY1" fmla="*/ 0 h 3360539"/>
                  <a:gd name="connsiteX2" fmla="*/ 1723387 w 1747546"/>
                  <a:gd name="connsiteY2" fmla="*/ 1724065 h 3360539"/>
                  <a:gd name="connsiteX3" fmla="*/ 830097 w 1747546"/>
                  <a:gd name="connsiteY3" fmla="*/ 3360475 h 3360539"/>
                  <a:gd name="connsiteX4" fmla="*/ 811 w 1747546"/>
                  <a:gd name="connsiteY4" fmla="*/ 1714215 h 3360539"/>
                  <a:gd name="connsiteX0" fmla="*/ 162858 w 1080307"/>
                  <a:gd name="connsiteY0" fmla="*/ 3360475 h 3394546"/>
                  <a:gd name="connsiteX1" fmla="*/ 83001 w 1080307"/>
                  <a:gd name="connsiteY1" fmla="*/ 0 h 3394546"/>
                  <a:gd name="connsiteX2" fmla="*/ 1056148 w 1080307"/>
                  <a:gd name="connsiteY2" fmla="*/ 1724065 h 3394546"/>
                  <a:gd name="connsiteX3" fmla="*/ 162858 w 1080307"/>
                  <a:gd name="connsiteY3" fmla="*/ 3360475 h 3394546"/>
                  <a:gd name="connsiteX0" fmla="*/ 253687 w 1171136"/>
                  <a:gd name="connsiteY0" fmla="*/ 3360475 h 3450994"/>
                  <a:gd name="connsiteX1" fmla="*/ 173830 w 1171136"/>
                  <a:gd name="connsiteY1" fmla="*/ 0 h 3450994"/>
                  <a:gd name="connsiteX2" fmla="*/ 1146977 w 1171136"/>
                  <a:gd name="connsiteY2" fmla="*/ 1724065 h 3450994"/>
                  <a:gd name="connsiteX3" fmla="*/ 253687 w 1171136"/>
                  <a:gd name="connsiteY3" fmla="*/ 3360475 h 3450994"/>
                  <a:gd name="connsiteX0" fmla="*/ 138137 w 1055586"/>
                  <a:gd name="connsiteY0" fmla="*/ 3360475 h 3697586"/>
                  <a:gd name="connsiteX1" fmla="*/ 58280 w 1055586"/>
                  <a:gd name="connsiteY1" fmla="*/ 0 h 3697586"/>
                  <a:gd name="connsiteX2" fmla="*/ 1031427 w 1055586"/>
                  <a:gd name="connsiteY2" fmla="*/ 1724065 h 3697586"/>
                  <a:gd name="connsiteX3" fmla="*/ 367024 w 1055586"/>
                  <a:gd name="connsiteY3" fmla="*/ 3394989 h 3697586"/>
                  <a:gd name="connsiteX4" fmla="*/ 138137 w 1055586"/>
                  <a:gd name="connsiteY4" fmla="*/ 3360475 h 3697586"/>
                  <a:gd name="connsiteX0" fmla="*/ 335589 w 1024151"/>
                  <a:gd name="connsiteY0" fmla="*/ 3394989 h 3433741"/>
                  <a:gd name="connsiteX1" fmla="*/ 26845 w 1024151"/>
                  <a:gd name="connsiteY1" fmla="*/ 0 h 3433741"/>
                  <a:gd name="connsiteX2" fmla="*/ 999992 w 1024151"/>
                  <a:gd name="connsiteY2" fmla="*/ 1724065 h 3433741"/>
                  <a:gd name="connsiteX3" fmla="*/ 335589 w 1024151"/>
                  <a:gd name="connsiteY3" fmla="*/ 3394989 h 3433741"/>
                  <a:gd name="connsiteX0" fmla="*/ 94561 w 1113323"/>
                  <a:gd name="connsiteY0" fmla="*/ 3242589 h 3285358"/>
                  <a:gd name="connsiteX1" fmla="*/ 116017 w 1113323"/>
                  <a:gd name="connsiteY1" fmla="*/ 0 h 3285358"/>
                  <a:gd name="connsiteX2" fmla="*/ 1089164 w 1113323"/>
                  <a:gd name="connsiteY2" fmla="*/ 1724065 h 3285358"/>
                  <a:gd name="connsiteX3" fmla="*/ 94561 w 1113323"/>
                  <a:gd name="connsiteY3" fmla="*/ 3242589 h 3285358"/>
                  <a:gd name="connsiteX0" fmla="*/ 819576 w 2014399"/>
                  <a:gd name="connsiteY0" fmla="*/ 3242589 h 3941052"/>
                  <a:gd name="connsiteX1" fmla="*/ 841032 w 2014399"/>
                  <a:gd name="connsiteY1" fmla="*/ 0 h 3941052"/>
                  <a:gd name="connsiteX2" fmla="*/ 1814179 w 2014399"/>
                  <a:gd name="connsiteY2" fmla="*/ 1724065 h 3941052"/>
                  <a:gd name="connsiteX3" fmla="*/ 819576 w 2014399"/>
                  <a:gd name="connsiteY3" fmla="*/ 3242589 h 3941052"/>
                  <a:gd name="connsiteX0" fmla="*/ 819576 w 1838338"/>
                  <a:gd name="connsiteY0" fmla="*/ 3242589 h 3242914"/>
                  <a:gd name="connsiteX1" fmla="*/ 841032 w 1838338"/>
                  <a:gd name="connsiteY1" fmla="*/ 0 h 3242914"/>
                  <a:gd name="connsiteX2" fmla="*/ 1814179 w 1838338"/>
                  <a:gd name="connsiteY2" fmla="*/ 1724065 h 3242914"/>
                  <a:gd name="connsiteX3" fmla="*/ 819576 w 1838338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0716" h="3242914">
                    <a:moveTo>
                      <a:pt x="861954" y="3242589"/>
                    </a:moveTo>
                    <a:cubicBezTo>
                      <a:pt x="-938537" y="1215345"/>
                      <a:pt x="594876" y="126087"/>
                      <a:pt x="883410" y="0"/>
                    </a:cubicBezTo>
                    <a:cubicBezTo>
                      <a:pt x="2127348" y="121180"/>
                      <a:pt x="1854849" y="1416091"/>
                      <a:pt x="1856557" y="1724065"/>
                    </a:cubicBezTo>
                    <a:cubicBezTo>
                      <a:pt x="1908014" y="2296246"/>
                      <a:pt x="973345" y="3263233"/>
                      <a:pt x="861954" y="3242589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Oval 11">
                <a:extLst>
                  <a:ext uri="{FF2B5EF4-FFF2-40B4-BE49-F238E27FC236}">
                    <a16:creationId xmlns:a16="http://schemas.microsoft.com/office/drawing/2014/main" id="{BE2FD09B-F5FA-7F4C-6539-227FEB481CA5}"/>
                  </a:ext>
                </a:extLst>
              </p:cNvPr>
              <p:cNvSpPr/>
              <p:nvPr/>
            </p:nvSpPr>
            <p:spPr>
              <a:xfrm>
                <a:off x="3905028" y="1977110"/>
                <a:ext cx="1880716" cy="3242914"/>
              </a:xfrm>
              <a:custGeom>
                <a:avLst/>
                <a:gdLst>
                  <a:gd name="connsiteX0" fmla="*/ 0 w 1658572"/>
                  <a:gd name="connsiteY0" fmla="*/ 1646260 h 3292519"/>
                  <a:gd name="connsiteX1" fmla="*/ 829286 w 1658572"/>
                  <a:gd name="connsiteY1" fmla="*/ 0 h 3292519"/>
                  <a:gd name="connsiteX2" fmla="*/ 1658572 w 1658572"/>
                  <a:gd name="connsiteY2" fmla="*/ 1646260 h 3292519"/>
                  <a:gd name="connsiteX3" fmla="*/ 829286 w 1658572"/>
                  <a:gd name="connsiteY3" fmla="*/ 3292520 h 3292519"/>
                  <a:gd name="connsiteX4" fmla="*/ 0 w 1658572"/>
                  <a:gd name="connsiteY4" fmla="*/ 1646260 h 3292519"/>
                  <a:gd name="connsiteX0" fmla="*/ 278 w 1658850"/>
                  <a:gd name="connsiteY0" fmla="*/ 1724471 h 3370731"/>
                  <a:gd name="connsiteX1" fmla="*/ 763480 w 1658850"/>
                  <a:gd name="connsiteY1" fmla="*/ 0 h 3370731"/>
                  <a:gd name="connsiteX2" fmla="*/ 1658850 w 1658850"/>
                  <a:gd name="connsiteY2" fmla="*/ 1724471 h 3370731"/>
                  <a:gd name="connsiteX3" fmla="*/ 829564 w 1658850"/>
                  <a:gd name="connsiteY3" fmla="*/ 3370731 h 3370731"/>
                  <a:gd name="connsiteX4" fmla="*/ 278 w 1658850"/>
                  <a:gd name="connsiteY4" fmla="*/ 1724471 h 3370731"/>
                  <a:gd name="connsiteX0" fmla="*/ 184 w 1722760"/>
                  <a:gd name="connsiteY0" fmla="*/ 1724472 h 3370734"/>
                  <a:gd name="connsiteX1" fmla="*/ 763386 w 1722760"/>
                  <a:gd name="connsiteY1" fmla="*/ 1 h 3370734"/>
                  <a:gd name="connsiteX2" fmla="*/ 1722760 w 1722760"/>
                  <a:gd name="connsiteY2" fmla="*/ 1734322 h 3370734"/>
                  <a:gd name="connsiteX3" fmla="*/ 829470 w 1722760"/>
                  <a:gd name="connsiteY3" fmla="*/ 3370732 h 3370734"/>
                  <a:gd name="connsiteX4" fmla="*/ 184 w 1722760"/>
                  <a:gd name="connsiteY4" fmla="*/ 1724472 h 3370734"/>
                  <a:gd name="connsiteX0" fmla="*/ 184 w 1722760"/>
                  <a:gd name="connsiteY0" fmla="*/ 1724472 h 3371417"/>
                  <a:gd name="connsiteX1" fmla="*/ 763386 w 1722760"/>
                  <a:gd name="connsiteY1" fmla="*/ 1 h 3371417"/>
                  <a:gd name="connsiteX2" fmla="*/ 1722760 w 1722760"/>
                  <a:gd name="connsiteY2" fmla="*/ 1734322 h 3371417"/>
                  <a:gd name="connsiteX3" fmla="*/ 829470 w 1722760"/>
                  <a:gd name="connsiteY3" fmla="*/ 3370732 h 3371417"/>
                  <a:gd name="connsiteX4" fmla="*/ 184 w 1722760"/>
                  <a:gd name="connsiteY4" fmla="*/ 1724472 h 3371417"/>
                  <a:gd name="connsiteX0" fmla="*/ 421 w 1722997"/>
                  <a:gd name="connsiteY0" fmla="*/ 1724474 h 3371419"/>
                  <a:gd name="connsiteX1" fmla="*/ 763623 w 1722997"/>
                  <a:gd name="connsiteY1" fmla="*/ 3 h 3371419"/>
                  <a:gd name="connsiteX2" fmla="*/ 1722997 w 1722997"/>
                  <a:gd name="connsiteY2" fmla="*/ 1734324 h 3371419"/>
                  <a:gd name="connsiteX3" fmla="*/ 829707 w 1722997"/>
                  <a:gd name="connsiteY3" fmla="*/ 3370734 h 3371419"/>
                  <a:gd name="connsiteX4" fmla="*/ 421 w 1722997"/>
                  <a:gd name="connsiteY4" fmla="*/ 1724474 h 3371419"/>
                  <a:gd name="connsiteX0" fmla="*/ 38378 w 1761950"/>
                  <a:gd name="connsiteY0" fmla="*/ 1726319 h 3373264"/>
                  <a:gd name="connsiteX1" fmla="*/ 801580 w 1761950"/>
                  <a:gd name="connsiteY1" fmla="*/ 1848 h 3373264"/>
                  <a:gd name="connsiteX2" fmla="*/ 1760954 w 1761950"/>
                  <a:gd name="connsiteY2" fmla="*/ 1736169 h 3373264"/>
                  <a:gd name="connsiteX3" fmla="*/ 867664 w 1761950"/>
                  <a:gd name="connsiteY3" fmla="*/ 3372579 h 3373264"/>
                  <a:gd name="connsiteX4" fmla="*/ 38378 w 1761950"/>
                  <a:gd name="connsiteY4" fmla="*/ 1726319 h 3373264"/>
                  <a:gd name="connsiteX0" fmla="*/ 0 w 1740142"/>
                  <a:gd name="connsiteY0" fmla="*/ 200298 h 1846936"/>
                  <a:gd name="connsiteX1" fmla="*/ 1722576 w 1740142"/>
                  <a:gd name="connsiteY1" fmla="*/ 210148 h 1846936"/>
                  <a:gd name="connsiteX2" fmla="*/ 829286 w 1740142"/>
                  <a:gd name="connsiteY2" fmla="*/ 1846558 h 1846936"/>
                  <a:gd name="connsiteX3" fmla="*/ 0 w 1740142"/>
                  <a:gd name="connsiteY3" fmla="*/ 200298 h 1846936"/>
                  <a:gd name="connsiteX0" fmla="*/ 273 w 1722852"/>
                  <a:gd name="connsiteY0" fmla="*/ 1714216 h 3360863"/>
                  <a:gd name="connsiteX1" fmla="*/ 749702 w 1722852"/>
                  <a:gd name="connsiteY1" fmla="*/ 1 h 3360863"/>
                  <a:gd name="connsiteX2" fmla="*/ 1722849 w 1722852"/>
                  <a:gd name="connsiteY2" fmla="*/ 1724066 h 3360863"/>
                  <a:gd name="connsiteX3" fmla="*/ 829559 w 1722852"/>
                  <a:gd name="connsiteY3" fmla="*/ 3360476 h 3360863"/>
                  <a:gd name="connsiteX4" fmla="*/ 273 w 1722852"/>
                  <a:gd name="connsiteY4" fmla="*/ 1714216 h 3360863"/>
                  <a:gd name="connsiteX0" fmla="*/ 273 w 1747008"/>
                  <a:gd name="connsiteY0" fmla="*/ 1714216 h 3360863"/>
                  <a:gd name="connsiteX1" fmla="*/ 749702 w 1747008"/>
                  <a:gd name="connsiteY1" fmla="*/ 1 h 3360863"/>
                  <a:gd name="connsiteX2" fmla="*/ 1722849 w 1747008"/>
                  <a:gd name="connsiteY2" fmla="*/ 1724066 h 3360863"/>
                  <a:gd name="connsiteX3" fmla="*/ 829559 w 1747008"/>
                  <a:gd name="connsiteY3" fmla="*/ 3360476 h 3360863"/>
                  <a:gd name="connsiteX4" fmla="*/ 273 w 1747008"/>
                  <a:gd name="connsiteY4" fmla="*/ 1714216 h 3360863"/>
                  <a:gd name="connsiteX0" fmla="*/ 584 w 1747319"/>
                  <a:gd name="connsiteY0" fmla="*/ 1714215 h 3360862"/>
                  <a:gd name="connsiteX1" fmla="*/ 750013 w 1747319"/>
                  <a:gd name="connsiteY1" fmla="*/ 0 h 3360862"/>
                  <a:gd name="connsiteX2" fmla="*/ 1723160 w 1747319"/>
                  <a:gd name="connsiteY2" fmla="*/ 1724065 h 3360862"/>
                  <a:gd name="connsiteX3" fmla="*/ 829870 w 1747319"/>
                  <a:gd name="connsiteY3" fmla="*/ 3360475 h 3360862"/>
                  <a:gd name="connsiteX4" fmla="*/ 584 w 1747319"/>
                  <a:gd name="connsiteY4" fmla="*/ 1714215 h 3360862"/>
                  <a:gd name="connsiteX0" fmla="*/ 584 w 1747319"/>
                  <a:gd name="connsiteY0" fmla="*/ 1714215 h 3361081"/>
                  <a:gd name="connsiteX1" fmla="*/ 750013 w 1747319"/>
                  <a:gd name="connsiteY1" fmla="*/ 0 h 3361081"/>
                  <a:gd name="connsiteX2" fmla="*/ 1723160 w 1747319"/>
                  <a:gd name="connsiteY2" fmla="*/ 1724065 h 3361081"/>
                  <a:gd name="connsiteX3" fmla="*/ 829870 w 1747319"/>
                  <a:gd name="connsiteY3" fmla="*/ 3360475 h 3361081"/>
                  <a:gd name="connsiteX4" fmla="*/ 584 w 1747319"/>
                  <a:gd name="connsiteY4" fmla="*/ 1714215 h 3361081"/>
                  <a:gd name="connsiteX0" fmla="*/ 584 w 1747319"/>
                  <a:gd name="connsiteY0" fmla="*/ 1714215 h 3361847"/>
                  <a:gd name="connsiteX1" fmla="*/ 750013 w 1747319"/>
                  <a:gd name="connsiteY1" fmla="*/ 0 h 3361847"/>
                  <a:gd name="connsiteX2" fmla="*/ 1723160 w 1747319"/>
                  <a:gd name="connsiteY2" fmla="*/ 1724065 h 3361847"/>
                  <a:gd name="connsiteX3" fmla="*/ 829870 w 1747319"/>
                  <a:gd name="connsiteY3" fmla="*/ 3360475 h 3361847"/>
                  <a:gd name="connsiteX4" fmla="*/ 584 w 1747319"/>
                  <a:gd name="connsiteY4" fmla="*/ 1714215 h 3361847"/>
                  <a:gd name="connsiteX0" fmla="*/ 584 w 1747319"/>
                  <a:gd name="connsiteY0" fmla="*/ 1714215 h 3360539"/>
                  <a:gd name="connsiteX1" fmla="*/ 750013 w 1747319"/>
                  <a:gd name="connsiteY1" fmla="*/ 0 h 3360539"/>
                  <a:gd name="connsiteX2" fmla="*/ 1723160 w 1747319"/>
                  <a:gd name="connsiteY2" fmla="*/ 1724065 h 3360539"/>
                  <a:gd name="connsiteX3" fmla="*/ 829870 w 1747319"/>
                  <a:gd name="connsiteY3" fmla="*/ 3360475 h 3360539"/>
                  <a:gd name="connsiteX4" fmla="*/ 584 w 1747319"/>
                  <a:gd name="connsiteY4" fmla="*/ 1714215 h 3360539"/>
                  <a:gd name="connsiteX0" fmla="*/ 382 w 1747117"/>
                  <a:gd name="connsiteY0" fmla="*/ 1714215 h 3360539"/>
                  <a:gd name="connsiteX1" fmla="*/ 749811 w 1747117"/>
                  <a:gd name="connsiteY1" fmla="*/ 0 h 3360539"/>
                  <a:gd name="connsiteX2" fmla="*/ 1722958 w 1747117"/>
                  <a:gd name="connsiteY2" fmla="*/ 1724065 h 3360539"/>
                  <a:gd name="connsiteX3" fmla="*/ 829668 w 1747117"/>
                  <a:gd name="connsiteY3" fmla="*/ 3360475 h 3360539"/>
                  <a:gd name="connsiteX4" fmla="*/ 382 w 1747117"/>
                  <a:gd name="connsiteY4" fmla="*/ 1714215 h 3360539"/>
                  <a:gd name="connsiteX0" fmla="*/ 811 w 1747546"/>
                  <a:gd name="connsiteY0" fmla="*/ 1714215 h 3360539"/>
                  <a:gd name="connsiteX1" fmla="*/ 750240 w 1747546"/>
                  <a:gd name="connsiteY1" fmla="*/ 0 h 3360539"/>
                  <a:gd name="connsiteX2" fmla="*/ 1723387 w 1747546"/>
                  <a:gd name="connsiteY2" fmla="*/ 1724065 h 3360539"/>
                  <a:gd name="connsiteX3" fmla="*/ 830097 w 1747546"/>
                  <a:gd name="connsiteY3" fmla="*/ 3360475 h 3360539"/>
                  <a:gd name="connsiteX4" fmla="*/ 811 w 1747546"/>
                  <a:gd name="connsiteY4" fmla="*/ 1714215 h 3360539"/>
                  <a:gd name="connsiteX0" fmla="*/ 162858 w 1080307"/>
                  <a:gd name="connsiteY0" fmla="*/ 3360475 h 3394546"/>
                  <a:gd name="connsiteX1" fmla="*/ 83001 w 1080307"/>
                  <a:gd name="connsiteY1" fmla="*/ 0 h 3394546"/>
                  <a:gd name="connsiteX2" fmla="*/ 1056148 w 1080307"/>
                  <a:gd name="connsiteY2" fmla="*/ 1724065 h 3394546"/>
                  <a:gd name="connsiteX3" fmla="*/ 162858 w 1080307"/>
                  <a:gd name="connsiteY3" fmla="*/ 3360475 h 3394546"/>
                  <a:gd name="connsiteX0" fmla="*/ 253687 w 1171136"/>
                  <a:gd name="connsiteY0" fmla="*/ 3360475 h 3450994"/>
                  <a:gd name="connsiteX1" fmla="*/ 173830 w 1171136"/>
                  <a:gd name="connsiteY1" fmla="*/ 0 h 3450994"/>
                  <a:gd name="connsiteX2" fmla="*/ 1146977 w 1171136"/>
                  <a:gd name="connsiteY2" fmla="*/ 1724065 h 3450994"/>
                  <a:gd name="connsiteX3" fmla="*/ 253687 w 1171136"/>
                  <a:gd name="connsiteY3" fmla="*/ 3360475 h 3450994"/>
                  <a:gd name="connsiteX0" fmla="*/ 138137 w 1055586"/>
                  <a:gd name="connsiteY0" fmla="*/ 3360475 h 3697586"/>
                  <a:gd name="connsiteX1" fmla="*/ 58280 w 1055586"/>
                  <a:gd name="connsiteY1" fmla="*/ 0 h 3697586"/>
                  <a:gd name="connsiteX2" fmla="*/ 1031427 w 1055586"/>
                  <a:gd name="connsiteY2" fmla="*/ 1724065 h 3697586"/>
                  <a:gd name="connsiteX3" fmla="*/ 367024 w 1055586"/>
                  <a:gd name="connsiteY3" fmla="*/ 3394989 h 3697586"/>
                  <a:gd name="connsiteX4" fmla="*/ 138137 w 1055586"/>
                  <a:gd name="connsiteY4" fmla="*/ 3360475 h 3697586"/>
                  <a:gd name="connsiteX0" fmla="*/ 335589 w 1024151"/>
                  <a:gd name="connsiteY0" fmla="*/ 3394989 h 3433741"/>
                  <a:gd name="connsiteX1" fmla="*/ 26845 w 1024151"/>
                  <a:gd name="connsiteY1" fmla="*/ 0 h 3433741"/>
                  <a:gd name="connsiteX2" fmla="*/ 999992 w 1024151"/>
                  <a:gd name="connsiteY2" fmla="*/ 1724065 h 3433741"/>
                  <a:gd name="connsiteX3" fmla="*/ 335589 w 1024151"/>
                  <a:gd name="connsiteY3" fmla="*/ 3394989 h 3433741"/>
                  <a:gd name="connsiteX0" fmla="*/ 94561 w 1113323"/>
                  <a:gd name="connsiteY0" fmla="*/ 3242589 h 3285358"/>
                  <a:gd name="connsiteX1" fmla="*/ 116017 w 1113323"/>
                  <a:gd name="connsiteY1" fmla="*/ 0 h 3285358"/>
                  <a:gd name="connsiteX2" fmla="*/ 1089164 w 1113323"/>
                  <a:gd name="connsiteY2" fmla="*/ 1724065 h 3285358"/>
                  <a:gd name="connsiteX3" fmla="*/ 94561 w 1113323"/>
                  <a:gd name="connsiteY3" fmla="*/ 3242589 h 3285358"/>
                  <a:gd name="connsiteX0" fmla="*/ 819576 w 2014399"/>
                  <a:gd name="connsiteY0" fmla="*/ 3242589 h 3941052"/>
                  <a:gd name="connsiteX1" fmla="*/ 841032 w 2014399"/>
                  <a:gd name="connsiteY1" fmla="*/ 0 h 3941052"/>
                  <a:gd name="connsiteX2" fmla="*/ 1814179 w 2014399"/>
                  <a:gd name="connsiteY2" fmla="*/ 1724065 h 3941052"/>
                  <a:gd name="connsiteX3" fmla="*/ 819576 w 2014399"/>
                  <a:gd name="connsiteY3" fmla="*/ 3242589 h 3941052"/>
                  <a:gd name="connsiteX0" fmla="*/ 819576 w 1838338"/>
                  <a:gd name="connsiteY0" fmla="*/ 3242589 h 3242914"/>
                  <a:gd name="connsiteX1" fmla="*/ 841032 w 1838338"/>
                  <a:gd name="connsiteY1" fmla="*/ 0 h 3242914"/>
                  <a:gd name="connsiteX2" fmla="*/ 1814179 w 1838338"/>
                  <a:gd name="connsiteY2" fmla="*/ 1724065 h 3242914"/>
                  <a:gd name="connsiteX3" fmla="*/ 819576 w 1838338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  <a:gd name="connsiteX0" fmla="*/ 861954 w 1880716"/>
                  <a:gd name="connsiteY0" fmla="*/ 3242589 h 3242914"/>
                  <a:gd name="connsiteX1" fmla="*/ 883410 w 1880716"/>
                  <a:gd name="connsiteY1" fmla="*/ 0 h 3242914"/>
                  <a:gd name="connsiteX2" fmla="*/ 1856557 w 1880716"/>
                  <a:gd name="connsiteY2" fmla="*/ 1724065 h 3242914"/>
                  <a:gd name="connsiteX3" fmla="*/ 861954 w 1880716"/>
                  <a:gd name="connsiteY3" fmla="*/ 3242589 h 3242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0716" h="3242914">
                    <a:moveTo>
                      <a:pt x="861954" y="3242589"/>
                    </a:moveTo>
                    <a:cubicBezTo>
                      <a:pt x="-938537" y="1215345"/>
                      <a:pt x="594876" y="126087"/>
                      <a:pt x="883410" y="0"/>
                    </a:cubicBezTo>
                    <a:cubicBezTo>
                      <a:pt x="2127348" y="121180"/>
                      <a:pt x="1854849" y="1416091"/>
                      <a:pt x="1856557" y="1724065"/>
                    </a:cubicBezTo>
                    <a:cubicBezTo>
                      <a:pt x="1908014" y="2296246"/>
                      <a:pt x="973345" y="3263233"/>
                      <a:pt x="861954" y="3242589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1" name="AutoShape 2" descr="How to Draw a Simple Vulture for Kids">
              <a:extLst>
                <a:ext uri="{FF2B5EF4-FFF2-40B4-BE49-F238E27FC236}">
                  <a16:creationId xmlns:a16="http://schemas.microsoft.com/office/drawing/2014/main" id="{F0985D09-CF21-0355-8748-C35D6DABE7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Rectangle 14">
              <a:extLst>
                <a:ext uri="{FF2B5EF4-FFF2-40B4-BE49-F238E27FC236}">
                  <a16:creationId xmlns:a16="http://schemas.microsoft.com/office/drawing/2014/main" id="{370BBFE4-4DAA-F6B7-F423-654FFA20A7E6}"/>
                </a:ext>
              </a:extLst>
            </p:cNvPr>
            <p:cNvSpPr/>
            <p:nvPr/>
          </p:nvSpPr>
          <p:spPr>
            <a:xfrm>
              <a:off x="4062137" y="2133602"/>
              <a:ext cx="2935562" cy="3646680"/>
            </a:xfrm>
            <a:custGeom>
              <a:avLst/>
              <a:gdLst>
                <a:gd name="connsiteX0" fmla="*/ 0 w 2478086"/>
                <a:gd name="connsiteY0" fmla="*/ 0 h 2603823"/>
                <a:gd name="connsiteX1" fmla="*/ 2478086 w 2478086"/>
                <a:gd name="connsiteY1" fmla="*/ 0 h 2603823"/>
                <a:gd name="connsiteX2" fmla="*/ 2478086 w 2478086"/>
                <a:gd name="connsiteY2" fmla="*/ 2603823 h 2603823"/>
                <a:gd name="connsiteX3" fmla="*/ 0 w 2478086"/>
                <a:gd name="connsiteY3" fmla="*/ 2603823 h 2603823"/>
                <a:gd name="connsiteX4" fmla="*/ 0 w 2478086"/>
                <a:gd name="connsiteY4" fmla="*/ 0 h 2603823"/>
                <a:gd name="connsiteX0" fmla="*/ 76200 w 2478086"/>
                <a:gd name="connsiteY0" fmla="*/ 0 h 3086423"/>
                <a:gd name="connsiteX1" fmla="*/ 2478086 w 2478086"/>
                <a:gd name="connsiteY1" fmla="*/ 482600 h 3086423"/>
                <a:gd name="connsiteX2" fmla="*/ 2478086 w 2478086"/>
                <a:gd name="connsiteY2" fmla="*/ 3086423 h 3086423"/>
                <a:gd name="connsiteX3" fmla="*/ 0 w 2478086"/>
                <a:gd name="connsiteY3" fmla="*/ 3086423 h 3086423"/>
                <a:gd name="connsiteX4" fmla="*/ 76200 w 2478086"/>
                <a:gd name="connsiteY4" fmla="*/ 0 h 3086423"/>
                <a:gd name="connsiteX0" fmla="*/ 404155 w 2806041"/>
                <a:gd name="connsiteY0" fmla="*/ 0 h 3086423"/>
                <a:gd name="connsiteX1" fmla="*/ 2806041 w 2806041"/>
                <a:gd name="connsiteY1" fmla="*/ 482600 h 3086423"/>
                <a:gd name="connsiteX2" fmla="*/ 2806041 w 2806041"/>
                <a:gd name="connsiteY2" fmla="*/ 3086423 h 3086423"/>
                <a:gd name="connsiteX3" fmla="*/ 327955 w 2806041"/>
                <a:gd name="connsiteY3" fmla="*/ 3086423 h 3086423"/>
                <a:gd name="connsiteX4" fmla="*/ 404155 w 2806041"/>
                <a:gd name="connsiteY4" fmla="*/ 0 h 3086423"/>
                <a:gd name="connsiteX0" fmla="*/ 467563 w 2869449"/>
                <a:gd name="connsiteY0" fmla="*/ 0 h 3086423"/>
                <a:gd name="connsiteX1" fmla="*/ 2869449 w 2869449"/>
                <a:gd name="connsiteY1" fmla="*/ 482600 h 3086423"/>
                <a:gd name="connsiteX2" fmla="*/ 2869449 w 2869449"/>
                <a:gd name="connsiteY2" fmla="*/ 3086423 h 3086423"/>
                <a:gd name="connsiteX3" fmla="*/ 391363 w 2869449"/>
                <a:gd name="connsiteY3" fmla="*/ 3086423 h 3086423"/>
                <a:gd name="connsiteX4" fmla="*/ 467563 w 2869449"/>
                <a:gd name="connsiteY4" fmla="*/ 0 h 3086423"/>
                <a:gd name="connsiteX0" fmla="*/ 467563 w 2869449"/>
                <a:gd name="connsiteY0" fmla="*/ 0 h 3515400"/>
                <a:gd name="connsiteX1" fmla="*/ 2869449 w 2869449"/>
                <a:gd name="connsiteY1" fmla="*/ 482600 h 3515400"/>
                <a:gd name="connsiteX2" fmla="*/ 2869449 w 2869449"/>
                <a:gd name="connsiteY2" fmla="*/ 3086423 h 3515400"/>
                <a:gd name="connsiteX3" fmla="*/ 391363 w 2869449"/>
                <a:gd name="connsiteY3" fmla="*/ 3086423 h 3515400"/>
                <a:gd name="connsiteX4" fmla="*/ 467563 w 2869449"/>
                <a:gd name="connsiteY4" fmla="*/ 0 h 3515400"/>
                <a:gd name="connsiteX0" fmla="*/ 467563 w 2869449"/>
                <a:gd name="connsiteY0" fmla="*/ 0 h 3635878"/>
                <a:gd name="connsiteX1" fmla="*/ 2869449 w 2869449"/>
                <a:gd name="connsiteY1" fmla="*/ 482600 h 3635878"/>
                <a:gd name="connsiteX2" fmla="*/ 2869449 w 2869449"/>
                <a:gd name="connsiteY2" fmla="*/ 3086423 h 3635878"/>
                <a:gd name="connsiteX3" fmla="*/ 391363 w 2869449"/>
                <a:gd name="connsiteY3" fmla="*/ 3086423 h 3635878"/>
                <a:gd name="connsiteX4" fmla="*/ 467563 w 2869449"/>
                <a:gd name="connsiteY4" fmla="*/ 0 h 3635878"/>
                <a:gd name="connsiteX0" fmla="*/ 467563 w 2869449"/>
                <a:gd name="connsiteY0" fmla="*/ 0 h 3635878"/>
                <a:gd name="connsiteX1" fmla="*/ 1739149 w 2869449"/>
                <a:gd name="connsiteY1" fmla="*/ 50800 h 3635878"/>
                <a:gd name="connsiteX2" fmla="*/ 2869449 w 2869449"/>
                <a:gd name="connsiteY2" fmla="*/ 3086423 h 3635878"/>
                <a:gd name="connsiteX3" fmla="*/ 391363 w 2869449"/>
                <a:gd name="connsiteY3" fmla="*/ 3086423 h 3635878"/>
                <a:gd name="connsiteX4" fmla="*/ 467563 w 2869449"/>
                <a:gd name="connsiteY4" fmla="*/ 0 h 3635878"/>
                <a:gd name="connsiteX0" fmla="*/ 533676 w 2935562"/>
                <a:gd name="connsiteY0" fmla="*/ 0 h 3635878"/>
                <a:gd name="connsiteX1" fmla="*/ 1805262 w 2935562"/>
                <a:gd name="connsiteY1" fmla="*/ 50800 h 3635878"/>
                <a:gd name="connsiteX2" fmla="*/ 2935562 w 2935562"/>
                <a:gd name="connsiteY2" fmla="*/ 3086423 h 3635878"/>
                <a:gd name="connsiteX3" fmla="*/ 457476 w 2935562"/>
                <a:gd name="connsiteY3" fmla="*/ 3086423 h 3635878"/>
                <a:gd name="connsiteX4" fmla="*/ 533676 w 2935562"/>
                <a:gd name="connsiteY4" fmla="*/ 0 h 3635878"/>
                <a:gd name="connsiteX0" fmla="*/ 533676 w 2935562"/>
                <a:gd name="connsiteY0" fmla="*/ 0 h 3646680"/>
                <a:gd name="connsiteX1" fmla="*/ 1805262 w 2935562"/>
                <a:gd name="connsiteY1" fmla="*/ 50800 h 3646680"/>
                <a:gd name="connsiteX2" fmla="*/ 2935562 w 2935562"/>
                <a:gd name="connsiteY2" fmla="*/ 3086423 h 3646680"/>
                <a:gd name="connsiteX3" fmla="*/ 457476 w 2935562"/>
                <a:gd name="connsiteY3" fmla="*/ 3086423 h 3646680"/>
                <a:gd name="connsiteX4" fmla="*/ 533676 w 2935562"/>
                <a:gd name="connsiteY4" fmla="*/ 0 h 3646680"/>
                <a:gd name="connsiteX0" fmla="*/ 533676 w 2935562"/>
                <a:gd name="connsiteY0" fmla="*/ 0 h 3646680"/>
                <a:gd name="connsiteX1" fmla="*/ 1805262 w 2935562"/>
                <a:gd name="connsiteY1" fmla="*/ 50800 h 3646680"/>
                <a:gd name="connsiteX2" fmla="*/ 2935562 w 2935562"/>
                <a:gd name="connsiteY2" fmla="*/ 3086423 h 3646680"/>
                <a:gd name="connsiteX3" fmla="*/ 457476 w 2935562"/>
                <a:gd name="connsiteY3" fmla="*/ 3086423 h 3646680"/>
                <a:gd name="connsiteX4" fmla="*/ 533676 w 2935562"/>
                <a:gd name="connsiteY4" fmla="*/ 0 h 3646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5562" h="3646680">
                  <a:moveTo>
                    <a:pt x="533676" y="0"/>
                  </a:moveTo>
                  <a:lnTo>
                    <a:pt x="1805262" y="50800"/>
                  </a:lnTo>
                  <a:lnTo>
                    <a:pt x="2935562" y="3086423"/>
                  </a:lnTo>
                  <a:cubicBezTo>
                    <a:pt x="2515933" y="3543623"/>
                    <a:pt x="1486705" y="4077023"/>
                    <a:pt x="457476" y="3086423"/>
                  </a:cubicBezTo>
                  <a:cubicBezTo>
                    <a:pt x="241576" y="2756115"/>
                    <a:pt x="-495024" y="1028808"/>
                    <a:pt x="533676" y="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EAE93D8-AA65-B532-B365-AB0957048C18}"/>
                </a:ext>
              </a:extLst>
            </p:cNvPr>
            <p:cNvGrpSpPr/>
            <p:nvPr/>
          </p:nvGrpSpPr>
          <p:grpSpPr>
            <a:xfrm>
              <a:off x="4073879" y="5212366"/>
              <a:ext cx="1332917" cy="1633049"/>
              <a:chOff x="4441320" y="5345272"/>
              <a:chExt cx="1332917" cy="1633049"/>
            </a:xfrm>
            <a:grpFill/>
          </p:grpSpPr>
          <p:sp>
            <p:nvSpPr>
              <p:cNvPr id="120" name="Rectangle 18">
                <a:extLst>
                  <a:ext uri="{FF2B5EF4-FFF2-40B4-BE49-F238E27FC236}">
                    <a16:creationId xmlns:a16="http://schemas.microsoft.com/office/drawing/2014/main" id="{C14B294D-6FF4-A1BD-9BEE-2CF8BA5AE04C}"/>
                  </a:ext>
                </a:extLst>
              </p:cNvPr>
              <p:cNvSpPr/>
              <p:nvPr/>
            </p:nvSpPr>
            <p:spPr>
              <a:xfrm>
                <a:off x="4441320" y="6187265"/>
                <a:ext cx="1332917" cy="791056"/>
              </a:xfrm>
              <a:custGeom>
                <a:avLst/>
                <a:gdLst>
                  <a:gd name="connsiteX0" fmla="*/ 0 w 413005"/>
                  <a:gd name="connsiteY0" fmla="*/ 0 h 190996"/>
                  <a:gd name="connsiteX1" fmla="*/ 413005 w 413005"/>
                  <a:gd name="connsiteY1" fmla="*/ 0 h 190996"/>
                  <a:gd name="connsiteX2" fmla="*/ 413005 w 413005"/>
                  <a:gd name="connsiteY2" fmla="*/ 190996 h 190996"/>
                  <a:gd name="connsiteX3" fmla="*/ 0 w 413005"/>
                  <a:gd name="connsiteY3" fmla="*/ 190996 h 190996"/>
                  <a:gd name="connsiteX4" fmla="*/ 0 w 413005"/>
                  <a:gd name="connsiteY4" fmla="*/ 0 h 190996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748285"/>
                  <a:gd name="connsiteY0" fmla="*/ 68580 h 310299"/>
                  <a:gd name="connsiteX1" fmla="*/ 748285 w 748285"/>
                  <a:gd name="connsiteY1" fmla="*/ 0 h 310299"/>
                  <a:gd name="connsiteX2" fmla="*/ 413005 w 748285"/>
                  <a:gd name="connsiteY2" fmla="*/ 259576 h 310299"/>
                  <a:gd name="connsiteX3" fmla="*/ 147715 w 748285"/>
                  <a:gd name="connsiteY3" fmla="*/ 310149 h 310299"/>
                  <a:gd name="connsiteX4" fmla="*/ 0 w 748285"/>
                  <a:gd name="connsiteY4" fmla="*/ 259576 h 310299"/>
                  <a:gd name="connsiteX5" fmla="*/ 0 w 748285"/>
                  <a:gd name="connsiteY5" fmla="*/ 68580 h 310299"/>
                  <a:gd name="connsiteX0" fmla="*/ 0 w 1266445"/>
                  <a:gd name="connsiteY0" fmla="*/ 121920 h 310299"/>
                  <a:gd name="connsiteX1" fmla="*/ 1266445 w 1266445"/>
                  <a:gd name="connsiteY1" fmla="*/ 0 h 310299"/>
                  <a:gd name="connsiteX2" fmla="*/ 931165 w 1266445"/>
                  <a:gd name="connsiteY2" fmla="*/ 259576 h 310299"/>
                  <a:gd name="connsiteX3" fmla="*/ 665875 w 1266445"/>
                  <a:gd name="connsiteY3" fmla="*/ 310149 h 310299"/>
                  <a:gd name="connsiteX4" fmla="*/ 518160 w 1266445"/>
                  <a:gd name="connsiteY4" fmla="*/ 259576 h 310299"/>
                  <a:gd name="connsiteX5" fmla="*/ 0 w 1266445"/>
                  <a:gd name="connsiteY5" fmla="*/ 121920 h 310299"/>
                  <a:gd name="connsiteX0" fmla="*/ 59165 w 1325610"/>
                  <a:gd name="connsiteY0" fmla="*/ 121920 h 315406"/>
                  <a:gd name="connsiteX1" fmla="*/ 1325610 w 1325610"/>
                  <a:gd name="connsiteY1" fmla="*/ 0 h 315406"/>
                  <a:gd name="connsiteX2" fmla="*/ 990330 w 1325610"/>
                  <a:gd name="connsiteY2" fmla="*/ 259576 h 315406"/>
                  <a:gd name="connsiteX3" fmla="*/ 725040 w 1325610"/>
                  <a:gd name="connsiteY3" fmla="*/ 310149 h 315406"/>
                  <a:gd name="connsiteX4" fmla="*/ 577325 w 1325610"/>
                  <a:gd name="connsiteY4" fmla="*/ 259576 h 315406"/>
                  <a:gd name="connsiteX5" fmla="*/ 59165 w 1325610"/>
                  <a:gd name="connsiteY5" fmla="*/ 121920 h 315406"/>
                  <a:gd name="connsiteX0" fmla="*/ 59165 w 1332917"/>
                  <a:gd name="connsiteY0" fmla="*/ 121920 h 315406"/>
                  <a:gd name="connsiteX1" fmla="*/ 1325610 w 1332917"/>
                  <a:gd name="connsiteY1" fmla="*/ 0 h 315406"/>
                  <a:gd name="connsiteX2" fmla="*/ 990330 w 1332917"/>
                  <a:gd name="connsiteY2" fmla="*/ 259576 h 315406"/>
                  <a:gd name="connsiteX3" fmla="*/ 725040 w 1332917"/>
                  <a:gd name="connsiteY3" fmla="*/ 310149 h 315406"/>
                  <a:gd name="connsiteX4" fmla="*/ 577325 w 1332917"/>
                  <a:gd name="connsiteY4" fmla="*/ 259576 h 315406"/>
                  <a:gd name="connsiteX5" fmla="*/ 59165 w 1332917"/>
                  <a:gd name="connsiteY5" fmla="*/ 121920 h 315406"/>
                  <a:gd name="connsiteX0" fmla="*/ 59165 w 1332917"/>
                  <a:gd name="connsiteY0" fmla="*/ 121920 h 708032"/>
                  <a:gd name="connsiteX1" fmla="*/ 1325610 w 1332917"/>
                  <a:gd name="connsiteY1" fmla="*/ 0 h 708032"/>
                  <a:gd name="connsiteX2" fmla="*/ 990330 w 1332917"/>
                  <a:gd name="connsiteY2" fmla="*/ 259576 h 708032"/>
                  <a:gd name="connsiteX3" fmla="*/ 725040 w 1332917"/>
                  <a:gd name="connsiteY3" fmla="*/ 310149 h 708032"/>
                  <a:gd name="connsiteX4" fmla="*/ 577325 w 1332917"/>
                  <a:gd name="connsiteY4" fmla="*/ 259576 h 708032"/>
                  <a:gd name="connsiteX5" fmla="*/ 59165 w 1332917"/>
                  <a:gd name="connsiteY5" fmla="*/ 121920 h 708032"/>
                  <a:gd name="connsiteX0" fmla="*/ 59165 w 1332917"/>
                  <a:gd name="connsiteY0" fmla="*/ 121920 h 694500"/>
                  <a:gd name="connsiteX1" fmla="*/ 1325610 w 1332917"/>
                  <a:gd name="connsiteY1" fmla="*/ 0 h 694500"/>
                  <a:gd name="connsiteX2" fmla="*/ 990330 w 1332917"/>
                  <a:gd name="connsiteY2" fmla="*/ 259576 h 694500"/>
                  <a:gd name="connsiteX3" fmla="*/ 725040 w 1332917"/>
                  <a:gd name="connsiteY3" fmla="*/ 310149 h 694500"/>
                  <a:gd name="connsiteX4" fmla="*/ 577325 w 1332917"/>
                  <a:gd name="connsiteY4" fmla="*/ 259576 h 694500"/>
                  <a:gd name="connsiteX5" fmla="*/ 59165 w 1332917"/>
                  <a:gd name="connsiteY5" fmla="*/ 121920 h 694500"/>
                  <a:gd name="connsiteX0" fmla="*/ 59165 w 1332917"/>
                  <a:gd name="connsiteY0" fmla="*/ 121920 h 777243"/>
                  <a:gd name="connsiteX1" fmla="*/ 1325610 w 1332917"/>
                  <a:gd name="connsiteY1" fmla="*/ 0 h 777243"/>
                  <a:gd name="connsiteX2" fmla="*/ 990330 w 1332917"/>
                  <a:gd name="connsiteY2" fmla="*/ 259576 h 777243"/>
                  <a:gd name="connsiteX3" fmla="*/ 725040 w 1332917"/>
                  <a:gd name="connsiteY3" fmla="*/ 310149 h 777243"/>
                  <a:gd name="connsiteX4" fmla="*/ 577325 w 1332917"/>
                  <a:gd name="connsiteY4" fmla="*/ 259576 h 777243"/>
                  <a:gd name="connsiteX5" fmla="*/ 59165 w 1332917"/>
                  <a:gd name="connsiteY5" fmla="*/ 121920 h 777243"/>
                  <a:gd name="connsiteX0" fmla="*/ 59165 w 1332917"/>
                  <a:gd name="connsiteY0" fmla="*/ 121920 h 727461"/>
                  <a:gd name="connsiteX1" fmla="*/ 1325610 w 1332917"/>
                  <a:gd name="connsiteY1" fmla="*/ 0 h 727461"/>
                  <a:gd name="connsiteX2" fmla="*/ 990330 w 1332917"/>
                  <a:gd name="connsiteY2" fmla="*/ 259576 h 727461"/>
                  <a:gd name="connsiteX3" fmla="*/ 725040 w 1332917"/>
                  <a:gd name="connsiteY3" fmla="*/ 310149 h 727461"/>
                  <a:gd name="connsiteX4" fmla="*/ 577325 w 1332917"/>
                  <a:gd name="connsiteY4" fmla="*/ 259576 h 727461"/>
                  <a:gd name="connsiteX5" fmla="*/ 59165 w 1332917"/>
                  <a:gd name="connsiteY5" fmla="*/ 121920 h 727461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47227 h 791056"/>
                  <a:gd name="connsiteX1" fmla="*/ 1325610 w 1332917"/>
                  <a:gd name="connsiteY1" fmla="*/ 25307 h 791056"/>
                  <a:gd name="connsiteX2" fmla="*/ 990330 w 1332917"/>
                  <a:gd name="connsiteY2" fmla="*/ 284883 h 791056"/>
                  <a:gd name="connsiteX3" fmla="*/ 725040 w 1332917"/>
                  <a:gd name="connsiteY3" fmla="*/ 335456 h 791056"/>
                  <a:gd name="connsiteX4" fmla="*/ 577325 w 1332917"/>
                  <a:gd name="connsiteY4" fmla="*/ 284883 h 791056"/>
                  <a:gd name="connsiteX5" fmla="*/ 59165 w 1332917"/>
                  <a:gd name="connsiteY5" fmla="*/ 147227 h 791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2917" h="791056">
                    <a:moveTo>
                      <a:pt x="59165" y="147227"/>
                    </a:moveTo>
                    <a:cubicBezTo>
                      <a:pt x="481313" y="30387"/>
                      <a:pt x="1055862" y="-40733"/>
                      <a:pt x="1325610" y="25307"/>
                    </a:cubicBezTo>
                    <a:cubicBezTo>
                      <a:pt x="1381490" y="248992"/>
                      <a:pt x="1102090" y="198358"/>
                      <a:pt x="990330" y="284883"/>
                    </a:cubicBezTo>
                    <a:cubicBezTo>
                      <a:pt x="919680" y="753861"/>
                      <a:pt x="445170" y="1116158"/>
                      <a:pt x="725040" y="335456"/>
                    </a:cubicBezTo>
                    <a:cubicBezTo>
                      <a:pt x="523402" y="920578"/>
                      <a:pt x="-470717" y="812281"/>
                      <a:pt x="577325" y="284883"/>
                    </a:cubicBezTo>
                    <a:cubicBezTo>
                      <a:pt x="404605" y="238998"/>
                      <a:pt x="-187215" y="513152"/>
                      <a:pt x="59165" y="14722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5AEC4628-D4E2-3BC9-CE79-14AD036DFEE5}"/>
                  </a:ext>
                </a:extLst>
              </p:cNvPr>
              <p:cNvSpPr/>
              <p:nvPr/>
            </p:nvSpPr>
            <p:spPr>
              <a:xfrm>
                <a:off x="5251497" y="5345272"/>
                <a:ext cx="198911" cy="1003300"/>
              </a:xfrm>
              <a:prstGeom prst="roundRect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B43A01D4-A849-144E-5E34-D20F2C94BE73}"/>
                  </a:ext>
                </a:extLst>
              </p:cNvPr>
              <p:cNvSpPr/>
              <p:nvPr/>
            </p:nvSpPr>
            <p:spPr>
              <a:xfrm>
                <a:off x="5174027" y="6245330"/>
                <a:ext cx="322801" cy="155350"/>
              </a:xfrm>
              <a:prstGeom prst="roundRect">
                <a:avLst>
                  <a:gd name="adj" fmla="val 18464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1BA2EFF-5F8D-0DE8-0CA2-3CD8E4A90623}"/>
                </a:ext>
              </a:extLst>
            </p:cNvPr>
            <p:cNvGrpSpPr/>
            <p:nvPr/>
          </p:nvGrpSpPr>
          <p:grpSpPr>
            <a:xfrm>
              <a:off x="5162477" y="5342149"/>
              <a:ext cx="1332917" cy="1633049"/>
              <a:chOff x="4441320" y="5345272"/>
              <a:chExt cx="1332917" cy="1633049"/>
            </a:xfrm>
            <a:grpFill/>
          </p:grpSpPr>
          <p:sp>
            <p:nvSpPr>
              <p:cNvPr id="117" name="Rectangle 18">
                <a:extLst>
                  <a:ext uri="{FF2B5EF4-FFF2-40B4-BE49-F238E27FC236}">
                    <a16:creationId xmlns:a16="http://schemas.microsoft.com/office/drawing/2014/main" id="{4DB8C5F5-CA3B-3BD6-1645-05B2D8630887}"/>
                  </a:ext>
                </a:extLst>
              </p:cNvPr>
              <p:cNvSpPr/>
              <p:nvPr/>
            </p:nvSpPr>
            <p:spPr>
              <a:xfrm>
                <a:off x="4441320" y="6187265"/>
                <a:ext cx="1332917" cy="791056"/>
              </a:xfrm>
              <a:custGeom>
                <a:avLst/>
                <a:gdLst>
                  <a:gd name="connsiteX0" fmla="*/ 0 w 413005"/>
                  <a:gd name="connsiteY0" fmla="*/ 0 h 190996"/>
                  <a:gd name="connsiteX1" fmla="*/ 413005 w 413005"/>
                  <a:gd name="connsiteY1" fmla="*/ 0 h 190996"/>
                  <a:gd name="connsiteX2" fmla="*/ 413005 w 413005"/>
                  <a:gd name="connsiteY2" fmla="*/ 190996 h 190996"/>
                  <a:gd name="connsiteX3" fmla="*/ 0 w 413005"/>
                  <a:gd name="connsiteY3" fmla="*/ 190996 h 190996"/>
                  <a:gd name="connsiteX4" fmla="*/ 0 w 413005"/>
                  <a:gd name="connsiteY4" fmla="*/ 0 h 190996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413005"/>
                  <a:gd name="connsiteY0" fmla="*/ 0 h 241719"/>
                  <a:gd name="connsiteX1" fmla="*/ 413005 w 413005"/>
                  <a:gd name="connsiteY1" fmla="*/ 0 h 241719"/>
                  <a:gd name="connsiteX2" fmla="*/ 413005 w 413005"/>
                  <a:gd name="connsiteY2" fmla="*/ 190996 h 241719"/>
                  <a:gd name="connsiteX3" fmla="*/ 147715 w 413005"/>
                  <a:gd name="connsiteY3" fmla="*/ 241569 h 241719"/>
                  <a:gd name="connsiteX4" fmla="*/ 0 w 413005"/>
                  <a:gd name="connsiteY4" fmla="*/ 190996 h 241719"/>
                  <a:gd name="connsiteX5" fmla="*/ 0 w 413005"/>
                  <a:gd name="connsiteY5" fmla="*/ 0 h 241719"/>
                  <a:gd name="connsiteX0" fmla="*/ 0 w 748285"/>
                  <a:gd name="connsiteY0" fmla="*/ 68580 h 310299"/>
                  <a:gd name="connsiteX1" fmla="*/ 748285 w 748285"/>
                  <a:gd name="connsiteY1" fmla="*/ 0 h 310299"/>
                  <a:gd name="connsiteX2" fmla="*/ 413005 w 748285"/>
                  <a:gd name="connsiteY2" fmla="*/ 259576 h 310299"/>
                  <a:gd name="connsiteX3" fmla="*/ 147715 w 748285"/>
                  <a:gd name="connsiteY3" fmla="*/ 310149 h 310299"/>
                  <a:gd name="connsiteX4" fmla="*/ 0 w 748285"/>
                  <a:gd name="connsiteY4" fmla="*/ 259576 h 310299"/>
                  <a:gd name="connsiteX5" fmla="*/ 0 w 748285"/>
                  <a:gd name="connsiteY5" fmla="*/ 68580 h 310299"/>
                  <a:gd name="connsiteX0" fmla="*/ 0 w 1266445"/>
                  <a:gd name="connsiteY0" fmla="*/ 121920 h 310299"/>
                  <a:gd name="connsiteX1" fmla="*/ 1266445 w 1266445"/>
                  <a:gd name="connsiteY1" fmla="*/ 0 h 310299"/>
                  <a:gd name="connsiteX2" fmla="*/ 931165 w 1266445"/>
                  <a:gd name="connsiteY2" fmla="*/ 259576 h 310299"/>
                  <a:gd name="connsiteX3" fmla="*/ 665875 w 1266445"/>
                  <a:gd name="connsiteY3" fmla="*/ 310149 h 310299"/>
                  <a:gd name="connsiteX4" fmla="*/ 518160 w 1266445"/>
                  <a:gd name="connsiteY4" fmla="*/ 259576 h 310299"/>
                  <a:gd name="connsiteX5" fmla="*/ 0 w 1266445"/>
                  <a:gd name="connsiteY5" fmla="*/ 121920 h 310299"/>
                  <a:gd name="connsiteX0" fmla="*/ 59165 w 1325610"/>
                  <a:gd name="connsiteY0" fmla="*/ 121920 h 315406"/>
                  <a:gd name="connsiteX1" fmla="*/ 1325610 w 1325610"/>
                  <a:gd name="connsiteY1" fmla="*/ 0 h 315406"/>
                  <a:gd name="connsiteX2" fmla="*/ 990330 w 1325610"/>
                  <a:gd name="connsiteY2" fmla="*/ 259576 h 315406"/>
                  <a:gd name="connsiteX3" fmla="*/ 725040 w 1325610"/>
                  <a:gd name="connsiteY3" fmla="*/ 310149 h 315406"/>
                  <a:gd name="connsiteX4" fmla="*/ 577325 w 1325610"/>
                  <a:gd name="connsiteY4" fmla="*/ 259576 h 315406"/>
                  <a:gd name="connsiteX5" fmla="*/ 59165 w 1325610"/>
                  <a:gd name="connsiteY5" fmla="*/ 121920 h 315406"/>
                  <a:gd name="connsiteX0" fmla="*/ 59165 w 1332917"/>
                  <a:gd name="connsiteY0" fmla="*/ 121920 h 315406"/>
                  <a:gd name="connsiteX1" fmla="*/ 1325610 w 1332917"/>
                  <a:gd name="connsiteY1" fmla="*/ 0 h 315406"/>
                  <a:gd name="connsiteX2" fmla="*/ 990330 w 1332917"/>
                  <a:gd name="connsiteY2" fmla="*/ 259576 h 315406"/>
                  <a:gd name="connsiteX3" fmla="*/ 725040 w 1332917"/>
                  <a:gd name="connsiteY3" fmla="*/ 310149 h 315406"/>
                  <a:gd name="connsiteX4" fmla="*/ 577325 w 1332917"/>
                  <a:gd name="connsiteY4" fmla="*/ 259576 h 315406"/>
                  <a:gd name="connsiteX5" fmla="*/ 59165 w 1332917"/>
                  <a:gd name="connsiteY5" fmla="*/ 121920 h 315406"/>
                  <a:gd name="connsiteX0" fmla="*/ 59165 w 1332917"/>
                  <a:gd name="connsiteY0" fmla="*/ 121920 h 708032"/>
                  <a:gd name="connsiteX1" fmla="*/ 1325610 w 1332917"/>
                  <a:gd name="connsiteY1" fmla="*/ 0 h 708032"/>
                  <a:gd name="connsiteX2" fmla="*/ 990330 w 1332917"/>
                  <a:gd name="connsiteY2" fmla="*/ 259576 h 708032"/>
                  <a:gd name="connsiteX3" fmla="*/ 725040 w 1332917"/>
                  <a:gd name="connsiteY3" fmla="*/ 310149 h 708032"/>
                  <a:gd name="connsiteX4" fmla="*/ 577325 w 1332917"/>
                  <a:gd name="connsiteY4" fmla="*/ 259576 h 708032"/>
                  <a:gd name="connsiteX5" fmla="*/ 59165 w 1332917"/>
                  <a:gd name="connsiteY5" fmla="*/ 121920 h 708032"/>
                  <a:gd name="connsiteX0" fmla="*/ 59165 w 1332917"/>
                  <a:gd name="connsiteY0" fmla="*/ 121920 h 694500"/>
                  <a:gd name="connsiteX1" fmla="*/ 1325610 w 1332917"/>
                  <a:gd name="connsiteY1" fmla="*/ 0 h 694500"/>
                  <a:gd name="connsiteX2" fmla="*/ 990330 w 1332917"/>
                  <a:gd name="connsiteY2" fmla="*/ 259576 h 694500"/>
                  <a:gd name="connsiteX3" fmla="*/ 725040 w 1332917"/>
                  <a:gd name="connsiteY3" fmla="*/ 310149 h 694500"/>
                  <a:gd name="connsiteX4" fmla="*/ 577325 w 1332917"/>
                  <a:gd name="connsiteY4" fmla="*/ 259576 h 694500"/>
                  <a:gd name="connsiteX5" fmla="*/ 59165 w 1332917"/>
                  <a:gd name="connsiteY5" fmla="*/ 121920 h 694500"/>
                  <a:gd name="connsiteX0" fmla="*/ 59165 w 1332917"/>
                  <a:gd name="connsiteY0" fmla="*/ 121920 h 777243"/>
                  <a:gd name="connsiteX1" fmla="*/ 1325610 w 1332917"/>
                  <a:gd name="connsiteY1" fmla="*/ 0 h 777243"/>
                  <a:gd name="connsiteX2" fmla="*/ 990330 w 1332917"/>
                  <a:gd name="connsiteY2" fmla="*/ 259576 h 777243"/>
                  <a:gd name="connsiteX3" fmla="*/ 725040 w 1332917"/>
                  <a:gd name="connsiteY3" fmla="*/ 310149 h 777243"/>
                  <a:gd name="connsiteX4" fmla="*/ 577325 w 1332917"/>
                  <a:gd name="connsiteY4" fmla="*/ 259576 h 777243"/>
                  <a:gd name="connsiteX5" fmla="*/ 59165 w 1332917"/>
                  <a:gd name="connsiteY5" fmla="*/ 121920 h 777243"/>
                  <a:gd name="connsiteX0" fmla="*/ 59165 w 1332917"/>
                  <a:gd name="connsiteY0" fmla="*/ 121920 h 727461"/>
                  <a:gd name="connsiteX1" fmla="*/ 1325610 w 1332917"/>
                  <a:gd name="connsiteY1" fmla="*/ 0 h 727461"/>
                  <a:gd name="connsiteX2" fmla="*/ 990330 w 1332917"/>
                  <a:gd name="connsiteY2" fmla="*/ 259576 h 727461"/>
                  <a:gd name="connsiteX3" fmla="*/ 725040 w 1332917"/>
                  <a:gd name="connsiteY3" fmla="*/ 310149 h 727461"/>
                  <a:gd name="connsiteX4" fmla="*/ 577325 w 1332917"/>
                  <a:gd name="connsiteY4" fmla="*/ 259576 h 727461"/>
                  <a:gd name="connsiteX5" fmla="*/ 59165 w 1332917"/>
                  <a:gd name="connsiteY5" fmla="*/ 121920 h 727461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21920 h 765749"/>
                  <a:gd name="connsiteX1" fmla="*/ 1325610 w 1332917"/>
                  <a:gd name="connsiteY1" fmla="*/ 0 h 765749"/>
                  <a:gd name="connsiteX2" fmla="*/ 990330 w 1332917"/>
                  <a:gd name="connsiteY2" fmla="*/ 259576 h 765749"/>
                  <a:gd name="connsiteX3" fmla="*/ 725040 w 1332917"/>
                  <a:gd name="connsiteY3" fmla="*/ 310149 h 765749"/>
                  <a:gd name="connsiteX4" fmla="*/ 577325 w 1332917"/>
                  <a:gd name="connsiteY4" fmla="*/ 259576 h 765749"/>
                  <a:gd name="connsiteX5" fmla="*/ 59165 w 1332917"/>
                  <a:gd name="connsiteY5" fmla="*/ 121920 h 765749"/>
                  <a:gd name="connsiteX0" fmla="*/ 59165 w 1332917"/>
                  <a:gd name="connsiteY0" fmla="*/ 147227 h 791056"/>
                  <a:gd name="connsiteX1" fmla="*/ 1325610 w 1332917"/>
                  <a:gd name="connsiteY1" fmla="*/ 25307 h 791056"/>
                  <a:gd name="connsiteX2" fmla="*/ 990330 w 1332917"/>
                  <a:gd name="connsiteY2" fmla="*/ 284883 h 791056"/>
                  <a:gd name="connsiteX3" fmla="*/ 725040 w 1332917"/>
                  <a:gd name="connsiteY3" fmla="*/ 335456 h 791056"/>
                  <a:gd name="connsiteX4" fmla="*/ 577325 w 1332917"/>
                  <a:gd name="connsiteY4" fmla="*/ 284883 h 791056"/>
                  <a:gd name="connsiteX5" fmla="*/ 59165 w 1332917"/>
                  <a:gd name="connsiteY5" fmla="*/ 147227 h 791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2917" h="791056">
                    <a:moveTo>
                      <a:pt x="59165" y="147227"/>
                    </a:moveTo>
                    <a:cubicBezTo>
                      <a:pt x="481313" y="30387"/>
                      <a:pt x="1055862" y="-40733"/>
                      <a:pt x="1325610" y="25307"/>
                    </a:cubicBezTo>
                    <a:cubicBezTo>
                      <a:pt x="1381490" y="248992"/>
                      <a:pt x="1102090" y="198358"/>
                      <a:pt x="990330" y="284883"/>
                    </a:cubicBezTo>
                    <a:cubicBezTo>
                      <a:pt x="919680" y="753861"/>
                      <a:pt x="445170" y="1116158"/>
                      <a:pt x="725040" y="335456"/>
                    </a:cubicBezTo>
                    <a:cubicBezTo>
                      <a:pt x="523402" y="920578"/>
                      <a:pt x="-470717" y="812281"/>
                      <a:pt x="577325" y="284883"/>
                    </a:cubicBezTo>
                    <a:cubicBezTo>
                      <a:pt x="404605" y="238998"/>
                      <a:pt x="-187215" y="513152"/>
                      <a:pt x="59165" y="14722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A29109FF-DB32-E595-652C-8A5C2CAA1155}"/>
                  </a:ext>
                </a:extLst>
              </p:cNvPr>
              <p:cNvSpPr/>
              <p:nvPr/>
            </p:nvSpPr>
            <p:spPr>
              <a:xfrm>
                <a:off x="5251497" y="5345272"/>
                <a:ext cx="198911" cy="1003300"/>
              </a:xfrm>
              <a:prstGeom prst="roundRect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40047182-9309-0E39-0A96-A98C425113BA}"/>
                  </a:ext>
                </a:extLst>
              </p:cNvPr>
              <p:cNvSpPr/>
              <p:nvPr/>
            </p:nvSpPr>
            <p:spPr>
              <a:xfrm>
                <a:off x="5191715" y="6271455"/>
                <a:ext cx="322800" cy="116628"/>
              </a:xfrm>
              <a:prstGeom prst="roundRect">
                <a:avLst>
                  <a:gd name="adj" fmla="val 4283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5" name="Rectangle 10">
              <a:extLst>
                <a:ext uri="{FF2B5EF4-FFF2-40B4-BE49-F238E27FC236}">
                  <a16:creationId xmlns:a16="http://schemas.microsoft.com/office/drawing/2014/main" id="{15DB219C-5A4C-0FFA-CF13-D0FD5DD44E52}"/>
                </a:ext>
              </a:extLst>
            </p:cNvPr>
            <p:cNvSpPr/>
            <p:nvPr/>
          </p:nvSpPr>
          <p:spPr>
            <a:xfrm rot="580953" flipV="1">
              <a:off x="4735435" y="5030816"/>
              <a:ext cx="472217" cy="339789"/>
            </a:xfrm>
            <a:custGeom>
              <a:avLst/>
              <a:gdLst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2196" h="301822">
                  <a:moveTo>
                    <a:pt x="0" y="0"/>
                  </a:moveTo>
                  <a:cubicBezTo>
                    <a:pt x="320625" y="37493"/>
                    <a:pt x="601770" y="122057"/>
                    <a:pt x="982196" y="0"/>
                  </a:cubicBezTo>
                  <a:lnTo>
                    <a:pt x="982196" y="301822"/>
                  </a:lnTo>
                  <a:lnTo>
                    <a:pt x="0" y="3018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Rectangle 10">
              <a:extLst>
                <a:ext uri="{FF2B5EF4-FFF2-40B4-BE49-F238E27FC236}">
                  <a16:creationId xmlns:a16="http://schemas.microsoft.com/office/drawing/2014/main" id="{168C01F8-483B-193F-1B0A-DAC48A365054}"/>
                </a:ext>
              </a:extLst>
            </p:cNvPr>
            <p:cNvSpPr/>
            <p:nvPr/>
          </p:nvSpPr>
          <p:spPr>
            <a:xfrm rot="580953" flipV="1">
              <a:off x="5826083" y="5163918"/>
              <a:ext cx="472217" cy="339789"/>
            </a:xfrm>
            <a:custGeom>
              <a:avLst/>
              <a:gdLst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  <a:gd name="connsiteX0" fmla="*/ 0 w 982196"/>
                <a:gd name="connsiteY0" fmla="*/ 0 h 301822"/>
                <a:gd name="connsiteX1" fmla="*/ 982196 w 982196"/>
                <a:gd name="connsiteY1" fmla="*/ 0 h 301822"/>
                <a:gd name="connsiteX2" fmla="*/ 982196 w 982196"/>
                <a:gd name="connsiteY2" fmla="*/ 301822 h 301822"/>
                <a:gd name="connsiteX3" fmla="*/ 0 w 982196"/>
                <a:gd name="connsiteY3" fmla="*/ 301822 h 301822"/>
                <a:gd name="connsiteX4" fmla="*/ 0 w 982196"/>
                <a:gd name="connsiteY4" fmla="*/ 0 h 30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2196" h="301822">
                  <a:moveTo>
                    <a:pt x="0" y="0"/>
                  </a:moveTo>
                  <a:cubicBezTo>
                    <a:pt x="320625" y="37493"/>
                    <a:pt x="601770" y="122057"/>
                    <a:pt x="982196" y="0"/>
                  </a:cubicBezTo>
                  <a:lnTo>
                    <a:pt x="982196" y="301822"/>
                  </a:lnTo>
                  <a:lnTo>
                    <a:pt x="0" y="3018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530AE2-890A-F1C7-0FFC-F6E622A62E3E}"/>
                </a:ext>
              </a:extLst>
            </p:cNvPr>
            <p:cNvGrpSpPr/>
            <p:nvPr/>
          </p:nvGrpSpPr>
          <p:grpSpPr>
            <a:xfrm>
              <a:off x="5689919" y="2002004"/>
              <a:ext cx="1896009" cy="4213661"/>
              <a:chOff x="5689919" y="2002004"/>
              <a:chExt cx="1896009" cy="4213661"/>
            </a:xfrm>
            <a:grpFill/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B127B591-193F-C7C7-A797-98676B4D69C4}"/>
                  </a:ext>
                </a:extLst>
              </p:cNvPr>
              <p:cNvGrpSpPr/>
              <p:nvPr/>
            </p:nvGrpSpPr>
            <p:grpSpPr>
              <a:xfrm>
                <a:off x="5689919" y="2002004"/>
                <a:ext cx="1896009" cy="3395995"/>
                <a:chOff x="5689919" y="2002004"/>
                <a:chExt cx="1896009" cy="3395995"/>
              </a:xfrm>
              <a:grpFill/>
            </p:grpSpPr>
            <p:sp>
              <p:nvSpPr>
                <p:cNvPr id="115" name="Oval 11">
                  <a:extLst>
                    <a:ext uri="{FF2B5EF4-FFF2-40B4-BE49-F238E27FC236}">
                      <a16:creationId xmlns:a16="http://schemas.microsoft.com/office/drawing/2014/main" id="{9141EDDD-71F1-4F55-228D-2EC1078759D5}"/>
                    </a:ext>
                  </a:extLst>
                </p:cNvPr>
                <p:cNvSpPr/>
                <p:nvPr/>
              </p:nvSpPr>
              <p:spPr>
                <a:xfrm rot="20396453">
                  <a:off x="5689919" y="2037460"/>
                  <a:ext cx="1747546" cy="3360539"/>
                </a:xfrm>
                <a:custGeom>
                  <a:avLst/>
                  <a:gdLst>
                    <a:gd name="connsiteX0" fmla="*/ 0 w 1658572"/>
                    <a:gd name="connsiteY0" fmla="*/ 1646260 h 3292519"/>
                    <a:gd name="connsiteX1" fmla="*/ 829286 w 1658572"/>
                    <a:gd name="connsiteY1" fmla="*/ 0 h 3292519"/>
                    <a:gd name="connsiteX2" fmla="*/ 1658572 w 1658572"/>
                    <a:gd name="connsiteY2" fmla="*/ 1646260 h 3292519"/>
                    <a:gd name="connsiteX3" fmla="*/ 829286 w 1658572"/>
                    <a:gd name="connsiteY3" fmla="*/ 3292520 h 3292519"/>
                    <a:gd name="connsiteX4" fmla="*/ 0 w 1658572"/>
                    <a:gd name="connsiteY4" fmla="*/ 1646260 h 3292519"/>
                    <a:gd name="connsiteX0" fmla="*/ 278 w 1658850"/>
                    <a:gd name="connsiteY0" fmla="*/ 1724471 h 3370731"/>
                    <a:gd name="connsiteX1" fmla="*/ 763480 w 1658850"/>
                    <a:gd name="connsiteY1" fmla="*/ 0 h 3370731"/>
                    <a:gd name="connsiteX2" fmla="*/ 1658850 w 1658850"/>
                    <a:gd name="connsiteY2" fmla="*/ 1724471 h 3370731"/>
                    <a:gd name="connsiteX3" fmla="*/ 829564 w 1658850"/>
                    <a:gd name="connsiteY3" fmla="*/ 3370731 h 3370731"/>
                    <a:gd name="connsiteX4" fmla="*/ 278 w 1658850"/>
                    <a:gd name="connsiteY4" fmla="*/ 1724471 h 3370731"/>
                    <a:gd name="connsiteX0" fmla="*/ 184 w 1722760"/>
                    <a:gd name="connsiteY0" fmla="*/ 1724472 h 3370734"/>
                    <a:gd name="connsiteX1" fmla="*/ 763386 w 1722760"/>
                    <a:gd name="connsiteY1" fmla="*/ 1 h 3370734"/>
                    <a:gd name="connsiteX2" fmla="*/ 1722760 w 1722760"/>
                    <a:gd name="connsiteY2" fmla="*/ 1734322 h 3370734"/>
                    <a:gd name="connsiteX3" fmla="*/ 829470 w 1722760"/>
                    <a:gd name="connsiteY3" fmla="*/ 3370732 h 3370734"/>
                    <a:gd name="connsiteX4" fmla="*/ 184 w 1722760"/>
                    <a:gd name="connsiteY4" fmla="*/ 1724472 h 3370734"/>
                    <a:gd name="connsiteX0" fmla="*/ 184 w 1722760"/>
                    <a:gd name="connsiteY0" fmla="*/ 1724472 h 3371417"/>
                    <a:gd name="connsiteX1" fmla="*/ 763386 w 1722760"/>
                    <a:gd name="connsiteY1" fmla="*/ 1 h 3371417"/>
                    <a:gd name="connsiteX2" fmla="*/ 1722760 w 1722760"/>
                    <a:gd name="connsiteY2" fmla="*/ 1734322 h 3371417"/>
                    <a:gd name="connsiteX3" fmla="*/ 829470 w 1722760"/>
                    <a:gd name="connsiteY3" fmla="*/ 3370732 h 3371417"/>
                    <a:gd name="connsiteX4" fmla="*/ 184 w 1722760"/>
                    <a:gd name="connsiteY4" fmla="*/ 1724472 h 3371417"/>
                    <a:gd name="connsiteX0" fmla="*/ 421 w 1722997"/>
                    <a:gd name="connsiteY0" fmla="*/ 1724474 h 3371419"/>
                    <a:gd name="connsiteX1" fmla="*/ 763623 w 1722997"/>
                    <a:gd name="connsiteY1" fmla="*/ 3 h 3371419"/>
                    <a:gd name="connsiteX2" fmla="*/ 1722997 w 1722997"/>
                    <a:gd name="connsiteY2" fmla="*/ 1734324 h 3371419"/>
                    <a:gd name="connsiteX3" fmla="*/ 829707 w 1722997"/>
                    <a:gd name="connsiteY3" fmla="*/ 3370734 h 3371419"/>
                    <a:gd name="connsiteX4" fmla="*/ 421 w 1722997"/>
                    <a:gd name="connsiteY4" fmla="*/ 1724474 h 3371419"/>
                    <a:gd name="connsiteX0" fmla="*/ 38378 w 1761950"/>
                    <a:gd name="connsiteY0" fmla="*/ 1726319 h 3373264"/>
                    <a:gd name="connsiteX1" fmla="*/ 801580 w 1761950"/>
                    <a:gd name="connsiteY1" fmla="*/ 1848 h 3373264"/>
                    <a:gd name="connsiteX2" fmla="*/ 1760954 w 1761950"/>
                    <a:gd name="connsiteY2" fmla="*/ 1736169 h 3373264"/>
                    <a:gd name="connsiteX3" fmla="*/ 867664 w 1761950"/>
                    <a:gd name="connsiteY3" fmla="*/ 3372579 h 3373264"/>
                    <a:gd name="connsiteX4" fmla="*/ 38378 w 1761950"/>
                    <a:gd name="connsiteY4" fmla="*/ 1726319 h 3373264"/>
                    <a:gd name="connsiteX0" fmla="*/ 0 w 1740142"/>
                    <a:gd name="connsiteY0" fmla="*/ 200298 h 1846936"/>
                    <a:gd name="connsiteX1" fmla="*/ 1722576 w 1740142"/>
                    <a:gd name="connsiteY1" fmla="*/ 210148 h 1846936"/>
                    <a:gd name="connsiteX2" fmla="*/ 829286 w 1740142"/>
                    <a:gd name="connsiteY2" fmla="*/ 1846558 h 1846936"/>
                    <a:gd name="connsiteX3" fmla="*/ 0 w 1740142"/>
                    <a:gd name="connsiteY3" fmla="*/ 200298 h 1846936"/>
                    <a:gd name="connsiteX0" fmla="*/ 273 w 1722852"/>
                    <a:gd name="connsiteY0" fmla="*/ 1714216 h 3360863"/>
                    <a:gd name="connsiteX1" fmla="*/ 749702 w 1722852"/>
                    <a:gd name="connsiteY1" fmla="*/ 1 h 3360863"/>
                    <a:gd name="connsiteX2" fmla="*/ 1722849 w 1722852"/>
                    <a:gd name="connsiteY2" fmla="*/ 1724066 h 3360863"/>
                    <a:gd name="connsiteX3" fmla="*/ 829559 w 1722852"/>
                    <a:gd name="connsiteY3" fmla="*/ 3360476 h 3360863"/>
                    <a:gd name="connsiteX4" fmla="*/ 273 w 1722852"/>
                    <a:gd name="connsiteY4" fmla="*/ 1714216 h 3360863"/>
                    <a:gd name="connsiteX0" fmla="*/ 273 w 1747008"/>
                    <a:gd name="connsiteY0" fmla="*/ 1714216 h 3360863"/>
                    <a:gd name="connsiteX1" fmla="*/ 749702 w 1747008"/>
                    <a:gd name="connsiteY1" fmla="*/ 1 h 3360863"/>
                    <a:gd name="connsiteX2" fmla="*/ 1722849 w 1747008"/>
                    <a:gd name="connsiteY2" fmla="*/ 1724066 h 3360863"/>
                    <a:gd name="connsiteX3" fmla="*/ 829559 w 1747008"/>
                    <a:gd name="connsiteY3" fmla="*/ 3360476 h 3360863"/>
                    <a:gd name="connsiteX4" fmla="*/ 273 w 1747008"/>
                    <a:gd name="connsiteY4" fmla="*/ 1714216 h 3360863"/>
                    <a:gd name="connsiteX0" fmla="*/ 584 w 1747319"/>
                    <a:gd name="connsiteY0" fmla="*/ 1714215 h 3360862"/>
                    <a:gd name="connsiteX1" fmla="*/ 750013 w 1747319"/>
                    <a:gd name="connsiteY1" fmla="*/ 0 h 3360862"/>
                    <a:gd name="connsiteX2" fmla="*/ 1723160 w 1747319"/>
                    <a:gd name="connsiteY2" fmla="*/ 1724065 h 3360862"/>
                    <a:gd name="connsiteX3" fmla="*/ 829870 w 1747319"/>
                    <a:gd name="connsiteY3" fmla="*/ 3360475 h 3360862"/>
                    <a:gd name="connsiteX4" fmla="*/ 584 w 1747319"/>
                    <a:gd name="connsiteY4" fmla="*/ 1714215 h 3360862"/>
                    <a:gd name="connsiteX0" fmla="*/ 584 w 1747319"/>
                    <a:gd name="connsiteY0" fmla="*/ 1714215 h 3361081"/>
                    <a:gd name="connsiteX1" fmla="*/ 750013 w 1747319"/>
                    <a:gd name="connsiteY1" fmla="*/ 0 h 3361081"/>
                    <a:gd name="connsiteX2" fmla="*/ 1723160 w 1747319"/>
                    <a:gd name="connsiteY2" fmla="*/ 1724065 h 3361081"/>
                    <a:gd name="connsiteX3" fmla="*/ 829870 w 1747319"/>
                    <a:gd name="connsiteY3" fmla="*/ 3360475 h 3361081"/>
                    <a:gd name="connsiteX4" fmla="*/ 584 w 1747319"/>
                    <a:gd name="connsiteY4" fmla="*/ 1714215 h 3361081"/>
                    <a:gd name="connsiteX0" fmla="*/ 584 w 1747319"/>
                    <a:gd name="connsiteY0" fmla="*/ 1714215 h 3361847"/>
                    <a:gd name="connsiteX1" fmla="*/ 750013 w 1747319"/>
                    <a:gd name="connsiteY1" fmla="*/ 0 h 3361847"/>
                    <a:gd name="connsiteX2" fmla="*/ 1723160 w 1747319"/>
                    <a:gd name="connsiteY2" fmla="*/ 1724065 h 3361847"/>
                    <a:gd name="connsiteX3" fmla="*/ 829870 w 1747319"/>
                    <a:gd name="connsiteY3" fmla="*/ 3360475 h 3361847"/>
                    <a:gd name="connsiteX4" fmla="*/ 584 w 1747319"/>
                    <a:gd name="connsiteY4" fmla="*/ 1714215 h 3361847"/>
                    <a:gd name="connsiteX0" fmla="*/ 584 w 1747319"/>
                    <a:gd name="connsiteY0" fmla="*/ 1714215 h 3360539"/>
                    <a:gd name="connsiteX1" fmla="*/ 750013 w 1747319"/>
                    <a:gd name="connsiteY1" fmla="*/ 0 h 3360539"/>
                    <a:gd name="connsiteX2" fmla="*/ 1723160 w 1747319"/>
                    <a:gd name="connsiteY2" fmla="*/ 1724065 h 3360539"/>
                    <a:gd name="connsiteX3" fmla="*/ 829870 w 1747319"/>
                    <a:gd name="connsiteY3" fmla="*/ 3360475 h 3360539"/>
                    <a:gd name="connsiteX4" fmla="*/ 584 w 1747319"/>
                    <a:gd name="connsiteY4" fmla="*/ 1714215 h 3360539"/>
                    <a:gd name="connsiteX0" fmla="*/ 382 w 1747117"/>
                    <a:gd name="connsiteY0" fmla="*/ 1714215 h 3360539"/>
                    <a:gd name="connsiteX1" fmla="*/ 749811 w 1747117"/>
                    <a:gd name="connsiteY1" fmla="*/ 0 h 3360539"/>
                    <a:gd name="connsiteX2" fmla="*/ 1722958 w 1747117"/>
                    <a:gd name="connsiteY2" fmla="*/ 1724065 h 3360539"/>
                    <a:gd name="connsiteX3" fmla="*/ 829668 w 1747117"/>
                    <a:gd name="connsiteY3" fmla="*/ 3360475 h 3360539"/>
                    <a:gd name="connsiteX4" fmla="*/ 382 w 1747117"/>
                    <a:gd name="connsiteY4" fmla="*/ 1714215 h 3360539"/>
                    <a:gd name="connsiteX0" fmla="*/ 811 w 1747546"/>
                    <a:gd name="connsiteY0" fmla="*/ 1714215 h 3360539"/>
                    <a:gd name="connsiteX1" fmla="*/ 750240 w 1747546"/>
                    <a:gd name="connsiteY1" fmla="*/ 0 h 3360539"/>
                    <a:gd name="connsiteX2" fmla="*/ 1723387 w 1747546"/>
                    <a:gd name="connsiteY2" fmla="*/ 1724065 h 3360539"/>
                    <a:gd name="connsiteX3" fmla="*/ 830097 w 1747546"/>
                    <a:gd name="connsiteY3" fmla="*/ 3360475 h 3360539"/>
                    <a:gd name="connsiteX4" fmla="*/ 811 w 1747546"/>
                    <a:gd name="connsiteY4" fmla="*/ 1714215 h 3360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546" h="3360539">
                      <a:moveTo>
                        <a:pt x="811" y="1714215"/>
                      </a:moveTo>
                      <a:cubicBezTo>
                        <a:pt x="-18934" y="1097706"/>
                        <a:pt x="324148" y="82806"/>
                        <a:pt x="750240" y="0"/>
                      </a:cubicBezTo>
                      <a:cubicBezTo>
                        <a:pt x="1994178" y="121180"/>
                        <a:pt x="1721679" y="1416091"/>
                        <a:pt x="1723387" y="1724065"/>
                      </a:cubicBezTo>
                      <a:cubicBezTo>
                        <a:pt x="1725096" y="2032039"/>
                        <a:pt x="1438351" y="3371223"/>
                        <a:pt x="830097" y="3360475"/>
                      </a:cubicBezTo>
                      <a:cubicBezTo>
                        <a:pt x="221843" y="3349727"/>
                        <a:pt x="20556" y="2330724"/>
                        <a:pt x="811" y="1714215"/>
                      </a:cubicBezTo>
                      <a:close/>
                    </a:path>
                  </a:pathLst>
                </a:custGeom>
                <a:grp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Oval 11">
                  <a:extLst>
                    <a:ext uri="{FF2B5EF4-FFF2-40B4-BE49-F238E27FC236}">
                      <a16:creationId xmlns:a16="http://schemas.microsoft.com/office/drawing/2014/main" id="{46087F84-A726-4232-8A91-2A8F34E84D13}"/>
                    </a:ext>
                  </a:extLst>
                </p:cNvPr>
                <p:cNvSpPr/>
                <p:nvPr/>
              </p:nvSpPr>
              <p:spPr>
                <a:xfrm rot="20396453">
                  <a:off x="5838382" y="2002004"/>
                  <a:ext cx="1747546" cy="3360539"/>
                </a:xfrm>
                <a:custGeom>
                  <a:avLst/>
                  <a:gdLst>
                    <a:gd name="connsiteX0" fmla="*/ 0 w 1658572"/>
                    <a:gd name="connsiteY0" fmla="*/ 1646260 h 3292519"/>
                    <a:gd name="connsiteX1" fmla="*/ 829286 w 1658572"/>
                    <a:gd name="connsiteY1" fmla="*/ 0 h 3292519"/>
                    <a:gd name="connsiteX2" fmla="*/ 1658572 w 1658572"/>
                    <a:gd name="connsiteY2" fmla="*/ 1646260 h 3292519"/>
                    <a:gd name="connsiteX3" fmla="*/ 829286 w 1658572"/>
                    <a:gd name="connsiteY3" fmla="*/ 3292520 h 3292519"/>
                    <a:gd name="connsiteX4" fmla="*/ 0 w 1658572"/>
                    <a:gd name="connsiteY4" fmla="*/ 1646260 h 3292519"/>
                    <a:gd name="connsiteX0" fmla="*/ 278 w 1658850"/>
                    <a:gd name="connsiteY0" fmla="*/ 1724471 h 3370731"/>
                    <a:gd name="connsiteX1" fmla="*/ 763480 w 1658850"/>
                    <a:gd name="connsiteY1" fmla="*/ 0 h 3370731"/>
                    <a:gd name="connsiteX2" fmla="*/ 1658850 w 1658850"/>
                    <a:gd name="connsiteY2" fmla="*/ 1724471 h 3370731"/>
                    <a:gd name="connsiteX3" fmla="*/ 829564 w 1658850"/>
                    <a:gd name="connsiteY3" fmla="*/ 3370731 h 3370731"/>
                    <a:gd name="connsiteX4" fmla="*/ 278 w 1658850"/>
                    <a:gd name="connsiteY4" fmla="*/ 1724471 h 3370731"/>
                    <a:gd name="connsiteX0" fmla="*/ 184 w 1722760"/>
                    <a:gd name="connsiteY0" fmla="*/ 1724472 h 3370734"/>
                    <a:gd name="connsiteX1" fmla="*/ 763386 w 1722760"/>
                    <a:gd name="connsiteY1" fmla="*/ 1 h 3370734"/>
                    <a:gd name="connsiteX2" fmla="*/ 1722760 w 1722760"/>
                    <a:gd name="connsiteY2" fmla="*/ 1734322 h 3370734"/>
                    <a:gd name="connsiteX3" fmla="*/ 829470 w 1722760"/>
                    <a:gd name="connsiteY3" fmla="*/ 3370732 h 3370734"/>
                    <a:gd name="connsiteX4" fmla="*/ 184 w 1722760"/>
                    <a:gd name="connsiteY4" fmla="*/ 1724472 h 3370734"/>
                    <a:gd name="connsiteX0" fmla="*/ 184 w 1722760"/>
                    <a:gd name="connsiteY0" fmla="*/ 1724472 h 3371417"/>
                    <a:gd name="connsiteX1" fmla="*/ 763386 w 1722760"/>
                    <a:gd name="connsiteY1" fmla="*/ 1 h 3371417"/>
                    <a:gd name="connsiteX2" fmla="*/ 1722760 w 1722760"/>
                    <a:gd name="connsiteY2" fmla="*/ 1734322 h 3371417"/>
                    <a:gd name="connsiteX3" fmla="*/ 829470 w 1722760"/>
                    <a:gd name="connsiteY3" fmla="*/ 3370732 h 3371417"/>
                    <a:gd name="connsiteX4" fmla="*/ 184 w 1722760"/>
                    <a:gd name="connsiteY4" fmla="*/ 1724472 h 3371417"/>
                    <a:gd name="connsiteX0" fmla="*/ 421 w 1722997"/>
                    <a:gd name="connsiteY0" fmla="*/ 1724474 h 3371419"/>
                    <a:gd name="connsiteX1" fmla="*/ 763623 w 1722997"/>
                    <a:gd name="connsiteY1" fmla="*/ 3 h 3371419"/>
                    <a:gd name="connsiteX2" fmla="*/ 1722997 w 1722997"/>
                    <a:gd name="connsiteY2" fmla="*/ 1734324 h 3371419"/>
                    <a:gd name="connsiteX3" fmla="*/ 829707 w 1722997"/>
                    <a:gd name="connsiteY3" fmla="*/ 3370734 h 3371419"/>
                    <a:gd name="connsiteX4" fmla="*/ 421 w 1722997"/>
                    <a:gd name="connsiteY4" fmla="*/ 1724474 h 3371419"/>
                    <a:gd name="connsiteX0" fmla="*/ 38378 w 1761950"/>
                    <a:gd name="connsiteY0" fmla="*/ 1726319 h 3373264"/>
                    <a:gd name="connsiteX1" fmla="*/ 801580 w 1761950"/>
                    <a:gd name="connsiteY1" fmla="*/ 1848 h 3373264"/>
                    <a:gd name="connsiteX2" fmla="*/ 1760954 w 1761950"/>
                    <a:gd name="connsiteY2" fmla="*/ 1736169 h 3373264"/>
                    <a:gd name="connsiteX3" fmla="*/ 867664 w 1761950"/>
                    <a:gd name="connsiteY3" fmla="*/ 3372579 h 3373264"/>
                    <a:gd name="connsiteX4" fmla="*/ 38378 w 1761950"/>
                    <a:gd name="connsiteY4" fmla="*/ 1726319 h 3373264"/>
                    <a:gd name="connsiteX0" fmla="*/ 0 w 1740142"/>
                    <a:gd name="connsiteY0" fmla="*/ 200298 h 1846936"/>
                    <a:gd name="connsiteX1" fmla="*/ 1722576 w 1740142"/>
                    <a:gd name="connsiteY1" fmla="*/ 210148 h 1846936"/>
                    <a:gd name="connsiteX2" fmla="*/ 829286 w 1740142"/>
                    <a:gd name="connsiteY2" fmla="*/ 1846558 h 1846936"/>
                    <a:gd name="connsiteX3" fmla="*/ 0 w 1740142"/>
                    <a:gd name="connsiteY3" fmla="*/ 200298 h 1846936"/>
                    <a:gd name="connsiteX0" fmla="*/ 273 w 1722852"/>
                    <a:gd name="connsiteY0" fmla="*/ 1714216 h 3360863"/>
                    <a:gd name="connsiteX1" fmla="*/ 749702 w 1722852"/>
                    <a:gd name="connsiteY1" fmla="*/ 1 h 3360863"/>
                    <a:gd name="connsiteX2" fmla="*/ 1722849 w 1722852"/>
                    <a:gd name="connsiteY2" fmla="*/ 1724066 h 3360863"/>
                    <a:gd name="connsiteX3" fmla="*/ 829559 w 1722852"/>
                    <a:gd name="connsiteY3" fmla="*/ 3360476 h 3360863"/>
                    <a:gd name="connsiteX4" fmla="*/ 273 w 1722852"/>
                    <a:gd name="connsiteY4" fmla="*/ 1714216 h 3360863"/>
                    <a:gd name="connsiteX0" fmla="*/ 273 w 1747008"/>
                    <a:gd name="connsiteY0" fmla="*/ 1714216 h 3360863"/>
                    <a:gd name="connsiteX1" fmla="*/ 749702 w 1747008"/>
                    <a:gd name="connsiteY1" fmla="*/ 1 h 3360863"/>
                    <a:gd name="connsiteX2" fmla="*/ 1722849 w 1747008"/>
                    <a:gd name="connsiteY2" fmla="*/ 1724066 h 3360863"/>
                    <a:gd name="connsiteX3" fmla="*/ 829559 w 1747008"/>
                    <a:gd name="connsiteY3" fmla="*/ 3360476 h 3360863"/>
                    <a:gd name="connsiteX4" fmla="*/ 273 w 1747008"/>
                    <a:gd name="connsiteY4" fmla="*/ 1714216 h 3360863"/>
                    <a:gd name="connsiteX0" fmla="*/ 584 w 1747319"/>
                    <a:gd name="connsiteY0" fmla="*/ 1714215 h 3360862"/>
                    <a:gd name="connsiteX1" fmla="*/ 750013 w 1747319"/>
                    <a:gd name="connsiteY1" fmla="*/ 0 h 3360862"/>
                    <a:gd name="connsiteX2" fmla="*/ 1723160 w 1747319"/>
                    <a:gd name="connsiteY2" fmla="*/ 1724065 h 3360862"/>
                    <a:gd name="connsiteX3" fmla="*/ 829870 w 1747319"/>
                    <a:gd name="connsiteY3" fmla="*/ 3360475 h 3360862"/>
                    <a:gd name="connsiteX4" fmla="*/ 584 w 1747319"/>
                    <a:gd name="connsiteY4" fmla="*/ 1714215 h 3360862"/>
                    <a:gd name="connsiteX0" fmla="*/ 584 w 1747319"/>
                    <a:gd name="connsiteY0" fmla="*/ 1714215 h 3361081"/>
                    <a:gd name="connsiteX1" fmla="*/ 750013 w 1747319"/>
                    <a:gd name="connsiteY1" fmla="*/ 0 h 3361081"/>
                    <a:gd name="connsiteX2" fmla="*/ 1723160 w 1747319"/>
                    <a:gd name="connsiteY2" fmla="*/ 1724065 h 3361081"/>
                    <a:gd name="connsiteX3" fmla="*/ 829870 w 1747319"/>
                    <a:gd name="connsiteY3" fmla="*/ 3360475 h 3361081"/>
                    <a:gd name="connsiteX4" fmla="*/ 584 w 1747319"/>
                    <a:gd name="connsiteY4" fmla="*/ 1714215 h 3361081"/>
                    <a:gd name="connsiteX0" fmla="*/ 584 w 1747319"/>
                    <a:gd name="connsiteY0" fmla="*/ 1714215 h 3361847"/>
                    <a:gd name="connsiteX1" fmla="*/ 750013 w 1747319"/>
                    <a:gd name="connsiteY1" fmla="*/ 0 h 3361847"/>
                    <a:gd name="connsiteX2" fmla="*/ 1723160 w 1747319"/>
                    <a:gd name="connsiteY2" fmla="*/ 1724065 h 3361847"/>
                    <a:gd name="connsiteX3" fmla="*/ 829870 w 1747319"/>
                    <a:gd name="connsiteY3" fmla="*/ 3360475 h 3361847"/>
                    <a:gd name="connsiteX4" fmla="*/ 584 w 1747319"/>
                    <a:gd name="connsiteY4" fmla="*/ 1714215 h 3361847"/>
                    <a:gd name="connsiteX0" fmla="*/ 584 w 1747319"/>
                    <a:gd name="connsiteY0" fmla="*/ 1714215 h 3360539"/>
                    <a:gd name="connsiteX1" fmla="*/ 750013 w 1747319"/>
                    <a:gd name="connsiteY1" fmla="*/ 0 h 3360539"/>
                    <a:gd name="connsiteX2" fmla="*/ 1723160 w 1747319"/>
                    <a:gd name="connsiteY2" fmla="*/ 1724065 h 3360539"/>
                    <a:gd name="connsiteX3" fmla="*/ 829870 w 1747319"/>
                    <a:gd name="connsiteY3" fmla="*/ 3360475 h 3360539"/>
                    <a:gd name="connsiteX4" fmla="*/ 584 w 1747319"/>
                    <a:gd name="connsiteY4" fmla="*/ 1714215 h 3360539"/>
                    <a:gd name="connsiteX0" fmla="*/ 382 w 1747117"/>
                    <a:gd name="connsiteY0" fmla="*/ 1714215 h 3360539"/>
                    <a:gd name="connsiteX1" fmla="*/ 749811 w 1747117"/>
                    <a:gd name="connsiteY1" fmla="*/ 0 h 3360539"/>
                    <a:gd name="connsiteX2" fmla="*/ 1722958 w 1747117"/>
                    <a:gd name="connsiteY2" fmla="*/ 1724065 h 3360539"/>
                    <a:gd name="connsiteX3" fmla="*/ 829668 w 1747117"/>
                    <a:gd name="connsiteY3" fmla="*/ 3360475 h 3360539"/>
                    <a:gd name="connsiteX4" fmla="*/ 382 w 1747117"/>
                    <a:gd name="connsiteY4" fmla="*/ 1714215 h 3360539"/>
                    <a:gd name="connsiteX0" fmla="*/ 811 w 1747546"/>
                    <a:gd name="connsiteY0" fmla="*/ 1714215 h 3360539"/>
                    <a:gd name="connsiteX1" fmla="*/ 750240 w 1747546"/>
                    <a:gd name="connsiteY1" fmla="*/ 0 h 3360539"/>
                    <a:gd name="connsiteX2" fmla="*/ 1723387 w 1747546"/>
                    <a:gd name="connsiteY2" fmla="*/ 1724065 h 3360539"/>
                    <a:gd name="connsiteX3" fmla="*/ 830097 w 1747546"/>
                    <a:gd name="connsiteY3" fmla="*/ 3360475 h 3360539"/>
                    <a:gd name="connsiteX4" fmla="*/ 811 w 1747546"/>
                    <a:gd name="connsiteY4" fmla="*/ 1714215 h 3360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7546" h="3360539">
                      <a:moveTo>
                        <a:pt x="811" y="1714215"/>
                      </a:moveTo>
                      <a:cubicBezTo>
                        <a:pt x="-18934" y="1097706"/>
                        <a:pt x="324148" y="82806"/>
                        <a:pt x="750240" y="0"/>
                      </a:cubicBezTo>
                      <a:cubicBezTo>
                        <a:pt x="1994178" y="121180"/>
                        <a:pt x="1721679" y="1416091"/>
                        <a:pt x="1723387" y="1724065"/>
                      </a:cubicBezTo>
                      <a:cubicBezTo>
                        <a:pt x="1725096" y="2032039"/>
                        <a:pt x="1438351" y="3371223"/>
                        <a:pt x="830097" y="3360475"/>
                      </a:cubicBezTo>
                      <a:cubicBezTo>
                        <a:pt x="221843" y="3349727"/>
                        <a:pt x="20556" y="2330724"/>
                        <a:pt x="811" y="1714215"/>
                      </a:cubicBezTo>
                      <a:close/>
                    </a:path>
                  </a:pathLst>
                </a:custGeom>
                <a:grp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" name="Arc 111">
                <a:extLst>
                  <a:ext uri="{FF2B5EF4-FFF2-40B4-BE49-F238E27FC236}">
                    <a16:creationId xmlns:a16="http://schemas.microsoft.com/office/drawing/2014/main" id="{DA39F3E2-6C64-C075-C063-D2D6C1D2FF38}"/>
                  </a:ext>
                </a:extLst>
              </p:cNvPr>
              <p:cNvSpPr/>
              <p:nvPr/>
            </p:nvSpPr>
            <p:spPr>
              <a:xfrm>
                <a:off x="6980635" y="4347566"/>
                <a:ext cx="166637" cy="1868099"/>
              </a:xfrm>
              <a:prstGeom prst="arc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29074FF6-11E5-CEC4-C412-DE1A5DB83632}"/>
                  </a:ext>
                </a:extLst>
              </p:cNvPr>
              <p:cNvSpPr/>
              <p:nvPr/>
            </p:nvSpPr>
            <p:spPr>
              <a:xfrm>
                <a:off x="7235742" y="4248857"/>
                <a:ext cx="166637" cy="1868099"/>
              </a:xfrm>
              <a:prstGeom prst="arc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Arc 113">
                <a:extLst>
                  <a:ext uri="{FF2B5EF4-FFF2-40B4-BE49-F238E27FC236}">
                    <a16:creationId xmlns:a16="http://schemas.microsoft.com/office/drawing/2014/main" id="{5BF1A2D1-0A27-AEC7-01DF-EB40CA2B04E4}"/>
                  </a:ext>
                </a:extLst>
              </p:cNvPr>
              <p:cNvSpPr/>
              <p:nvPr/>
            </p:nvSpPr>
            <p:spPr>
              <a:xfrm>
                <a:off x="6664425" y="4313476"/>
                <a:ext cx="166637" cy="1868099"/>
              </a:xfrm>
              <a:prstGeom prst="arc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0D7C27A-B0AE-52B4-8105-D42E40CB6451}"/>
                </a:ext>
              </a:extLst>
            </p:cNvPr>
            <p:cNvGrpSpPr/>
            <p:nvPr/>
          </p:nvGrpSpPr>
          <p:grpSpPr>
            <a:xfrm>
              <a:off x="3135414" y="-41409"/>
              <a:ext cx="2922727" cy="2819170"/>
              <a:chOff x="3135414" y="-41409"/>
              <a:chExt cx="2922727" cy="2819170"/>
            </a:xfrm>
            <a:grpFill/>
          </p:grpSpPr>
          <p:sp>
            <p:nvSpPr>
              <p:cNvPr id="99" name="Oval 5">
                <a:extLst>
                  <a:ext uri="{FF2B5EF4-FFF2-40B4-BE49-F238E27FC236}">
                    <a16:creationId xmlns:a16="http://schemas.microsoft.com/office/drawing/2014/main" id="{F7405584-8D64-D38A-5310-C19E98B1DE2F}"/>
                  </a:ext>
                </a:extLst>
              </p:cNvPr>
              <p:cNvSpPr/>
              <p:nvPr/>
            </p:nvSpPr>
            <p:spPr>
              <a:xfrm>
                <a:off x="4054043" y="135138"/>
                <a:ext cx="1603774" cy="1486208"/>
              </a:xfrm>
              <a:custGeom>
                <a:avLst/>
                <a:gdLst>
                  <a:gd name="connsiteX0" fmla="*/ 0 w 1497496"/>
                  <a:gd name="connsiteY0" fmla="*/ 715854 h 1431707"/>
                  <a:gd name="connsiteX1" fmla="*/ 748748 w 1497496"/>
                  <a:gd name="connsiteY1" fmla="*/ 0 h 1431707"/>
                  <a:gd name="connsiteX2" fmla="*/ 1497496 w 1497496"/>
                  <a:gd name="connsiteY2" fmla="*/ 715854 h 1431707"/>
                  <a:gd name="connsiteX3" fmla="*/ 748748 w 1497496"/>
                  <a:gd name="connsiteY3" fmla="*/ 1431708 h 1431707"/>
                  <a:gd name="connsiteX4" fmla="*/ 0 w 1497496"/>
                  <a:gd name="connsiteY4" fmla="*/ 715854 h 1431707"/>
                  <a:gd name="connsiteX0" fmla="*/ 1124 w 1498620"/>
                  <a:gd name="connsiteY0" fmla="*/ 715854 h 1484101"/>
                  <a:gd name="connsiteX1" fmla="*/ 749872 w 1498620"/>
                  <a:gd name="connsiteY1" fmla="*/ 0 h 1484101"/>
                  <a:gd name="connsiteX2" fmla="*/ 1498620 w 1498620"/>
                  <a:gd name="connsiteY2" fmla="*/ 715854 h 1484101"/>
                  <a:gd name="connsiteX3" fmla="*/ 749872 w 1498620"/>
                  <a:gd name="connsiteY3" fmla="*/ 1431708 h 1484101"/>
                  <a:gd name="connsiteX4" fmla="*/ 584633 w 1498620"/>
                  <a:gd name="connsiteY4" fmla="*/ 1350065 h 1484101"/>
                  <a:gd name="connsiteX5" fmla="*/ 1124 w 1498620"/>
                  <a:gd name="connsiteY5" fmla="*/ 715854 h 1484101"/>
                  <a:gd name="connsiteX0" fmla="*/ 1124 w 1498620"/>
                  <a:gd name="connsiteY0" fmla="*/ 715854 h 1484101"/>
                  <a:gd name="connsiteX1" fmla="*/ 749872 w 1498620"/>
                  <a:gd name="connsiteY1" fmla="*/ 0 h 1484101"/>
                  <a:gd name="connsiteX2" fmla="*/ 1498620 w 1498620"/>
                  <a:gd name="connsiteY2" fmla="*/ 715854 h 1484101"/>
                  <a:gd name="connsiteX3" fmla="*/ 749872 w 1498620"/>
                  <a:gd name="connsiteY3" fmla="*/ 1431708 h 1484101"/>
                  <a:gd name="connsiteX4" fmla="*/ 584633 w 1498620"/>
                  <a:gd name="connsiteY4" fmla="*/ 1350065 h 1484101"/>
                  <a:gd name="connsiteX5" fmla="*/ 1124 w 1498620"/>
                  <a:gd name="connsiteY5" fmla="*/ 715854 h 1484101"/>
                  <a:gd name="connsiteX0" fmla="*/ 1124 w 1498620"/>
                  <a:gd name="connsiteY0" fmla="*/ 715854 h 1450323"/>
                  <a:gd name="connsiteX1" fmla="*/ 749872 w 1498620"/>
                  <a:gd name="connsiteY1" fmla="*/ 0 h 1450323"/>
                  <a:gd name="connsiteX2" fmla="*/ 1498620 w 1498620"/>
                  <a:gd name="connsiteY2" fmla="*/ 715854 h 1450323"/>
                  <a:gd name="connsiteX3" fmla="*/ 749872 w 1498620"/>
                  <a:gd name="connsiteY3" fmla="*/ 1431708 h 1450323"/>
                  <a:gd name="connsiteX4" fmla="*/ 584633 w 1498620"/>
                  <a:gd name="connsiteY4" fmla="*/ 1350065 h 1450323"/>
                  <a:gd name="connsiteX5" fmla="*/ 1124 w 1498620"/>
                  <a:gd name="connsiteY5" fmla="*/ 715854 h 1450323"/>
                  <a:gd name="connsiteX0" fmla="*/ 1124 w 1498620"/>
                  <a:gd name="connsiteY0" fmla="*/ 715854 h 1450323"/>
                  <a:gd name="connsiteX1" fmla="*/ 749872 w 1498620"/>
                  <a:gd name="connsiteY1" fmla="*/ 0 h 1450323"/>
                  <a:gd name="connsiteX2" fmla="*/ 1498620 w 1498620"/>
                  <a:gd name="connsiteY2" fmla="*/ 715854 h 1450323"/>
                  <a:gd name="connsiteX3" fmla="*/ 749872 w 1498620"/>
                  <a:gd name="connsiteY3" fmla="*/ 1431708 h 1450323"/>
                  <a:gd name="connsiteX4" fmla="*/ 584633 w 1498620"/>
                  <a:gd name="connsiteY4" fmla="*/ 1350065 h 1450323"/>
                  <a:gd name="connsiteX5" fmla="*/ 1124 w 1498620"/>
                  <a:gd name="connsiteY5" fmla="*/ 715854 h 1450323"/>
                  <a:gd name="connsiteX0" fmla="*/ 1124 w 1498620"/>
                  <a:gd name="connsiteY0" fmla="*/ 715854 h 1434371"/>
                  <a:gd name="connsiteX1" fmla="*/ 749872 w 1498620"/>
                  <a:gd name="connsiteY1" fmla="*/ 0 h 1434371"/>
                  <a:gd name="connsiteX2" fmla="*/ 1498620 w 1498620"/>
                  <a:gd name="connsiteY2" fmla="*/ 715854 h 1434371"/>
                  <a:gd name="connsiteX3" fmla="*/ 749872 w 1498620"/>
                  <a:gd name="connsiteY3" fmla="*/ 1431708 h 1434371"/>
                  <a:gd name="connsiteX4" fmla="*/ 584633 w 1498620"/>
                  <a:gd name="connsiteY4" fmla="*/ 1350065 h 1434371"/>
                  <a:gd name="connsiteX5" fmla="*/ 1124 w 1498620"/>
                  <a:gd name="connsiteY5" fmla="*/ 715854 h 1434371"/>
                  <a:gd name="connsiteX0" fmla="*/ 1124 w 1603395"/>
                  <a:gd name="connsiteY0" fmla="*/ 715878 h 1485535"/>
                  <a:gd name="connsiteX1" fmla="*/ 749872 w 1603395"/>
                  <a:gd name="connsiteY1" fmla="*/ 24 h 1485535"/>
                  <a:gd name="connsiteX2" fmla="*/ 1603395 w 1603395"/>
                  <a:gd name="connsiteY2" fmla="*/ 696828 h 1485535"/>
                  <a:gd name="connsiteX3" fmla="*/ 749872 w 1603395"/>
                  <a:gd name="connsiteY3" fmla="*/ 1431732 h 1485535"/>
                  <a:gd name="connsiteX4" fmla="*/ 584633 w 1603395"/>
                  <a:gd name="connsiteY4" fmla="*/ 1350089 h 1485535"/>
                  <a:gd name="connsiteX5" fmla="*/ 1124 w 1603395"/>
                  <a:gd name="connsiteY5" fmla="*/ 715878 h 1485535"/>
                  <a:gd name="connsiteX0" fmla="*/ 1124 w 1603395"/>
                  <a:gd name="connsiteY0" fmla="*/ 716551 h 1486208"/>
                  <a:gd name="connsiteX1" fmla="*/ 749872 w 1603395"/>
                  <a:gd name="connsiteY1" fmla="*/ 697 h 1486208"/>
                  <a:gd name="connsiteX2" fmla="*/ 1603395 w 1603395"/>
                  <a:gd name="connsiteY2" fmla="*/ 697501 h 1486208"/>
                  <a:gd name="connsiteX3" fmla="*/ 749872 w 1603395"/>
                  <a:gd name="connsiteY3" fmla="*/ 1432405 h 1486208"/>
                  <a:gd name="connsiteX4" fmla="*/ 584633 w 1603395"/>
                  <a:gd name="connsiteY4" fmla="*/ 1350762 h 1486208"/>
                  <a:gd name="connsiteX5" fmla="*/ 1124 w 1603395"/>
                  <a:gd name="connsiteY5" fmla="*/ 716551 h 1486208"/>
                  <a:gd name="connsiteX0" fmla="*/ 1124 w 1603774"/>
                  <a:gd name="connsiteY0" fmla="*/ 716551 h 1486208"/>
                  <a:gd name="connsiteX1" fmla="*/ 749872 w 1603774"/>
                  <a:gd name="connsiteY1" fmla="*/ 697 h 1486208"/>
                  <a:gd name="connsiteX2" fmla="*/ 1603395 w 1603774"/>
                  <a:gd name="connsiteY2" fmla="*/ 697501 h 1486208"/>
                  <a:gd name="connsiteX3" fmla="*/ 749872 w 1603774"/>
                  <a:gd name="connsiteY3" fmla="*/ 1432405 h 1486208"/>
                  <a:gd name="connsiteX4" fmla="*/ 584633 w 1603774"/>
                  <a:gd name="connsiteY4" fmla="*/ 1350762 h 1486208"/>
                  <a:gd name="connsiteX5" fmla="*/ 1124 w 1603774"/>
                  <a:gd name="connsiteY5" fmla="*/ 716551 h 1486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3774" h="1486208">
                    <a:moveTo>
                      <a:pt x="1124" y="716551"/>
                    </a:moveTo>
                    <a:cubicBezTo>
                      <a:pt x="28664" y="491540"/>
                      <a:pt x="482827" y="3872"/>
                      <a:pt x="749872" y="697"/>
                    </a:cubicBezTo>
                    <a:cubicBezTo>
                      <a:pt x="1016917" y="-2478"/>
                      <a:pt x="1603395" y="-21704"/>
                      <a:pt x="1603395" y="697501"/>
                    </a:cubicBezTo>
                    <a:cubicBezTo>
                      <a:pt x="1622445" y="1188106"/>
                      <a:pt x="919666" y="1323528"/>
                      <a:pt x="749872" y="1432405"/>
                    </a:cubicBezTo>
                    <a:cubicBezTo>
                      <a:pt x="580078" y="1541282"/>
                      <a:pt x="709424" y="1470071"/>
                      <a:pt x="584633" y="1350762"/>
                    </a:cubicBezTo>
                    <a:cubicBezTo>
                      <a:pt x="459842" y="1231453"/>
                      <a:pt x="-26416" y="941562"/>
                      <a:pt x="1124" y="71655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Rectangle 6">
                <a:extLst>
                  <a:ext uri="{FF2B5EF4-FFF2-40B4-BE49-F238E27FC236}">
                    <a16:creationId xmlns:a16="http://schemas.microsoft.com/office/drawing/2014/main" id="{6DA454B1-6EDF-6583-7A95-C601690052AF}"/>
                  </a:ext>
                </a:extLst>
              </p:cNvPr>
              <p:cNvSpPr/>
              <p:nvPr/>
            </p:nvSpPr>
            <p:spPr>
              <a:xfrm>
                <a:off x="3135414" y="527924"/>
                <a:ext cx="1502848" cy="1097329"/>
              </a:xfrm>
              <a:custGeom>
                <a:avLst/>
                <a:gdLst>
                  <a:gd name="connsiteX0" fmla="*/ 0 w 874643"/>
                  <a:gd name="connsiteY0" fmla="*/ 0 h 702365"/>
                  <a:gd name="connsiteX1" fmla="*/ 874643 w 874643"/>
                  <a:gd name="connsiteY1" fmla="*/ 0 h 702365"/>
                  <a:gd name="connsiteX2" fmla="*/ 874643 w 874643"/>
                  <a:gd name="connsiteY2" fmla="*/ 702365 h 702365"/>
                  <a:gd name="connsiteX3" fmla="*/ 0 w 874643"/>
                  <a:gd name="connsiteY3" fmla="*/ 702365 h 702365"/>
                  <a:gd name="connsiteX4" fmla="*/ 0 w 874643"/>
                  <a:gd name="connsiteY4" fmla="*/ 0 h 702365"/>
                  <a:gd name="connsiteX0" fmla="*/ 0 w 874643"/>
                  <a:gd name="connsiteY0" fmla="*/ 172278 h 874643"/>
                  <a:gd name="connsiteX1" fmla="*/ 781878 w 874643"/>
                  <a:gd name="connsiteY1" fmla="*/ 0 h 874643"/>
                  <a:gd name="connsiteX2" fmla="*/ 874643 w 874643"/>
                  <a:gd name="connsiteY2" fmla="*/ 874643 h 874643"/>
                  <a:gd name="connsiteX3" fmla="*/ 0 w 874643"/>
                  <a:gd name="connsiteY3" fmla="*/ 874643 h 874643"/>
                  <a:gd name="connsiteX4" fmla="*/ 0 w 874643"/>
                  <a:gd name="connsiteY4" fmla="*/ 172278 h 874643"/>
                  <a:gd name="connsiteX0" fmla="*/ 0 w 1298713"/>
                  <a:gd name="connsiteY0" fmla="*/ 172278 h 874643"/>
                  <a:gd name="connsiteX1" fmla="*/ 781878 w 1298713"/>
                  <a:gd name="connsiteY1" fmla="*/ 0 h 874643"/>
                  <a:gd name="connsiteX2" fmla="*/ 1298713 w 1298713"/>
                  <a:gd name="connsiteY2" fmla="*/ 556592 h 874643"/>
                  <a:gd name="connsiteX3" fmla="*/ 874643 w 1298713"/>
                  <a:gd name="connsiteY3" fmla="*/ 874643 h 874643"/>
                  <a:gd name="connsiteX4" fmla="*/ 0 w 1298713"/>
                  <a:gd name="connsiteY4" fmla="*/ 874643 h 874643"/>
                  <a:gd name="connsiteX5" fmla="*/ 0 w 1298713"/>
                  <a:gd name="connsiteY5" fmla="*/ 172278 h 874643"/>
                  <a:gd name="connsiteX0" fmla="*/ 0 w 1298713"/>
                  <a:gd name="connsiteY0" fmla="*/ 172278 h 874643"/>
                  <a:gd name="connsiteX1" fmla="*/ 781878 w 1298713"/>
                  <a:gd name="connsiteY1" fmla="*/ 0 h 874643"/>
                  <a:gd name="connsiteX2" fmla="*/ 1298713 w 1298713"/>
                  <a:gd name="connsiteY2" fmla="*/ 556592 h 874643"/>
                  <a:gd name="connsiteX3" fmla="*/ 874643 w 1298713"/>
                  <a:gd name="connsiteY3" fmla="*/ 874643 h 874643"/>
                  <a:gd name="connsiteX4" fmla="*/ 119269 w 1298713"/>
                  <a:gd name="connsiteY4" fmla="*/ 715617 h 874643"/>
                  <a:gd name="connsiteX5" fmla="*/ 0 w 1298713"/>
                  <a:gd name="connsiteY5" fmla="*/ 172278 h 874643"/>
                  <a:gd name="connsiteX0" fmla="*/ 106018 w 1404731"/>
                  <a:gd name="connsiteY0" fmla="*/ 172278 h 1110977"/>
                  <a:gd name="connsiteX1" fmla="*/ 887896 w 1404731"/>
                  <a:gd name="connsiteY1" fmla="*/ 0 h 1110977"/>
                  <a:gd name="connsiteX2" fmla="*/ 1404731 w 1404731"/>
                  <a:gd name="connsiteY2" fmla="*/ 556592 h 1110977"/>
                  <a:gd name="connsiteX3" fmla="*/ 980661 w 1404731"/>
                  <a:gd name="connsiteY3" fmla="*/ 874643 h 1110977"/>
                  <a:gd name="connsiteX4" fmla="*/ 225287 w 1404731"/>
                  <a:gd name="connsiteY4" fmla="*/ 715617 h 1110977"/>
                  <a:gd name="connsiteX5" fmla="*/ 0 w 1404731"/>
                  <a:gd name="connsiteY5" fmla="*/ 1099931 h 1110977"/>
                  <a:gd name="connsiteX6" fmla="*/ 106018 w 1404731"/>
                  <a:gd name="connsiteY6" fmla="*/ 172278 h 1110977"/>
                  <a:gd name="connsiteX0" fmla="*/ 203295 w 1502008"/>
                  <a:gd name="connsiteY0" fmla="*/ 172278 h 1110977"/>
                  <a:gd name="connsiteX1" fmla="*/ 985173 w 1502008"/>
                  <a:gd name="connsiteY1" fmla="*/ 0 h 1110977"/>
                  <a:gd name="connsiteX2" fmla="*/ 1502008 w 1502008"/>
                  <a:gd name="connsiteY2" fmla="*/ 556592 h 1110977"/>
                  <a:gd name="connsiteX3" fmla="*/ 1077938 w 1502008"/>
                  <a:gd name="connsiteY3" fmla="*/ 874643 h 1110977"/>
                  <a:gd name="connsiteX4" fmla="*/ 322564 w 1502008"/>
                  <a:gd name="connsiteY4" fmla="*/ 715617 h 1110977"/>
                  <a:gd name="connsiteX5" fmla="*/ 97277 w 1502008"/>
                  <a:gd name="connsiteY5" fmla="*/ 1099931 h 1110977"/>
                  <a:gd name="connsiteX6" fmla="*/ 203295 w 1502008"/>
                  <a:gd name="connsiteY6" fmla="*/ 172278 h 1110977"/>
                  <a:gd name="connsiteX0" fmla="*/ 203295 w 1502008"/>
                  <a:gd name="connsiteY0" fmla="*/ 172727 h 1111426"/>
                  <a:gd name="connsiteX1" fmla="*/ 985173 w 1502008"/>
                  <a:gd name="connsiteY1" fmla="*/ 449 h 1111426"/>
                  <a:gd name="connsiteX2" fmla="*/ 1502008 w 1502008"/>
                  <a:gd name="connsiteY2" fmla="*/ 557041 h 1111426"/>
                  <a:gd name="connsiteX3" fmla="*/ 1077938 w 1502008"/>
                  <a:gd name="connsiteY3" fmla="*/ 875092 h 1111426"/>
                  <a:gd name="connsiteX4" fmla="*/ 322564 w 1502008"/>
                  <a:gd name="connsiteY4" fmla="*/ 716066 h 1111426"/>
                  <a:gd name="connsiteX5" fmla="*/ 97277 w 1502008"/>
                  <a:gd name="connsiteY5" fmla="*/ 1100380 h 1111426"/>
                  <a:gd name="connsiteX6" fmla="*/ 203295 w 1502008"/>
                  <a:gd name="connsiteY6" fmla="*/ 172727 h 1111426"/>
                  <a:gd name="connsiteX0" fmla="*/ 203295 w 1502008"/>
                  <a:gd name="connsiteY0" fmla="*/ 172727 h 1111426"/>
                  <a:gd name="connsiteX1" fmla="*/ 985173 w 1502008"/>
                  <a:gd name="connsiteY1" fmla="*/ 449 h 1111426"/>
                  <a:gd name="connsiteX2" fmla="*/ 1502008 w 1502008"/>
                  <a:gd name="connsiteY2" fmla="*/ 557041 h 1111426"/>
                  <a:gd name="connsiteX3" fmla="*/ 1077938 w 1502008"/>
                  <a:gd name="connsiteY3" fmla="*/ 875092 h 1111426"/>
                  <a:gd name="connsiteX4" fmla="*/ 322564 w 1502008"/>
                  <a:gd name="connsiteY4" fmla="*/ 716066 h 1111426"/>
                  <a:gd name="connsiteX5" fmla="*/ 97277 w 1502008"/>
                  <a:gd name="connsiteY5" fmla="*/ 1100380 h 1111426"/>
                  <a:gd name="connsiteX6" fmla="*/ 203295 w 1502008"/>
                  <a:gd name="connsiteY6" fmla="*/ 172727 h 1111426"/>
                  <a:gd name="connsiteX0" fmla="*/ 203295 w 1502008"/>
                  <a:gd name="connsiteY0" fmla="*/ 172727 h 1111426"/>
                  <a:gd name="connsiteX1" fmla="*/ 985173 w 1502008"/>
                  <a:gd name="connsiteY1" fmla="*/ 449 h 1111426"/>
                  <a:gd name="connsiteX2" fmla="*/ 1502008 w 1502008"/>
                  <a:gd name="connsiteY2" fmla="*/ 557041 h 1111426"/>
                  <a:gd name="connsiteX3" fmla="*/ 1077938 w 1502008"/>
                  <a:gd name="connsiteY3" fmla="*/ 875092 h 1111426"/>
                  <a:gd name="connsiteX4" fmla="*/ 322564 w 1502008"/>
                  <a:gd name="connsiteY4" fmla="*/ 716066 h 1111426"/>
                  <a:gd name="connsiteX5" fmla="*/ 97277 w 1502008"/>
                  <a:gd name="connsiteY5" fmla="*/ 1100380 h 1111426"/>
                  <a:gd name="connsiteX6" fmla="*/ 203295 w 1502008"/>
                  <a:gd name="connsiteY6" fmla="*/ 172727 h 1111426"/>
                  <a:gd name="connsiteX0" fmla="*/ 225674 w 1524387"/>
                  <a:gd name="connsiteY0" fmla="*/ 172727 h 1111426"/>
                  <a:gd name="connsiteX1" fmla="*/ 1007552 w 1524387"/>
                  <a:gd name="connsiteY1" fmla="*/ 449 h 1111426"/>
                  <a:gd name="connsiteX2" fmla="*/ 1524387 w 1524387"/>
                  <a:gd name="connsiteY2" fmla="*/ 557041 h 1111426"/>
                  <a:gd name="connsiteX3" fmla="*/ 1100317 w 1524387"/>
                  <a:gd name="connsiteY3" fmla="*/ 875092 h 1111426"/>
                  <a:gd name="connsiteX4" fmla="*/ 344943 w 1524387"/>
                  <a:gd name="connsiteY4" fmla="*/ 716066 h 1111426"/>
                  <a:gd name="connsiteX5" fmla="*/ 119656 w 1524387"/>
                  <a:gd name="connsiteY5" fmla="*/ 1100380 h 1111426"/>
                  <a:gd name="connsiteX6" fmla="*/ 225674 w 1524387"/>
                  <a:gd name="connsiteY6" fmla="*/ 172727 h 1111426"/>
                  <a:gd name="connsiteX0" fmla="*/ 242725 w 1518578"/>
                  <a:gd name="connsiteY0" fmla="*/ 203123 h 1111342"/>
                  <a:gd name="connsiteX1" fmla="*/ 1001743 w 1518578"/>
                  <a:gd name="connsiteY1" fmla="*/ 365 h 1111342"/>
                  <a:gd name="connsiteX2" fmla="*/ 1518578 w 1518578"/>
                  <a:gd name="connsiteY2" fmla="*/ 556957 h 1111342"/>
                  <a:gd name="connsiteX3" fmla="*/ 1094508 w 1518578"/>
                  <a:gd name="connsiteY3" fmla="*/ 875008 h 1111342"/>
                  <a:gd name="connsiteX4" fmla="*/ 339134 w 1518578"/>
                  <a:gd name="connsiteY4" fmla="*/ 715982 h 1111342"/>
                  <a:gd name="connsiteX5" fmla="*/ 113847 w 1518578"/>
                  <a:gd name="connsiteY5" fmla="*/ 1100296 h 1111342"/>
                  <a:gd name="connsiteX6" fmla="*/ 242725 w 1518578"/>
                  <a:gd name="connsiteY6" fmla="*/ 203123 h 1111342"/>
                  <a:gd name="connsiteX0" fmla="*/ 242725 w 1518578"/>
                  <a:gd name="connsiteY0" fmla="*/ 203337 h 1111556"/>
                  <a:gd name="connsiteX1" fmla="*/ 1001743 w 1518578"/>
                  <a:gd name="connsiteY1" fmla="*/ 579 h 1111556"/>
                  <a:gd name="connsiteX2" fmla="*/ 1518578 w 1518578"/>
                  <a:gd name="connsiteY2" fmla="*/ 557171 h 1111556"/>
                  <a:gd name="connsiteX3" fmla="*/ 1094508 w 1518578"/>
                  <a:gd name="connsiteY3" fmla="*/ 875222 h 1111556"/>
                  <a:gd name="connsiteX4" fmla="*/ 339134 w 1518578"/>
                  <a:gd name="connsiteY4" fmla="*/ 716196 h 1111556"/>
                  <a:gd name="connsiteX5" fmla="*/ 113847 w 1518578"/>
                  <a:gd name="connsiteY5" fmla="*/ 1100510 h 1111556"/>
                  <a:gd name="connsiteX6" fmla="*/ 242725 w 1518578"/>
                  <a:gd name="connsiteY6" fmla="*/ 203337 h 1111556"/>
                  <a:gd name="connsiteX0" fmla="*/ 229194 w 1505047"/>
                  <a:gd name="connsiteY0" fmla="*/ 203337 h 1111556"/>
                  <a:gd name="connsiteX1" fmla="*/ 988212 w 1505047"/>
                  <a:gd name="connsiteY1" fmla="*/ 579 h 1111556"/>
                  <a:gd name="connsiteX2" fmla="*/ 1505047 w 1505047"/>
                  <a:gd name="connsiteY2" fmla="*/ 557171 h 1111556"/>
                  <a:gd name="connsiteX3" fmla="*/ 1080977 w 1505047"/>
                  <a:gd name="connsiteY3" fmla="*/ 875222 h 1111556"/>
                  <a:gd name="connsiteX4" fmla="*/ 325603 w 1505047"/>
                  <a:gd name="connsiteY4" fmla="*/ 716196 h 1111556"/>
                  <a:gd name="connsiteX5" fmla="*/ 100316 w 1505047"/>
                  <a:gd name="connsiteY5" fmla="*/ 1100510 h 1111556"/>
                  <a:gd name="connsiteX6" fmla="*/ 229194 w 1505047"/>
                  <a:gd name="connsiteY6" fmla="*/ 203337 h 1111556"/>
                  <a:gd name="connsiteX0" fmla="*/ 229194 w 1505047"/>
                  <a:gd name="connsiteY0" fmla="*/ 203337 h 1113000"/>
                  <a:gd name="connsiteX1" fmla="*/ 988212 w 1505047"/>
                  <a:gd name="connsiteY1" fmla="*/ 579 h 1113000"/>
                  <a:gd name="connsiteX2" fmla="*/ 1505047 w 1505047"/>
                  <a:gd name="connsiteY2" fmla="*/ 557171 h 1113000"/>
                  <a:gd name="connsiteX3" fmla="*/ 1080977 w 1505047"/>
                  <a:gd name="connsiteY3" fmla="*/ 875222 h 1113000"/>
                  <a:gd name="connsiteX4" fmla="*/ 325603 w 1505047"/>
                  <a:gd name="connsiteY4" fmla="*/ 716196 h 1113000"/>
                  <a:gd name="connsiteX5" fmla="*/ 100316 w 1505047"/>
                  <a:gd name="connsiteY5" fmla="*/ 1100510 h 1113000"/>
                  <a:gd name="connsiteX6" fmla="*/ 229194 w 1505047"/>
                  <a:gd name="connsiteY6" fmla="*/ 203337 h 1113000"/>
                  <a:gd name="connsiteX0" fmla="*/ 229194 w 1505047"/>
                  <a:gd name="connsiteY0" fmla="*/ 203337 h 1100510"/>
                  <a:gd name="connsiteX1" fmla="*/ 988212 w 1505047"/>
                  <a:gd name="connsiteY1" fmla="*/ 579 h 1100510"/>
                  <a:gd name="connsiteX2" fmla="*/ 1505047 w 1505047"/>
                  <a:gd name="connsiteY2" fmla="*/ 557171 h 1100510"/>
                  <a:gd name="connsiteX3" fmla="*/ 1080977 w 1505047"/>
                  <a:gd name="connsiteY3" fmla="*/ 875222 h 1100510"/>
                  <a:gd name="connsiteX4" fmla="*/ 325603 w 1505047"/>
                  <a:gd name="connsiteY4" fmla="*/ 716196 h 1100510"/>
                  <a:gd name="connsiteX5" fmla="*/ 100316 w 1505047"/>
                  <a:gd name="connsiteY5" fmla="*/ 1100510 h 1100510"/>
                  <a:gd name="connsiteX6" fmla="*/ 229194 w 1505047"/>
                  <a:gd name="connsiteY6" fmla="*/ 203337 h 1100510"/>
                  <a:gd name="connsiteX0" fmla="*/ 229194 w 1505047"/>
                  <a:gd name="connsiteY0" fmla="*/ 203337 h 1100510"/>
                  <a:gd name="connsiteX1" fmla="*/ 988212 w 1505047"/>
                  <a:gd name="connsiteY1" fmla="*/ 579 h 1100510"/>
                  <a:gd name="connsiteX2" fmla="*/ 1505047 w 1505047"/>
                  <a:gd name="connsiteY2" fmla="*/ 557171 h 1100510"/>
                  <a:gd name="connsiteX3" fmla="*/ 1080977 w 1505047"/>
                  <a:gd name="connsiteY3" fmla="*/ 875222 h 1100510"/>
                  <a:gd name="connsiteX4" fmla="*/ 325603 w 1505047"/>
                  <a:gd name="connsiteY4" fmla="*/ 716196 h 1100510"/>
                  <a:gd name="connsiteX5" fmla="*/ 100316 w 1505047"/>
                  <a:gd name="connsiteY5" fmla="*/ 1100510 h 1100510"/>
                  <a:gd name="connsiteX6" fmla="*/ 229194 w 1505047"/>
                  <a:gd name="connsiteY6" fmla="*/ 203337 h 1100510"/>
                  <a:gd name="connsiteX0" fmla="*/ 207957 w 1483810"/>
                  <a:gd name="connsiteY0" fmla="*/ 203337 h 1095747"/>
                  <a:gd name="connsiteX1" fmla="*/ 966975 w 1483810"/>
                  <a:gd name="connsiteY1" fmla="*/ 579 h 1095747"/>
                  <a:gd name="connsiteX2" fmla="*/ 1483810 w 1483810"/>
                  <a:gd name="connsiteY2" fmla="*/ 557171 h 1095747"/>
                  <a:gd name="connsiteX3" fmla="*/ 1059740 w 1483810"/>
                  <a:gd name="connsiteY3" fmla="*/ 875222 h 1095747"/>
                  <a:gd name="connsiteX4" fmla="*/ 304366 w 1483810"/>
                  <a:gd name="connsiteY4" fmla="*/ 716196 h 1095747"/>
                  <a:gd name="connsiteX5" fmla="*/ 107654 w 1483810"/>
                  <a:gd name="connsiteY5" fmla="*/ 1095747 h 1095747"/>
                  <a:gd name="connsiteX6" fmla="*/ 207957 w 1483810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23404 w 1502848"/>
                  <a:gd name="connsiteY4" fmla="*/ 716196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28167 w 1502848"/>
                  <a:gd name="connsiteY4" fmla="*/ 7304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28167 w 1502848"/>
                  <a:gd name="connsiteY4" fmla="*/ 7304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51027 w 1502848"/>
                  <a:gd name="connsiteY4" fmla="*/ 7685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51027 w 1502848"/>
                  <a:gd name="connsiteY4" fmla="*/ 7685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3337 h 1095747"/>
                  <a:gd name="connsiteX1" fmla="*/ 986013 w 1502848"/>
                  <a:gd name="connsiteY1" fmla="*/ 579 h 1095747"/>
                  <a:gd name="connsiteX2" fmla="*/ 1502848 w 1502848"/>
                  <a:gd name="connsiteY2" fmla="*/ 557171 h 1095747"/>
                  <a:gd name="connsiteX3" fmla="*/ 1078778 w 1502848"/>
                  <a:gd name="connsiteY3" fmla="*/ 875222 h 1095747"/>
                  <a:gd name="connsiteX4" fmla="*/ 351027 w 1502848"/>
                  <a:gd name="connsiteY4" fmla="*/ 768584 h 1095747"/>
                  <a:gd name="connsiteX5" fmla="*/ 126692 w 1502848"/>
                  <a:gd name="connsiteY5" fmla="*/ 1095747 h 1095747"/>
                  <a:gd name="connsiteX6" fmla="*/ 226995 w 1502848"/>
                  <a:gd name="connsiteY6" fmla="*/ 203337 h 1095747"/>
                  <a:gd name="connsiteX0" fmla="*/ 226995 w 1502848"/>
                  <a:gd name="connsiteY0" fmla="*/ 204919 h 1097329"/>
                  <a:gd name="connsiteX1" fmla="*/ 986013 w 1502848"/>
                  <a:gd name="connsiteY1" fmla="*/ 2161 h 1097329"/>
                  <a:gd name="connsiteX2" fmla="*/ 1502848 w 1502848"/>
                  <a:gd name="connsiteY2" fmla="*/ 558753 h 1097329"/>
                  <a:gd name="connsiteX3" fmla="*/ 1078778 w 1502848"/>
                  <a:gd name="connsiteY3" fmla="*/ 876804 h 1097329"/>
                  <a:gd name="connsiteX4" fmla="*/ 351027 w 1502848"/>
                  <a:gd name="connsiteY4" fmla="*/ 770166 h 1097329"/>
                  <a:gd name="connsiteX5" fmla="*/ 126692 w 1502848"/>
                  <a:gd name="connsiteY5" fmla="*/ 1097329 h 1097329"/>
                  <a:gd name="connsiteX6" fmla="*/ 226995 w 1502848"/>
                  <a:gd name="connsiteY6" fmla="*/ 204919 h 1097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2848" h="1097329">
                    <a:moveTo>
                      <a:pt x="226995" y="204919"/>
                    </a:moveTo>
                    <a:cubicBezTo>
                      <a:pt x="441901" y="2713"/>
                      <a:pt x="738639" y="-6673"/>
                      <a:pt x="986013" y="2161"/>
                    </a:cubicBezTo>
                    <a:cubicBezTo>
                      <a:pt x="1281979" y="77257"/>
                      <a:pt x="1485178" y="417396"/>
                      <a:pt x="1502848" y="558753"/>
                    </a:cubicBezTo>
                    <a:cubicBezTo>
                      <a:pt x="1361491" y="664770"/>
                      <a:pt x="1273144" y="890057"/>
                      <a:pt x="1078778" y="876804"/>
                    </a:cubicBezTo>
                    <a:cubicBezTo>
                      <a:pt x="836194" y="841258"/>
                      <a:pt x="601231" y="729512"/>
                      <a:pt x="351027" y="770166"/>
                    </a:cubicBezTo>
                    <a:cubicBezTo>
                      <a:pt x="311188" y="822527"/>
                      <a:pt x="221776" y="882091"/>
                      <a:pt x="126692" y="1097329"/>
                    </a:cubicBezTo>
                    <a:cubicBezTo>
                      <a:pt x="-141898" y="593262"/>
                      <a:pt x="77356" y="361737"/>
                      <a:pt x="226995" y="204919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69E1DD1-AB9B-1FE6-DF13-96BE624064C6}"/>
                  </a:ext>
                </a:extLst>
              </p:cNvPr>
              <p:cNvSpPr/>
              <p:nvPr/>
            </p:nvSpPr>
            <p:spPr>
              <a:xfrm>
                <a:off x="4638263" y="481013"/>
                <a:ext cx="380382" cy="314325"/>
              </a:xfrm>
              <a:prstGeom prst="ellipse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1422A2D7-E4B1-BA92-D9D6-6CA5A36B133E}"/>
                  </a:ext>
                </a:extLst>
              </p:cNvPr>
              <p:cNvSpPr/>
              <p:nvPr/>
            </p:nvSpPr>
            <p:spPr>
              <a:xfrm>
                <a:off x="4723227" y="571500"/>
                <a:ext cx="161374" cy="133350"/>
              </a:xfrm>
              <a:prstGeom prst="ellipse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Cloud 102">
                <a:extLst>
                  <a:ext uri="{FF2B5EF4-FFF2-40B4-BE49-F238E27FC236}">
                    <a16:creationId xmlns:a16="http://schemas.microsoft.com/office/drawing/2014/main" id="{9372A70F-FB99-D73B-6A75-9431853C8F98}"/>
                  </a:ext>
                </a:extLst>
              </p:cNvPr>
              <p:cNvSpPr/>
              <p:nvPr/>
            </p:nvSpPr>
            <p:spPr>
              <a:xfrm rot="20967020">
                <a:off x="4178740" y="1727650"/>
                <a:ext cx="1879401" cy="1050111"/>
              </a:xfrm>
              <a:prstGeom prst="cloud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Rectangle 10">
                <a:extLst>
                  <a:ext uri="{FF2B5EF4-FFF2-40B4-BE49-F238E27FC236}">
                    <a16:creationId xmlns:a16="http://schemas.microsoft.com/office/drawing/2014/main" id="{B8273C7E-85D6-78DC-46E1-93E75E0AA840}"/>
                  </a:ext>
                </a:extLst>
              </p:cNvPr>
              <p:cNvSpPr/>
              <p:nvPr/>
            </p:nvSpPr>
            <p:spPr>
              <a:xfrm rot="20985504">
                <a:off x="4650322" y="1277393"/>
                <a:ext cx="664510" cy="1120953"/>
              </a:xfrm>
              <a:custGeom>
                <a:avLst/>
                <a:gdLst>
                  <a:gd name="connsiteX0" fmla="*/ 0 w 499606"/>
                  <a:gd name="connsiteY0" fmla="*/ 0 h 1095747"/>
                  <a:gd name="connsiteX1" fmla="*/ 499606 w 499606"/>
                  <a:gd name="connsiteY1" fmla="*/ 0 h 1095747"/>
                  <a:gd name="connsiteX2" fmla="*/ 499606 w 499606"/>
                  <a:gd name="connsiteY2" fmla="*/ 1095747 h 1095747"/>
                  <a:gd name="connsiteX3" fmla="*/ 0 w 499606"/>
                  <a:gd name="connsiteY3" fmla="*/ 1095747 h 1095747"/>
                  <a:gd name="connsiteX4" fmla="*/ 0 w 499606"/>
                  <a:gd name="connsiteY4" fmla="*/ 0 h 1095747"/>
                  <a:gd name="connsiteX0" fmla="*/ 0 w 544597"/>
                  <a:gd name="connsiteY0" fmla="*/ 0 h 1103876"/>
                  <a:gd name="connsiteX1" fmla="*/ 544597 w 544597"/>
                  <a:gd name="connsiteY1" fmla="*/ 8129 h 1103876"/>
                  <a:gd name="connsiteX2" fmla="*/ 544597 w 544597"/>
                  <a:gd name="connsiteY2" fmla="*/ 1103876 h 1103876"/>
                  <a:gd name="connsiteX3" fmla="*/ 44991 w 544597"/>
                  <a:gd name="connsiteY3" fmla="*/ 1103876 h 1103876"/>
                  <a:gd name="connsiteX4" fmla="*/ 0 w 544597"/>
                  <a:gd name="connsiteY4" fmla="*/ 0 h 1103876"/>
                  <a:gd name="connsiteX0" fmla="*/ 0 w 544597"/>
                  <a:gd name="connsiteY0" fmla="*/ 0 h 1120953"/>
                  <a:gd name="connsiteX1" fmla="*/ 544597 w 544597"/>
                  <a:gd name="connsiteY1" fmla="*/ 8129 h 1120953"/>
                  <a:gd name="connsiteX2" fmla="*/ 544597 w 544597"/>
                  <a:gd name="connsiteY2" fmla="*/ 1103876 h 1120953"/>
                  <a:gd name="connsiteX3" fmla="*/ 10932 w 544597"/>
                  <a:gd name="connsiteY3" fmla="*/ 1120953 h 1120953"/>
                  <a:gd name="connsiteX4" fmla="*/ 0 w 544597"/>
                  <a:gd name="connsiteY4" fmla="*/ 0 h 1120953"/>
                  <a:gd name="connsiteX0" fmla="*/ 0 w 567093"/>
                  <a:gd name="connsiteY0" fmla="*/ 0 h 1120953"/>
                  <a:gd name="connsiteX1" fmla="*/ 567093 w 567093"/>
                  <a:gd name="connsiteY1" fmla="*/ 12194 h 1120953"/>
                  <a:gd name="connsiteX2" fmla="*/ 544597 w 567093"/>
                  <a:gd name="connsiteY2" fmla="*/ 1103876 h 1120953"/>
                  <a:gd name="connsiteX3" fmla="*/ 10932 w 567093"/>
                  <a:gd name="connsiteY3" fmla="*/ 1120953 h 1120953"/>
                  <a:gd name="connsiteX4" fmla="*/ 0 w 567093"/>
                  <a:gd name="connsiteY4" fmla="*/ 0 h 1120953"/>
                  <a:gd name="connsiteX0" fmla="*/ 0 w 589589"/>
                  <a:gd name="connsiteY0" fmla="*/ 0 h 1120953"/>
                  <a:gd name="connsiteX1" fmla="*/ 567093 w 589589"/>
                  <a:gd name="connsiteY1" fmla="*/ 12194 h 1120953"/>
                  <a:gd name="connsiteX2" fmla="*/ 589589 w 589589"/>
                  <a:gd name="connsiteY2" fmla="*/ 1112005 h 1120953"/>
                  <a:gd name="connsiteX3" fmla="*/ 10932 w 589589"/>
                  <a:gd name="connsiteY3" fmla="*/ 1120953 h 1120953"/>
                  <a:gd name="connsiteX4" fmla="*/ 0 w 589589"/>
                  <a:gd name="connsiteY4" fmla="*/ 0 h 1120953"/>
                  <a:gd name="connsiteX0" fmla="*/ 0 w 589589"/>
                  <a:gd name="connsiteY0" fmla="*/ 0 h 1120953"/>
                  <a:gd name="connsiteX1" fmla="*/ 567093 w 589589"/>
                  <a:gd name="connsiteY1" fmla="*/ 12194 h 1120953"/>
                  <a:gd name="connsiteX2" fmla="*/ 589589 w 589589"/>
                  <a:gd name="connsiteY2" fmla="*/ 1112005 h 1120953"/>
                  <a:gd name="connsiteX3" fmla="*/ 10932 w 589589"/>
                  <a:gd name="connsiteY3" fmla="*/ 1120953 h 1120953"/>
                  <a:gd name="connsiteX4" fmla="*/ 0 w 589589"/>
                  <a:gd name="connsiteY4" fmla="*/ 0 h 1120953"/>
                  <a:gd name="connsiteX0" fmla="*/ 74921 w 664510"/>
                  <a:gd name="connsiteY0" fmla="*/ 0 h 1120953"/>
                  <a:gd name="connsiteX1" fmla="*/ 642014 w 664510"/>
                  <a:gd name="connsiteY1" fmla="*/ 12194 h 1120953"/>
                  <a:gd name="connsiteX2" fmla="*/ 664510 w 664510"/>
                  <a:gd name="connsiteY2" fmla="*/ 1112005 h 1120953"/>
                  <a:gd name="connsiteX3" fmla="*/ 85853 w 664510"/>
                  <a:gd name="connsiteY3" fmla="*/ 1120953 h 1120953"/>
                  <a:gd name="connsiteX4" fmla="*/ 74921 w 664510"/>
                  <a:gd name="connsiteY4" fmla="*/ 0 h 112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4510" h="1120953">
                    <a:moveTo>
                      <a:pt x="74921" y="0"/>
                    </a:moveTo>
                    <a:lnTo>
                      <a:pt x="642014" y="12194"/>
                    </a:lnTo>
                    <a:cubicBezTo>
                      <a:pt x="649513" y="378798"/>
                      <a:pt x="338448" y="494259"/>
                      <a:pt x="664510" y="1112005"/>
                    </a:cubicBezTo>
                    <a:lnTo>
                      <a:pt x="85853" y="1120953"/>
                    </a:lnTo>
                    <a:cubicBezTo>
                      <a:pt x="-102640" y="613240"/>
                      <a:pt x="78565" y="373651"/>
                      <a:pt x="74921" y="0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66925004-1733-B17C-70CD-9239634C175B}"/>
                  </a:ext>
                </a:extLst>
              </p:cNvPr>
              <p:cNvSpPr/>
              <p:nvPr/>
            </p:nvSpPr>
            <p:spPr>
              <a:xfrm rot="21021619">
                <a:off x="4519614" y="1154909"/>
                <a:ext cx="795456" cy="284320"/>
              </a:xfrm>
              <a:prstGeom prst="ellipse">
                <a:avLst/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B07CB395-3FAD-AB88-82F6-F549D5696D6F}"/>
                  </a:ext>
                </a:extLst>
              </p:cNvPr>
              <p:cNvSpPr/>
              <p:nvPr/>
            </p:nvSpPr>
            <p:spPr>
              <a:xfrm>
                <a:off x="3492442" y="1082053"/>
                <a:ext cx="816099" cy="213360"/>
              </a:xfrm>
              <a:custGeom>
                <a:avLst/>
                <a:gdLst>
                  <a:gd name="connsiteX0" fmla="*/ 0 w 816099"/>
                  <a:gd name="connsiteY0" fmla="*/ 213360 h 213360"/>
                  <a:gd name="connsiteX1" fmla="*/ 175260 w 816099"/>
                  <a:gd name="connsiteY1" fmla="*/ 99060 h 213360"/>
                  <a:gd name="connsiteX2" fmla="*/ 510540 w 816099"/>
                  <a:gd name="connsiteY2" fmla="*/ 45720 h 213360"/>
                  <a:gd name="connsiteX3" fmla="*/ 792480 w 816099"/>
                  <a:gd name="connsiteY3" fmla="*/ 22860 h 213360"/>
                  <a:gd name="connsiteX4" fmla="*/ 800100 w 816099"/>
                  <a:gd name="connsiteY4" fmla="*/ 0 h 213360"/>
                  <a:gd name="connsiteX5" fmla="*/ 800100 w 816099"/>
                  <a:gd name="connsiteY5" fmla="*/ 0 h 213360"/>
                  <a:gd name="connsiteX6" fmla="*/ 800100 w 816099"/>
                  <a:gd name="connsiteY6" fmla="*/ 0 h 21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099" h="213360">
                    <a:moveTo>
                      <a:pt x="0" y="213360"/>
                    </a:moveTo>
                    <a:cubicBezTo>
                      <a:pt x="45085" y="170180"/>
                      <a:pt x="90170" y="127000"/>
                      <a:pt x="175260" y="99060"/>
                    </a:cubicBezTo>
                    <a:cubicBezTo>
                      <a:pt x="260350" y="71120"/>
                      <a:pt x="407670" y="58420"/>
                      <a:pt x="510540" y="45720"/>
                    </a:cubicBezTo>
                    <a:cubicBezTo>
                      <a:pt x="613410" y="33020"/>
                      <a:pt x="744220" y="30480"/>
                      <a:pt x="792480" y="22860"/>
                    </a:cubicBezTo>
                    <a:cubicBezTo>
                      <a:pt x="840740" y="15240"/>
                      <a:pt x="800100" y="0"/>
                      <a:pt x="800100" y="0"/>
                    </a:cubicBezTo>
                    <a:lnTo>
                      <a:pt x="800100" y="0"/>
                    </a:lnTo>
                    <a:lnTo>
                      <a:pt x="800100" y="0"/>
                    </a:lnTo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Rectangle 10">
                <a:extLst>
                  <a:ext uri="{FF2B5EF4-FFF2-40B4-BE49-F238E27FC236}">
                    <a16:creationId xmlns:a16="http://schemas.microsoft.com/office/drawing/2014/main" id="{BC0CF1DD-0B70-3D76-60E7-CA6030BC19E9}"/>
                  </a:ext>
                </a:extLst>
              </p:cNvPr>
              <p:cNvSpPr/>
              <p:nvPr/>
            </p:nvSpPr>
            <p:spPr>
              <a:xfrm rot="20985504">
                <a:off x="4630012" y="2207911"/>
                <a:ext cx="982196" cy="301822"/>
              </a:xfrm>
              <a:custGeom>
                <a:avLst/>
                <a:gdLst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  <a:gd name="connsiteX0" fmla="*/ 0 w 982196"/>
                  <a:gd name="connsiteY0" fmla="*/ 0 h 301822"/>
                  <a:gd name="connsiteX1" fmla="*/ 982196 w 982196"/>
                  <a:gd name="connsiteY1" fmla="*/ 0 h 301822"/>
                  <a:gd name="connsiteX2" fmla="*/ 982196 w 982196"/>
                  <a:gd name="connsiteY2" fmla="*/ 301822 h 301822"/>
                  <a:gd name="connsiteX3" fmla="*/ 0 w 982196"/>
                  <a:gd name="connsiteY3" fmla="*/ 301822 h 301822"/>
                  <a:gd name="connsiteX4" fmla="*/ 0 w 982196"/>
                  <a:gd name="connsiteY4" fmla="*/ 0 h 30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2196" h="301822">
                    <a:moveTo>
                      <a:pt x="0" y="0"/>
                    </a:moveTo>
                    <a:cubicBezTo>
                      <a:pt x="320625" y="37493"/>
                      <a:pt x="601770" y="122057"/>
                      <a:pt x="982196" y="0"/>
                    </a:cubicBezTo>
                    <a:lnTo>
                      <a:pt x="982196" y="301822"/>
                    </a:lnTo>
                    <a:lnTo>
                      <a:pt x="0" y="30182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Oval 31">
                <a:extLst>
                  <a:ext uri="{FF2B5EF4-FFF2-40B4-BE49-F238E27FC236}">
                    <a16:creationId xmlns:a16="http://schemas.microsoft.com/office/drawing/2014/main" id="{E6F8E1D1-956A-474D-AF55-3C9E8DEF480D}"/>
                  </a:ext>
                </a:extLst>
              </p:cNvPr>
              <p:cNvSpPr/>
              <p:nvPr/>
            </p:nvSpPr>
            <p:spPr>
              <a:xfrm>
                <a:off x="4638262" y="455210"/>
                <a:ext cx="380382" cy="176808"/>
              </a:xfrm>
              <a:custGeom>
                <a:avLst/>
                <a:gdLst>
                  <a:gd name="connsiteX0" fmla="*/ 0 w 380382"/>
                  <a:gd name="connsiteY0" fmla="*/ 157163 h 314325"/>
                  <a:gd name="connsiteX1" fmla="*/ 190191 w 380382"/>
                  <a:gd name="connsiteY1" fmla="*/ 0 h 314325"/>
                  <a:gd name="connsiteX2" fmla="*/ 380382 w 380382"/>
                  <a:gd name="connsiteY2" fmla="*/ 157163 h 314325"/>
                  <a:gd name="connsiteX3" fmla="*/ 190191 w 380382"/>
                  <a:gd name="connsiteY3" fmla="*/ 314326 h 314325"/>
                  <a:gd name="connsiteX4" fmla="*/ 0 w 380382"/>
                  <a:gd name="connsiteY4" fmla="*/ 157163 h 314325"/>
                  <a:gd name="connsiteX0" fmla="*/ 0 w 380382"/>
                  <a:gd name="connsiteY0" fmla="*/ 157163 h 176808"/>
                  <a:gd name="connsiteX1" fmla="*/ 190191 w 380382"/>
                  <a:gd name="connsiteY1" fmla="*/ 0 h 176808"/>
                  <a:gd name="connsiteX2" fmla="*/ 380382 w 380382"/>
                  <a:gd name="connsiteY2" fmla="*/ 157163 h 176808"/>
                  <a:gd name="connsiteX3" fmla="*/ 0 w 380382"/>
                  <a:gd name="connsiteY3" fmla="*/ 157163 h 17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382" h="176808">
                    <a:moveTo>
                      <a:pt x="0" y="157163"/>
                    </a:moveTo>
                    <a:cubicBezTo>
                      <a:pt x="0" y="70364"/>
                      <a:pt x="85151" y="0"/>
                      <a:pt x="190191" y="0"/>
                    </a:cubicBezTo>
                    <a:cubicBezTo>
                      <a:pt x="295231" y="0"/>
                      <a:pt x="380382" y="70364"/>
                      <a:pt x="380382" y="157163"/>
                    </a:cubicBezTo>
                    <a:cubicBezTo>
                      <a:pt x="348684" y="183357"/>
                      <a:pt x="31699" y="183357"/>
                      <a:pt x="0" y="157163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60EFE22A-159C-4C4F-012C-76AA8A001FDF}"/>
                  </a:ext>
                </a:extLst>
              </p:cNvPr>
              <p:cNvSpPr/>
              <p:nvPr/>
            </p:nvSpPr>
            <p:spPr>
              <a:xfrm>
                <a:off x="3671946" y="754413"/>
                <a:ext cx="80687" cy="76779"/>
              </a:xfrm>
              <a:prstGeom prst="ellipse">
                <a:avLst/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0DC201F4-0140-3E0E-09EC-33AB9DE64557}"/>
                  </a:ext>
                </a:extLst>
              </p:cNvPr>
              <p:cNvSpPr/>
              <p:nvPr/>
            </p:nvSpPr>
            <p:spPr>
              <a:xfrm>
                <a:off x="4677037" y="-41409"/>
                <a:ext cx="405930" cy="285274"/>
              </a:xfrm>
              <a:custGeom>
                <a:avLst/>
                <a:gdLst>
                  <a:gd name="connsiteX0" fmla="*/ 0 w 353130"/>
                  <a:gd name="connsiteY0" fmla="*/ 128618 h 166718"/>
                  <a:gd name="connsiteX1" fmla="*/ 38100 w 353130"/>
                  <a:gd name="connsiteY1" fmla="*/ 42893 h 166718"/>
                  <a:gd name="connsiteX2" fmla="*/ 38100 w 353130"/>
                  <a:gd name="connsiteY2" fmla="*/ 42893 h 166718"/>
                  <a:gd name="connsiteX3" fmla="*/ 47625 w 353130"/>
                  <a:gd name="connsiteY3" fmla="*/ 76231 h 166718"/>
                  <a:gd name="connsiteX4" fmla="*/ 166687 w 353130"/>
                  <a:gd name="connsiteY4" fmla="*/ 31 h 166718"/>
                  <a:gd name="connsiteX5" fmla="*/ 195262 w 353130"/>
                  <a:gd name="connsiteY5" fmla="*/ 66706 h 166718"/>
                  <a:gd name="connsiteX6" fmla="*/ 257175 w 353130"/>
                  <a:gd name="connsiteY6" fmla="*/ 52418 h 166718"/>
                  <a:gd name="connsiteX7" fmla="*/ 290512 w 353130"/>
                  <a:gd name="connsiteY7" fmla="*/ 66706 h 166718"/>
                  <a:gd name="connsiteX8" fmla="*/ 328612 w 353130"/>
                  <a:gd name="connsiteY8" fmla="*/ 19081 h 166718"/>
                  <a:gd name="connsiteX9" fmla="*/ 342900 w 353130"/>
                  <a:gd name="connsiteY9" fmla="*/ 85756 h 166718"/>
                  <a:gd name="connsiteX10" fmla="*/ 352425 w 353130"/>
                  <a:gd name="connsiteY10" fmla="*/ 152431 h 166718"/>
                  <a:gd name="connsiteX11" fmla="*/ 352425 w 353130"/>
                  <a:gd name="connsiteY11" fmla="*/ 166718 h 166718"/>
                  <a:gd name="connsiteX12" fmla="*/ 352425 w 353130"/>
                  <a:gd name="connsiteY12" fmla="*/ 166718 h 166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3130" h="166718">
                    <a:moveTo>
                      <a:pt x="0" y="128618"/>
                    </a:moveTo>
                    <a:lnTo>
                      <a:pt x="38100" y="42893"/>
                    </a:lnTo>
                    <a:lnTo>
                      <a:pt x="38100" y="42893"/>
                    </a:lnTo>
                    <a:cubicBezTo>
                      <a:pt x="39687" y="48449"/>
                      <a:pt x="26194" y="83375"/>
                      <a:pt x="47625" y="76231"/>
                    </a:cubicBezTo>
                    <a:cubicBezTo>
                      <a:pt x="69056" y="69087"/>
                      <a:pt x="142081" y="1618"/>
                      <a:pt x="166687" y="31"/>
                    </a:cubicBezTo>
                    <a:cubicBezTo>
                      <a:pt x="191293" y="-1556"/>
                      <a:pt x="180181" y="57975"/>
                      <a:pt x="195262" y="66706"/>
                    </a:cubicBezTo>
                    <a:cubicBezTo>
                      <a:pt x="210343" y="75437"/>
                      <a:pt x="241300" y="52418"/>
                      <a:pt x="257175" y="52418"/>
                    </a:cubicBezTo>
                    <a:cubicBezTo>
                      <a:pt x="273050" y="52418"/>
                      <a:pt x="278606" y="72262"/>
                      <a:pt x="290512" y="66706"/>
                    </a:cubicBezTo>
                    <a:cubicBezTo>
                      <a:pt x="302418" y="61150"/>
                      <a:pt x="319881" y="15906"/>
                      <a:pt x="328612" y="19081"/>
                    </a:cubicBezTo>
                    <a:cubicBezTo>
                      <a:pt x="337343" y="22256"/>
                      <a:pt x="338931" y="63531"/>
                      <a:pt x="342900" y="85756"/>
                    </a:cubicBezTo>
                    <a:cubicBezTo>
                      <a:pt x="346869" y="107981"/>
                      <a:pt x="352425" y="152431"/>
                      <a:pt x="352425" y="152431"/>
                    </a:cubicBezTo>
                    <a:cubicBezTo>
                      <a:pt x="354012" y="165925"/>
                      <a:pt x="352425" y="166718"/>
                      <a:pt x="352425" y="166718"/>
                    </a:cubicBezTo>
                    <a:lnTo>
                      <a:pt x="352425" y="166718"/>
                    </a:lnTo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802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3B3743-C187-4975-5727-665DBA038764}"/>
              </a:ext>
            </a:extLst>
          </p:cNvPr>
          <p:cNvGrpSpPr/>
          <p:nvPr/>
        </p:nvGrpSpPr>
        <p:grpSpPr>
          <a:xfrm flipH="1">
            <a:off x="4740437" y="1787072"/>
            <a:ext cx="5207436" cy="5071456"/>
            <a:chOff x="2185160" y="470140"/>
            <a:chExt cx="6439186" cy="6271042"/>
          </a:xfrm>
        </p:grpSpPr>
        <p:sp>
          <p:nvSpPr>
            <p:cNvPr id="3" name="Rectangle 86">
              <a:extLst>
                <a:ext uri="{FF2B5EF4-FFF2-40B4-BE49-F238E27FC236}">
                  <a16:creationId xmlns:a16="http://schemas.microsoft.com/office/drawing/2014/main" id="{B9CFF1CF-1FD5-CA03-0436-C907B005F728}"/>
                </a:ext>
              </a:extLst>
            </p:cNvPr>
            <p:cNvSpPr/>
            <p:nvPr/>
          </p:nvSpPr>
          <p:spPr>
            <a:xfrm>
              <a:off x="2185160" y="3804102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56000">
                  <a:srgbClr val="5C8B9D"/>
                </a:gs>
                <a:gs pos="0">
                  <a:srgbClr val="DF7C27"/>
                </a:gs>
              </a:gsLst>
              <a:lin ang="13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86">
              <a:extLst>
                <a:ext uri="{FF2B5EF4-FFF2-40B4-BE49-F238E27FC236}">
                  <a16:creationId xmlns:a16="http://schemas.microsoft.com/office/drawing/2014/main" id="{8F33960E-EC58-3893-6AF4-7C99199986BF}"/>
                </a:ext>
              </a:extLst>
            </p:cNvPr>
            <p:cNvSpPr/>
            <p:nvPr/>
          </p:nvSpPr>
          <p:spPr>
            <a:xfrm>
              <a:off x="2247438" y="3669446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0">
                  <a:srgbClr val="7E4C26"/>
                </a:gs>
                <a:gs pos="38000">
                  <a:srgbClr val="5C8B9D"/>
                </a:gs>
              </a:gsLst>
              <a:lin ang="13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93">
              <a:extLst>
                <a:ext uri="{FF2B5EF4-FFF2-40B4-BE49-F238E27FC236}">
                  <a16:creationId xmlns:a16="http://schemas.microsoft.com/office/drawing/2014/main" id="{630E9C70-9287-3FBA-0173-D340E71A7CF9}"/>
                </a:ext>
              </a:extLst>
            </p:cNvPr>
            <p:cNvSpPr/>
            <p:nvPr/>
          </p:nvSpPr>
          <p:spPr>
            <a:xfrm>
              <a:off x="5731620" y="6161364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92">
              <a:extLst>
                <a:ext uri="{FF2B5EF4-FFF2-40B4-BE49-F238E27FC236}">
                  <a16:creationId xmlns:a16="http://schemas.microsoft.com/office/drawing/2014/main" id="{71F7F045-3E4B-1781-6861-C05DCB844016}"/>
                </a:ext>
              </a:extLst>
            </p:cNvPr>
            <p:cNvSpPr/>
            <p:nvPr/>
          </p:nvSpPr>
          <p:spPr>
            <a:xfrm>
              <a:off x="5938161" y="5505607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92">
              <a:extLst>
                <a:ext uri="{FF2B5EF4-FFF2-40B4-BE49-F238E27FC236}">
                  <a16:creationId xmlns:a16="http://schemas.microsoft.com/office/drawing/2014/main" id="{BB3A8636-3F23-1F75-F1E5-027776DD5ACD}"/>
                </a:ext>
              </a:extLst>
            </p:cNvPr>
            <p:cNvSpPr/>
            <p:nvPr/>
          </p:nvSpPr>
          <p:spPr>
            <a:xfrm rot="19264388">
              <a:off x="6240449" y="6178792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93">
              <a:extLst>
                <a:ext uri="{FF2B5EF4-FFF2-40B4-BE49-F238E27FC236}">
                  <a16:creationId xmlns:a16="http://schemas.microsoft.com/office/drawing/2014/main" id="{C754E9D8-7D26-CD9A-13E8-748F858F71AB}"/>
                </a:ext>
              </a:extLst>
            </p:cNvPr>
            <p:cNvSpPr/>
            <p:nvPr/>
          </p:nvSpPr>
          <p:spPr>
            <a:xfrm>
              <a:off x="5044155" y="6331599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92">
              <a:extLst>
                <a:ext uri="{FF2B5EF4-FFF2-40B4-BE49-F238E27FC236}">
                  <a16:creationId xmlns:a16="http://schemas.microsoft.com/office/drawing/2014/main" id="{FC617660-7A2D-7ED2-0A2D-10CF47783EC9}"/>
                </a:ext>
              </a:extLst>
            </p:cNvPr>
            <p:cNvSpPr/>
            <p:nvPr/>
          </p:nvSpPr>
          <p:spPr>
            <a:xfrm>
              <a:off x="5250696" y="5675842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2">
              <a:extLst>
                <a:ext uri="{FF2B5EF4-FFF2-40B4-BE49-F238E27FC236}">
                  <a16:creationId xmlns:a16="http://schemas.microsoft.com/office/drawing/2014/main" id="{3BA68B9D-3BCC-1EAD-1A79-8C4EA406569F}"/>
                </a:ext>
              </a:extLst>
            </p:cNvPr>
            <p:cNvSpPr/>
            <p:nvPr/>
          </p:nvSpPr>
          <p:spPr>
            <a:xfrm rot="19264388">
              <a:off x="5552984" y="6349027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74B07-D2D1-9D40-867B-6600D30C25AD}"/>
                </a:ext>
              </a:extLst>
            </p:cNvPr>
            <p:cNvSpPr/>
            <p:nvPr/>
          </p:nvSpPr>
          <p:spPr>
            <a:xfrm>
              <a:off x="5781810" y="4730828"/>
              <a:ext cx="724451" cy="954367"/>
            </a:xfrm>
            <a:prstGeom prst="ellipse">
              <a:avLst/>
            </a:prstGeom>
            <a:solidFill>
              <a:srgbClr val="C4AE9D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59489EB-5803-D264-8513-9E381E54B3D0}"/>
                </a:ext>
              </a:extLst>
            </p:cNvPr>
            <p:cNvSpPr/>
            <p:nvPr/>
          </p:nvSpPr>
          <p:spPr>
            <a:xfrm>
              <a:off x="5083159" y="4883442"/>
              <a:ext cx="724451" cy="954367"/>
            </a:xfrm>
            <a:prstGeom prst="ellipse">
              <a:avLst/>
            </a:prstGeom>
            <a:solidFill>
              <a:srgbClr val="C4AE9D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E43C3007-F216-9018-A865-51362428D492}"/>
                </a:ext>
              </a:extLst>
            </p:cNvPr>
            <p:cNvSpPr/>
            <p:nvPr/>
          </p:nvSpPr>
          <p:spPr>
            <a:xfrm>
              <a:off x="4134742" y="542437"/>
              <a:ext cx="3685741" cy="4959344"/>
            </a:xfrm>
            <a:custGeom>
              <a:avLst/>
              <a:gdLst>
                <a:gd name="connsiteX0" fmla="*/ 0 w 982639"/>
                <a:gd name="connsiteY0" fmla="*/ 0 h 2647666"/>
                <a:gd name="connsiteX1" fmla="*/ 982639 w 982639"/>
                <a:gd name="connsiteY1" fmla="*/ 0 h 2647666"/>
                <a:gd name="connsiteX2" fmla="*/ 982639 w 982639"/>
                <a:gd name="connsiteY2" fmla="*/ 2647666 h 2647666"/>
                <a:gd name="connsiteX3" fmla="*/ 0 w 982639"/>
                <a:gd name="connsiteY3" fmla="*/ 2647666 h 2647666"/>
                <a:gd name="connsiteX4" fmla="*/ 0 w 982639"/>
                <a:gd name="connsiteY4" fmla="*/ 0 h 2647666"/>
                <a:gd name="connsiteX0" fmla="*/ 0 w 1091821"/>
                <a:gd name="connsiteY0" fmla="*/ 0 h 3684896"/>
                <a:gd name="connsiteX1" fmla="*/ 1091821 w 1091821"/>
                <a:gd name="connsiteY1" fmla="*/ 1037230 h 3684896"/>
                <a:gd name="connsiteX2" fmla="*/ 1091821 w 1091821"/>
                <a:gd name="connsiteY2" fmla="*/ 3684896 h 3684896"/>
                <a:gd name="connsiteX3" fmla="*/ 109182 w 1091821"/>
                <a:gd name="connsiteY3" fmla="*/ 3684896 h 3684896"/>
                <a:gd name="connsiteX4" fmla="*/ 0 w 1091821"/>
                <a:gd name="connsiteY4" fmla="*/ 0 h 3684896"/>
                <a:gd name="connsiteX0" fmla="*/ 310597 w 1402418"/>
                <a:gd name="connsiteY0" fmla="*/ 0 h 3684896"/>
                <a:gd name="connsiteX1" fmla="*/ 1402418 w 1402418"/>
                <a:gd name="connsiteY1" fmla="*/ 1037230 h 3684896"/>
                <a:gd name="connsiteX2" fmla="*/ 1402418 w 1402418"/>
                <a:gd name="connsiteY2" fmla="*/ 3684896 h 3684896"/>
                <a:gd name="connsiteX3" fmla="*/ 419779 w 1402418"/>
                <a:gd name="connsiteY3" fmla="*/ 3684896 h 3684896"/>
                <a:gd name="connsiteX4" fmla="*/ 310597 w 1402418"/>
                <a:gd name="connsiteY4" fmla="*/ 0 h 3684896"/>
                <a:gd name="connsiteX0" fmla="*/ 1584234 w 2676055"/>
                <a:gd name="connsiteY0" fmla="*/ 0 h 4244454"/>
                <a:gd name="connsiteX1" fmla="*/ 2676055 w 2676055"/>
                <a:gd name="connsiteY1" fmla="*/ 1037230 h 4244454"/>
                <a:gd name="connsiteX2" fmla="*/ 2676055 w 2676055"/>
                <a:gd name="connsiteY2" fmla="*/ 3684896 h 4244454"/>
                <a:gd name="connsiteX3" fmla="*/ 1094 w 2676055"/>
                <a:gd name="connsiteY3" fmla="*/ 4244454 h 4244454"/>
                <a:gd name="connsiteX4" fmla="*/ 1584234 w 2676055"/>
                <a:gd name="connsiteY4" fmla="*/ 0 h 4244454"/>
                <a:gd name="connsiteX0" fmla="*/ 1583994 w 2675815"/>
                <a:gd name="connsiteY0" fmla="*/ 0 h 4244454"/>
                <a:gd name="connsiteX1" fmla="*/ 2675815 w 2675815"/>
                <a:gd name="connsiteY1" fmla="*/ 1037230 h 4244454"/>
                <a:gd name="connsiteX2" fmla="*/ 2675815 w 2675815"/>
                <a:gd name="connsiteY2" fmla="*/ 3684896 h 4244454"/>
                <a:gd name="connsiteX3" fmla="*/ 854 w 2675815"/>
                <a:gd name="connsiteY3" fmla="*/ 4244454 h 4244454"/>
                <a:gd name="connsiteX4" fmla="*/ 1583994 w 2675815"/>
                <a:gd name="connsiteY4" fmla="*/ 0 h 4244454"/>
                <a:gd name="connsiteX0" fmla="*/ 1583994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83994 w 2675815"/>
                <a:gd name="connsiteY4" fmla="*/ 0 h 4176215"/>
                <a:gd name="connsiteX0" fmla="*/ 1502170 w 2675878"/>
                <a:gd name="connsiteY0" fmla="*/ 0 h 4176215"/>
                <a:gd name="connsiteX1" fmla="*/ 2675878 w 2675878"/>
                <a:gd name="connsiteY1" fmla="*/ 1037230 h 4176215"/>
                <a:gd name="connsiteX2" fmla="*/ 2675878 w 2675878"/>
                <a:gd name="connsiteY2" fmla="*/ 3684896 h 4176215"/>
                <a:gd name="connsiteX3" fmla="*/ 917 w 2675878"/>
                <a:gd name="connsiteY3" fmla="*/ 4176215 h 4176215"/>
                <a:gd name="connsiteX4" fmla="*/ 1502170 w 2675878"/>
                <a:gd name="connsiteY4" fmla="*/ 0 h 4176215"/>
                <a:gd name="connsiteX0" fmla="*/ 1502107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02107 w 2675815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2675815 w 3044304"/>
                <a:gd name="connsiteY2" fmla="*/ 3684896 h 4176215"/>
                <a:gd name="connsiteX3" fmla="*/ 854 w 3044304"/>
                <a:gd name="connsiteY3" fmla="*/ 4176215 h 4176215"/>
                <a:gd name="connsiteX4" fmla="*/ 1502107 w 3044304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854 w 3044304"/>
                <a:gd name="connsiteY2" fmla="*/ 4176215 h 4176215"/>
                <a:gd name="connsiteX3" fmla="*/ 1502107 w 3044304"/>
                <a:gd name="connsiteY3" fmla="*/ 0 h 4176215"/>
                <a:gd name="connsiteX0" fmla="*/ 1502107 w 3044304"/>
                <a:gd name="connsiteY0" fmla="*/ 0 h 4420495"/>
                <a:gd name="connsiteX1" fmla="*/ 3044304 w 3044304"/>
                <a:gd name="connsiteY1" fmla="*/ 1337480 h 4420495"/>
                <a:gd name="connsiteX2" fmla="*/ 854 w 3044304"/>
                <a:gd name="connsiteY2" fmla="*/ 4176215 h 4420495"/>
                <a:gd name="connsiteX3" fmla="*/ 1502107 w 3044304"/>
                <a:gd name="connsiteY3" fmla="*/ 0 h 4420495"/>
                <a:gd name="connsiteX0" fmla="*/ 1761259 w 3303456"/>
                <a:gd name="connsiteY0" fmla="*/ 0 h 4433289"/>
                <a:gd name="connsiteX1" fmla="*/ 3303456 w 3303456"/>
                <a:gd name="connsiteY1" fmla="*/ 1337480 h 4433289"/>
                <a:gd name="connsiteX2" fmla="*/ 698 w 3303456"/>
                <a:gd name="connsiteY2" fmla="*/ 4189863 h 4433289"/>
                <a:gd name="connsiteX3" fmla="*/ 1761259 w 3303456"/>
                <a:gd name="connsiteY3" fmla="*/ 0 h 4433289"/>
                <a:gd name="connsiteX0" fmla="*/ 1761259 w 3303456"/>
                <a:gd name="connsiteY0" fmla="*/ 0 h 4419940"/>
                <a:gd name="connsiteX1" fmla="*/ 3303456 w 3303456"/>
                <a:gd name="connsiteY1" fmla="*/ 1337480 h 4419940"/>
                <a:gd name="connsiteX2" fmla="*/ 698 w 3303456"/>
                <a:gd name="connsiteY2" fmla="*/ 4189863 h 4419940"/>
                <a:gd name="connsiteX3" fmla="*/ 1761259 w 3303456"/>
                <a:gd name="connsiteY3" fmla="*/ 0 h 4419940"/>
                <a:gd name="connsiteX0" fmla="*/ 1761259 w 3492639"/>
                <a:gd name="connsiteY0" fmla="*/ 0 h 4391767"/>
                <a:gd name="connsiteX1" fmla="*/ 3303456 w 3492639"/>
                <a:gd name="connsiteY1" fmla="*/ 1337480 h 4391767"/>
                <a:gd name="connsiteX2" fmla="*/ 698 w 3492639"/>
                <a:gd name="connsiteY2" fmla="*/ 4189863 h 4391767"/>
                <a:gd name="connsiteX3" fmla="*/ 1761259 w 3492639"/>
                <a:gd name="connsiteY3" fmla="*/ 0 h 4391767"/>
                <a:gd name="connsiteX0" fmla="*/ 1761259 w 3393044"/>
                <a:gd name="connsiteY0" fmla="*/ 0 h 4454701"/>
                <a:gd name="connsiteX1" fmla="*/ 3303456 w 3393044"/>
                <a:gd name="connsiteY1" fmla="*/ 1337480 h 4454701"/>
                <a:gd name="connsiteX2" fmla="*/ 698 w 3393044"/>
                <a:gd name="connsiteY2" fmla="*/ 4189863 h 4454701"/>
                <a:gd name="connsiteX3" fmla="*/ 1761259 w 3393044"/>
                <a:gd name="connsiteY3" fmla="*/ 0 h 4454701"/>
                <a:gd name="connsiteX0" fmla="*/ 1761259 w 3496543"/>
                <a:gd name="connsiteY0" fmla="*/ 0 h 4460693"/>
                <a:gd name="connsiteX1" fmla="*/ 3303456 w 3496543"/>
                <a:gd name="connsiteY1" fmla="*/ 1337480 h 4460693"/>
                <a:gd name="connsiteX2" fmla="*/ 698 w 3496543"/>
                <a:gd name="connsiteY2" fmla="*/ 4189863 h 4460693"/>
                <a:gd name="connsiteX3" fmla="*/ 1761259 w 3496543"/>
                <a:gd name="connsiteY3" fmla="*/ 0 h 4460693"/>
                <a:gd name="connsiteX0" fmla="*/ 1761259 w 3526373"/>
                <a:gd name="connsiteY0" fmla="*/ 96558 h 4557251"/>
                <a:gd name="connsiteX1" fmla="*/ 3303456 w 3526373"/>
                <a:gd name="connsiteY1" fmla="*/ 1434038 h 4557251"/>
                <a:gd name="connsiteX2" fmla="*/ 698 w 3526373"/>
                <a:gd name="connsiteY2" fmla="*/ 4286421 h 4557251"/>
                <a:gd name="connsiteX3" fmla="*/ 1761259 w 3526373"/>
                <a:gd name="connsiteY3" fmla="*/ 96558 h 4557251"/>
                <a:gd name="connsiteX0" fmla="*/ 1761259 w 3500669"/>
                <a:gd name="connsiteY0" fmla="*/ 312674 h 4773367"/>
                <a:gd name="connsiteX1" fmla="*/ 3303456 w 3500669"/>
                <a:gd name="connsiteY1" fmla="*/ 1650154 h 4773367"/>
                <a:gd name="connsiteX2" fmla="*/ 698 w 3500669"/>
                <a:gd name="connsiteY2" fmla="*/ 4502537 h 4773367"/>
                <a:gd name="connsiteX3" fmla="*/ 1761259 w 3500669"/>
                <a:gd name="connsiteY3" fmla="*/ 312674 h 4773367"/>
                <a:gd name="connsiteX0" fmla="*/ 1761259 w 3500669"/>
                <a:gd name="connsiteY0" fmla="*/ 312674 h 4764736"/>
                <a:gd name="connsiteX1" fmla="*/ 3303456 w 3500669"/>
                <a:gd name="connsiteY1" fmla="*/ 1650154 h 4764736"/>
                <a:gd name="connsiteX2" fmla="*/ 698 w 3500669"/>
                <a:gd name="connsiteY2" fmla="*/ 4502537 h 4764736"/>
                <a:gd name="connsiteX3" fmla="*/ 1761259 w 3500669"/>
                <a:gd name="connsiteY3" fmla="*/ 312674 h 4764736"/>
                <a:gd name="connsiteX0" fmla="*/ 1761259 w 3500669"/>
                <a:gd name="connsiteY0" fmla="*/ 312674 h 4735035"/>
                <a:gd name="connsiteX1" fmla="*/ 3303456 w 3500669"/>
                <a:gd name="connsiteY1" fmla="*/ 1650154 h 4735035"/>
                <a:gd name="connsiteX2" fmla="*/ 698 w 3500669"/>
                <a:gd name="connsiteY2" fmla="*/ 4502537 h 4735035"/>
                <a:gd name="connsiteX3" fmla="*/ 1761259 w 3500669"/>
                <a:gd name="connsiteY3" fmla="*/ 312674 h 4735035"/>
                <a:gd name="connsiteX0" fmla="*/ 1761259 w 3500669"/>
                <a:gd name="connsiteY0" fmla="*/ 312674 h 4726718"/>
                <a:gd name="connsiteX1" fmla="*/ 3303456 w 3500669"/>
                <a:gd name="connsiteY1" fmla="*/ 1650154 h 4726718"/>
                <a:gd name="connsiteX2" fmla="*/ 698 w 3500669"/>
                <a:gd name="connsiteY2" fmla="*/ 4502537 h 4726718"/>
                <a:gd name="connsiteX3" fmla="*/ 1761259 w 3500669"/>
                <a:gd name="connsiteY3" fmla="*/ 312674 h 4726718"/>
                <a:gd name="connsiteX0" fmla="*/ 1829466 w 3568876"/>
                <a:gd name="connsiteY0" fmla="*/ 312674 h 4791604"/>
                <a:gd name="connsiteX1" fmla="*/ 3371663 w 3568876"/>
                <a:gd name="connsiteY1" fmla="*/ 1650154 h 4791604"/>
                <a:gd name="connsiteX2" fmla="*/ 666 w 3568876"/>
                <a:gd name="connsiteY2" fmla="*/ 4570775 h 4791604"/>
                <a:gd name="connsiteX3" fmla="*/ 1829466 w 3568876"/>
                <a:gd name="connsiteY3" fmla="*/ 312674 h 4791604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77167"/>
                <a:gd name="connsiteY0" fmla="*/ 312674 h 4781659"/>
                <a:gd name="connsiteX1" fmla="*/ 3371663 w 3577167"/>
                <a:gd name="connsiteY1" fmla="*/ 1650154 h 4781659"/>
                <a:gd name="connsiteX2" fmla="*/ 666 w 3577167"/>
                <a:gd name="connsiteY2" fmla="*/ 4570775 h 4781659"/>
                <a:gd name="connsiteX3" fmla="*/ 1829466 w 3577167"/>
                <a:gd name="connsiteY3" fmla="*/ 312674 h 4781659"/>
                <a:gd name="connsiteX0" fmla="*/ 1829466 w 3567546"/>
                <a:gd name="connsiteY0" fmla="*/ 287437 h 4759231"/>
                <a:gd name="connsiteX1" fmla="*/ 3358963 w 3567546"/>
                <a:gd name="connsiteY1" fmla="*/ 1682067 h 4759231"/>
                <a:gd name="connsiteX2" fmla="*/ 666 w 3567546"/>
                <a:gd name="connsiteY2" fmla="*/ 4545538 h 4759231"/>
                <a:gd name="connsiteX3" fmla="*/ 1829466 w 3567546"/>
                <a:gd name="connsiteY3" fmla="*/ 287437 h 4759231"/>
                <a:gd name="connsiteX0" fmla="*/ 1829466 w 3587284"/>
                <a:gd name="connsiteY0" fmla="*/ 287437 h 4759231"/>
                <a:gd name="connsiteX1" fmla="*/ 3358963 w 3587284"/>
                <a:gd name="connsiteY1" fmla="*/ 1682067 h 4759231"/>
                <a:gd name="connsiteX2" fmla="*/ 666 w 3587284"/>
                <a:gd name="connsiteY2" fmla="*/ 4545538 h 4759231"/>
                <a:gd name="connsiteX3" fmla="*/ 1829466 w 3587284"/>
                <a:gd name="connsiteY3" fmla="*/ 287437 h 4759231"/>
                <a:gd name="connsiteX0" fmla="*/ 1829466 w 3594891"/>
                <a:gd name="connsiteY0" fmla="*/ 292062 h 4763856"/>
                <a:gd name="connsiteX1" fmla="*/ 3358963 w 3594891"/>
                <a:gd name="connsiteY1" fmla="*/ 1686692 h 4763856"/>
                <a:gd name="connsiteX2" fmla="*/ 666 w 3594891"/>
                <a:gd name="connsiteY2" fmla="*/ 4550163 h 4763856"/>
                <a:gd name="connsiteX3" fmla="*/ 1829466 w 3594891"/>
                <a:gd name="connsiteY3" fmla="*/ 292062 h 4763856"/>
                <a:gd name="connsiteX0" fmla="*/ 1829466 w 3587284"/>
                <a:gd name="connsiteY0" fmla="*/ 501830 h 4973624"/>
                <a:gd name="connsiteX1" fmla="*/ 3358963 w 3587284"/>
                <a:gd name="connsiteY1" fmla="*/ 1896460 h 4973624"/>
                <a:gd name="connsiteX2" fmla="*/ 666 w 3587284"/>
                <a:gd name="connsiteY2" fmla="*/ 4759931 h 4973624"/>
                <a:gd name="connsiteX3" fmla="*/ 1829466 w 3587284"/>
                <a:gd name="connsiteY3" fmla="*/ 501830 h 4973624"/>
                <a:gd name="connsiteX0" fmla="*/ 1829466 w 3617639"/>
                <a:gd name="connsiteY0" fmla="*/ 481142 h 4952936"/>
                <a:gd name="connsiteX1" fmla="*/ 3358963 w 3617639"/>
                <a:gd name="connsiteY1" fmla="*/ 1875772 h 4952936"/>
                <a:gd name="connsiteX2" fmla="*/ 666 w 3617639"/>
                <a:gd name="connsiteY2" fmla="*/ 4739243 h 4952936"/>
                <a:gd name="connsiteX3" fmla="*/ 1829466 w 3617639"/>
                <a:gd name="connsiteY3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7084"/>
                <a:gd name="connsiteX1" fmla="*/ 3427065 w 3685741"/>
                <a:gd name="connsiteY1" fmla="*/ 1875772 h 4957084"/>
                <a:gd name="connsiteX2" fmla="*/ 68768 w 3685741"/>
                <a:gd name="connsiteY2" fmla="*/ 4739243 h 4957084"/>
                <a:gd name="connsiteX3" fmla="*/ 1283419 w 3685741"/>
                <a:gd name="connsiteY3" fmla="*/ 2105229 h 4957084"/>
                <a:gd name="connsiteX4" fmla="*/ 1897568 w 3685741"/>
                <a:gd name="connsiteY4" fmla="*/ 481142 h 4957084"/>
                <a:gd name="connsiteX0" fmla="*/ 1897568 w 3685741"/>
                <a:gd name="connsiteY0" fmla="*/ 481142 h 4944704"/>
                <a:gd name="connsiteX1" fmla="*/ 3427065 w 3685741"/>
                <a:gd name="connsiteY1" fmla="*/ 1875772 h 4944704"/>
                <a:gd name="connsiteX2" fmla="*/ 68768 w 3685741"/>
                <a:gd name="connsiteY2" fmla="*/ 4739243 h 4944704"/>
                <a:gd name="connsiteX3" fmla="*/ 1283419 w 3685741"/>
                <a:gd name="connsiteY3" fmla="*/ 2105229 h 4944704"/>
                <a:gd name="connsiteX4" fmla="*/ 1897568 w 3685741"/>
                <a:gd name="connsiteY4" fmla="*/ 481142 h 4944704"/>
                <a:gd name="connsiteX0" fmla="*/ 1897568 w 3685741"/>
                <a:gd name="connsiteY0" fmla="*/ 481142 h 4908762"/>
                <a:gd name="connsiteX1" fmla="*/ 3427065 w 3685741"/>
                <a:gd name="connsiteY1" fmla="*/ 1875772 h 4908762"/>
                <a:gd name="connsiteX2" fmla="*/ 68768 w 3685741"/>
                <a:gd name="connsiteY2" fmla="*/ 4739243 h 4908762"/>
                <a:gd name="connsiteX3" fmla="*/ 1283419 w 3685741"/>
                <a:gd name="connsiteY3" fmla="*/ 2105229 h 4908762"/>
                <a:gd name="connsiteX4" fmla="*/ 1897568 w 3685741"/>
                <a:gd name="connsiteY4" fmla="*/ 481142 h 4908762"/>
                <a:gd name="connsiteX0" fmla="*/ 1897568 w 3685741"/>
                <a:gd name="connsiteY0" fmla="*/ 481142 h 4965440"/>
                <a:gd name="connsiteX1" fmla="*/ 3427065 w 3685741"/>
                <a:gd name="connsiteY1" fmla="*/ 1875772 h 4965440"/>
                <a:gd name="connsiteX2" fmla="*/ 68768 w 3685741"/>
                <a:gd name="connsiteY2" fmla="*/ 4739243 h 4965440"/>
                <a:gd name="connsiteX3" fmla="*/ 1283419 w 3685741"/>
                <a:gd name="connsiteY3" fmla="*/ 2105229 h 4965440"/>
                <a:gd name="connsiteX4" fmla="*/ 1897568 w 3685741"/>
                <a:gd name="connsiteY4" fmla="*/ 481142 h 4965440"/>
                <a:gd name="connsiteX0" fmla="*/ 1897568 w 3685741"/>
                <a:gd name="connsiteY0" fmla="*/ 481142 h 4957868"/>
                <a:gd name="connsiteX1" fmla="*/ 3427065 w 3685741"/>
                <a:gd name="connsiteY1" fmla="*/ 1875772 h 4957868"/>
                <a:gd name="connsiteX2" fmla="*/ 68768 w 3685741"/>
                <a:gd name="connsiteY2" fmla="*/ 4739243 h 4957868"/>
                <a:gd name="connsiteX3" fmla="*/ 1283419 w 3685741"/>
                <a:gd name="connsiteY3" fmla="*/ 2105229 h 4957868"/>
                <a:gd name="connsiteX4" fmla="*/ 1897568 w 3685741"/>
                <a:gd name="connsiteY4" fmla="*/ 481142 h 4957868"/>
                <a:gd name="connsiteX0" fmla="*/ 1897568 w 3685741"/>
                <a:gd name="connsiteY0" fmla="*/ 481142 h 4959344"/>
                <a:gd name="connsiteX1" fmla="*/ 3427065 w 3685741"/>
                <a:gd name="connsiteY1" fmla="*/ 1875772 h 4959344"/>
                <a:gd name="connsiteX2" fmla="*/ 68768 w 3685741"/>
                <a:gd name="connsiteY2" fmla="*/ 4739243 h 4959344"/>
                <a:gd name="connsiteX3" fmla="*/ 1283419 w 3685741"/>
                <a:gd name="connsiteY3" fmla="*/ 2105229 h 4959344"/>
                <a:gd name="connsiteX4" fmla="*/ 1897568 w 3685741"/>
                <a:gd name="connsiteY4" fmla="*/ 481142 h 495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741" h="4959344">
                  <a:moveTo>
                    <a:pt x="1897568" y="481142"/>
                  </a:moveTo>
                  <a:cubicBezTo>
                    <a:pt x="1633713" y="-151204"/>
                    <a:pt x="4550729" y="-548981"/>
                    <a:pt x="3427065" y="1875772"/>
                  </a:cubicBezTo>
                  <a:cubicBezTo>
                    <a:pt x="3680497" y="2225590"/>
                    <a:pt x="4399655" y="5881107"/>
                    <a:pt x="68768" y="4739243"/>
                  </a:cubicBezTo>
                  <a:cubicBezTo>
                    <a:pt x="-308978" y="4770662"/>
                    <a:pt x="978619" y="2814912"/>
                    <a:pt x="1283419" y="2105229"/>
                  </a:cubicBezTo>
                  <a:cubicBezTo>
                    <a:pt x="1588219" y="1395546"/>
                    <a:pt x="1751834" y="812812"/>
                    <a:pt x="1897568" y="481142"/>
                  </a:cubicBezTo>
                  <a:close/>
                </a:path>
              </a:pathLst>
            </a:custGeom>
            <a:solidFill>
              <a:srgbClr val="E8562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85">
              <a:extLst>
                <a:ext uri="{FF2B5EF4-FFF2-40B4-BE49-F238E27FC236}">
                  <a16:creationId xmlns:a16="http://schemas.microsoft.com/office/drawing/2014/main" id="{99B18158-3E94-DCB3-2E20-90FEAF454E0D}"/>
                </a:ext>
              </a:extLst>
            </p:cNvPr>
            <p:cNvSpPr/>
            <p:nvPr/>
          </p:nvSpPr>
          <p:spPr>
            <a:xfrm>
              <a:off x="5954535" y="1746206"/>
              <a:ext cx="1688893" cy="1724145"/>
            </a:xfrm>
            <a:custGeom>
              <a:avLst/>
              <a:gdLst>
                <a:gd name="connsiteX0" fmla="*/ 0 w 1193800"/>
                <a:gd name="connsiteY0" fmla="*/ 0 h 1145692"/>
                <a:gd name="connsiteX1" fmla="*/ 1193800 w 1193800"/>
                <a:gd name="connsiteY1" fmla="*/ 0 h 1145692"/>
                <a:gd name="connsiteX2" fmla="*/ 1193800 w 1193800"/>
                <a:gd name="connsiteY2" fmla="*/ 1145692 h 1145692"/>
                <a:gd name="connsiteX3" fmla="*/ 0 w 1193800"/>
                <a:gd name="connsiteY3" fmla="*/ 1145692 h 1145692"/>
                <a:gd name="connsiteX4" fmla="*/ 0 w 119380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114300 w 1631950"/>
                <a:gd name="connsiteY0" fmla="*/ 110348 h 1256040"/>
                <a:gd name="connsiteX1" fmla="*/ 1631950 w 1631950"/>
                <a:gd name="connsiteY1" fmla="*/ 878698 h 1256040"/>
                <a:gd name="connsiteX2" fmla="*/ 1308100 w 1631950"/>
                <a:gd name="connsiteY2" fmla="*/ 1256040 h 1256040"/>
                <a:gd name="connsiteX3" fmla="*/ 114300 w 1631950"/>
                <a:gd name="connsiteY3" fmla="*/ 1256040 h 1256040"/>
                <a:gd name="connsiteX4" fmla="*/ 0 w 1631950"/>
                <a:gd name="connsiteY4" fmla="*/ 0 h 1256040"/>
                <a:gd name="connsiteX5" fmla="*/ 114300 w 1631950"/>
                <a:gd name="connsiteY5" fmla="*/ 110348 h 1256040"/>
                <a:gd name="connsiteX0" fmla="*/ 117133 w 1634783"/>
                <a:gd name="connsiteY0" fmla="*/ 122551 h 1268243"/>
                <a:gd name="connsiteX1" fmla="*/ 1634783 w 1634783"/>
                <a:gd name="connsiteY1" fmla="*/ 890901 h 1268243"/>
                <a:gd name="connsiteX2" fmla="*/ 1310933 w 1634783"/>
                <a:gd name="connsiteY2" fmla="*/ 1268243 h 1268243"/>
                <a:gd name="connsiteX3" fmla="*/ 117133 w 1634783"/>
                <a:gd name="connsiteY3" fmla="*/ 1268243 h 1268243"/>
                <a:gd name="connsiteX4" fmla="*/ 85383 w 1634783"/>
                <a:gd name="connsiteY4" fmla="*/ 151903 h 1268243"/>
                <a:gd name="connsiteX5" fmla="*/ 2833 w 1634783"/>
                <a:gd name="connsiteY5" fmla="*/ 12203 h 1268243"/>
                <a:gd name="connsiteX6" fmla="*/ 117133 w 1634783"/>
                <a:gd name="connsiteY6" fmla="*/ 122551 h 1268243"/>
                <a:gd name="connsiteX0" fmla="*/ 147375 w 1665025"/>
                <a:gd name="connsiteY0" fmla="*/ 110392 h 1256084"/>
                <a:gd name="connsiteX1" fmla="*/ 1665025 w 1665025"/>
                <a:gd name="connsiteY1" fmla="*/ 878742 h 1256084"/>
                <a:gd name="connsiteX2" fmla="*/ 1341175 w 1665025"/>
                <a:gd name="connsiteY2" fmla="*/ 1256084 h 1256084"/>
                <a:gd name="connsiteX3" fmla="*/ 147375 w 1665025"/>
                <a:gd name="connsiteY3" fmla="*/ 1256084 h 1256084"/>
                <a:gd name="connsiteX4" fmla="*/ 7676 w 1665025"/>
                <a:gd name="connsiteY4" fmla="*/ 152445 h 1256084"/>
                <a:gd name="connsiteX5" fmla="*/ 115625 w 1665025"/>
                <a:gd name="connsiteY5" fmla="*/ 139744 h 1256084"/>
                <a:gd name="connsiteX6" fmla="*/ 33075 w 1665025"/>
                <a:gd name="connsiteY6" fmla="*/ 44 h 1256084"/>
                <a:gd name="connsiteX7" fmla="*/ 147375 w 1665025"/>
                <a:gd name="connsiteY7" fmla="*/ 110392 h 1256084"/>
                <a:gd name="connsiteX0" fmla="*/ 141507 w 1659157"/>
                <a:gd name="connsiteY0" fmla="*/ 110392 h 1256084"/>
                <a:gd name="connsiteX1" fmla="*/ 1659157 w 1659157"/>
                <a:gd name="connsiteY1" fmla="*/ 878742 h 1256084"/>
                <a:gd name="connsiteX2" fmla="*/ 1335307 w 1659157"/>
                <a:gd name="connsiteY2" fmla="*/ 1256084 h 1256084"/>
                <a:gd name="connsiteX3" fmla="*/ 141507 w 1659157"/>
                <a:gd name="connsiteY3" fmla="*/ 1256084 h 1256084"/>
                <a:gd name="connsiteX4" fmla="*/ 128808 w 1659157"/>
                <a:gd name="connsiteY4" fmla="*/ 254044 h 1256084"/>
                <a:gd name="connsiteX5" fmla="*/ 1808 w 1659157"/>
                <a:gd name="connsiteY5" fmla="*/ 152445 h 1256084"/>
                <a:gd name="connsiteX6" fmla="*/ 109757 w 1659157"/>
                <a:gd name="connsiteY6" fmla="*/ 139744 h 1256084"/>
                <a:gd name="connsiteX7" fmla="*/ 27207 w 1659157"/>
                <a:gd name="connsiteY7" fmla="*/ 44 h 1256084"/>
                <a:gd name="connsiteX8" fmla="*/ 141507 w 1659157"/>
                <a:gd name="connsiteY8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9867 w 1659116"/>
                <a:gd name="connsiteY4" fmla="*/ 266744 h 1256084"/>
                <a:gd name="connsiteX5" fmla="*/ 128767 w 1659116"/>
                <a:gd name="connsiteY5" fmla="*/ 254044 h 1256084"/>
                <a:gd name="connsiteX6" fmla="*/ 1767 w 1659116"/>
                <a:gd name="connsiteY6" fmla="*/ 152445 h 1256084"/>
                <a:gd name="connsiteX7" fmla="*/ 109716 w 1659116"/>
                <a:gd name="connsiteY7" fmla="*/ 139744 h 1256084"/>
                <a:gd name="connsiteX8" fmla="*/ 27166 w 1659116"/>
                <a:gd name="connsiteY8" fmla="*/ 44 h 1256084"/>
                <a:gd name="connsiteX9" fmla="*/ 141466 w 1659116"/>
                <a:gd name="connsiteY9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198616 w 1659116"/>
                <a:gd name="connsiteY4" fmla="*/ 406444 h 1256084"/>
                <a:gd name="connsiteX5" fmla="*/ 39867 w 1659116"/>
                <a:gd name="connsiteY5" fmla="*/ 266744 h 1256084"/>
                <a:gd name="connsiteX6" fmla="*/ 128767 w 1659116"/>
                <a:gd name="connsiteY6" fmla="*/ 254044 h 1256084"/>
                <a:gd name="connsiteX7" fmla="*/ 1767 w 1659116"/>
                <a:gd name="connsiteY7" fmla="*/ 152445 h 1256084"/>
                <a:gd name="connsiteX8" fmla="*/ 109716 w 1659116"/>
                <a:gd name="connsiteY8" fmla="*/ 139744 h 1256084"/>
                <a:gd name="connsiteX9" fmla="*/ 27166 w 1659116"/>
                <a:gd name="connsiteY9" fmla="*/ 44 h 1256084"/>
                <a:gd name="connsiteX10" fmla="*/ 141466 w 1659116"/>
                <a:gd name="connsiteY10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7016 w 1659116"/>
                <a:gd name="connsiteY4" fmla="*/ 431844 h 1256084"/>
                <a:gd name="connsiteX5" fmla="*/ 198616 w 1659116"/>
                <a:gd name="connsiteY5" fmla="*/ 406444 h 1256084"/>
                <a:gd name="connsiteX6" fmla="*/ 39867 w 1659116"/>
                <a:gd name="connsiteY6" fmla="*/ 266744 h 1256084"/>
                <a:gd name="connsiteX7" fmla="*/ 128767 w 1659116"/>
                <a:gd name="connsiteY7" fmla="*/ 254044 h 1256084"/>
                <a:gd name="connsiteX8" fmla="*/ 1767 w 1659116"/>
                <a:gd name="connsiteY8" fmla="*/ 152445 h 1256084"/>
                <a:gd name="connsiteX9" fmla="*/ 109716 w 1659116"/>
                <a:gd name="connsiteY9" fmla="*/ 139744 h 1256084"/>
                <a:gd name="connsiteX10" fmla="*/ 27166 w 1659116"/>
                <a:gd name="connsiteY10" fmla="*/ 44 h 1256084"/>
                <a:gd name="connsiteX11" fmla="*/ 141466 w 1659116"/>
                <a:gd name="connsiteY11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255766 w 1659116"/>
                <a:gd name="connsiteY4" fmla="*/ 533444 h 1256084"/>
                <a:gd name="connsiteX5" fmla="*/ 97016 w 1659116"/>
                <a:gd name="connsiteY5" fmla="*/ 431844 h 1256084"/>
                <a:gd name="connsiteX6" fmla="*/ 198616 w 1659116"/>
                <a:gd name="connsiteY6" fmla="*/ 406444 h 1256084"/>
                <a:gd name="connsiteX7" fmla="*/ 39867 w 1659116"/>
                <a:gd name="connsiteY7" fmla="*/ 266744 h 1256084"/>
                <a:gd name="connsiteX8" fmla="*/ 128767 w 1659116"/>
                <a:gd name="connsiteY8" fmla="*/ 254044 h 1256084"/>
                <a:gd name="connsiteX9" fmla="*/ 1767 w 1659116"/>
                <a:gd name="connsiteY9" fmla="*/ 152445 h 1256084"/>
                <a:gd name="connsiteX10" fmla="*/ 109716 w 1659116"/>
                <a:gd name="connsiteY10" fmla="*/ 139744 h 1256084"/>
                <a:gd name="connsiteX11" fmla="*/ 27166 w 1659116"/>
                <a:gd name="connsiteY11" fmla="*/ 44 h 1256084"/>
                <a:gd name="connsiteX12" fmla="*/ 141466 w 1659116"/>
                <a:gd name="connsiteY12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0666 w 1659116"/>
                <a:gd name="connsiteY4" fmla="*/ 565194 h 1256084"/>
                <a:gd name="connsiteX5" fmla="*/ 255766 w 1659116"/>
                <a:gd name="connsiteY5" fmla="*/ 533444 h 1256084"/>
                <a:gd name="connsiteX6" fmla="*/ 97016 w 1659116"/>
                <a:gd name="connsiteY6" fmla="*/ 431844 h 1256084"/>
                <a:gd name="connsiteX7" fmla="*/ 198616 w 1659116"/>
                <a:gd name="connsiteY7" fmla="*/ 406444 h 1256084"/>
                <a:gd name="connsiteX8" fmla="*/ 39867 w 1659116"/>
                <a:gd name="connsiteY8" fmla="*/ 266744 h 1256084"/>
                <a:gd name="connsiteX9" fmla="*/ 128767 w 1659116"/>
                <a:gd name="connsiteY9" fmla="*/ 254044 h 1256084"/>
                <a:gd name="connsiteX10" fmla="*/ 1767 w 1659116"/>
                <a:gd name="connsiteY10" fmla="*/ 152445 h 1256084"/>
                <a:gd name="connsiteX11" fmla="*/ 109716 w 1659116"/>
                <a:gd name="connsiteY11" fmla="*/ 139744 h 1256084"/>
                <a:gd name="connsiteX12" fmla="*/ 27166 w 1659116"/>
                <a:gd name="connsiteY12" fmla="*/ 44 h 1256084"/>
                <a:gd name="connsiteX13" fmla="*/ 141466 w 1659116"/>
                <a:gd name="connsiteY13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928866 w 1659116"/>
                <a:gd name="connsiteY3" fmla="*/ 1174794 h 1256084"/>
                <a:gd name="connsiteX4" fmla="*/ 630416 w 1659116"/>
                <a:gd name="connsiteY4" fmla="*/ 709984 h 1256084"/>
                <a:gd name="connsiteX5" fmla="*/ 706616 w 1659116"/>
                <a:gd name="connsiteY5" fmla="*/ 914444 h 1256084"/>
                <a:gd name="connsiteX6" fmla="*/ 90666 w 1659116"/>
                <a:gd name="connsiteY6" fmla="*/ 565194 h 1256084"/>
                <a:gd name="connsiteX7" fmla="*/ 255766 w 1659116"/>
                <a:gd name="connsiteY7" fmla="*/ 533444 h 1256084"/>
                <a:gd name="connsiteX8" fmla="*/ 97016 w 1659116"/>
                <a:gd name="connsiteY8" fmla="*/ 431844 h 1256084"/>
                <a:gd name="connsiteX9" fmla="*/ 198616 w 1659116"/>
                <a:gd name="connsiteY9" fmla="*/ 406444 h 1256084"/>
                <a:gd name="connsiteX10" fmla="*/ 39867 w 1659116"/>
                <a:gd name="connsiteY10" fmla="*/ 266744 h 1256084"/>
                <a:gd name="connsiteX11" fmla="*/ 128767 w 1659116"/>
                <a:gd name="connsiteY11" fmla="*/ 254044 h 1256084"/>
                <a:gd name="connsiteX12" fmla="*/ 1767 w 1659116"/>
                <a:gd name="connsiteY12" fmla="*/ 152445 h 1256084"/>
                <a:gd name="connsiteX13" fmla="*/ 109716 w 1659116"/>
                <a:gd name="connsiteY13" fmla="*/ 139744 h 1256084"/>
                <a:gd name="connsiteX14" fmla="*/ 27166 w 1659116"/>
                <a:gd name="connsiteY14" fmla="*/ 44 h 1256084"/>
                <a:gd name="connsiteX15" fmla="*/ 141466 w 1659116"/>
                <a:gd name="connsiteY15" fmla="*/ 110392 h 1256084"/>
                <a:gd name="connsiteX0" fmla="*/ 141466 w 1659116"/>
                <a:gd name="connsiteY0" fmla="*/ 110392 h 1261468"/>
                <a:gd name="connsiteX1" fmla="*/ 1659116 w 1659116"/>
                <a:gd name="connsiteY1" fmla="*/ 878742 h 1261468"/>
                <a:gd name="connsiteX2" fmla="*/ 1335266 w 1659116"/>
                <a:gd name="connsiteY2" fmla="*/ 1256084 h 1261468"/>
                <a:gd name="connsiteX3" fmla="*/ 871716 w 1659116"/>
                <a:gd name="connsiteY3" fmla="*/ 889044 h 1261468"/>
                <a:gd name="connsiteX4" fmla="*/ 928866 w 1659116"/>
                <a:gd name="connsiteY4" fmla="*/ 1174794 h 1261468"/>
                <a:gd name="connsiteX5" fmla="*/ 630416 w 1659116"/>
                <a:gd name="connsiteY5" fmla="*/ 709984 h 1261468"/>
                <a:gd name="connsiteX6" fmla="*/ 706616 w 1659116"/>
                <a:gd name="connsiteY6" fmla="*/ 914444 h 1261468"/>
                <a:gd name="connsiteX7" fmla="*/ 90666 w 1659116"/>
                <a:gd name="connsiteY7" fmla="*/ 565194 h 1261468"/>
                <a:gd name="connsiteX8" fmla="*/ 255766 w 1659116"/>
                <a:gd name="connsiteY8" fmla="*/ 533444 h 1261468"/>
                <a:gd name="connsiteX9" fmla="*/ 97016 w 1659116"/>
                <a:gd name="connsiteY9" fmla="*/ 431844 h 1261468"/>
                <a:gd name="connsiteX10" fmla="*/ 198616 w 1659116"/>
                <a:gd name="connsiteY10" fmla="*/ 406444 h 1261468"/>
                <a:gd name="connsiteX11" fmla="*/ 39867 w 1659116"/>
                <a:gd name="connsiteY11" fmla="*/ 266744 h 1261468"/>
                <a:gd name="connsiteX12" fmla="*/ 128767 w 1659116"/>
                <a:gd name="connsiteY12" fmla="*/ 254044 h 1261468"/>
                <a:gd name="connsiteX13" fmla="*/ 1767 w 1659116"/>
                <a:gd name="connsiteY13" fmla="*/ 152445 h 1261468"/>
                <a:gd name="connsiteX14" fmla="*/ 109716 w 1659116"/>
                <a:gd name="connsiteY14" fmla="*/ 139744 h 1261468"/>
                <a:gd name="connsiteX15" fmla="*/ 27166 w 1659116"/>
                <a:gd name="connsiteY15" fmla="*/ 44 h 1261468"/>
                <a:gd name="connsiteX16" fmla="*/ 141466 w 1659116"/>
                <a:gd name="connsiteY16" fmla="*/ 110392 h 1261468"/>
                <a:gd name="connsiteX0" fmla="*/ 141466 w 1659116"/>
                <a:gd name="connsiteY0" fmla="*/ 110392 h 1375492"/>
                <a:gd name="connsiteX1" fmla="*/ 1659116 w 1659116"/>
                <a:gd name="connsiteY1" fmla="*/ 878742 h 1375492"/>
                <a:gd name="connsiteX2" fmla="*/ 1335266 w 1659116"/>
                <a:gd name="connsiteY2" fmla="*/ 1256084 h 1375492"/>
                <a:gd name="connsiteX3" fmla="*/ 1100316 w 1659116"/>
                <a:gd name="connsiteY3" fmla="*/ 1358944 h 1375492"/>
                <a:gd name="connsiteX4" fmla="*/ 871716 w 1659116"/>
                <a:gd name="connsiteY4" fmla="*/ 889044 h 1375492"/>
                <a:gd name="connsiteX5" fmla="*/ 928866 w 1659116"/>
                <a:gd name="connsiteY5" fmla="*/ 1174794 h 1375492"/>
                <a:gd name="connsiteX6" fmla="*/ 630416 w 1659116"/>
                <a:gd name="connsiteY6" fmla="*/ 709984 h 1375492"/>
                <a:gd name="connsiteX7" fmla="*/ 706616 w 1659116"/>
                <a:gd name="connsiteY7" fmla="*/ 914444 h 1375492"/>
                <a:gd name="connsiteX8" fmla="*/ 90666 w 1659116"/>
                <a:gd name="connsiteY8" fmla="*/ 565194 h 1375492"/>
                <a:gd name="connsiteX9" fmla="*/ 255766 w 1659116"/>
                <a:gd name="connsiteY9" fmla="*/ 533444 h 1375492"/>
                <a:gd name="connsiteX10" fmla="*/ 97016 w 1659116"/>
                <a:gd name="connsiteY10" fmla="*/ 431844 h 1375492"/>
                <a:gd name="connsiteX11" fmla="*/ 198616 w 1659116"/>
                <a:gd name="connsiteY11" fmla="*/ 406444 h 1375492"/>
                <a:gd name="connsiteX12" fmla="*/ 39867 w 1659116"/>
                <a:gd name="connsiteY12" fmla="*/ 266744 h 1375492"/>
                <a:gd name="connsiteX13" fmla="*/ 128767 w 1659116"/>
                <a:gd name="connsiteY13" fmla="*/ 254044 h 1375492"/>
                <a:gd name="connsiteX14" fmla="*/ 1767 w 1659116"/>
                <a:gd name="connsiteY14" fmla="*/ 152445 h 1375492"/>
                <a:gd name="connsiteX15" fmla="*/ 109716 w 1659116"/>
                <a:gd name="connsiteY15" fmla="*/ 139744 h 1375492"/>
                <a:gd name="connsiteX16" fmla="*/ 27166 w 1659116"/>
                <a:gd name="connsiteY16" fmla="*/ 44 h 1375492"/>
                <a:gd name="connsiteX17" fmla="*/ 141466 w 1659116"/>
                <a:gd name="connsiteY17" fmla="*/ 110392 h 1375492"/>
                <a:gd name="connsiteX0" fmla="*/ 141466 w 1659116"/>
                <a:gd name="connsiteY0" fmla="*/ 110392 h 1716422"/>
                <a:gd name="connsiteX1" fmla="*/ 1659116 w 1659116"/>
                <a:gd name="connsiteY1" fmla="*/ 878742 h 1716422"/>
                <a:gd name="connsiteX2" fmla="*/ 1373366 w 1659116"/>
                <a:gd name="connsiteY2" fmla="*/ 1713284 h 1716422"/>
                <a:gd name="connsiteX3" fmla="*/ 1100316 w 1659116"/>
                <a:gd name="connsiteY3" fmla="*/ 1358944 h 1716422"/>
                <a:gd name="connsiteX4" fmla="*/ 871716 w 1659116"/>
                <a:gd name="connsiteY4" fmla="*/ 889044 h 1716422"/>
                <a:gd name="connsiteX5" fmla="*/ 928866 w 1659116"/>
                <a:gd name="connsiteY5" fmla="*/ 1174794 h 1716422"/>
                <a:gd name="connsiteX6" fmla="*/ 630416 w 1659116"/>
                <a:gd name="connsiteY6" fmla="*/ 709984 h 1716422"/>
                <a:gd name="connsiteX7" fmla="*/ 706616 w 1659116"/>
                <a:gd name="connsiteY7" fmla="*/ 914444 h 1716422"/>
                <a:gd name="connsiteX8" fmla="*/ 90666 w 1659116"/>
                <a:gd name="connsiteY8" fmla="*/ 565194 h 1716422"/>
                <a:gd name="connsiteX9" fmla="*/ 255766 w 1659116"/>
                <a:gd name="connsiteY9" fmla="*/ 533444 h 1716422"/>
                <a:gd name="connsiteX10" fmla="*/ 97016 w 1659116"/>
                <a:gd name="connsiteY10" fmla="*/ 431844 h 1716422"/>
                <a:gd name="connsiteX11" fmla="*/ 198616 w 1659116"/>
                <a:gd name="connsiteY11" fmla="*/ 406444 h 1716422"/>
                <a:gd name="connsiteX12" fmla="*/ 39867 w 1659116"/>
                <a:gd name="connsiteY12" fmla="*/ 266744 h 1716422"/>
                <a:gd name="connsiteX13" fmla="*/ 128767 w 1659116"/>
                <a:gd name="connsiteY13" fmla="*/ 254044 h 1716422"/>
                <a:gd name="connsiteX14" fmla="*/ 1767 w 1659116"/>
                <a:gd name="connsiteY14" fmla="*/ 152445 h 1716422"/>
                <a:gd name="connsiteX15" fmla="*/ 109716 w 1659116"/>
                <a:gd name="connsiteY15" fmla="*/ 139744 h 1716422"/>
                <a:gd name="connsiteX16" fmla="*/ 27166 w 1659116"/>
                <a:gd name="connsiteY16" fmla="*/ 44 h 1716422"/>
                <a:gd name="connsiteX17" fmla="*/ 141466 w 1659116"/>
                <a:gd name="connsiteY17" fmla="*/ 110392 h 1716422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73366 w 1659116"/>
                <a:gd name="connsiteY2" fmla="*/ 1713284 h 1724145"/>
                <a:gd name="connsiteX3" fmla="*/ 1125716 w 1659116"/>
                <a:gd name="connsiteY3" fmla="*/ 1117644 h 1724145"/>
                <a:gd name="connsiteX4" fmla="*/ 1100316 w 1659116"/>
                <a:gd name="connsiteY4" fmla="*/ 1358944 h 1724145"/>
                <a:gd name="connsiteX5" fmla="*/ 871716 w 1659116"/>
                <a:gd name="connsiteY5" fmla="*/ 889044 h 1724145"/>
                <a:gd name="connsiteX6" fmla="*/ 928866 w 1659116"/>
                <a:gd name="connsiteY6" fmla="*/ 1174794 h 1724145"/>
                <a:gd name="connsiteX7" fmla="*/ 630416 w 1659116"/>
                <a:gd name="connsiteY7" fmla="*/ 709984 h 1724145"/>
                <a:gd name="connsiteX8" fmla="*/ 706616 w 1659116"/>
                <a:gd name="connsiteY8" fmla="*/ 914444 h 1724145"/>
                <a:gd name="connsiteX9" fmla="*/ 90666 w 1659116"/>
                <a:gd name="connsiteY9" fmla="*/ 565194 h 1724145"/>
                <a:gd name="connsiteX10" fmla="*/ 255766 w 1659116"/>
                <a:gd name="connsiteY10" fmla="*/ 533444 h 1724145"/>
                <a:gd name="connsiteX11" fmla="*/ 97016 w 1659116"/>
                <a:gd name="connsiteY11" fmla="*/ 431844 h 1724145"/>
                <a:gd name="connsiteX12" fmla="*/ 198616 w 1659116"/>
                <a:gd name="connsiteY12" fmla="*/ 406444 h 1724145"/>
                <a:gd name="connsiteX13" fmla="*/ 39867 w 1659116"/>
                <a:gd name="connsiteY13" fmla="*/ 266744 h 1724145"/>
                <a:gd name="connsiteX14" fmla="*/ 128767 w 1659116"/>
                <a:gd name="connsiteY14" fmla="*/ 254044 h 1724145"/>
                <a:gd name="connsiteX15" fmla="*/ 1767 w 1659116"/>
                <a:gd name="connsiteY15" fmla="*/ 152445 h 1724145"/>
                <a:gd name="connsiteX16" fmla="*/ 109716 w 1659116"/>
                <a:gd name="connsiteY16" fmla="*/ 139744 h 1724145"/>
                <a:gd name="connsiteX17" fmla="*/ 27166 w 1659116"/>
                <a:gd name="connsiteY17" fmla="*/ 44 h 1724145"/>
                <a:gd name="connsiteX18" fmla="*/ 141466 w 1659116"/>
                <a:gd name="connsiteY18" fmla="*/ 110392 h 1724145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67016 w 1659116"/>
                <a:gd name="connsiteY2" fmla="*/ 1162094 h 1724145"/>
                <a:gd name="connsiteX3" fmla="*/ 1373366 w 1659116"/>
                <a:gd name="connsiteY3" fmla="*/ 1713284 h 1724145"/>
                <a:gd name="connsiteX4" fmla="*/ 1125716 w 1659116"/>
                <a:gd name="connsiteY4" fmla="*/ 1117644 h 1724145"/>
                <a:gd name="connsiteX5" fmla="*/ 1100316 w 1659116"/>
                <a:gd name="connsiteY5" fmla="*/ 1358944 h 1724145"/>
                <a:gd name="connsiteX6" fmla="*/ 871716 w 1659116"/>
                <a:gd name="connsiteY6" fmla="*/ 889044 h 1724145"/>
                <a:gd name="connsiteX7" fmla="*/ 928866 w 1659116"/>
                <a:gd name="connsiteY7" fmla="*/ 1174794 h 1724145"/>
                <a:gd name="connsiteX8" fmla="*/ 630416 w 1659116"/>
                <a:gd name="connsiteY8" fmla="*/ 709984 h 1724145"/>
                <a:gd name="connsiteX9" fmla="*/ 706616 w 1659116"/>
                <a:gd name="connsiteY9" fmla="*/ 914444 h 1724145"/>
                <a:gd name="connsiteX10" fmla="*/ 90666 w 1659116"/>
                <a:gd name="connsiteY10" fmla="*/ 565194 h 1724145"/>
                <a:gd name="connsiteX11" fmla="*/ 255766 w 1659116"/>
                <a:gd name="connsiteY11" fmla="*/ 533444 h 1724145"/>
                <a:gd name="connsiteX12" fmla="*/ 97016 w 1659116"/>
                <a:gd name="connsiteY12" fmla="*/ 431844 h 1724145"/>
                <a:gd name="connsiteX13" fmla="*/ 198616 w 1659116"/>
                <a:gd name="connsiteY13" fmla="*/ 406444 h 1724145"/>
                <a:gd name="connsiteX14" fmla="*/ 39867 w 1659116"/>
                <a:gd name="connsiteY14" fmla="*/ 266744 h 1724145"/>
                <a:gd name="connsiteX15" fmla="*/ 128767 w 1659116"/>
                <a:gd name="connsiteY15" fmla="*/ 254044 h 1724145"/>
                <a:gd name="connsiteX16" fmla="*/ 1767 w 1659116"/>
                <a:gd name="connsiteY16" fmla="*/ 152445 h 1724145"/>
                <a:gd name="connsiteX17" fmla="*/ 109716 w 1659116"/>
                <a:gd name="connsiteY17" fmla="*/ 139744 h 1724145"/>
                <a:gd name="connsiteX18" fmla="*/ 27166 w 1659116"/>
                <a:gd name="connsiteY18" fmla="*/ 44 h 1724145"/>
                <a:gd name="connsiteX19" fmla="*/ 141466 w 1659116"/>
                <a:gd name="connsiteY19" fmla="*/ 110392 h 1724145"/>
                <a:gd name="connsiteX0" fmla="*/ 141466 w 1729951"/>
                <a:gd name="connsiteY0" fmla="*/ 110392 h 1724145"/>
                <a:gd name="connsiteX1" fmla="*/ 1659116 w 1729951"/>
                <a:gd name="connsiteY1" fmla="*/ 878742 h 1724145"/>
                <a:gd name="connsiteX2" fmla="*/ 1474966 w 1729951"/>
                <a:gd name="connsiteY2" fmla="*/ 1416094 h 1724145"/>
                <a:gd name="connsiteX3" fmla="*/ 1367016 w 1729951"/>
                <a:gd name="connsiteY3" fmla="*/ 1162094 h 1724145"/>
                <a:gd name="connsiteX4" fmla="*/ 1373366 w 1729951"/>
                <a:gd name="connsiteY4" fmla="*/ 1713284 h 1724145"/>
                <a:gd name="connsiteX5" fmla="*/ 1125716 w 1729951"/>
                <a:gd name="connsiteY5" fmla="*/ 1117644 h 1724145"/>
                <a:gd name="connsiteX6" fmla="*/ 1100316 w 1729951"/>
                <a:gd name="connsiteY6" fmla="*/ 1358944 h 1724145"/>
                <a:gd name="connsiteX7" fmla="*/ 871716 w 1729951"/>
                <a:gd name="connsiteY7" fmla="*/ 889044 h 1724145"/>
                <a:gd name="connsiteX8" fmla="*/ 928866 w 1729951"/>
                <a:gd name="connsiteY8" fmla="*/ 1174794 h 1724145"/>
                <a:gd name="connsiteX9" fmla="*/ 630416 w 1729951"/>
                <a:gd name="connsiteY9" fmla="*/ 709984 h 1724145"/>
                <a:gd name="connsiteX10" fmla="*/ 706616 w 1729951"/>
                <a:gd name="connsiteY10" fmla="*/ 914444 h 1724145"/>
                <a:gd name="connsiteX11" fmla="*/ 90666 w 1729951"/>
                <a:gd name="connsiteY11" fmla="*/ 565194 h 1724145"/>
                <a:gd name="connsiteX12" fmla="*/ 255766 w 1729951"/>
                <a:gd name="connsiteY12" fmla="*/ 533444 h 1724145"/>
                <a:gd name="connsiteX13" fmla="*/ 97016 w 1729951"/>
                <a:gd name="connsiteY13" fmla="*/ 431844 h 1724145"/>
                <a:gd name="connsiteX14" fmla="*/ 198616 w 1729951"/>
                <a:gd name="connsiteY14" fmla="*/ 406444 h 1724145"/>
                <a:gd name="connsiteX15" fmla="*/ 39867 w 1729951"/>
                <a:gd name="connsiteY15" fmla="*/ 266744 h 1724145"/>
                <a:gd name="connsiteX16" fmla="*/ 128767 w 1729951"/>
                <a:gd name="connsiteY16" fmla="*/ 254044 h 1724145"/>
                <a:gd name="connsiteX17" fmla="*/ 1767 w 1729951"/>
                <a:gd name="connsiteY17" fmla="*/ 152445 h 1724145"/>
                <a:gd name="connsiteX18" fmla="*/ 109716 w 1729951"/>
                <a:gd name="connsiteY18" fmla="*/ 139744 h 1724145"/>
                <a:gd name="connsiteX19" fmla="*/ 27166 w 1729951"/>
                <a:gd name="connsiteY19" fmla="*/ 44 h 1724145"/>
                <a:gd name="connsiteX20" fmla="*/ 141466 w 1729951"/>
                <a:gd name="connsiteY20" fmla="*/ 110392 h 1724145"/>
                <a:gd name="connsiteX0" fmla="*/ 141466 w 1732312"/>
                <a:gd name="connsiteY0" fmla="*/ 110392 h 1724145"/>
                <a:gd name="connsiteX1" fmla="*/ 1659116 w 1732312"/>
                <a:gd name="connsiteY1" fmla="*/ 878742 h 1724145"/>
                <a:gd name="connsiteX2" fmla="*/ 1443216 w 1732312"/>
                <a:gd name="connsiteY2" fmla="*/ 1066844 h 1724145"/>
                <a:gd name="connsiteX3" fmla="*/ 1474966 w 1732312"/>
                <a:gd name="connsiteY3" fmla="*/ 1416094 h 1724145"/>
                <a:gd name="connsiteX4" fmla="*/ 1367016 w 1732312"/>
                <a:gd name="connsiteY4" fmla="*/ 1162094 h 1724145"/>
                <a:gd name="connsiteX5" fmla="*/ 1373366 w 1732312"/>
                <a:gd name="connsiteY5" fmla="*/ 1713284 h 1724145"/>
                <a:gd name="connsiteX6" fmla="*/ 1125716 w 1732312"/>
                <a:gd name="connsiteY6" fmla="*/ 1117644 h 1724145"/>
                <a:gd name="connsiteX7" fmla="*/ 1100316 w 1732312"/>
                <a:gd name="connsiteY7" fmla="*/ 1358944 h 1724145"/>
                <a:gd name="connsiteX8" fmla="*/ 871716 w 1732312"/>
                <a:gd name="connsiteY8" fmla="*/ 889044 h 1724145"/>
                <a:gd name="connsiteX9" fmla="*/ 928866 w 1732312"/>
                <a:gd name="connsiteY9" fmla="*/ 1174794 h 1724145"/>
                <a:gd name="connsiteX10" fmla="*/ 630416 w 1732312"/>
                <a:gd name="connsiteY10" fmla="*/ 709984 h 1724145"/>
                <a:gd name="connsiteX11" fmla="*/ 706616 w 1732312"/>
                <a:gd name="connsiteY11" fmla="*/ 914444 h 1724145"/>
                <a:gd name="connsiteX12" fmla="*/ 90666 w 1732312"/>
                <a:gd name="connsiteY12" fmla="*/ 565194 h 1724145"/>
                <a:gd name="connsiteX13" fmla="*/ 255766 w 1732312"/>
                <a:gd name="connsiteY13" fmla="*/ 533444 h 1724145"/>
                <a:gd name="connsiteX14" fmla="*/ 97016 w 1732312"/>
                <a:gd name="connsiteY14" fmla="*/ 431844 h 1724145"/>
                <a:gd name="connsiteX15" fmla="*/ 198616 w 1732312"/>
                <a:gd name="connsiteY15" fmla="*/ 406444 h 1724145"/>
                <a:gd name="connsiteX16" fmla="*/ 39867 w 1732312"/>
                <a:gd name="connsiteY16" fmla="*/ 266744 h 1724145"/>
                <a:gd name="connsiteX17" fmla="*/ 128767 w 1732312"/>
                <a:gd name="connsiteY17" fmla="*/ 254044 h 1724145"/>
                <a:gd name="connsiteX18" fmla="*/ 1767 w 1732312"/>
                <a:gd name="connsiteY18" fmla="*/ 152445 h 1724145"/>
                <a:gd name="connsiteX19" fmla="*/ 109716 w 1732312"/>
                <a:gd name="connsiteY19" fmla="*/ 139744 h 1724145"/>
                <a:gd name="connsiteX20" fmla="*/ 27166 w 1732312"/>
                <a:gd name="connsiteY20" fmla="*/ 44 h 1724145"/>
                <a:gd name="connsiteX21" fmla="*/ 141466 w 1732312"/>
                <a:gd name="connsiteY21" fmla="*/ 110392 h 1724145"/>
                <a:gd name="connsiteX0" fmla="*/ 141466 w 1763139"/>
                <a:gd name="connsiteY0" fmla="*/ 110392 h 1724145"/>
                <a:gd name="connsiteX1" fmla="*/ 1659116 w 1763139"/>
                <a:gd name="connsiteY1" fmla="*/ 878742 h 1724145"/>
                <a:gd name="connsiteX2" fmla="*/ 1621015 w 1763139"/>
                <a:gd name="connsiteY2" fmla="*/ 1333544 h 1724145"/>
                <a:gd name="connsiteX3" fmla="*/ 1443216 w 1763139"/>
                <a:gd name="connsiteY3" fmla="*/ 1066844 h 1724145"/>
                <a:gd name="connsiteX4" fmla="*/ 1474966 w 1763139"/>
                <a:gd name="connsiteY4" fmla="*/ 1416094 h 1724145"/>
                <a:gd name="connsiteX5" fmla="*/ 1367016 w 1763139"/>
                <a:gd name="connsiteY5" fmla="*/ 1162094 h 1724145"/>
                <a:gd name="connsiteX6" fmla="*/ 1373366 w 1763139"/>
                <a:gd name="connsiteY6" fmla="*/ 1713284 h 1724145"/>
                <a:gd name="connsiteX7" fmla="*/ 1125716 w 1763139"/>
                <a:gd name="connsiteY7" fmla="*/ 1117644 h 1724145"/>
                <a:gd name="connsiteX8" fmla="*/ 1100316 w 1763139"/>
                <a:gd name="connsiteY8" fmla="*/ 1358944 h 1724145"/>
                <a:gd name="connsiteX9" fmla="*/ 871716 w 1763139"/>
                <a:gd name="connsiteY9" fmla="*/ 889044 h 1724145"/>
                <a:gd name="connsiteX10" fmla="*/ 928866 w 1763139"/>
                <a:gd name="connsiteY10" fmla="*/ 1174794 h 1724145"/>
                <a:gd name="connsiteX11" fmla="*/ 630416 w 1763139"/>
                <a:gd name="connsiteY11" fmla="*/ 709984 h 1724145"/>
                <a:gd name="connsiteX12" fmla="*/ 706616 w 1763139"/>
                <a:gd name="connsiteY12" fmla="*/ 914444 h 1724145"/>
                <a:gd name="connsiteX13" fmla="*/ 90666 w 1763139"/>
                <a:gd name="connsiteY13" fmla="*/ 565194 h 1724145"/>
                <a:gd name="connsiteX14" fmla="*/ 255766 w 1763139"/>
                <a:gd name="connsiteY14" fmla="*/ 533444 h 1724145"/>
                <a:gd name="connsiteX15" fmla="*/ 97016 w 1763139"/>
                <a:gd name="connsiteY15" fmla="*/ 431844 h 1724145"/>
                <a:gd name="connsiteX16" fmla="*/ 198616 w 1763139"/>
                <a:gd name="connsiteY16" fmla="*/ 406444 h 1724145"/>
                <a:gd name="connsiteX17" fmla="*/ 39867 w 1763139"/>
                <a:gd name="connsiteY17" fmla="*/ 266744 h 1724145"/>
                <a:gd name="connsiteX18" fmla="*/ 128767 w 1763139"/>
                <a:gd name="connsiteY18" fmla="*/ 254044 h 1724145"/>
                <a:gd name="connsiteX19" fmla="*/ 1767 w 1763139"/>
                <a:gd name="connsiteY19" fmla="*/ 152445 h 1724145"/>
                <a:gd name="connsiteX20" fmla="*/ 109716 w 1763139"/>
                <a:gd name="connsiteY20" fmla="*/ 139744 h 1724145"/>
                <a:gd name="connsiteX21" fmla="*/ 27166 w 1763139"/>
                <a:gd name="connsiteY21" fmla="*/ 44 h 1724145"/>
                <a:gd name="connsiteX22" fmla="*/ 141466 w 1763139"/>
                <a:gd name="connsiteY22" fmla="*/ 110392 h 1724145"/>
                <a:gd name="connsiteX0" fmla="*/ 141466 w 1751053"/>
                <a:gd name="connsiteY0" fmla="*/ 110392 h 1724145"/>
                <a:gd name="connsiteX1" fmla="*/ 1659116 w 1751053"/>
                <a:gd name="connsiteY1" fmla="*/ 878742 h 1724145"/>
                <a:gd name="connsiteX2" fmla="*/ 1538465 w 1751053"/>
                <a:gd name="connsiteY2" fmla="*/ 977944 h 1724145"/>
                <a:gd name="connsiteX3" fmla="*/ 1621015 w 1751053"/>
                <a:gd name="connsiteY3" fmla="*/ 1333544 h 1724145"/>
                <a:gd name="connsiteX4" fmla="*/ 1443216 w 1751053"/>
                <a:gd name="connsiteY4" fmla="*/ 1066844 h 1724145"/>
                <a:gd name="connsiteX5" fmla="*/ 1474966 w 1751053"/>
                <a:gd name="connsiteY5" fmla="*/ 1416094 h 1724145"/>
                <a:gd name="connsiteX6" fmla="*/ 1367016 w 1751053"/>
                <a:gd name="connsiteY6" fmla="*/ 1162094 h 1724145"/>
                <a:gd name="connsiteX7" fmla="*/ 1373366 w 1751053"/>
                <a:gd name="connsiteY7" fmla="*/ 1713284 h 1724145"/>
                <a:gd name="connsiteX8" fmla="*/ 1125716 w 1751053"/>
                <a:gd name="connsiteY8" fmla="*/ 1117644 h 1724145"/>
                <a:gd name="connsiteX9" fmla="*/ 1100316 w 1751053"/>
                <a:gd name="connsiteY9" fmla="*/ 1358944 h 1724145"/>
                <a:gd name="connsiteX10" fmla="*/ 871716 w 1751053"/>
                <a:gd name="connsiteY10" fmla="*/ 889044 h 1724145"/>
                <a:gd name="connsiteX11" fmla="*/ 928866 w 1751053"/>
                <a:gd name="connsiteY11" fmla="*/ 1174794 h 1724145"/>
                <a:gd name="connsiteX12" fmla="*/ 630416 w 1751053"/>
                <a:gd name="connsiteY12" fmla="*/ 709984 h 1724145"/>
                <a:gd name="connsiteX13" fmla="*/ 706616 w 1751053"/>
                <a:gd name="connsiteY13" fmla="*/ 914444 h 1724145"/>
                <a:gd name="connsiteX14" fmla="*/ 90666 w 1751053"/>
                <a:gd name="connsiteY14" fmla="*/ 565194 h 1724145"/>
                <a:gd name="connsiteX15" fmla="*/ 255766 w 1751053"/>
                <a:gd name="connsiteY15" fmla="*/ 533444 h 1724145"/>
                <a:gd name="connsiteX16" fmla="*/ 97016 w 1751053"/>
                <a:gd name="connsiteY16" fmla="*/ 431844 h 1724145"/>
                <a:gd name="connsiteX17" fmla="*/ 198616 w 1751053"/>
                <a:gd name="connsiteY17" fmla="*/ 406444 h 1724145"/>
                <a:gd name="connsiteX18" fmla="*/ 39867 w 1751053"/>
                <a:gd name="connsiteY18" fmla="*/ 266744 h 1724145"/>
                <a:gd name="connsiteX19" fmla="*/ 128767 w 1751053"/>
                <a:gd name="connsiteY19" fmla="*/ 254044 h 1724145"/>
                <a:gd name="connsiteX20" fmla="*/ 1767 w 1751053"/>
                <a:gd name="connsiteY20" fmla="*/ 152445 h 1724145"/>
                <a:gd name="connsiteX21" fmla="*/ 109716 w 1751053"/>
                <a:gd name="connsiteY21" fmla="*/ 139744 h 1724145"/>
                <a:gd name="connsiteX22" fmla="*/ 27166 w 1751053"/>
                <a:gd name="connsiteY22" fmla="*/ 44 h 1724145"/>
                <a:gd name="connsiteX23" fmla="*/ 141466 w 1751053"/>
                <a:gd name="connsiteY23" fmla="*/ 110392 h 1724145"/>
                <a:gd name="connsiteX0" fmla="*/ 141466 w 1785479"/>
                <a:gd name="connsiteY0" fmla="*/ 110392 h 1724145"/>
                <a:gd name="connsiteX1" fmla="*/ 1659116 w 1785479"/>
                <a:gd name="connsiteY1" fmla="*/ 878742 h 1724145"/>
                <a:gd name="connsiteX2" fmla="*/ 1684515 w 1785479"/>
                <a:gd name="connsiteY2" fmla="*/ 1155744 h 1724145"/>
                <a:gd name="connsiteX3" fmla="*/ 1538465 w 1785479"/>
                <a:gd name="connsiteY3" fmla="*/ 977944 h 1724145"/>
                <a:gd name="connsiteX4" fmla="*/ 1621015 w 1785479"/>
                <a:gd name="connsiteY4" fmla="*/ 1333544 h 1724145"/>
                <a:gd name="connsiteX5" fmla="*/ 1443216 w 1785479"/>
                <a:gd name="connsiteY5" fmla="*/ 1066844 h 1724145"/>
                <a:gd name="connsiteX6" fmla="*/ 1474966 w 1785479"/>
                <a:gd name="connsiteY6" fmla="*/ 1416094 h 1724145"/>
                <a:gd name="connsiteX7" fmla="*/ 1367016 w 1785479"/>
                <a:gd name="connsiteY7" fmla="*/ 1162094 h 1724145"/>
                <a:gd name="connsiteX8" fmla="*/ 1373366 w 1785479"/>
                <a:gd name="connsiteY8" fmla="*/ 1713284 h 1724145"/>
                <a:gd name="connsiteX9" fmla="*/ 1125716 w 1785479"/>
                <a:gd name="connsiteY9" fmla="*/ 1117644 h 1724145"/>
                <a:gd name="connsiteX10" fmla="*/ 1100316 w 1785479"/>
                <a:gd name="connsiteY10" fmla="*/ 1358944 h 1724145"/>
                <a:gd name="connsiteX11" fmla="*/ 871716 w 1785479"/>
                <a:gd name="connsiteY11" fmla="*/ 889044 h 1724145"/>
                <a:gd name="connsiteX12" fmla="*/ 928866 w 1785479"/>
                <a:gd name="connsiteY12" fmla="*/ 1174794 h 1724145"/>
                <a:gd name="connsiteX13" fmla="*/ 630416 w 1785479"/>
                <a:gd name="connsiteY13" fmla="*/ 709984 h 1724145"/>
                <a:gd name="connsiteX14" fmla="*/ 706616 w 1785479"/>
                <a:gd name="connsiteY14" fmla="*/ 914444 h 1724145"/>
                <a:gd name="connsiteX15" fmla="*/ 90666 w 1785479"/>
                <a:gd name="connsiteY15" fmla="*/ 565194 h 1724145"/>
                <a:gd name="connsiteX16" fmla="*/ 255766 w 1785479"/>
                <a:gd name="connsiteY16" fmla="*/ 533444 h 1724145"/>
                <a:gd name="connsiteX17" fmla="*/ 97016 w 1785479"/>
                <a:gd name="connsiteY17" fmla="*/ 431844 h 1724145"/>
                <a:gd name="connsiteX18" fmla="*/ 198616 w 1785479"/>
                <a:gd name="connsiteY18" fmla="*/ 406444 h 1724145"/>
                <a:gd name="connsiteX19" fmla="*/ 39867 w 1785479"/>
                <a:gd name="connsiteY19" fmla="*/ 266744 h 1724145"/>
                <a:gd name="connsiteX20" fmla="*/ 128767 w 1785479"/>
                <a:gd name="connsiteY20" fmla="*/ 254044 h 1724145"/>
                <a:gd name="connsiteX21" fmla="*/ 1767 w 1785479"/>
                <a:gd name="connsiteY21" fmla="*/ 152445 h 1724145"/>
                <a:gd name="connsiteX22" fmla="*/ 109716 w 1785479"/>
                <a:gd name="connsiteY22" fmla="*/ 139744 h 1724145"/>
                <a:gd name="connsiteX23" fmla="*/ 27166 w 1785479"/>
                <a:gd name="connsiteY23" fmla="*/ 44 h 1724145"/>
                <a:gd name="connsiteX24" fmla="*/ 141466 w 1785479"/>
                <a:gd name="connsiteY24" fmla="*/ 110392 h 1724145"/>
                <a:gd name="connsiteX0" fmla="*/ 141466 w 1688295"/>
                <a:gd name="connsiteY0" fmla="*/ 110392 h 1724145"/>
                <a:gd name="connsiteX1" fmla="*/ 1659116 w 1688295"/>
                <a:gd name="connsiteY1" fmla="*/ 878742 h 1724145"/>
                <a:gd name="connsiteX2" fmla="*/ 1684515 w 1688295"/>
                <a:gd name="connsiteY2" fmla="*/ 1155744 h 1724145"/>
                <a:gd name="connsiteX3" fmla="*/ 1538465 w 1688295"/>
                <a:gd name="connsiteY3" fmla="*/ 977944 h 1724145"/>
                <a:gd name="connsiteX4" fmla="*/ 1621015 w 1688295"/>
                <a:gd name="connsiteY4" fmla="*/ 1333544 h 1724145"/>
                <a:gd name="connsiteX5" fmla="*/ 1443216 w 1688295"/>
                <a:gd name="connsiteY5" fmla="*/ 1066844 h 1724145"/>
                <a:gd name="connsiteX6" fmla="*/ 1474966 w 1688295"/>
                <a:gd name="connsiteY6" fmla="*/ 1416094 h 1724145"/>
                <a:gd name="connsiteX7" fmla="*/ 1367016 w 1688295"/>
                <a:gd name="connsiteY7" fmla="*/ 1162094 h 1724145"/>
                <a:gd name="connsiteX8" fmla="*/ 1373366 w 1688295"/>
                <a:gd name="connsiteY8" fmla="*/ 1713284 h 1724145"/>
                <a:gd name="connsiteX9" fmla="*/ 1125716 w 1688295"/>
                <a:gd name="connsiteY9" fmla="*/ 1117644 h 1724145"/>
                <a:gd name="connsiteX10" fmla="*/ 1100316 w 1688295"/>
                <a:gd name="connsiteY10" fmla="*/ 1358944 h 1724145"/>
                <a:gd name="connsiteX11" fmla="*/ 871716 w 1688295"/>
                <a:gd name="connsiteY11" fmla="*/ 889044 h 1724145"/>
                <a:gd name="connsiteX12" fmla="*/ 928866 w 1688295"/>
                <a:gd name="connsiteY12" fmla="*/ 1174794 h 1724145"/>
                <a:gd name="connsiteX13" fmla="*/ 630416 w 1688295"/>
                <a:gd name="connsiteY13" fmla="*/ 709984 h 1724145"/>
                <a:gd name="connsiteX14" fmla="*/ 706616 w 1688295"/>
                <a:gd name="connsiteY14" fmla="*/ 914444 h 1724145"/>
                <a:gd name="connsiteX15" fmla="*/ 90666 w 1688295"/>
                <a:gd name="connsiteY15" fmla="*/ 565194 h 1724145"/>
                <a:gd name="connsiteX16" fmla="*/ 255766 w 1688295"/>
                <a:gd name="connsiteY16" fmla="*/ 533444 h 1724145"/>
                <a:gd name="connsiteX17" fmla="*/ 97016 w 1688295"/>
                <a:gd name="connsiteY17" fmla="*/ 431844 h 1724145"/>
                <a:gd name="connsiteX18" fmla="*/ 198616 w 1688295"/>
                <a:gd name="connsiteY18" fmla="*/ 406444 h 1724145"/>
                <a:gd name="connsiteX19" fmla="*/ 39867 w 1688295"/>
                <a:gd name="connsiteY19" fmla="*/ 266744 h 1724145"/>
                <a:gd name="connsiteX20" fmla="*/ 128767 w 1688295"/>
                <a:gd name="connsiteY20" fmla="*/ 254044 h 1724145"/>
                <a:gd name="connsiteX21" fmla="*/ 1767 w 1688295"/>
                <a:gd name="connsiteY21" fmla="*/ 152445 h 1724145"/>
                <a:gd name="connsiteX22" fmla="*/ 109716 w 1688295"/>
                <a:gd name="connsiteY22" fmla="*/ 139744 h 1724145"/>
                <a:gd name="connsiteX23" fmla="*/ 27166 w 1688295"/>
                <a:gd name="connsiteY23" fmla="*/ 44 h 1724145"/>
                <a:gd name="connsiteX24" fmla="*/ 141466 w 1688295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88893" h="1724145">
                  <a:moveTo>
                    <a:pt x="141466" y="110392"/>
                  </a:moveTo>
                  <a:cubicBezTo>
                    <a:pt x="475899" y="518909"/>
                    <a:pt x="1110371" y="881388"/>
                    <a:pt x="1611491" y="702529"/>
                  </a:cubicBezTo>
                  <a:cubicBezTo>
                    <a:pt x="1651179" y="731763"/>
                    <a:pt x="1704623" y="1139210"/>
                    <a:pt x="1684515" y="1155744"/>
                  </a:cubicBezTo>
                  <a:cubicBezTo>
                    <a:pt x="1664407" y="1172278"/>
                    <a:pt x="1549048" y="914444"/>
                    <a:pt x="1538465" y="977944"/>
                  </a:cubicBezTo>
                  <a:cubicBezTo>
                    <a:pt x="1527882" y="1041444"/>
                    <a:pt x="1664406" y="1353652"/>
                    <a:pt x="1621015" y="1333544"/>
                  </a:cubicBezTo>
                  <a:cubicBezTo>
                    <a:pt x="1577624" y="1313436"/>
                    <a:pt x="1459091" y="999111"/>
                    <a:pt x="1443216" y="1066844"/>
                  </a:cubicBezTo>
                  <a:cubicBezTo>
                    <a:pt x="1427341" y="1134577"/>
                    <a:pt x="1510949" y="1438319"/>
                    <a:pt x="1474966" y="1416094"/>
                  </a:cubicBezTo>
                  <a:cubicBezTo>
                    <a:pt x="1438983" y="1393869"/>
                    <a:pt x="1380774" y="1052237"/>
                    <a:pt x="1367016" y="1162094"/>
                  </a:cubicBezTo>
                  <a:cubicBezTo>
                    <a:pt x="1369133" y="1345824"/>
                    <a:pt x="1371249" y="1529554"/>
                    <a:pt x="1373366" y="1713284"/>
                  </a:cubicBezTo>
                  <a:cubicBezTo>
                    <a:pt x="1296108" y="1814484"/>
                    <a:pt x="1171224" y="1176701"/>
                    <a:pt x="1125716" y="1117644"/>
                  </a:cubicBezTo>
                  <a:cubicBezTo>
                    <a:pt x="1080208" y="1058587"/>
                    <a:pt x="1154291" y="1458427"/>
                    <a:pt x="1100316" y="1358944"/>
                  </a:cubicBezTo>
                  <a:cubicBezTo>
                    <a:pt x="1046341" y="1259461"/>
                    <a:pt x="900291" y="878461"/>
                    <a:pt x="871716" y="889044"/>
                  </a:cubicBezTo>
                  <a:cubicBezTo>
                    <a:pt x="843141" y="899627"/>
                    <a:pt x="1001891" y="1259671"/>
                    <a:pt x="928866" y="1174794"/>
                  </a:cubicBezTo>
                  <a:lnTo>
                    <a:pt x="630416" y="709984"/>
                  </a:lnTo>
                  <a:cubicBezTo>
                    <a:pt x="414516" y="624469"/>
                    <a:pt x="772233" y="902592"/>
                    <a:pt x="706616" y="914444"/>
                  </a:cubicBezTo>
                  <a:cubicBezTo>
                    <a:pt x="393349" y="996146"/>
                    <a:pt x="54683" y="600119"/>
                    <a:pt x="90666" y="565194"/>
                  </a:cubicBezTo>
                  <a:cubicBezTo>
                    <a:pt x="126649" y="530269"/>
                    <a:pt x="274816" y="581069"/>
                    <a:pt x="255766" y="533444"/>
                  </a:cubicBezTo>
                  <a:cubicBezTo>
                    <a:pt x="236716" y="485819"/>
                    <a:pt x="75849" y="471002"/>
                    <a:pt x="97016" y="431844"/>
                  </a:cubicBezTo>
                  <a:cubicBezTo>
                    <a:pt x="118183" y="392686"/>
                    <a:pt x="222957" y="441369"/>
                    <a:pt x="198616" y="406444"/>
                  </a:cubicBezTo>
                  <a:cubicBezTo>
                    <a:pt x="174275" y="371519"/>
                    <a:pt x="25050" y="282619"/>
                    <a:pt x="39867" y="266744"/>
                  </a:cubicBezTo>
                  <a:cubicBezTo>
                    <a:pt x="32988" y="204512"/>
                    <a:pt x="148875" y="281560"/>
                    <a:pt x="128767" y="254044"/>
                  </a:cubicBezTo>
                  <a:cubicBezTo>
                    <a:pt x="108659" y="226528"/>
                    <a:pt x="-16224" y="167262"/>
                    <a:pt x="1767" y="152445"/>
                  </a:cubicBezTo>
                  <a:cubicBezTo>
                    <a:pt x="19758" y="137628"/>
                    <a:pt x="122416" y="175727"/>
                    <a:pt x="109716" y="139744"/>
                  </a:cubicBezTo>
                  <a:cubicBezTo>
                    <a:pt x="97016" y="103761"/>
                    <a:pt x="8116" y="-2472"/>
                    <a:pt x="27166" y="44"/>
                  </a:cubicBezTo>
                  <a:lnTo>
                    <a:pt x="141466" y="110392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89">
              <a:extLst>
                <a:ext uri="{FF2B5EF4-FFF2-40B4-BE49-F238E27FC236}">
                  <a16:creationId xmlns:a16="http://schemas.microsoft.com/office/drawing/2014/main" id="{B809F2B3-C2E1-01FF-28F6-77C8C59F9BE6}"/>
                </a:ext>
              </a:extLst>
            </p:cNvPr>
            <p:cNvSpPr/>
            <p:nvPr/>
          </p:nvSpPr>
          <p:spPr>
            <a:xfrm>
              <a:off x="4114800" y="2908301"/>
              <a:ext cx="3658987" cy="2613591"/>
            </a:xfrm>
            <a:custGeom>
              <a:avLst/>
              <a:gdLst>
                <a:gd name="connsiteX0" fmla="*/ 0 w 1263870"/>
                <a:gd name="connsiteY0" fmla="*/ 0 h 1333500"/>
                <a:gd name="connsiteX1" fmla="*/ 1263870 w 1263870"/>
                <a:gd name="connsiteY1" fmla="*/ 0 h 1333500"/>
                <a:gd name="connsiteX2" fmla="*/ 1263870 w 1263870"/>
                <a:gd name="connsiteY2" fmla="*/ 1333500 h 1333500"/>
                <a:gd name="connsiteX3" fmla="*/ 0 w 1263870"/>
                <a:gd name="connsiteY3" fmla="*/ 1333500 h 1333500"/>
                <a:gd name="connsiteX4" fmla="*/ 0 w 1263870"/>
                <a:gd name="connsiteY4" fmla="*/ 0 h 1333500"/>
                <a:gd name="connsiteX0" fmla="*/ 0 w 2102070"/>
                <a:gd name="connsiteY0" fmla="*/ 0 h 1790700"/>
                <a:gd name="connsiteX1" fmla="*/ 2102070 w 2102070"/>
                <a:gd name="connsiteY1" fmla="*/ 457200 h 1790700"/>
                <a:gd name="connsiteX2" fmla="*/ 2102070 w 2102070"/>
                <a:gd name="connsiteY2" fmla="*/ 1790700 h 1790700"/>
                <a:gd name="connsiteX3" fmla="*/ 838200 w 2102070"/>
                <a:gd name="connsiteY3" fmla="*/ 1790700 h 1790700"/>
                <a:gd name="connsiteX4" fmla="*/ 0 w 2102070"/>
                <a:gd name="connsiteY4" fmla="*/ 0 h 1790700"/>
                <a:gd name="connsiteX0" fmla="*/ 0 w 2508470"/>
                <a:gd name="connsiteY0" fmla="*/ 0 h 1790700"/>
                <a:gd name="connsiteX1" fmla="*/ 2508470 w 2508470"/>
                <a:gd name="connsiteY1" fmla="*/ 520700 h 1790700"/>
                <a:gd name="connsiteX2" fmla="*/ 2102070 w 2508470"/>
                <a:gd name="connsiteY2" fmla="*/ 1790700 h 1790700"/>
                <a:gd name="connsiteX3" fmla="*/ 838200 w 2508470"/>
                <a:gd name="connsiteY3" fmla="*/ 1790700 h 1790700"/>
                <a:gd name="connsiteX4" fmla="*/ 0 w 2508470"/>
                <a:gd name="connsiteY4" fmla="*/ 0 h 17907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3054570 w 3460970"/>
                <a:gd name="connsiteY2" fmla="*/ 1790700 h 2247900"/>
                <a:gd name="connsiteX3" fmla="*/ 0 w 3460970"/>
                <a:gd name="connsiteY3" fmla="*/ 2247900 h 2247900"/>
                <a:gd name="connsiteX4" fmla="*/ 952500 w 3460970"/>
                <a:gd name="connsiteY4" fmla="*/ 0 h 22479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0 w 3460970"/>
                <a:gd name="connsiteY2" fmla="*/ 2247900 h 2247900"/>
                <a:gd name="connsiteX3" fmla="*/ 952500 w 3460970"/>
                <a:gd name="connsiteY3" fmla="*/ 0 h 2247900"/>
                <a:gd name="connsiteX0" fmla="*/ 952500 w 3460970"/>
                <a:gd name="connsiteY0" fmla="*/ 0 h 2485762"/>
                <a:gd name="connsiteX1" fmla="*/ 3460970 w 3460970"/>
                <a:gd name="connsiteY1" fmla="*/ 520700 h 2485762"/>
                <a:gd name="connsiteX2" fmla="*/ 0 w 3460970"/>
                <a:gd name="connsiteY2" fmla="*/ 2247900 h 2485762"/>
                <a:gd name="connsiteX3" fmla="*/ 952500 w 3460970"/>
                <a:gd name="connsiteY3" fmla="*/ 0 h 2485762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77900 w 3460970"/>
                <a:gd name="connsiteY0" fmla="*/ 0 h 2597427"/>
                <a:gd name="connsiteX1" fmla="*/ 3460970 w 3460970"/>
                <a:gd name="connsiteY1" fmla="*/ 584200 h 2597427"/>
                <a:gd name="connsiteX2" fmla="*/ 0 w 3460970"/>
                <a:gd name="connsiteY2" fmla="*/ 2311400 h 2597427"/>
                <a:gd name="connsiteX3" fmla="*/ 977900 w 3460970"/>
                <a:gd name="connsiteY3" fmla="*/ 0 h 2597427"/>
                <a:gd name="connsiteX0" fmla="*/ 977900 w 3465633"/>
                <a:gd name="connsiteY0" fmla="*/ 0 h 2612926"/>
                <a:gd name="connsiteX1" fmla="*/ 3460970 w 3465633"/>
                <a:gd name="connsiteY1" fmla="*/ 584200 h 2612926"/>
                <a:gd name="connsiteX2" fmla="*/ 0 w 3465633"/>
                <a:gd name="connsiteY2" fmla="*/ 2311400 h 2612926"/>
                <a:gd name="connsiteX3" fmla="*/ 977900 w 3465633"/>
                <a:gd name="connsiteY3" fmla="*/ 0 h 2612926"/>
                <a:gd name="connsiteX0" fmla="*/ 977900 w 3468172"/>
                <a:gd name="connsiteY0" fmla="*/ 0 h 2617475"/>
                <a:gd name="connsiteX1" fmla="*/ 3460970 w 3468172"/>
                <a:gd name="connsiteY1" fmla="*/ 584200 h 2617475"/>
                <a:gd name="connsiteX2" fmla="*/ 0 w 3468172"/>
                <a:gd name="connsiteY2" fmla="*/ 2311400 h 2617475"/>
                <a:gd name="connsiteX3" fmla="*/ 977900 w 3468172"/>
                <a:gd name="connsiteY3" fmla="*/ 0 h 2617475"/>
                <a:gd name="connsiteX0" fmla="*/ 1168400 w 3657729"/>
                <a:gd name="connsiteY0" fmla="*/ 0 h 2617475"/>
                <a:gd name="connsiteX1" fmla="*/ 3651470 w 3657729"/>
                <a:gd name="connsiteY1" fmla="*/ 584200 h 2617475"/>
                <a:gd name="connsiteX2" fmla="*/ 0 w 3657729"/>
                <a:gd name="connsiteY2" fmla="*/ 2311400 h 2617475"/>
                <a:gd name="connsiteX3" fmla="*/ 1168400 w 3657729"/>
                <a:gd name="connsiteY3" fmla="*/ 0 h 2617475"/>
                <a:gd name="connsiteX0" fmla="*/ 1168400 w 3658987"/>
                <a:gd name="connsiteY0" fmla="*/ 0 h 2613591"/>
                <a:gd name="connsiteX1" fmla="*/ 3651470 w 3658987"/>
                <a:gd name="connsiteY1" fmla="*/ 584200 h 2613591"/>
                <a:gd name="connsiteX2" fmla="*/ 0 w 3658987"/>
                <a:gd name="connsiteY2" fmla="*/ 2311400 h 2613591"/>
                <a:gd name="connsiteX3" fmla="*/ 1168400 w 3658987"/>
                <a:gd name="connsiteY3" fmla="*/ 0 h 261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8987" h="2613591">
                  <a:moveTo>
                    <a:pt x="1168400" y="0"/>
                  </a:moveTo>
                  <a:cubicBezTo>
                    <a:pt x="2004557" y="173567"/>
                    <a:pt x="2662913" y="1845733"/>
                    <a:pt x="3651470" y="584200"/>
                  </a:cubicBezTo>
                  <a:cubicBezTo>
                    <a:pt x="3760193" y="1855893"/>
                    <a:pt x="2696707" y="3237442"/>
                    <a:pt x="0" y="2311400"/>
                  </a:cubicBezTo>
                  <a:lnTo>
                    <a:pt x="1168400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6DD5B2-7046-DC37-3FA3-E196847F89CA}"/>
                </a:ext>
              </a:extLst>
            </p:cNvPr>
            <p:cNvSpPr/>
            <p:nvPr/>
          </p:nvSpPr>
          <p:spPr>
            <a:xfrm>
              <a:off x="6035040" y="885007"/>
              <a:ext cx="1755695" cy="1360708"/>
            </a:xfrm>
            <a:prstGeom prst="ellipse">
              <a:avLst/>
            </a:prstGeom>
            <a:gradFill>
              <a:gsLst>
                <a:gs pos="0">
                  <a:srgbClr val="FFC000">
                    <a:lumMod val="20000"/>
                    <a:lumOff val="80000"/>
                  </a:srgbClr>
                </a:gs>
                <a:gs pos="54000">
                  <a:srgbClr val="A4492A"/>
                </a:gs>
              </a:gsLst>
              <a:lin ang="66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8C484BD-C688-987D-CF6F-49C55F1CE989}"/>
                </a:ext>
              </a:extLst>
            </p:cNvPr>
            <p:cNvSpPr/>
            <p:nvPr/>
          </p:nvSpPr>
          <p:spPr>
            <a:xfrm rot="4277844">
              <a:off x="6607914" y="1146668"/>
              <a:ext cx="702139" cy="689485"/>
            </a:xfrm>
            <a:prstGeom prst="ellipse">
              <a:avLst/>
            </a:prstGeom>
            <a:solidFill>
              <a:srgbClr val="6D5C5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7ADF91B-16D0-497F-0E80-9764EDE80B6A}"/>
                </a:ext>
              </a:extLst>
            </p:cNvPr>
            <p:cNvSpPr/>
            <p:nvPr/>
          </p:nvSpPr>
          <p:spPr>
            <a:xfrm rot="4277844">
              <a:off x="6709314" y="1246240"/>
              <a:ext cx="499338" cy="490339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090B1D4-7309-1BBB-34EA-61E8CE028CC6}"/>
                </a:ext>
              </a:extLst>
            </p:cNvPr>
            <p:cNvSpPr/>
            <p:nvPr/>
          </p:nvSpPr>
          <p:spPr>
            <a:xfrm rot="4277844">
              <a:off x="6814891" y="1297606"/>
              <a:ext cx="195991" cy="192459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84">
              <a:extLst>
                <a:ext uri="{FF2B5EF4-FFF2-40B4-BE49-F238E27FC236}">
                  <a16:creationId xmlns:a16="http://schemas.microsoft.com/office/drawing/2014/main" id="{519CF150-1749-A06A-6D19-8AC4A5CA796A}"/>
                </a:ext>
              </a:extLst>
            </p:cNvPr>
            <p:cNvSpPr/>
            <p:nvPr/>
          </p:nvSpPr>
          <p:spPr>
            <a:xfrm>
              <a:off x="5171057" y="470140"/>
              <a:ext cx="2790824" cy="1145692"/>
            </a:xfrm>
            <a:custGeom>
              <a:avLst/>
              <a:gdLst>
                <a:gd name="connsiteX0" fmla="*/ 0 w 811362"/>
                <a:gd name="connsiteY0" fmla="*/ 0 h 832514"/>
                <a:gd name="connsiteX1" fmla="*/ 811362 w 811362"/>
                <a:gd name="connsiteY1" fmla="*/ 0 h 832514"/>
                <a:gd name="connsiteX2" fmla="*/ 811362 w 811362"/>
                <a:gd name="connsiteY2" fmla="*/ 832514 h 832514"/>
                <a:gd name="connsiteX3" fmla="*/ 0 w 811362"/>
                <a:gd name="connsiteY3" fmla="*/ 832514 h 832514"/>
                <a:gd name="connsiteX4" fmla="*/ 0 w 811362"/>
                <a:gd name="connsiteY4" fmla="*/ 0 h 832514"/>
                <a:gd name="connsiteX0" fmla="*/ 0 w 947839"/>
                <a:gd name="connsiteY0" fmla="*/ 0 h 832514"/>
                <a:gd name="connsiteX1" fmla="*/ 811362 w 947839"/>
                <a:gd name="connsiteY1" fmla="*/ 0 h 832514"/>
                <a:gd name="connsiteX2" fmla="*/ 947839 w 947839"/>
                <a:gd name="connsiteY2" fmla="*/ 832514 h 832514"/>
                <a:gd name="connsiteX3" fmla="*/ 0 w 947839"/>
                <a:gd name="connsiteY3" fmla="*/ 832514 h 832514"/>
                <a:gd name="connsiteX4" fmla="*/ 0 w 947839"/>
                <a:gd name="connsiteY4" fmla="*/ 0 h 832514"/>
                <a:gd name="connsiteX0" fmla="*/ 1815152 w 2762991"/>
                <a:gd name="connsiteY0" fmla="*/ 0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1815152 w 2762991"/>
                <a:gd name="connsiteY4" fmla="*/ 0 h 832514"/>
                <a:gd name="connsiteX0" fmla="*/ 627797 w 2762991"/>
                <a:gd name="connsiteY0" fmla="*/ 341194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627797 w 2762991"/>
                <a:gd name="connsiteY4" fmla="*/ 341194 h 832514"/>
                <a:gd name="connsiteX0" fmla="*/ 627797 w 2762991"/>
                <a:gd name="connsiteY0" fmla="*/ 313898 h 805218"/>
                <a:gd name="connsiteX1" fmla="*/ 19792 w 2762991"/>
                <a:gd name="connsiteY1" fmla="*/ 0 h 805218"/>
                <a:gd name="connsiteX2" fmla="*/ 2762991 w 2762991"/>
                <a:gd name="connsiteY2" fmla="*/ 805218 h 805218"/>
                <a:gd name="connsiteX3" fmla="*/ 0 w 2762991"/>
                <a:gd name="connsiteY3" fmla="*/ 477672 h 805218"/>
                <a:gd name="connsiteX4" fmla="*/ 627797 w 2762991"/>
                <a:gd name="connsiteY4" fmla="*/ 313898 h 805218"/>
                <a:gd name="connsiteX0" fmla="*/ 627797 w 2762991"/>
                <a:gd name="connsiteY0" fmla="*/ 535611 h 1026931"/>
                <a:gd name="connsiteX1" fmla="*/ 19792 w 2762991"/>
                <a:gd name="connsiteY1" fmla="*/ 221713 h 1026931"/>
                <a:gd name="connsiteX2" fmla="*/ 2762991 w 2762991"/>
                <a:gd name="connsiteY2" fmla="*/ 1026931 h 1026931"/>
                <a:gd name="connsiteX3" fmla="*/ 0 w 2762991"/>
                <a:gd name="connsiteY3" fmla="*/ 699385 h 1026931"/>
                <a:gd name="connsiteX4" fmla="*/ 627797 w 2762991"/>
                <a:gd name="connsiteY4" fmla="*/ 535611 h 1026931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71038 h 1127159"/>
                <a:gd name="connsiteX4" fmla="*/ 627797 w 2762991"/>
                <a:gd name="connsiteY4" fmla="*/ 635839 h 1127159"/>
                <a:gd name="connsiteX0" fmla="*/ 655630 w 2790824"/>
                <a:gd name="connsiteY0" fmla="*/ 625121 h 1116441"/>
                <a:gd name="connsiteX1" fmla="*/ 0 w 2790824"/>
                <a:gd name="connsiteY1" fmla="*/ 335036 h 1116441"/>
                <a:gd name="connsiteX2" fmla="*/ 2790824 w 2790824"/>
                <a:gd name="connsiteY2" fmla="*/ 1116441 h 1116441"/>
                <a:gd name="connsiteX3" fmla="*/ 27833 w 2790824"/>
                <a:gd name="connsiteY3" fmla="*/ 760320 h 1116441"/>
                <a:gd name="connsiteX4" fmla="*/ 655630 w 2790824"/>
                <a:gd name="connsiteY4" fmla="*/ 625121 h 1116441"/>
                <a:gd name="connsiteX0" fmla="*/ 655630 w 2790824"/>
                <a:gd name="connsiteY0" fmla="*/ 530808 h 1022128"/>
                <a:gd name="connsiteX1" fmla="*/ 0 w 2790824"/>
                <a:gd name="connsiteY1" fmla="*/ 240723 h 1022128"/>
                <a:gd name="connsiteX2" fmla="*/ 2790824 w 2790824"/>
                <a:gd name="connsiteY2" fmla="*/ 1022128 h 1022128"/>
                <a:gd name="connsiteX3" fmla="*/ 27833 w 2790824"/>
                <a:gd name="connsiteY3" fmla="*/ 666007 h 1022128"/>
                <a:gd name="connsiteX4" fmla="*/ 655630 w 2790824"/>
                <a:gd name="connsiteY4" fmla="*/ 530808 h 1022128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54372 h 1145692"/>
                <a:gd name="connsiteX1" fmla="*/ 0 w 2790824"/>
                <a:gd name="connsiteY1" fmla="*/ 364287 h 1145692"/>
                <a:gd name="connsiteX2" fmla="*/ 2790824 w 2790824"/>
                <a:gd name="connsiteY2" fmla="*/ 1145692 h 1145692"/>
                <a:gd name="connsiteX3" fmla="*/ 27833 w 2790824"/>
                <a:gd name="connsiteY3" fmla="*/ 789571 h 1145692"/>
                <a:gd name="connsiteX4" fmla="*/ 655630 w 2790824"/>
                <a:gd name="connsiteY4" fmla="*/ 654372 h 1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0824" h="1145692">
                  <a:moveTo>
                    <a:pt x="655630" y="654372"/>
                  </a:moveTo>
                  <a:cubicBezTo>
                    <a:pt x="170387" y="691027"/>
                    <a:pt x="129643" y="511782"/>
                    <a:pt x="0" y="364287"/>
                  </a:cubicBezTo>
                  <a:cubicBezTo>
                    <a:pt x="382634" y="713443"/>
                    <a:pt x="2247377" y="-1102398"/>
                    <a:pt x="2790824" y="1145692"/>
                  </a:cubicBezTo>
                  <a:cubicBezTo>
                    <a:pt x="1351212" y="-642164"/>
                    <a:pt x="1044365" y="1785858"/>
                    <a:pt x="27833" y="789571"/>
                  </a:cubicBezTo>
                  <a:cubicBezTo>
                    <a:pt x="318986" y="830514"/>
                    <a:pt x="446364" y="708963"/>
                    <a:pt x="655630" y="654372"/>
                  </a:cubicBezTo>
                  <a:close/>
                </a:path>
              </a:pathLst>
            </a:custGeom>
            <a:gradFill>
              <a:gsLst>
                <a:gs pos="0">
                  <a:srgbClr val="FFC000">
                    <a:lumMod val="20000"/>
                    <a:lumOff val="80000"/>
                  </a:srgbClr>
                </a:gs>
                <a:gs pos="19000">
                  <a:srgbClr val="ED591D"/>
                </a:gs>
              </a:gsLst>
              <a:lin ang="17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86">
              <a:extLst>
                <a:ext uri="{FF2B5EF4-FFF2-40B4-BE49-F238E27FC236}">
                  <a16:creationId xmlns:a16="http://schemas.microsoft.com/office/drawing/2014/main" id="{601F5966-08CF-4DD7-721D-ADFD22849281}"/>
                </a:ext>
              </a:extLst>
            </p:cNvPr>
            <p:cNvSpPr/>
            <p:nvPr/>
          </p:nvSpPr>
          <p:spPr>
            <a:xfrm rot="21420444">
              <a:off x="3846727" y="2285140"/>
              <a:ext cx="2943947" cy="305113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885126"/>
                </a:gs>
                <a:gs pos="39000">
                  <a:srgbClr val="5C8B9D"/>
                </a:gs>
              </a:gsLst>
              <a:lin ang="13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86">
              <a:extLst>
                <a:ext uri="{FF2B5EF4-FFF2-40B4-BE49-F238E27FC236}">
                  <a16:creationId xmlns:a16="http://schemas.microsoft.com/office/drawing/2014/main" id="{F9E7095F-0434-844F-530D-B382E28E17AF}"/>
                </a:ext>
              </a:extLst>
            </p:cNvPr>
            <p:cNvSpPr/>
            <p:nvPr/>
          </p:nvSpPr>
          <p:spPr>
            <a:xfrm rot="21033195">
              <a:off x="4265265" y="2372520"/>
              <a:ext cx="2469258" cy="194862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DF7C27"/>
                </a:gs>
                <a:gs pos="66000">
                  <a:srgbClr val="5C8B9D"/>
                </a:gs>
              </a:gsLst>
              <a:lin ang="13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102">
              <a:extLst>
                <a:ext uri="{FF2B5EF4-FFF2-40B4-BE49-F238E27FC236}">
                  <a16:creationId xmlns:a16="http://schemas.microsoft.com/office/drawing/2014/main" id="{1CA4EB8C-8C2A-C6C0-D231-CF2FE0D90FFF}"/>
                </a:ext>
              </a:extLst>
            </p:cNvPr>
            <p:cNvSpPr/>
            <p:nvPr/>
          </p:nvSpPr>
          <p:spPr>
            <a:xfrm>
              <a:off x="7329165" y="1247533"/>
              <a:ext cx="1295181" cy="736597"/>
            </a:xfrm>
            <a:custGeom>
              <a:avLst/>
              <a:gdLst>
                <a:gd name="connsiteX0" fmla="*/ 0 w 558581"/>
                <a:gd name="connsiteY0" fmla="*/ 0 h 300022"/>
                <a:gd name="connsiteX1" fmla="*/ 558581 w 558581"/>
                <a:gd name="connsiteY1" fmla="*/ 0 h 300022"/>
                <a:gd name="connsiteX2" fmla="*/ 558581 w 558581"/>
                <a:gd name="connsiteY2" fmla="*/ 300022 h 300022"/>
                <a:gd name="connsiteX3" fmla="*/ 0 w 558581"/>
                <a:gd name="connsiteY3" fmla="*/ 300022 h 300022"/>
                <a:gd name="connsiteX4" fmla="*/ 0 w 558581"/>
                <a:gd name="connsiteY4" fmla="*/ 0 h 300022"/>
                <a:gd name="connsiteX0" fmla="*/ 0 w 933231"/>
                <a:gd name="connsiteY0" fmla="*/ 0 h 452422"/>
                <a:gd name="connsiteX1" fmla="*/ 558581 w 933231"/>
                <a:gd name="connsiteY1" fmla="*/ 0 h 452422"/>
                <a:gd name="connsiteX2" fmla="*/ 933231 w 933231"/>
                <a:gd name="connsiteY2" fmla="*/ 452422 h 452422"/>
                <a:gd name="connsiteX3" fmla="*/ 0 w 933231"/>
                <a:gd name="connsiteY3" fmla="*/ 300022 h 452422"/>
                <a:gd name="connsiteX4" fmla="*/ 0 w 933231"/>
                <a:gd name="connsiteY4" fmla="*/ 0 h 452422"/>
                <a:gd name="connsiteX0" fmla="*/ 0 w 933231"/>
                <a:gd name="connsiteY0" fmla="*/ 165100 h 617522"/>
                <a:gd name="connsiteX1" fmla="*/ 101381 w 933231"/>
                <a:gd name="connsiteY1" fmla="*/ 0 h 617522"/>
                <a:gd name="connsiteX2" fmla="*/ 933231 w 933231"/>
                <a:gd name="connsiteY2" fmla="*/ 617522 h 617522"/>
                <a:gd name="connsiteX3" fmla="*/ 0 w 933231"/>
                <a:gd name="connsiteY3" fmla="*/ 465122 h 617522"/>
                <a:gd name="connsiteX4" fmla="*/ 0 w 933231"/>
                <a:gd name="connsiteY4" fmla="*/ 165100 h 617522"/>
                <a:gd name="connsiteX0" fmla="*/ 0 w 1009431"/>
                <a:gd name="connsiteY0" fmla="*/ 120650 h 617522"/>
                <a:gd name="connsiteX1" fmla="*/ 177581 w 1009431"/>
                <a:gd name="connsiteY1" fmla="*/ 0 h 617522"/>
                <a:gd name="connsiteX2" fmla="*/ 1009431 w 1009431"/>
                <a:gd name="connsiteY2" fmla="*/ 617522 h 617522"/>
                <a:gd name="connsiteX3" fmla="*/ 76200 w 1009431"/>
                <a:gd name="connsiteY3" fmla="*/ 465122 h 617522"/>
                <a:gd name="connsiteX4" fmla="*/ 0 w 100943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73050 w 1282481"/>
                <a:gd name="connsiteY0" fmla="*/ 120650 h 617522"/>
                <a:gd name="connsiteX1" fmla="*/ 450631 w 1282481"/>
                <a:gd name="connsiteY1" fmla="*/ 0 h 617522"/>
                <a:gd name="connsiteX2" fmla="*/ 1282481 w 1282481"/>
                <a:gd name="connsiteY2" fmla="*/ 617522 h 617522"/>
                <a:gd name="connsiteX3" fmla="*/ 0 w 1282481"/>
                <a:gd name="connsiteY3" fmla="*/ 373047 h 617522"/>
                <a:gd name="connsiteX4" fmla="*/ 273050 w 1282481"/>
                <a:gd name="connsiteY4" fmla="*/ 120650 h 617522"/>
                <a:gd name="connsiteX0" fmla="*/ 273050 w 1282481"/>
                <a:gd name="connsiteY0" fmla="*/ 120650 h 727494"/>
                <a:gd name="connsiteX1" fmla="*/ 450631 w 1282481"/>
                <a:gd name="connsiteY1" fmla="*/ 0 h 727494"/>
                <a:gd name="connsiteX2" fmla="*/ 1282481 w 1282481"/>
                <a:gd name="connsiteY2" fmla="*/ 617522 h 727494"/>
                <a:gd name="connsiteX3" fmla="*/ 0 w 1282481"/>
                <a:gd name="connsiteY3" fmla="*/ 373047 h 727494"/>
                <a:gd name="connsiteX4" fmla="*/ 273050 w 1282481"/>
                <a:gd name="connsiteY4" fmla="*/ 120650 h 727494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9508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181" h="736597">
                  <a:moveTo>
                    <a:pt x="273050" y="107950"/>
                  </a:moveTo>
                  <a:cubicBezTo>
                    <a:pt x="341769" y="67733"/>
                    <a:pt x="435887" y="40217"/>
                    <a:pt x="495081" y="0"/>
                  </a:cubicBezTo>
                  <a:cubicBezTo>
                    <a:pt x="715214" y="62966"/>
                    <a:pt x="1186173" y="202131"/>
                    <a:pt x="1295181" y="604822"/>
                  </a:cubicBezTo>
                  <a:cubicBezTo>
                    <a:pt x="867687" y="523330"/>
                    <a:pt x="189369" y="1086364"/>
                    <a:pt x="0" y="360347"/>
                  </a:cubicBezTo>
                  <a:cubicBezTo>
                    <a:pt x="103717" y="298440"/>
                    <a:pt x="220133" y="350832"/>
                    <a:pt x="273050" y="107950"/>
                  </a:cubicBezTo>
                  <a:close/>
                </a:path>
              </a:pathLst>
            </a:custGeom>
            <a:solidFill>
              <a:srgbClr val="5C8B9D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743EAD2-5DC5-E9C1-A1DE-F73F38C085E7}"/>
                </a:ext>
              </a:extLst>
            </p:cNvPr>
            <p:cNvSpPr/>
            <p:nvPr/>
          </p:nvSpPr>
          <p:spPr>
            <a:xfrm>
              <a:off x="7382921" y="1674946"/>
              <a:ext cx="1241425" cy="180584"/>
            </a:xfrm>
            <a:custGeom>
              <a:avLst/>
              <a:gdLst>
                <a:gd name="connsiteX0" fmla="*/ 0 w 1241425"/>
                <a:gd name="connsiteY0" fmla="*/ 63109 h 180584"/>
                <a:gd name="connsiteX1" fmla="*/ 292100 w 1241425"/>
                <a:gd name="connsiteY1" fmla="*/ 18659 h 180584"/>
                <a:gd name="connsiteX2" fmla="*/ 644525 w 1241425"/>
                <a:gd name="connsiteY2" fmla="*/ 2784 h 180584"/>
                <a:gd name="connsiteX3" fmla="*/ 949325 w 1241425"/>
                <a:gd name="connsiteY3" fmla="*/ 72634 h 180584"/>
                <a:gd name="connsiteX4" fmla="*/ 1241425 w 1241425"/>
                <a:gd name="connsiteY4" fmla="*/ 180584 h 180584"/>
                <a:gd name="connsiteX5" fmla="*/ 1241425 w 1241425"/>
                <a:gd name="connsiteY5" fmla="*/ 180584 h 1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425" h="180584">
                  <a:moveTo>
                    <a:pt x="0" y="63109"/>
                  </a:moveTo>
                  <a:cubicBezTo>
                    <a:pt x="92339" y="45911"/>
                    <a:pt x="184679" y="28713"/>
                    <a:pt x="292100" y="18659"/>
                  </a:cubicBezTo>
                  <a:cubicBezTo>
                    <a:pt x="399521" y="8605"/>
                    <a:pt x="534988" y="-6212"/>
                    <a:pt x="644525" y="2784"/>
                  </a:cubicBezTo>
                  <a:cubicBezTo>
                    <a:pt x="754062" y="11780"/>
                    <a:pt x="849842" y="43001"/>
                    <a:pt x="949325" y="72634"/>
                  </a:cubicBezTo>
                  <a:cubicBezTo>
                    <a:pt x="1048808" y="102267"/>
                    <a:pt x="1241425" y="180584"/>
                    <a:pt x="1241425" y="180584"/>
                  </a:cubicBezTo>
                  <a:lnTo>
                    <a:pt x="1241425" y="180584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6BC07C-4BF7-1B1D-36A9-0F7DE9F8C2FE}"/>
              </a:ext>
            </a:extLst>
          </p:cNvPr>
          <p:cNvGrpSpPr/>
          <p:nvPr/>
        </p:nvGrpSpPr>
        <p:grpSpPr>
          <a:xfrm flipH="1">
            <a:off x="1057437" y="1787072"/>
            <a:ext cx="5207436" cy="5071456"/>
            <a:chOff x="2185160" y="470140"/>
            <a:chExt cx="6439186" cy="6271042"/>
          </a:xfrm>
        </p:grpSpPr>
        <p:sp>
          <p:nvSpPr>
            <p:cNvPr id="26" name="Rectangle 86">
              <a:extLst>
                <a:ext uri="{FF2B5EF4-FFF2-40B4-BE49-F238E27FC236}">
                  <a16:creationId xmlns:a16="http://schemas.microsoft.com/office/drawing/2014/main" id="{34E10417-18D5-F7B9-8610-7A8C6C863206}"/>
                </a:ext>
              </a:extLst>
            </p:cNvPr>
            <p:cNvSpPr/>
            <p:nvPr/>
          </p:nvSpPr>
          <p:spPr>
            <a:xfrm>
              <a:off x="2185160" y="3804102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56000">
                  <a:srgbClr val="5C8B9D"/>
                </a:gs>
                <a:gs pos="0">
                  <a:srgbClr val="DF7C27"/>
                </a:gs>
              </a:gsLst>
              <a:lin ang="13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86">
              <a:extLst>
                <a:ext uri="{FF2B5EF4-FFF2-40B4-BE49-F238E27FC236}">
                  <a16:creationId xmlns:a16="http://schemas.microsoft.com/office/drawing/2014/main" id="{835B208A-8D75-F0D4-1491-20910DC6E75A}"/>
                </a:ext>
              </a:extLst>
            </p:cNvPr>
            <p:cNvSpPr/>
            <p:nvPr/>
          </p:nvSpPr>
          <p:spPr>
            <a:xfrm>
              <a:off x="2247438" y="3669446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0">
                  <a:srgbClr val="7E4C26"/>
                </a:gs>
                <a:gs pos="38000">
                  <a:srgbClr val="5C8B9D"/>
                </a:gs>
              </a:gsLst>
              <a:lin ang="13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93">
              <a:extLst>
                <a:ext uri="{FF2B5EF4-FFF2-40B4-BE49-F238E27FC236}">
                  <a16:creationId xmlns:a16="http://schemas.microsoft.com/office/drawing/2014/main" id="{DCC722D5-FDD5-C01B-58C4-4A6948528F20}"/>
                </a:ext>
              </a:extLst>
            </p:cNvPr>
            <p:cNvSpPr/>
            <p:nvPr/>
          </p:nvSpPr>
          <p:spPr>
            <a:xfrm>
              <a:off x="5731620" y="6161364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92">
              <a:extLst>
                <a:ext uri="{FF2B5EF4-FFF2-40B4-BE49-F238E27FC236}">
                  <a16:creationId xmlns:a16="http://schemas.microsoft.com/office/drawing/2014/main" id="{6B213414-D88A-3081-7600-C71F7933F136}"/>
                </a:ext>
              </a:extLst>
            </p:cNvPr>
            <p:cNvSpPr/>
            <p:nvPr/>
          </p:nvSpPr>
          <p:spPr>
            <a:xfrm>
              <a:off x="5938161" y="5505607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92">
              <a:extLst>
                <a:ext uri="{FF2B5EF4-FFF2-40B4-BE49-F238E27FC236}">
                  <a16:creationId xmlns:a16="http://schemas.microsoft.com/office/drawing/2014/main" id="{C35B6B2E-C642-F2B8-069A-55F83CF2DF6C}"/>
                </a:ext>
              </a:extLst>
            </p:cNvPr>
            <p:cNvSpPr/>
            <p:nvPr/>
          </p:nvSpPr>
          <p:spPr>
            <a:xfrm rot="19264388">
              <a:off x="6240449" y="6178792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93">
              <a:extLst>
                <a:ext uri="{FF2B5EF4-FFF2-40B4-BE49-F238E27FC236}">
                  <a16:creationId xmlns:a16="http://schemas.microsoft.com/office/drawing/2014/main" id="{3C33157B-9B7C-A2CA-FD0F-6156FBB86EE5}"/>
                </a:ext>
              </a:extLst>
            </p:cNvPr>
            <p:cNvSpPr/>
            <p:nvPr/>
          </p:nvSpPr>
          <p:spPr>
            <a:xfrm>
              <a:off x="5044155" y="6331599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92">
              <a:extLst>
                <a:ext uri="{FF2B5EF4-FFF2-40B4-BE49-F238E27FC236}">
                  <a16:creationId xmlns:a16="http://schemas.microsoft.com/office/drawing/2014/main" id="{F79FA9B6-CE3E-A81B-1151-A4D7AD0868E7}"/>
                </a:ext>
              </a:extLst>
            </p:cNvPr>
            <p:cNvSpPr/>
            <p:nvPr/>
          </p:nvSpPr>
          <p:spPr>
            <a:xfrm>
              <a:off x="5250696" y="5675842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92">
              <a:extLst>
                <a:ext uri="{FF2B5EF4-FFF2-40B4-BE49-F238E27FC236}">
                  <a16:creationId xmlns:a16="http://schemas.microsoft.com/office/drawing/2014/main" id="{1F3632E3-9FFC-944C-3852-B4F7C6A3952D}"/>
                </a:ext>
              </a:extLst>
            </p:cNvPr>
            <p:cNvSpPr/>
            <p:nvPr/>
          </p:nvSpPr>
          <p:spPr>
            <a:xfrm rot="19264388">
              <a:off x="5552984" y="6349027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5336598-956A-8B6C-FB69-FD5B71882C03}"/>
                </a:ext>
              </a:extLst>
            </p:cNvPr>
            <p:cNvSpPr/>
            <p:nvPr/>
          </p:nvSpPr>
          <p:spPr>
            <a:xfrm>
              <a:off x="5781810" y="4730828"/>
              <a:ext cx="724451" cy="954367"/>
            </a:xfrm>
            <a:prstGeom prst="ellipse">
              <a:avLst/>
            </a:prstGeom>
            <a:solidFill>
              <a:srgbClr val="C4AE9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12E0ACB-A479-04C9-BBBF-4DEF6E1D21EF}"/>
                </a:ext>
              </a:extLst>
            </p:cNvPr>
            <p:cNvSpPr/>
            <p:nvPr/>
          </p:nvSpPr>
          <p:spPr>
            <a:xfrm>
              <a:off x="5083159" y="4883442"/>
              <a:ext cx="724451" cy="954367"/>
            </a:xfrm>
            <a:prstGeom prst="ellipse">
              <a:avLst/>
            </a:prstGeom>
            <a:solidFill>
              <a:srgbClr val="C4AE9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C2716668-938B-8657-272F-D2279AE8A159}"/>
                </a:ext>
              </a:extLst>
            </p:cNvPr>
            <p:cNvSpPr/>
            <p:nvPr/>
          </p:nvSpPr>
          <p:spPr>
            <a:xfrm>
              <a:off x="4134742" y="542437"/>
              <a:ext cx="3685741" cy="4959344"/>
            </a:xfrm>
            <a:custGeom>
              <a:avLst/>
              <a:gdLst>
                <a:gd name="connsiteX0" fmla="*/ 0 w 982639"/>
                <a:gd name="connsiteY0" fmla="*/ 0 h 2647666"/>
                <a:gd name="connsiteX1" fmla="*/ 982639 w 982639"/>
                <a:gd name="connsiteY1" fmla="*/ 0 h 2647666"/>
                <a:gd name="connsiteX2" fmla="*/ 982639 w 982639"/>
                <a:gd name="connsiteY2" fmla="*/ 2647666 h 2647666"/>
                <a:gd name="connsiteX3" fmla="*/ 0 w 982639"/>
                <a:gd name="connsiteY3" fmla="*/ 2647666 h 2647666"/>
                <a:gd name="connsiteX4" fmla="*/ 0 w 982639"/>
                <a:gd name="connsiteY4" fmla="*/ 0 h 2647666"/>
                <a:gd name="connsiteX0" fmla="*/ 0 w 1091821"/>
                <a:gd name="connsiteY0" fmla="*/ 0 h 3684896"/>
                <a:gd name="connsiteX1" fmla="*/ 1091821 w 1091821"/>
                <a:gd name="connsiteY1" fmla="*/ 1037230 h 3684896"/>
                <a:gd name="connsiteX2" fmla="*/ 1091821 w 1091821"/>
                <a:gd name="connsiteY2" fmla="*/ 3684896 h 3684896"/>
                <a:gd name="connsiteX3" fmla="*/ 109182 w 1091821"/>
                <a:gd name="connsiteY3" fmla="*/ 3684896 h 3684896"/>
                <a:gd name="connsiteX4" fmla="*/ 0 w 1091821"/>
                <a:gd name="connsiteY4" fmla="*/ 0 h 3684896"/>
                <a:gd name="connsiteX0" fmla="*/ 310597 w 1402418"/>
                <a:gd name="connsiteY0" fmla="*/ 0 h 3684896"/>
                <a:gd name="connsiteX1" fmla="*/ 1402418 w 1402418"/>
                <a:gd name="connsiteY1" fmla="*/ 1037230 h 3684896"/>
                <a:gd name="connsiteX2" fmla="*/ 1402418 w 1402418"/>
                <a:gd name="connsiteY2" fmla="*/ 3684896 h 3684896"/>
                <a:gd name="connsiteX3" fmla="*/ 419779 w 1402418"/>
                <a:gd name="connsiteY3" fmla="*/ 3684896 h 3684896"/>
                <a:gd name="connsiteX4" fmla="*/ 310597 w 1402418"/>
                <a:gd name="connsiteY4" fmla="*/ 0 h 3684896"/>
                <a:gd name="connsiteX0" fmla="*/ 1584234 w 2676055"/>
                <a:gd name="connsiteY0" fmla="*/ 0 h 4244454"/>
                <a:gd name="connsiteX1" fmla="*/ 2676055 w 2676055"/>
                <a:gd name="connsiteY1" fmla="*/ 1037230 h 4244454"/>
                <a:gd name="connsiteX2" fmla="*/ 2676055 w 2676055"/>
                <a:gd name="connsiteY2" fmla="*/ 3684896 h 4244454"/>
                <a:gd name="connsiteX3" fmla="*/ 1094 w 2676055"/>
                <a:gd name="connsiteY3" fmla="*/ 4244454 h 4244454"/>
                <a:gd name="connsiteX4" fmla="*/ 1584234 w 2676055"/>
                <a:gd name="connsiteY4" fmla="*/ 0 h 4244454"/>
                <a:gd name="connsiteX0" fmla="*/ 1583994 w 2675815"/>
                <a:gd name="connsiteY0" fmla="*/ 0 h 4244454"/>
                <a:gd name="connsiteX1" fmla="*/ 2675815 w 2675815"/>
                <a:gd name="connsiteY1" fmla="*/ 1037230 h 4244454"/>
                <a:gd name="connsiteX2" fmla="*/ 2675815 w 2675815"/>
                <a:gd name="connsiteY2" fmla="*/ 3684896 h 4244454"/>
                <a:gd name="connsiteX3" fmla="*/ 854 w 2675815"/>
                <a:gd name="connsiteY3" fmla="*/ 4244454 h 4244454"/>
                <a:gd name="connsiteX4" fmla="*/ 1583994 w 2675815"/>
                <a:gd name="connsiteY4" fmla="*/ 0 h 4244454"/>
                <a:gd name="connsiteX0" fmla="*/ 1583994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83994 w 2675815"/>
                <a:gd name="connsiteY4" fmla="*/ 0 h 4176215"/>
                <a:gd name="connsiteX0" fmla="*/ 1502170 w 2675878"/>
                <a:gd name="connsiteY0" fmla="*/ 0 h 4176215"/>
                <a:gd name="connsiteX1" fmla="*/ 2675878 w 2675878"/>
                <a:gd name="connsiteY1" fmla="*/ 1037230 h 4176215"/>
                <a:gd name="connsiteX2" fmla="*/ 2675878 w 2675878"/>
                <a:gd name="connsiteY2" fmla="*/ 3684896 h 4176215"/>
                <a:gd name="connsiteX3" fmla="*/ 917 w 2675878"/>
                <a:gd name="connsiteY3" fmla="*/ 4176215 h 4176215"/>
                <a:gd name="connsiteX4" fmla="*/ 1502170 w 2675878"/>
                <a:gd name="connsiteY4" fmla="*/ 0 h 4176215"/>
                <a:gd name="connsiteX0" fmla="*/ 1502107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02107 w 2675815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2675815 w 3044304"/>
                <a:gd name="connsiteY2" fmla="*/ 3684896 h 4176215"/>
                <a:gd name="connsiteX3" fmla="*/ 854 w 3044304"/>
                <a:gd name="connsiteY3" fmla="*/ 4176215 h 4176215"/>
                <a:gd name="connsiteX4" fmla="*/ 1502107 w 3044304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854 w 3044304"/>
                <a:gd name="connsiteY2" fmla="*/ 4176215 h 4176215"/>
                <a:gd name="connsiteX3" fmla="*/ 1502107 w 3044304"/>
                <a:gd name="connsiteY3" fmla="*/ 0 h 4176215"/>
                <a:gd name="connsiteX0" fmla="*/ 1502107 w 3044304"/>
                <a:gd name="connsiteY0" fmla="*/ 0 h 4420495"/>
                <a:gd name="connsiteX1" fmla="*/ 3044304 w 3044304"/>
                <a:gd name="connsiteY1" fmla="*/ 1337480 h 4420495"/>
                <a:gd name="connsiteX2" fmla="*/ 854 w 3044304"/>
                <a:gd name="connsiteY2" fmla="*/ 4176215 h 4420495"/>
                <a:gd name="connsiteX3" fmla="*/ 1502107 w 3044304"/>
                <a:gd name="connsiteY3" fmla="*/ 0 h 4420495"/>
                <a:gd name="connsiteX0" fmla="*/ 1761259 w 3303456"/>
                <a:gd name="connsiteY0" fmla="*/ 0 h 4433289"/>
                <a:gd name="connsiteX1" fmla="*/ 3303456 w 3303456"/>
                <a:gd name="connsiteY1" fmla="*/ 1337480 h 4433289"/>
                <a:gd name="connsiteX2" fmla="*/ 698 w 3303456"/>
                <a:gd name="connsiteY2" fmla="*/ 4189863 h 4433289"/>
                <a:gd name="connsiteX3" fmla="*/ 1761259 w 3303456"/>
                <a:gd name="connsiteY3" fmla="*/ 0 h 4433289"/>
                <a:gd name="connsiteX0" fmla="*/ 1761259 w 3303456"/>
                <a:gd name="connsiteY0" fmla="*/ 0 h 4419940"/>
                <a:gd name="connsiteX1" fmla="*/ 3303456 w 3303456"/>
                <a:gd name="connsiteY1" fmla="*/ 1337480 h 4419940"/>
                <a:gd name="connsiteX2" fmla="*/ 698 w 3303456"/>
                <a:gd name="connsiteY2" fmla="*/ 4189863 h 4419940"/>
                <a:gd name="connsiteX3" fmla="*/ 1761259 w 3303456"/>
                <a:gd name="connsiteY3" fmla="*/ 0 h 4419940"/>
                <a:gd name="connsiteX0" fmla="*/ 1761259 w 3492639"/>
                <a:gd name="connsiteY0" fmla="*/ 0 h 4391767"/>
                <a:gd name="connsiteX1" fmla="*/ 3303456 w 3492639"/>
                <a:gd name="connsiteY1" fmla="*/ 1337480 h 4391767"/>
                <a:gd name="connsiteX2" fmla="*/ 698 w 3492639"/>
                <a:gd name="connsiteY2" fmla="*/ 4189863 h 4391767"/>
                <a:gd name="connsiteX3" fmla="*/ 1761259 w 3492639"/>
                <a:gd name="connsiteY3" fmla="*/ 0 h 4391767"/>
                <a:gd name="connsiteX0" fmla="*/ 1761259 w 3393044"/>
                <a:gd name="connsiteY0" fmla="*/ 0 h 4454701"/>
                <a:gd name="connsiteX1" fmla="*/ 3303456 w 3393044"/>
                <a:gd name="connsiteY1" fmla="*/ 1337480 h 4454701"/>
                <a:gd name="connsiteX2" fmla="*/ 698 w 3393044"/>
                <a:gd name="connsiteY2" fmla="*/ 4189863 h 4454701"/>
                <a:gd name="connsiteX3" fmla="*/ 1761259 w 3393044"/>
                <a:gd name="connsiteY3" fmla="*/ 0 h 4454701"/>
                <a:gd name="connsiteX0" fmla="*/ 1761259 w 3496543"/>
                <a:gd name="connsiteY0" fmla="*/ 0 h 4460693"/>
                <a:gd name="connsiteX1" fmla="*/ 3303456 w 3496543"/>
                <a:gd name="connsiteY1" fmla="*/ 1337480 h 4460693"/>
                <a:gd name="connsiteX2" fmla="*/ 698 w 3496543"/>
                <a:gd name="connsiteY2" fmla="*/ 4189863 h 4460693"/>
                <a:gd name="connsiteX3" fmla="*/ 1761259 w 3496543"/>
                <a:gd name="connsiteY3" fmla="*/ 0 h 4460693"/>
                <a:gd name="connsiteX0" fmla="*/ 1761259 w 3526373"/>
                <a:gd name="connsiteY0" fmla="*/ 96558 h 4557251"/>
                <a:gd name="connsiteX1" fmla="*/ 3303456 w 3526373"/>
                <a:gd name="connsiteY1" fmla="*/ 1434038 h 4557251"/>
                <a:gd name="connsiteX2" fmla="*/ 698 w 3526373"/>
                <a:gd name="connsiteY2" fmla="*/ 4286421 h 4557251"/>
                <a:gd name="connsiteX3" fmla="*/ 1761259 w 3526373"/>
                <a:gd name="connsiteY3" fmla="*/ 96558 h 4557251"/>
                <a:gd name="connsiteX0" fmla="*/ 1761259 w 3500669"/>
                <a:gd name="connsiteY0" fmla="*/ 312674 h 4773367"/>
                <a:gd name="connsiteX1" fmla="*/ 3303456 w 3500669"/>
                <a:gd name="connsiteY1" fmla="*/ 1650154 h 4773367"/>
                <a:gd name="connsiteX2" fmla="*/ 698 w 3500669"/>
                <a:gd name="connsiteY2" fmla="*/ 4502537 h 4773367"/>
                <a:gd name="connsiteX3" fmla="*/ 1761259 w 3500669"/>
                <a:gd name="connsiteY3" fmla="*/ 312674 h 4773367"/>
                <a:gd name="connsiteX0" fmla="*/ 1761259 w 3500669"/>
                <a:gd name="connsiteY0" fmla="*/ 312674 h 4764736"/>
                <a:gd name="connsiteX1" fmla="*/ 3303456 w 3500669"/>
                <a:gd name="connsiteY1" fmla="*/ 1650154 h 4764736"/>
                <a:gd name="connsiteX2" fmla="*/ 698 w 3500669"/>
                <a:gd name="connsiteY2" fmla="*/ 4502537 h 4764736"/>
                <a:gd name="connsiteX3" fmla="*/ 1761259 w 3500669"/>
                <a:gd name="connsiteY3" fmla="*/ 312674 h 4764736"/>
                <a:gd name="connsiteX0" fmla="*/ 1761259 w 3500669"/>
                <a:gd name="connsiteY0" fmla="*/ 312674 h 4735035"/>
                <a:gd name="connsiteX1" fmla="*/ 3303456 w 3500669"/>
                <a:gd name="connsiteY1" fmla="*/ 1650154 h 4735035"/>
                <a:gd name="connsiteX2" fmla="*/ 698 w 3500669"/>
                <a:gd name="connsiteY2" fmla="*/ 4502537 h 4735035"/>
                <a:gd name="connsiteX3" fmla="*/ 1761259 w 3500669"/>
                <a:gd name="connsiteY3" fmla="*/ 312674 h 4735035"/>
                <a:gd name="connsiteX0" fmla="*/ 1761259 w 3500669"/>
                <a:gd name="connsiteY0" fmla="*/ 312674 h 4726718"/>
                <a:gd name="connsiteX1" fmla="*/ 3303456 w 3500669"/>
                <a:gd name="connsiteY1" fmla="*/ 1650154 h 4726718"/>
                <a:gd name="connsiteX2" fmla="*/ 698 w 3500669"/>
                <a:gd name="connsiteY2" fmla="*/ 4502537 h 4726718"/>
                <a:gd name="connsiteX3" fmla="*/ 1761259 w 3500669"/>
                <a:gd name="connsiteY3" fmla="*/ 312674 h 4726718"/>
                <a:gd name="connsiteX0" fmla="*/ 1829466 w 3568876"/>
                <a:gd name="connsiteY0" fmla="*/ 312674 h 4791604"/>
                <a:gd name="connsiteX1" fmla="*/ 3371663 w 3568876"/>
                <a:gd name="connsiteY1" fmla="*/ 1650154 h 4791604"/>
                <a:gd name="connsiteX2" fmla="*/ 666 w 3568876"/>
                <a:gd name="connsiteY2" fmla="*/ 4570775 h 4791604"/>
                <a:gd name="connsiteX3" fmla="*/ 1829466 w 3568876"/>
                <a:gd name="connsiteY3" fmla="*/ 312674 h 4791604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77167"/>
                <a:gd name="connsiteY0" fmla="*/ 312674 h 4781659"/>
                <a:gd name="connsiteX1" fmla="*/ 3371663 w 3577167"/>
                <a:gd name="connsiteY1" fmla="*/ 1650154 h 4781659"/>
                <a:gd name="connsiteX2" fmla="*/ 666 w 3577167"/>
                <a:gd name="connsiteY2" fmla="*/ 4570775 h 4781659"/>
                <a:gd name="connsiteX3" fmla="*/ 1829466 w 3577167"/>
                <a:gd name="connsiteY3" fmla="*/ 312674 h 4781659"/>
                <a:gd name="connsiteX0" fmla="*/ 1829466 w 3567546"/>
                <a:gd name="connsiteY0" fmla="*/ 287437 h 4759231"/>
                <a:gd name="connsiteX1" fmla="*/ 3358963 w 3567546"/>
                <a:gd name="connsiteY1" fmla="*/ 1682067 h 4759231"/>
                <a:gd name="connsiteX2" fmla="*/ 666 w 3567546"/>
                <a:gd name="connsiteY2" fmla="*/ 4545538 h 4759231"/>
                <a:gd name="connsiteX3" fmla="*/ 1829466 w 3567546"/>
                <a:gd name="connsiteY3" fmla="*/ 287437 h 4759231"/>
                <a:gd name="connsiteX0" fmla="*/ 1829466 w 3587284"/>
                <a:gd name="connsiteY0" fmla="*/ 287437 h 4759231"/>
                <a:gd name="connsiteX1" fmla="*/ 3358963 w 3587284"/>
                <a:gd name="connsiteY1" fmla="*/ 1682067 h 4759231"/>
                <a:gd name="connsiteX2" fmla="*/ 666 w 3587284"/>
                <a:gd name="connsiteY2" fmla="*/ 4545538 h 4759231"/>
                <a:gd name="connsiteX3" fmla="*/ 1829466 w 3587284"/>
                <a:gd name="connsiteY3" fmla="*/ 287437 h 4759231"/>
                <a:gd name="connsiteX0" fmla="*/ 1829466 w 3594891"/>
                <a:gd name="connsiteY0" fmla="*/ 292062 h 4763856"/>
                <a:gd name="connsiteX1" fmla="*/ 3358963 w 3594891"/>
                <a:gd name="connsiteY1" fmla="*/ 1686692 h 4763856"/>
                <a:gd name="connsiteX2" fmla="*/ 666 w 3594891"/>
                <a:gd name="connsiteY2" fmla="*/ 4550163 h 4763856"/>
                <a:gd name="connsiteX3" fmla="*/ 1829466 w 3594891"/>
                <a:gd name="connsiteY3" fmla="*/ 292062 h 4763856"/>
                <a:gd name="connsiteX0" fmla="*/ 1829466 w 3587284"/>
                <a:gd name="connsiteY0" fmla="*/ 501830 h 4973624"/>
                <a:gd name="connsiteX1" fmla="*/ 3358963 w 3587284"/>
                <a:gd name="connsiteY1" fmla="*/ 1896460 h 4973624"/>
                <a:gd name="connsiteX2" fmla="*/ 666 w 3587284"/>
                <a:gd name="connsiteY2" fmla="*/ 4759931 h 4973624"/>
                <a:gd name="connsiteX3" fmla="*/ 1829466 w 3587284"/>
                <a:gd name="connsiteY3" fmla="*/ 501830 h 4973624"/>
                <a:gd name="connsiteX0" fmla="*/ 1829466 w 3617639"/>
                <a:gd name="connsiteY0" fmla="*/ 481142 h 4952936"/>
                <a:gd name="connsiteX1" fmla="*/ 3358963 w 3617639"/>
                <a:gd name="connsiteY1" fmla="*/ 1875772 h 4952936"/>
                <a:gd name="connsiteX2" fmla="*/ 666 w 3617639"/>
                <a:gd name="connsiteY2" fmla="*/ 4739243 h 4952936"/>
                <a:gd name="connsiteX3" fmla="*/ 1829466 w 3617639"/>
                <a:gd name="connsiteY3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7084"/>
                <a:gd name="connsiteX1" fmla="*/ 3427065 w 3685741"/>
                <a:gd name="connsiteY1" fmla="*/ 1875772 h 4957084"/>
                <a:gd name="connsiteX2" fmla="*/ 68768 w 3685741"/>
                <a:gd name="connsiteY2" fmla="*/ 4739243 h 4957084"/>
                <a:gd name="connsiteX3" fmla="*/ 1283419 w 3685741"/>
                <a:gd name="connsiteY3" fmla="*/ 2105229 h 4957084"/>
                <a:gd name="connsiteX4" fmla="*/ 1897568 w 3685741"/>
                <a:gd name="connsiteY4" fmla="*/ 481142 h 4957084"/>
                <a:gd name="connsiteX0" fmla="*/ 1897568 w 3685741"/>
                <a:gd name="connsiteY0" fmla="*/ 481142 h 4944704"/>
                <a:gd name="connsiteX1" fmla="*/ 3427065 w 3685741"/>
                <a:gd name="connsiteY1" fmla="*/ 1875772 h 4944704"/>
                <a:gd name="connsiteX2" fmla="*/ 68768 w 3685741"/>
                <a:gd name="connsiteY2" fmla="*/ 4739243 h 4944704"/>
                <a:gd name="connsiteX3" fmla="*/ 1283419 w 3685741"/>
                <a:gd name="connsiteY3" fmla="*/ 2105229 h 4944704"/>
                <a:gd name="connsiteX4" fmla="*/ 1897568 w 3685741"/>
                <a:gd name="connsiteY4" fmla="*/ 481142 h 4944704"/>
                <a:gd name="connsiteX0" fmla="*/ 1897568 w 3685741"/>
                <a:gd name="connsiteY0" fmla="*/ 481142 h 4908762"/>
                <a:gd name="connsiteX1" fmla="*/ 3427065 w 3685741"/>
                <a:gd name="connsiteY1" fmla="*/ 1875772 h 4908762"/>
                <a:gd name="connsiteX2" fmla="*/ 68768 w 3685741"/>
                <a:gd name="connsiteY2" fmla="*/ 4739243 h 4908762"/>
                <a:gd name="connsiteX3" fmla="*/ 1283419 w 3685741"/>
                <a:gd name="connsiteY3" fmla="*/ 2105229 h 4908762"/>
                <a:gd name="connsiteX4" fmla="*/ 1897568 w 3685741"/>
                <a:gd name="connsiteY4" fmla="*/ 481142 h 4908762"/>
                <a:gd name="connsiteX0" fmla="*/ 1897568 w 3685741"/>
                <a:gd name="connsiteY0" fmla="*/ 481142 h 4965440"/>
                <a:gd name="connsiteX1" fmla="*/ 3427065 w 3685741"/>
                <a:gd name="connsiteY1" fmla="*/ 1875772 h 4965440"/>
                <a:gd name="connsiteX2" fmla="*/ 68768 w 3685741"/>
                <a:gd name="connsiteY2" fmla="*/ 4739243 h 4965440"/>
                <a:gd name="connsiteX3" fmla="*/ 1283419 w 3685741"/>
                <a:gd name="connsiteY3" fmla="*/ 2105229 h 4965440"/>
                <a:gd name="connsiteX4" fmla="*/ 1897568 w 3685741"/>
                <a:gd name="connsiteY4" fmla="*/ 481142 h 4965440"/>
                <a:gd name="connsiteX0" fmla="*/ 1897568 w 3685741"/>
                <a:gd name="connsiteY0" fmla="*/ 481142 h 4957868"/>
                <a:gd name="connsiteX1" fmla="*/ 3427065 w 3685741"/>
                <a:gd name="connsiteY1" fmla="*/ 1875772 h 4957868"/>
                <a:gd name="connsiteX2" fmla="*/ 68768 w 3685741"/>
                <a:gd name="connsiteY2" fmla="*/ 4739243 h 4957868"/>
                <a:gd name="connsiteX3" fmla="*/ 1283419 w 3685741"/>
                <a:gd name="connsiteY3" fmla="*/ 2105229 h 4957868"/>
                <a:gd name="connsiteX4" fmla="*/ 1897568 w 3685741"/>
                <a:gd name="connsiteY4" fmla="*/ 481142 h 4957868"/>
                <a:gd name="connsiteX0" fmla="*/ 1897568 w 3685741"/>
                <a:gd name="connsiteY0" fmla="*/ 481142 h 4959344"/>
                <a:gd name="connsiteX1" fmla="*/ 3427065 w 3685741"/>
                <a:gd name="connsiteY1" fmla="*/ 1875772 h 4959344"/>
                <a:gd name="connsiteX2" fmla="*/ 68768 w 3685741"/>
                <a:gd name="connsiteY2" fmla="*/ 4739243 h 4959344"/>
                <a:gd name="connsiteX3" fmla="*/ 1283419 w 3685741"/>
                <a:gd name="connsiteY3" fmla="*/ 2105229 h 4959344"/>
                <a:gd name="connsiteX4" fmla="*/ 1897568 w 3685741"/>
                <a:gd name="connsiteY4" fmla="*/ 481142 h 495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741" h="4959344">
                  <a:moveTo>
                    <a:pt x="1897568" y="481142"/>
                  </a:moveTo>
                  <a:cubicBezTo>
                    <a:pt x="1633713" y="-151204"/>
                    <a:pt x="4550729" y="-548981"/>
                    <a:pt x="3427065" y="1875772"/>
                  </a:cubicBezTo>
                  <a:cubicBezTo>
                    <a:pt x="3680497" y="2225590"/>
                    <a:pt x="4399655" y="5881107"/>
                    <a:pt x="68768" y="4739243"/>
                  </a:cubicBezTo>
                  <a:cubicBezTo>
                    <a:pt x="-308978" y="4770662"/>
                    <a:pt x="978619" y="2814912"/>
                    <a:pt x="1283419" y="2105229"/>
                  </a:cubicBezTo>
                  <a:cubicBezTo>
                    <a:pt x="1588219" y="1395546"/>
                    <a:pt x="1751834" y="812812"/>
                    <a:pt x="1897568" y="481142"/>
                  </a:cubicBezTo>
                  <a:close/>
                </a:path>
              </a:pathLst>
            </a:custGeom>
            <a:solidFill>
              <a:srgbClr val="E8562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85">
              <a:extLst>
                <a:ext uri="{FF2B5EF4-FFF2-40B4-BE49-F238E27FC236}">
                  <a16:creationId xmlns:a16="http://schemas.microsoft.com/office/drawing/2014/main" id="{F5320EDC-D7F1-B868-E18B-B112C2782AC1}"/>
                </a:ext>
              </a:extLst>
            </p:cNvPr>
            <p:cNvSpPr/>
            <p:nvPr/>
          </p:nvSpPr>
          <p:spPr>
            <a:xfrm>
              <a:off x="5954535" y="1746206"/>
              <a:ext cx="1688893" cy="1724145"/>
            </a:xfrm>
            <a:custGeom>
              <a:avLst/>
              <a:gdLst>
                <a:gd name="connsiteX0" fmla="*/ 0 w 1193800"/>
                <a:gd name="connsiteY0" fmla="*/ 0 h 1145692"/>
                <a:gd name="connsiteX1" fmla="*/ 1193800 w 1193800"/>
                <a:gd name="connsiteY1" fmla="*/ 0 h 1145692"/>
                <a:gd name="connsiteX2" fmla="*/ 1193800 w 1193800"/>
                <a:gd name="connsiteY2" fmla="*/ 1145692 h 1145692"/>
                <a:gd name="connsiteX3" fmla="*/ 0 w 1193800"/>
                <a:gd name="connsiteY3" fmla="*/ 1145692 h 1145692"/>
                <a:gd name="connsiteX4" fmla="*/ 0 w 119380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114300 w 1631950"/>
                <a:gd name="connsiteY0" fmla="*/ 110348 h 1256040"/>
                <a:gd name="connsiteX1" fmla="*/ 1631950 w 1631950"/>
                <a:gd name="connsiteY1" fmla="*/ 878698 h 1256040"/>
                <a:gd name="connsiteX2" fmla="*/ 1308100 w 1631950"/>
                <a:gd name="connsiteY2" fmla="*/ 1256040 h 1256040"/>
                <a:gd name="connsiteX3" fmla="*/ 114300 w 1631950"/>
                <a:gd name="connsiteY3" fmla="*/ 1256040 h 1256040"/>
                <a:gd name="connsiteX4" fmla="*/ 0 w 1631950"/>
                <a:gd name="connsiteY4" fmla="*/ 0 h 1256040"/>
                <a:gd name="connsiteX5" fmla="*/ 114300 w 1631950"/>
                <a:gd name="connsiteY5" fmla="*/ 110348 h 1256040"/>
                <a:gd name="connsiteX0" fmla="*/ 117133 w 1634783"/>
                <a:gd name="connsiteY0" fmla="*/ 122551 h 1268243"/>
                <a:gd name="connsiteX1" fmla="*/ 1634783 w 1634783"/>
                <a:gd name="connsiteY1" fmla="*/ 890901 h 1268243"/>
                <a:gd name="connsiteX2" fmla="*/ 1310933 w 1634783"/>
                <a:gd name="connsiteY2" fmla="*/ 1268243 h 1268243"/>
                <a:gd name="connsiteX3" fmla="*/ 117133 w 1634783"/>
                <a:gd name="connsiteY3" fmla="*/ 1268243 h 1268243"/>
                <a:gd name="connsiteX4" fmla="*/ 85383 w 1634783"/>
                <a:gd name="connsiteY4" fmla="*/ 151903 h 1268243"/>
                <a:gd name="connsiteX5" fmla="*/ 2833 w 1634783"/>
                <a:gd name="connsiteY5" fmla="*/ 12203 h 1268243"/>
                <a:gd name="connsiteX6" fmla="*/ 117133 w 1634783"/>
                <a:gd name="connsiteY6" fmla="*/ 122551 h 1268243"/>
                <a:gd name="connsiteX0" fmla="*/ 147375 w 1665025"/>
                <a:gd name="connsiteY0" fmla="*/ 110392 h 1256084"/>
                <a:gd name="connsiteX1" fmla="*/ 1665025 w 1665025"/>
                <a:gd name="connsiteY1" fmla="*/ 878742 h 1256084"/>
                <a:gd name="connsiteX2" fmla="*/ 1341175 w 1665025"/>
                <a:gd name="connsiteY2" fmla="*/ 1256084 h 1256084"/>
                <a:gd name="connsiteX3" fmla="*/ 147375 w 1665025"/>
                <a:gd name="connsiteY3" fmla="*/ 1256084 h 1256084"/>
                <a:gd name="connsiteX4" fmla="*/ 7676 w 1665025"/>
                <a:gd name="connsiteY4" fmla="*/ 152445 h 1256084"/>
                <a:gd name="connsiteX5" fmla="*/ 115625 w 1665025"/>
                <a:gd name="connsiteY5" fmla="*/ 139744 h 1256084"/>
                <a:gd name="connsiteX6" fmla="*/ 33075 w 1665025"/>
                <a:gd name="connsiteY6" fmla="*/ 44 h 1256084"/>
                <a:gd name="connsiteX7" fmla="*/ 147375 w 1665025"/>
                <a:gd name="connsiteY7" fmla="*/ 110392 h 1256084"/>
                <a:gd name="connsiteX0" fmla="*/ 141507 w 1659157"/>
                <a:gd name="connsiteY0" fmla="*/ 110392 h 1256084"/>
                <a:gd name="connsiteX1" fmla="*/ 1659157 w 1659157"/>
                <a:gd name="connsiteY1" fmla="*/ 878742 h 1256084"/>
                <a:gd name="connsiteX2" fmla="*/ 1335307 w 1659157"/>
                <a:gd name="connsiteY2" fmla="*/ 1256084 h 1256084"/>
                <a:gd name="connsiteX3" fmla="*/ 141507 w 1659157"/>
                <a:gd name="connsiteY3" fmla="*/ 1256084 h 1256084"/>
                <a:gd name="connsiteX4" fmla="*/ 128808 w 1659157"/>
                <a:gd name="connsiteY4" fmla="*/ 254044 h 1256084"/>
                <a:gd name="connsiteX5" fmla="*/ 1808 w 1659157"/>
                <a:gd name="connsiteY5" fmla="*/ 152445 h 1256084"/>
                <a:gd name="connsiteX6" fmla="*/ 109757 w 1659157"/>
                <a:gd name="connsiteY6" fmla="*/ 139744 h 1256084"/>
                <a:gd name="connsiteX7" fmla="*/ 27207 w 1659157"/>
                <a:gd name="connsiteY7" fmla="*/ 44 h 1256084"/>
                <a:gd name="connsiteX8" fmla="*/ 141507 w 1659157"/>
                <a:gd name="connsiteY8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9867 w 1659116"/>
                <a:gd name="connsiteY4" fmla="*/ 266744 h 1256084"/>
                <a:gd name="connsiteX5" fmla="*/ 128767 w 1659116"/>
                <a:gd name="connsiteY5" fmla="*/ 254044 h 1256084"/>
                <a:gd name="connsiteX6" fmla="*/ 1767 w 1659116"/>
                <a:gd name="connsiteY6" fmla="*/ 152445 h 1256084"/>
                <a:gd name="connsiteX7" fmla="*/ 109716 w 1659116"/>
                <a:gd name="connsiteY7" fmla="*/ 139744 h 1256084"/>
                <a:gd name="connsiteX8" fmla="*/ 27166 w 1659116"/>
                <a:gd name="connsiteY8" fmla="*/ 44 h 1256084"/>
                <a:gd name="connsiteX9" fmla="*/ 141466 w 1659116"/>
                <a:gd name="connsiteY9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198616 w 1659116"/>
                <a:gd name="connsiteY4" fmla="*/ 406444 h 1256084"/>
                <a:gd name="connsiteX5" fmla="*/ 39867 w 1659116"/>
                <a:gd name="connsiteY5" fmla="*/ 266744 h 1256084"/>
                <a:gd name="connsiteX6" fmla="*/ 128767 w 1659116"/>
                <a:gd name="connsiteY6" fmla="*/ 254044 h 1256084"/>
                <a:gd name="connsiteX7" fmla="*/ 1767 w 1659116"/>
                <a:gd name="connsiteY7" fmla="*/ 152445 h 1256084"/>
                <a:gd name="connsiteX8" fmla="*/ 109716 w 1659116"/>
                <a:gd name="connsiteY8" fmla="*/ 139744 h 1256084"/>
                <a:gd name="connsiteX9" fmla="*/ 27166 w 1659116"/>
                <a:gd name="connsiteY9" fmla="*/ 44 h 1256084"/>
                <a:gd name="connsiteX10" fmla="*/ 141466 w 1659116"/>
                <a:gd name="connsiteY10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7016 w 1659116"/>
                <a:gd name="connsiteY4" fmla="*/ 431844 h 1256084"/>
                <a:gd name="connsiteX5" fmla="*/ 198616 w 1659116"/>
                <a:gd name="connsiteY5" fmla="*/ 406444 h 1256084"/>
                <a:gd name="connsiteX6" fmla="*/ 39867 w 1659116"/>
                <a:gd name="connsiteY6" fmla="*/ 266744 h 1256084"/>
                <a:gd name="connsiteX7" fmla="*/ 128767 w 1659116"/>
                <a:gd name="connsiteY7" fmla="*/ 254044 h 1256084"/>
                <a:gd name="connsiteX8" fmla="*/ 1767 w 1659116"/>
                <a:gd name="connsiteY8" fmla="*/ 152445 h 1256084"/>
                <a:gd name="connsiteX9" fmla="*/ 109716 w 1659116"/>
                <a:gd name="connsiteY9" fmla="*/ 139744 h 1256084"/>
                <a:gd name="connsiteX10" fmla="*/ 27166 w 1659116"/>
                <a:gd name="connsiteY10" fmla="*/ 44 h 1256084"/>
                <a:gd name="connsiteX11" fmla="*/ 141466 w 1659116"/>
                <a:gd name="connsiteY11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255766 w 1659116"/>
                <a:gd name="connsiteY4" fmla="*/ 533444 h 1256084"/>
                <a:gd name="connsiteX5" fmla="*/ 97016 w 1659116"/>
                <a:gd name="connsiteY5" fmla="*/ 431844 h 1256084"/>
                <a:gd name="connsiteX6" fmla="*/ 198616 w 1659116"/>
                <a:gd name="connsiteY6" fmla="*/ 406444 h 1256084"/>
                <a:gd name="connsiteX7" fmla="*/ 39867 w 1659116"/>
                <a:gd name="connsiteY7" fmla="*/ 266744 h 1256084"/>
                <a:gd name="connsiteX8" fmla="*/ 128767 w 1659116"/>
                <a:gd name="connsiteY8" fmla="*/ 254044 h 1256084"/>
                <a:gd name="connsiteX9" fmla="*/ 1767 w 1659116"/>
                <a:gd name="connsiteY9" fmla="*/ 152445 h 1256084"/>
                <a:gd name="connsiteX10" fmla="*/ 109716 w 1659116"/>
                <a:gd name="connsiteY10" fmla="*/ 139744 h 1256084"/>
                <a:gd name="connsiteX11" fmla="*/ 27166 w 1659116"/>
                <a:gd name="connsiteY11" fmla="*/ 44 h 1256084"/>
                <a:gd name="connsiteX12" fmla="*/ 141466 w 1659116"/>
                <a:gd name="connsiteY12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0666 w 1659116"/>
                <a:gd name="connsiteY4" fmla="*/ 565194 h 1256084"/>
                <a:gd name="connsiteX5" fmla="*/ 255766 w 1659116"/>
                <a:gd name="connsiteY5" fmla="*/ 533444 h 1256084"/>
                <a:gd name="connsiteX6" fmla="*/ 97016 w 1659116"/>
                <a:gd name="connsiteY6" fmla="*/ 431844 h 1256084"/>
                <a:gd name="connsiteX7" fmla="*/ 198616 w 1659116"/>
                <a:gd name="connsiteY7" fmla="*/ 406444 h 1256084"/>
                <a:gd name="connsiteX8" fmla="*/ 39867 w 1659116"/>
                <a:gd name="connsiteY8" fmla="*/ 266744 h 1256084"/>
                <a:gd name="connsiteX9" fmla="*/ 128767 w 1659116"/>
                <a:gd name="connsiteY9" fmla="*/ 254044 h 1256084"/>
                <a:gd name="connsiteX10" fmla="*/ 1767 w 1659116"/>
                <a:gd name="connsiteY10" fmla="*/ 152445 h 1256084"/>
                <a:gd name="connsiteX11" fmla="*/ 109716 w 1659116"/>
                <a:gd name="connsiteY11" fmla="*/ 139744 h 1256084"/>
                <a:gd name="connsiteX12" fmla="*/ 27166 w 1659116"/>
                <a:gd name="connsiteY12" fmla="*/ 44 h 1256084"/>
                <a:gd name="connsiteX13" fmla="*/ 141466 w 1659116"/>
                <a:gd name="connsiteY13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928866 w 1659116"/>
                <a:gd name="connsiteY3" fmla="*/ 1174794 h 1256084"/>
                <a:gd name="connsiteX4" fmla="*/ 630416 w 1659116"/>
                <a:gd name="connsiteY4" fmla="*/ 709984 h 1256084"/>
                <a:gd name="connsiteX5" fmla="*/ 706616 w 1659116"/>
                <a:gd name="connsiteY5" fmla="*/ 914444 h 1256084"/>
                <a:gd name="connsiteX6" fmla="*/ 90666 w 1659116"/>
                <a:gd name="connsiteY6" fmla="*/ 565194 h 1256084"/>
                <a:gd name="connsiteX7" fmla="*/ 255766 w 1659116"/>
                <a:gd name="connsiteY7" fmla="*/ 533444 h 1256084"/>
                <a:gd name="connsiteX8" fmla="*/ 97016 w 1659116"/>
                <a:gd name="connsiteY8" fmla="*/ 431844 h 1256084"/>
                <a:gd name="connsiteX9" fmla="*/ 198616 w 1659116"/>
                <a:gd name="connsiteY9" fmla="*/ 406444 h 1256084"/>
                <a:gd name="connsiteX10" fmla="*/ 39867 w 1659116"/>
                <a:gd name="connsiteY10" fmla="*/ 266744 h 1256084"/>
                <a:gd name="connsiteX11" fmla="*/ 128767 w 1659116"/>
                <a:gd name="connsiteY11" fmla="*/ 254044 h 1256084"/>
                <a:gd name="connsiteX12" fmla="*/ 1767 w 1659116"/>
                <a:gd name="connsiteY12" fmla="*/ 152445 h 1256084"/>
                <a:gd name="connsiteX13" fmla="*/ 109716 w 1659116"/>
                <a:gd name="connsiteY13" fmla="*/ 139744 h 1256084"/>
                <a:gd name="connsiteX14" fmla="*/ 27166 w 1659116"/>
                <a:gd name="connsiteY14" fmla="*/ 44 h 1256084"/>
                <a:gd name="connsiteX15" fmla="*/ 141466 w 1659116"/>
                <a:gd name="connsiteY15" fmla="*/ 110392 h 1256084"/>
                <a:gd name="connsiteX0" fmla="*/ 141466 w 1659116"/>
                <a:gd name="connsiteY0" fmla="*/ 110392 h 1261468"/>
                <a:gd name="connsiteX1" fmla="*/ 1659116 w 1659116"/>
                <a:gd name="connsiteY1" fmla="*/ 878742 h 1261468"/>
                <a:gd name="connsiteX2" fmla="*/ 1335266 w 1659116"/>
                <a:gd name="connsiteY2" fmla="*/ 1256084 h 1261468"/>
                <a:gd name="connsiteX3" fmla="*/ 871716 w 1659116"/>
                <a:gd name="connsiteY3" fmla="*/ 889044 h 1261468"/>
                <a:gd name="connsiteX4" fmla="*/ 928866 w 1659116"/>
                <a:gd name="connsiteY4" fmla="*/ 1174794 h 1261468"/>
                <a:gd name="connsiteX5" fmla="*/ 630416 w 1659116"/>
                <a:gd name="connsiteY5" fmla="*/ 709984 h 1261468"/>
                <a:gd name="connsiteX6" fmla="*/ 706616 w 1659116"/>
                <a:gd name="connsiteY6" fmla="*/ 914444 h 1261468"/>
                <a:gd name="connsiteX7" fmla="*/ 90666 w 1659116"/>
                <a:gd name="connsiteY7" fmla="*/ 565194 h 1261468"/>
                <a:gd name="connsiteX8" fmla="*/ 255766 w 1659116"/>
                <a:gd name="connsiteY8" fmla="*/ 533444 h 1261468"/>
                <a:gd name="connsiteX9" fmla="*/ 97016 w 1659116"/>
                <a:gd name="connsiteY9" fmla="*/ 431844 h 1261468"/>
                <a:gd name="connsiteX10" fmla="*/ 198616 w 1659116"/>
                <a:gd name="connsiteY10" fmla="*/ 406444 h 1261468"/>
                <a:gd name="connsiteX11" fmla="*/ 39867 w 1659116"/>
                <a:gd name="connsiteY11" fmla="*/ 266744 h 1261468"/>
                <a:gd name="connsiteX12" fmla="*/ 128767 w 1659116"/>
                <a:gd name="connsiteY12" fmla="*/ 254044 h 1261468"/>
                <a:gd name="connsiteX13" fmla="*/ 1767 w 1659116"/>
                <a:gd name="connsiteY13" fmla="*/ 152445 h 1261468"/>
                <a:gd name="connsiteX14" fmla="*/ 109716 w 1659116"/>
                <a:gd name="connsiteY14" fmla="*/ 139744 h 1261468"/>
                <a:gd name="connsiteX15" fmla="*/ 27166 w 1659116"/>
                <a:gd name="connsiteY15" fmla="*/ 44 h 1261468"/>
                <a:gd name="connsiteX16" fmla="*/ 141466 w 1659116"/>
                <a:gd name="connsiteY16" fmla="*/ 110392 h 1261468"/>
                <a:gd name="connsiteX0" fmla="*/ 141466 w 1659116"/>
                <a:gd name="connsiteY0" fmla="*/ 110392 h 1375492"/>
                <a:gd name="connsiteX1" fmla="*/ 1659116 w 1659116"/>
                <a:gd name="connsiteY1" fmla="*/ 878742 h 1375492"/>
                <a:gd name="connsiteX2" fmla="*/ 1335266 w 1659116"/>
                <a:gd name="connsiteY2" fmla="*/ 1256084 h 1375492"/>
                <a:gd name="connsiteX3" fmla="*/ 1100316 w 1659116"/>
                <a:gd name="connsiteY3" fmla="*/ 1358944 h 1375492"/>
                <a:gd name="connsiteX4" fmla="*/ 871716 w 1659116"/>
                <a:gd name="connsiteY4" fmla="*/ 889044 h 1375492"/>
                <a:gd name="connsiteX5" fmla="*/ 928866 w 1659116"/>
                <a:gd name="connsiteY5" fmla="*/ 1174794 h 1375492"/>
                <a:gd name="connsiteX6" fmla="*/ 630416 w 1659116"/>
                <a:gd name="connsiteY6" fmla="*/ 709984 h 1375492"/>
                <a:gd name="connsiteX7" fmla="*/ 706616 w 1659116"/>
                <a:gd name="connsiteY7" fmla="*/ 914444 h 1375492"/>
                <a:gd name="connsiteX8" fmla="*/ 90666 w 1659116"/>
                <a:gd name="connsiteY8" fmla="*/ 565194 h 1375492"/>
                <a:gd name="connsiteX9" fmla="*/ 255766 w 1659116"/>
                <a:gd name="connsiteY9" fmla="*/ 533444 h 1375492"/>
                <a:gd name="connsiteX10" fmla="*/ 97016 w 1659116"/>
                <a:gd name="connsiteY10" fmla="*/ 431844 h 1375492"/>
                <a:gd name="connsiteX11" fmla="*/ 198616 w 1659116"/>
                <a:gd name="connsiteY11" fmla="*/ 406444 h 1375492"/>
                <a:gd name="connsiteX12" fmla="*/ 39867 w 1659116"/>
                <a:gd name="connsiteY12" fmla="*/ 266744 h 1375492"/>
                <a:gd name="connsiteX13" fmla="*/ 128767 w 1659116"/>
                <a:gd name="connsiteY13" fmla="*/ 254044 h 1375492"/>
                <a:gd name="connsiteX14" fmla="*/ 1767 w 1659116"/>
                <a:gd name="connsiteY14" fmla="*/ 152445 h 1375492"/>
                <a:gd name="connsiteX15" fmla="*/ 109716 w 1659116"/>
                <a:gd name="connsiteY15" fmla="*/ 139744 h 1375492"/>
                <a:gd name="connsiteX16" fmla="*/ 27166 w 1659116"/>
                <a:gd name="connsiteY16" fmla="*/ 44 h 1375492"/>
                <a:gd name="connsiteX17" fmla="*/ 141466 w 1659116"/>
                <a:gd name="connsiteY17" fmla="*/ 110392 h 1375492"/>
                <a:gd name="connsiteX0" fmla="*/ 141466 w 1659116"/>
                <a:gd name="connsiteY0" fmla="*/ 110392 h 1716422"/>
                <a:gd name="connsiteX1" fmla="*/ 1659116 w 1659116"/>
                <a:gd name="connsiteY1" fmla="*/ 878742 h 1716422"/>
                <a:gd name="connsiteX2" fmla="*/ 1373366 w 1659116"/>
                <a:gd name="connsiteY2" fmla="*/ 1713284 h 1716422"/>
                <a:gd name="connsiteX3" fmla="*/ 1100316 w 1659116"/>
                <a:gd name="connsiteY3" fmla="*/ 1358944 h 1716422"/>
                <a:gd name="connsiteX4" fmla="*/ 871716 w 1659116"/>
                <a:gd name="connsiteY4" fmla="*/ 889044 h 1716422"/>
                <a:gd name="connsiteX5" fmla="*/ 928866 w 1659116"/>
                <a:gd name="connsiteY5" fmla="*/ 1174794 h 1716422"/>
                <a:gd name="connsiteX6" fmla="*/ 630416 w 1659116"/>
                <a:gd name="connsiteY6" fmla="*/ 709984 h 1716422"/>
                <a:gd name="connsiteX7" fmla="*/ 706616 w 1659116"/>
                <a:gd name="connsiteY7" fmla="*/ 914444 h 1716422"/>
                <a:gd name="connsiteX8" fmla="*/ 90666 w 1659116"/>
                <a:gd name="connsiteY8" fmla="*/ 565194 h 1716422"/>
                <a:gd name="connsiteX9" fmla="*/ 255766 w 1659116"/>
                <a:gd name="connsiteY9" fmla="*/ 533444 h 1716422"/>
                <a:gd name="connsiteX10" fmla="*/ 97016 w 1659116"/>
                <a:gd name="connsiteY10" fmla="*/ 431844 h 1716422"/>
                <a:gd name="connsiteX11" fmla="*/ 198616 w 1659116"/>
                <a:gd name="connsiteY11" fmla="*/ 406444 h 1716422"/>
                <a:gd name="connsiteX12" fmla="*/ 39867 w 1659116"/>
                <a:gd name="connsiteY12" fmla="*/ 266744 h 1716422"/>
                <a:gd name="connsiteX13" fmla="*/ 128767 w 1659116"/>
                <a:gd name="connsiteY13" fmla="*/ 254044 h 1716422"/>
                <a:gd name="connsiteX14" fmla="*/ 1767 w 1659116"/>
                <a:gd name="connsiteY14" fmla="*/ 152445 h 1716422"/>
                <a:gd name="connsiteX15" fmla="*/ 109716 w 1659116"/>
                <a:gd name="connsiteY15" fmla="*/ 139744 h 1716422"/>
                <a:gd name="connsiteX16" fmla="*/ 27166 w 1659116"/>
                <a:gd name="connsiteY16" fmla="*/ 44 h 1716422"/>
                <a:gd name="connsiteX17" fmla="*/ 141466 w 1659116"/>
                <a:gd name="connsiteY17" fmla="*/ 110392 h 1716422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73366 w 1659116"/>
                <a:gd name="connsiteY2" fmla="*/ 1713284 h 1724145"/>
                <a:gd name="connsiteX3" fmla="*/ 1125716 w 1659116"/>
                <a:gd name="connsiteY3" fmla="*/ 1117644 h 1724145"/>
                <a:gd name="connsiteX4" fmla="*/ 1100316 w 1659116"/>
                <a:gd name="connsiteY4" fmla="*/ 1358944 h 1724145"/>
                <a:gd name="connsiteX5" fmla="*/ 871716 w 1659116"/>
                <a:gd name="connsiteY5" fmla="*/ 889044 h 1724145"/>
                <a:gd name="connsiteX6" fmla="*/ 928866 w 1659116"/>
                <a:gd name="connsiteY6" fmla="*/ 1174794 h 1724145"/>
                <a:gd name="connsiteX7" fmla="*/ 630416 w 1659116"/>
                <a:gd name="connsiteY7" fmla="*/ 709984 h 1724145"/>
                <a:gd name="connsiteX8" fmla="*/ 706616 w 1659116"/>
                <a:gd name="connsiteY8" fmla="*/ 914444 h 1724145"/>
                <a:gd name="connsiteX9" fmla="*/ 90666 w 1659116"/>
                <a:gd name="connsiteY9" fmla="*/ 565194 h 1724145"/>
                <a:gd name="connsiteX10" fmla="*/ 255766 w 1659116"/>
                <a:gd name="connsiteY10" fmla="*/ 533444 h 1724145"/>
                <a:gd name="connsiteX11" fmla="*/ 97016 w 1659116"/>
                <a:gd name="connsiteY11" fmla="*/ 431844 h 1724145"/>
                <a:gd name="connsiteX12" fmla="*/ 198616 w 1659116"/>
                <a:gd name="connsiteY12" fmla="*/ 406444 h 1724145"/>
                <a:gd name="connsiteX13" fmla="*/ 39867 w 1659116"/>
                <a:gd name="connsiteY13" fmla="*/ 266744 h 1724145"/>
                <a:gd name="connsiteX14" fmla="*/ 128767 w 1659116"/>
                <a:gd name="connsiteY14" fmla="*/ 254044 h 1724145"/>
                <a:gd name="connsiteX15" fmla="*/ 1767 w 1659116"/>
                <a:gd name="connsiteY15" fmla="*/ 152445 h 1724145"/>
                <a:gd name="connsiteX16" fmla="*/ 109716 w 1659116"/>
                <a:gd name="connsiteY16" fmla="*/ 139744 h 1724145"/>
                <a:gd name="connsiteX17" fmla="*/ 27166 w 1659116"/>
                <a:gd name="connsiteY17" fmla="*/ 44 h 1724145"/>
                <a:gd name="connsiteX18" fmla="*/ 141466 w 1659116"/>
                <a:gd name="connsiteY18" fmla="*/ 110392 h 1724145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67016 w 1659116"/>
                <a:gd name="connsiteY2" fmla="*/ 1162094 h 1724145"/>
                <a:gd name="connsiteX3" fmla="*/ 1373366 w 1659116"/>
                <a:gd name="connsiteY3" fmla="*/ 1713284 h 1724145"/>
                <a:gd name="connsiteX4" fmla="*/ 1125716 w 1659116"/>
                <a:gd name="connsiteY4" fmla="*/ 1117644 h 1724145"/>
                <a:gd name="connsiteX5" fmla="*/ 1100316 w 1659116"/>
                <a:gd name="connsiteY5" fmla="*/ 1358944 h 1724145"/>
                <a:gd name="connsiteX6" fmla="*/ 871716 w 1659116"/>
                <a:gd name="connsiteY6" fmla="*/ 889044 h 1724145"/>
                <a:gd name="connsiteX7" fmla="*/ 928866 w 1659116"/>
                <a:gd name="connsiteY7" fmla="*/ 1174794 h 1724145"/>
                <a:gd name="connsiteX8" fmla="*/ 630416 w 1659116"/>
                <a:gd name="connsiteY8" fmla="*/ 709984 h 1724145"/>
                <a:gd name="connsiteX9" fmla="*/ 706616 w 1659116"/>
                <a:gd name="connsiteY9" fmla="*/ 914444 h 1724145"/>
                <a:gd name="connsiteX10" fmla="*/ 90666 w 1659116"/>
                <a:gd name="connsiteY10" fmla="*/ 565194 h 1724145"/>
                <a:gd name="connsiteX11" fmla="*/ 255766 w 1659116"/>
                <a:gd name="connsiteY11" fmla="*/ 533444 h 1724145"/>
                <a:gd name="connsiteX12" fmla="*/ 97016 w 1659116"/>
                <a:gd name="connsiteY12" fmla="*/ 431844 h 1724145"/>
                <a:gd name="connsiteX13" fmla="*/ 198616 w 1659116"/>
                <a:gd name="connsiteY13" fmla="*/ 406444 h 1724145"/>
                <a:gd name="connsiteX14" fmla="*/ 39867 w 1659116"/>
                <a:gd name="connsiteY14" fmla="*/ 266744 h 1724145"/>
                <a:gd name="connsiteX15" fmla="*/ 128767 w 1659116"/>
                <a:gd name="connsiteY15" fmla="*/ 254044 h 1724145"/>
                <a:gd name="connsiteX16" fmla="*/ 1767 w 1659116"/>
                <a:gd name="connsiteY16" fmla="*/ 152445 h 1724145"/>
                <a:gd name="connsiteX17" fmla="*/ 109716 w 1659116"/>
                <a:gd name="connsiteY17" fmla="*/ 139744 h 1724145"/>
                <a:gd name="connsiteX18" fmla="*/ 27166 w 1659116"/>
                <a:gd name="connsiteY18" fmla="*/ 44 h 1724145"/>
                <a:gd name="connsiteX19" fmla="*/ 141466 w 1659116"/>
                <a:gd name="connsiteY19" fmla="*/ 110392 h 1724145"/>
                <a:gd name="connsiteX0" fmla="*/ 141466 w 1729951"/>
                <a:gd name="connsiteY0" fmla="*/ 110392 h 1724145"/>
                <a:gd name="connsiteX1" fmla="*/ 1659116 w 1729951"/>
                <a:gd name="connsiteY1" fmla="*/ 878742 h 1724145"/>
                <a:gd name="connsiteX2" fmla="*/ 1474966 w 1729951"/>
                <a:gd name="connsiteY2" fmla="*/ 1416094 h 1724145"/>
                <a:gd name="connsiteX3" fmla="*/ 1367016 w 1729951"/>
                <a:gd name="connsiteY3" fmla="*/ 1162094 h 1724145"/>
                <a:gd name="connsiteX4" fmla="*/ 1373366 w 1729951"/>
                <a:gd name="connsiteY4" fmla="*/ 1713284 h 1724145"/>
                <a:gd name="connsiteX5" fmla="*/ 1125716 w 1729951"/>
                <a:gd name="connsiteY5" fmla="*/ 1117644 h 1724145"/>
                <a:gd name="connsiteX6" fmla="*/ 1100316 w 1729951"/>
                <a:gd name="connsiteY6" fmla="*/ 1358944 h 1724145"/>
                <a:gd name="connsiteX7" fmla="*/ 871716 w 1729951"/>
                <a:gd name="connsiteY7" fmla="*/ 889044 h 1724145"/>
                <a:gd name="connsiteX8" fmla="*/ 928866 w 1729951"/>
                <a:gd name="connsiteY8" fmla="*/ 1174794 h 1724145"/>
                <a:gd name="connsiteX9" fmla="*/ 630416 w 1729951"/>
                <a:gd name="connsiteY9" fmla="*/ 709984 h 1724145"/>
                <a:gd name="connsiteX10" fmla="*/ 706616 w 1729951"/>
                <a:gd name="connsiteY10" fmla="*/ 914444 h 1724145"/>
                <a:gd name="connsiteX11" fmla="*/ 90666 w 1729951"/>
                <a:gd name="connsiteY11" fmla="*/ 565194 h 1724145"/>
                <a:gd name="connsiteX12" fmla="*/ 255766 w 1729951"/>
                <a:gd name="connsiteY12" fmla="*/ 533444 h 1724145"/>
                <a:gd name="connsiteX13" fmla="*/ 97016 w 1729951"/>
                <a:gd name="connsiteY13" fmla="*/ 431844 h 1724145"/>
                <a:gd name="connsiteX14" fmla="*/ 198616 w 1729951"/>
                <a:gd name="connsiteY14" fmla="*/ 406444 h 1724145"/>
                <a:gd name="connsiteX15" fmla="*/ 39867 w 1729951"/>
                <a:gd name="connsiteY15" fmla="*/ 266744 h 1724145"/>
                <a:gd name="connsiteX16" fmla="*/ 128767 w 1729951"/>
                <a:gd name="connsiteY16" fmla="*/ 254044 h 1724145"/>
                <a:gd name="connsiteX17" fmla="*/ 1767 w 1729951"/>
                <a:gd name="connsiteY17" fmla="*/ 152445 h 1724145"/>
                <a:gd name="connsiteX18" fmla="*/ 109716 w 1729951"/>
                <a:gd name="connsiteY18" fmla="*/ 139744 h 1724145"/>
                <a:gd name="connsiteX19" fmla="*/ 27166 w 1729951"/>
                <a:gd name="connsiteY19" fmla="*/ 44 h 1724145"/>
                <a:gd name="connsiteX20" fmla="*/ 141466 w 1729951"/>
                <a:gd name="connsiteY20" fmla="*/ 110392 h 1724145"/>
                <a:gd name="connsiteX0" fmla="*/ 141466 w 1732312"/>
                <a:gd name="connsiteY0" fmla="*/ 110392 h 1724145"/>
                <a:gd name="connsiteX1" fmla="*/ 1659116 w 1732312"/>
                <a:gd name="connsiteY1" fmla="*/ 878742 h 1724145"/>
                <a:gd name="connsiteX2" fmla="*/ 1443216 w 1732312"/>
                <a:gd name="connsiteY2" fmla="*/ 1066844 h 1724145"/>
                <a:gd name="connsiteX3" fmla="*/ 1474966 w 1732312"/>
                <a:gd name="connsiteY3" fmla="*/ 1416094 h 1724145"/>
                <a:gd name="connsiteX4" fmla="*/ 1367016 w 1732312"/>
                <a:gd name="connsiteY4" fmla="*/ 1162094 h 1724145"/>
                <a:gd name="connsiteX5" fmla="*/ 1373366 w 1732312"/>
                <a:gd name="connsiteY5" fmla="*/ 1713284 h 1724145"/>
                <a:gd name="connsiteX6" fmla="*/ 1125716 w 1732312"/>
                <a:gd name="connsiteY6" fmla="*/ 1117644 h 1724145"/>
                <a:gd name="connsiteX7" fmla="*/ 1100316 w 1732312"/>
                <a:gd name="connsiteY7" fmla="*/ 1358944 h 1724145"/>
                <a:gd name="connsiteX8" fmla="*/ 871716 w 1732312"/>
                <a:gd name="connsiteY8" fmla="*/ 889044 h 1724145"/>
                <a:gd name="connsiteX9" fmla="*/ 928866 w 1732312"/>
                <a:gd name="connsiteY9" fmla="*/ 1174794 h 1724145"/>
                <a:gd name="connsiteX10" fmla="*/ 630416 w 1732312"/>
                <a:gd name="connsiteY10" fmla="*/ 709984 h 1724145"/>
                <a:gd name="connsiteX11" fmla="*/ 706616 w 1732312"/>
                <a:gd name="connsiteY11" fmla="*/ 914444 h 1724145"/>
                <a:gd name="connsiteX12" fmla="*/ 90666 w 1732312"/>
                <a:gd name="connsiteY12" fmla="*/ 565194 h 1724145"/>
                <a:gd name="connsiteX13" fmla="*/ 255766 w 1732312"/>
                <a:gd name="connsiteY13" fmla="*/ 533444 h 1724145"/>
                <a:gd name="connsiteX14" fmla="*/ 97016 w 1732312"/>
                <a:gd name="connsiteY14" fmla="*/ 431844 h 1724145"/>
                <a:gd name="connsiteX15" fmla="*/ 198616 w 1732312"/>
                <a:gd name="connsiteY15" fmla="*/ 406444 h 1724145"/>
                <a:gd name="connsiteX16" fmla="*/ 39867 w 1732312"/>
                <a:gd name="connsiteY16" fmla="*/ 266744 h 1724145"/>
                <a:gd name="connsiteX17" fmla="*/ 128767 w 1732312"/>
                <a:gd name="connsiteY17" fmla="*/ 254044 h 1724145"/>
                <a:gd name="connsiteX18" fmla="*/ 1767 w 1732312"/>
                <a:gd name="connsiteY18" fmla="*/ 152445 h 1724145"/>
                <a:gd name="connsiteX19" fmla="*/ 109716 w 1732312"/>
                <a:gd name="connsiteY19" fmla="*/ 139744 h 1724145"/>
                <a:gd name="connsiteX20" fmla="*/ 27166 w 1732312"/>
                <a:gd name="connsiteY20" fmla="*/ 44 h 1724145"/>
                <a:gd name="connsiteX21" fmla="*/ 141466 w 1732312"/>
                <a:gd name="connsiteY21" fmla="*/ 110392 h 1724145"/>
                <a:gd name="connsiteX0" fmla="*/ 141466 w 1763139"/>
                <a:gd name="connsiteY0" fmla="*/ 110392 h 1724145"/>
                <a:gd name="connsiteX1" fmla="*/ 1659116 w 1763139"/>
                <a:gd name="connsiteY1" fmla="*/ 878742 h 1724145"/>
                <a:gd name="connsiteX2" fmla="*/ 1621015 w 1763139"/>
                <a:gd name="connsiteY2" fmla="*/ 1333544 h 1724145"/>
                <a:gd name="connsiteX3" fmla="*/ 1443216 w 1763139"/>
                <a:gd name="connsiteY3" fmla="*/ 1066844 h 1724145"/>
                <a:gd name="connsiteX4" fmla="*/ 1474966 w 1763139"/>
                <a:gd name="connsiteY4" fmla="*/ 1416094 h 1724145"/>
                <a:gd name="connsiteX5" fmla="*/ 1367016 w 1763139"/>
                <a:gd name="connsiteY5" fmla="*/ 1162094 h 1724145"/>
                <a:gd name="connsiteX6" fmla="*/ 1373366 w 1763139"/>
                <a:gd name="connsiteY6" fmla="*/ 1713284 h 1724145"/>
                <a:gd name="connsiteX7" fmla="*/ 1125716 w 1763139"/>
                <a:gd name="connsiteY7" fmla="*/ 1117644 h 1724145"/>
                <a:gd name="connsiteX8" fmla="*/ 1100316 w 1763139"/>
                <a:gd name="connsiteY8" fmla="*/ 1358944 h 1724145"/>
                <a:gd name="connsiteX9" fmla="*/ 871716 w 1763139"/>
                <a:gd name="connsiteY9" fmla="*/ 889044 h 1724145"/>
                <a:gd name="connsiteX10" fmla="*/ 928866 w 1763139"/>
                <a:gd name="connsiteY10" fmla="*/ 1174794 h 1724145"/>
                <a:gd name="connsiteX11" fmla="*/ 630416 w 1763139"/>
                <a:gd name="connsiteY11" fmla="*/ 709984 h 1724145"/>
                <a:gd name="connsiteX12" fmla="*/ 706616 w 1763139"/>
                <a:gd name="connsiteY12" fmla="*/ 914444 h 1724145"/>
                <a:gd name="connsiteX13" fmla="*/ 90666 w 1763139"/>
                <a:gd name="connsiteY13" fmla="*/ 565194 h 1724145"/>
                <a:gd name="connsiteX14" fmla="*/ 255766 w 1763139"/>
                <a:gd name="connsiteY14" fmla="*/ 533444 h 1724145"/>
                <a:gd name="connsiteX15" fmla="*/ 97016 w 1763139"/>
                <a:gd name="connsiteY15" fmla="*/ 431844 h 1724145"/>
                <a:gd name="connsiteX16" fmla="*/ 198616 w 1763139"/>
                <a:gd name="connsiteY16" fmla="*/ 406444 h 1724145"/>
                <a:gd name="connsiteX17" fmla="*/ 39867 w 1763139"/>
                <a:gd name="connsiteY17" fmla="*/ 266744 h 1724145"/>
                <a:gd name="connsiteX18" fmla="*/ 128767 w 1763139"/>
                <a:gd name="connsiteY18" fmla="*/ 254044 h 1724145"/>
                <a:gd name="connsiteX19" fmla="*/ 1767 w 1763139"/>
                <a:gd name="connsiteY19" fmla="*/ 152445 h 1724145"/>
                <a:gd name="connsiteX20" fmla="*/ 109716 w 1763139"/>
                <a:gd name="connsiteY20" fmla="*/ 139744 h 1724145"/>
                <a:gd name="connsiteX21" fmla="*/ 27166 w 1763139"/>
                <a:gd name="connsiteY21" fmla="*/ 44 h 1724145"/>
                <a:gd name="connsiteX22" fmla="*/ 141466 w 1763139"/>
                <a:gd name="connsiteY22" fmla="*/ 110392 h 1724145"/>
                <a:gd name="connsiteX0" fmla="*/ 141466 w 1751053"/>
                <a:gd name="connsiteY0" fmla="*/ 110392 h 1724145"/>
                <a:gd name="connsiteX1" fmla="*/ 1659116 w 1751053"/>
                <a:gd name="connsiteY1" fmla="*/ 878742 h 1724145"/>
                <a:gd name="connsiteX2" fmla="*/ 1538465 w 1751053"/>
                <a:gd name="connsiteY2" fmla="*/ 977944 h 1724145"/>
                <a:gd name="connsiteX3" fmla="*/ 1621015 w 1751053"/>
                <a:gd name="connsiteY3" fmla="*/ 1333544 h 1724145"/>
                <a:gd name="connsiteX4" fmla="*/ 1443216 w 1751053"/>
                <a:gd name="connsiteY4" fmla="*/ 1066844 h 1724145"/>
                <a:gd name="connsiteX5" fmla="*/ 1474966 w 1751053"/>
                <a:gd name="connsiteY5" fmla="*/ 1416094 h 1724145"/>
                <a:gd name="connsiteX6" fmla="*/ 1367016 w 1751053"/>
                <a:gd name="connsiteY6" fmla="*/ 1162094 h 1724145"/>
                <a:gd name="connsiteX7" fmla="*/ 1373366 w 1751053"/>
                <a:gd name="connsiteY7" fmla="*/ 1713284 h 1724145"/>
                <a:gd name="connsiteX8" fmla="*/ 1125716 w 1751053"/>
                <a:gd name="connsiteY8" fmla="*/ 1117644 h 1724145"/>
                <a:gd name="connsiteX9" fmla="*/ 1100316 w 1751053"/>
                <a:gd name="connsiteY9" fmla="*/ 1358944 h 1724145"/>
                <a:gd name="connsiteX10" fmla="*/ 871716 w 1751053"/>
                <a:gd name="connsiteY10" fmla="*/ 889044 h 1724145"/>
                <a:gd name="connsiteX11" fmla="*/ 928866 w 1751053"/>
                <a:gd name="connsiteY11" fmla="*/ 1174794 h 1724145"/>
                <a:gd name="connsiteX12" fmla="*/ 630416 w 1751053"/>
                <a:gd name="connsiteY12" fmla="*/ 709984 h 1724145"/>
                <a:gd name="connsiteX13" fmla="*/ 706616 w 1751053"/>
                <a:gd name="connsiteY13" fmla="*/ 914444 h 1724145"/>
                <a:gd name="connsiteX14" fmla="*/ 90666 w 1751053"/>
                <a:gd name="connsiteY14" fmla="*/ 565194 h 1724145"/>
                <a:gd name="connsiteX15" fmla="*/ 255766 w 1751053"/>
                <a:gd name="connsiteY15" fmla="*/ 533444 h 1724145"/>
                <a:gd name="connsiteX16" fmla="*/ 97016 w 1751053"/>
                <a:gd name="connsiteY16" fmla="*/ 431844 h 1724145"/>
                <a:gd name="connsiteX17" fmla="*/ 198616 w 1751053"/>
                <a:gd name="connsiteY17" fmla="*/ 406444 h 1724145"/>
                <a:gd name="connsiteX18" fmla="*/ 39867 w 1751053"/>
                <a:gd name="connsiteY18" fmla="*/ 266744 h 1724145"/>
                <a:gd name="connsiteX19" fmla="*/ 128767 w 1751053"/>
                <a:gd name="connsiteY19" fmla="*/ 254044 h 1724145"/>
                <a:gd name="connsiteX20" fmla="*/ 1767 w 1751053"/>
                <a:gd name="connsiteY20" fmla="*/ 152445 h 1724145"/>
                <a:gd name="connsiteX21" fmla="*/ 109716 w 1751053"/>
                <a:gd name="connsiteY21" fmla="*/ 139744 h 1724145"/>
                <a:gd name="connsiteX22" fmla="*/ 27166 w 1751053"/>
                <a:gd name="connsiteY22" fmla="*/ 44 h 1724145"/>
                <a:gd name="connsiteX23" fmla="*/ 141466 w 1751053"/>
                <a:gd name="connsiteY23" fmla="*/ 110392 h 1724145"/>
                <a:gd name="connsiteX0" fmla="*/ 141466 w 1785479"/>
                <a:gd name="connsiteY0" fmla="*/ 110392 h 1724145"/>
                <a:gd name="connsiteX1" fmla="*/ 1659116 w 1785479"/>
                <a:gd name="connsiteY1" fmla="*/ 878742 h 1724145"/>
                <a:gd name="connsiteX2" fmla="*/ 1684515 w 1785479"/>
                <a:gd name="connsiteY2" fmla="*/ 1155744 h 1724145"/>
                <a:gd name="connsiteX3" fmla="*/ 1538465 w 1785479"/>
                <a:gd name="connsiteY3" fmla="*/ 977944 h 1724145"/>
                <a:gd name="connsiteX4" fmla="*/ 1621015 w 1785479"/>
                <a:gd name="connsiteY4" fmla="*/ 1333544 h 1724145"/>
                <a:gd name="connsiteX5" fmla="*/ 1443216 w 1785479"/>
                <a:gd name="connsiteY5" fmla="*/ 1066844 h 1724145"/>
                <a:gd name="connsiteX6" fmla="*/ 1474966 w 1785479"/>
                <a:gd name="connsiteY6" fmla="*/ 1416094 h 1724145"/>
                <a:gd name="connsiteX7" fmla="*/ 1367016 w 1785479"/>
                <a:gd name="connsiteY7" fmla="*/ 1162094 h 1724145"/>
                <a:gd name="connsiteX8" fmla="*/ 1373366 w 1785479"/>
                <a:gd name="connsiteY8" fmla="*/ 1713284 h 1724145"/>
                <a:gd name="connsiteX9" fmla="*/ 1125716 w 1785479"/>
                <a:gd name="connsiteY9" fmla="*/ 1117644 h 1724145"/>
                <a:gd name="connsiteX10" fmla="*/ 1100316 w 1785479"/>
                <a:gd name="connsiteY10" fmla="*/ 1358944 h 1724145"/>
                <a:gd name="connsiteX11" fmla="*/ 871716 w 1785479"/>
                <a:gd name="connsiteY11" fmla="*/ 889044 h 1724145"/>
                <a:gd name="connsiteX12" fmla="*/ 928866 w 1785479"/>
                <a:gd name="connsiteY12" fmla="*/ 1174794 h 1724145"/>
                <a:gd name="connsiteX13" fmla="*/ 630416 w 1785479"/>
                <a:gd name="connsiteY13" fmla="*/ 709984 h 1724145"/>
                <a:gd name="connsiteX14" fmla="*/ 706616 w 1785479"/>
                <a:gd name="connsiteY14" fmla="*/ 914444 h 1724145"/>
                <a:gd name="connsiteX15" fmla="*/ 90666 w 1785479"/>
                <a:gd name="connsiteY15" fmla="*/ 565194 h 1724145"/>
                <a:gd name="connsiteX16" fmla="*/ 255766 w 1785479"/>
                <a:gd name="connsiteY16" fmla="*/ 533444 h 1724145"/>
                <a:gd name="connsiteX17" fmla="*/ 97016 w 1785479"/>
                <a:gd name="connsiteY17" fmla="*/ 431844 h 1724145"/>
                <a:gd name="connsiteX18" fmla="*/ 198616 w 1785479"/>
                <a:gd name="connsiteY18" fmla="*/ 406444 h 1724145"/>
                <a:gd name="connsiteX19" fmla="*/ 39867 w 1785479"/>
                <a:gd name="connsiteY19" fmla="*/ 266744 h 1724145"/>
                <a:gd name="connsiteX20" fmla="*/ 128767 w 1785479"/>
                <a:gd name="connsiteY20" fmla="*/ 254044 h 1724145"/>
                <a:gd name="connsiteX21" fmla="*/ 1767 w 1785479"/>
                <a:gd name="connsiteY21" fmla="*/ 152445 h 1724145"/>
                <a:gd name="connsiteX22" fmla="*/ 109716 w 1785479"/>
                <a:gd name="connsiteY22" fmla="*/ 139744 h 1724145"/>
                <a:gd name="connsiteX23" fmla="*/ 27166 w 1785479"/>
                <a:gd name="connsiteY23" fmla="*/ 44 h 1724145"/>
                <a:gd name="connsiteX24" fmla="*/ 141466 w 1785479"/>
                <a:gd name="connsiteY24" fmla="*/ 110392 h 1724145"/>
                <a:gd name="connsiteX0" fmla="*/ 141466 w 1688295"/>
                <a:gd name="connsiteY0" fmla="*/ 110392 h 1724145"/>
                <a:gd name="connsiteX1" fmla="*/ 1659116 w 1688295"/>
                <a:gd name="connsiteY1" fmla="*/ 878742 h 1724145"/>
                <a:gd name="connsiteX2" fmla="*/ 1684515 w 1688295"/>
                <a:gd name="connsiteY2" fmla="*/ 1155744 h 1724145"/>
                <a:gd name="connsiteX3" fmla="*/ 1538465 w 1688295"/>
                <a:gd name="connsiteY3" fmla="*/ 977944 h 1724145"/>
                <a:gd name="connsiteX4" fmla="*/ 1621015 w 1688295"/>
                <a:gd name="connsiteY4" fmla="*/ 1333544 h 1724145"/>
                <a:gd name="connsiteX5" fmla="*/ 1443216 w 1688295"/>
                <a:gd name="connsiteY5" fmla="*/ 1066844 h 1724145"/>
                <a:gd name="connsiteX6" fmla="*/ 1474966 w 1688295"/>
                <a:gd name="connsiteY6" fmla="*/ 1416094 h 1724145"/>
                <a:gd name="connsiteX7" fmla="*/ 1367016 w 1688295"/>
                <a:gd name="connsiteY7" fmla="*/ 1162094 h 1724145"/>
                <a:gd name="connsiteX8" fmla="*/ 1373366 w 1688295"/>
                <a:gd name="connsiteY8" fmla="*/ 1713284 h 1724145"/>
                <a:gd name="connsiteX9" fmla="*/ 1125716 w 1688295"/>
                <a:gd name="connsiteY9" fmla="*/ 1117644 h 1724145"/>
                <a:gd name="connsiteX10" fmla="*/ 1100316 w 1688295"/>
                <a:gd name="connsiteY10" fmla="*/ 1358944 h 1724145"/>
                <a:gd name="connsiteX11" fmla="*/ 871716 w 1688295"/>
                <a:gd name="connsiteY11" fmla="*/ 889044 h 1724145"/>
                <a:gd name="connsiteX12" fmla="*/ 928866 w 1688295"/>
                <a:gd name="connsiteY12" fmla="*/ 1174794 h 1724145"/>
                <a:gd name="connsiteX13" fmla="*/ 630416 w 1688295"/>
                <a:gd name="connsiteY13" fmla="*/ 709984 h 1724145"/>
                <a:gd name="connsiteX14" fmla="*/ 706616 w 1688295"/>
                <a:gd name="connsiteY14" fmla="*/ 914444 h 1724145"/>
                <a:gd name="connsiteX15" fmla="*/ 90666 w 1688295"/>
                <a:gd name="connsiteY15" fmla="*/ 565194 h 1724145"/>
                <a:gd name="connsiteX16" fmla="*/ 255766 w 1688295"/>
                <a:gd name="connsiteY16" fmla="*/ 533444 h 1724145"/>
                <a:gd name="connsiteX17" fmla="*/ 97016 w 1688295"/>
                <a:gd name="connsiteY17" fmla="*/ 431844 h 1724145"/>
                <a:gd name="connsiteX18" fmla="*/ 198616 w 1688295"/>
                <a:gd name="connsiteY18" fmla="*/ 406444 h 1724145"/>
                <a:gd name="connsiteX19" fmla="*/ 39867 w 1688295"/>
                <a:gd name="connsiteY19" fmla="*/ 266744 h 1724145"/>
                <a:gd name="connsiteX20" fmla="*/ 128767 w 1688295"/>
                <a:gd name="connsiteY20" fmla="*/ 254044 h 1724145"/>
                <a:gd name="connsiteX21" fmla="*/ 1767 w 1688295"/>
                <a:gd name="connsiteY21" fmla="*/ 152445 h 1724145"/>
                <a:gd name="connsiteX22" fmla="*/ 109716 w 1688295"/>
                <a:gd name="connsiteY22" fmla="*/ 139744 h 1724145"/>
                <a:gd name="connsiteX23" fmla="*/ 27166 w 1688295"/>
                <a:gd name="connsiteY23" fmla="*/ 44 h 1724145"/>
                <a:gd name="connsiteX24" fmla="*/ 141466 w 1688295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88893" h="1724145">
                  <a:moveTo>
                    <a:pt x="141466" y="110392"/>
                  </a:moveTo>
                  <a:cubicBezTo>
                    <a:pt x="475899" y="518909"/>
                    <a:pt x="1110371" y="881388"/>
                    <a:pt x="1611491" y="702529"/>
                  </a:cubicBezTo>
                  <a:cubicBezTo>
                    <a:pt x="1651179" y="731763"/>
                    <a:pt x="1704623" y="1139210"/>
                    <a:pt x="1684515" y="1155744"/>
                  </a:cubicBezTo>
                  <a:cubicBezTo>
                    <a:pt x="1664407" y="1172278"/>
                    <a:pt x="1549048" y="914444"/>
                    <a:pt x="1538465" y="977944"/>
                  </a:cubicBezTo>
                  <a:cubicBezTo>
                    <a:pt x="1527882" y="1041444"/>
                    <a:pt x="1664406" y="1353652"/>
                    <a:pt x="1621015" y="1333544"/>
                  </a:cubicBezTo>
                  <a:cubicBezTo>
                    <a:pt x="1577624" y="1313436"/>
                    <a:pt x="1459091" y="999111"/>
                    <a:pt x="1443216" y="1066844"/>
                  </a:cubicBezTo>
                  <a:cubicBezTo>
                    <a:pt x="1427341" y="1134577"/>
                    <a:pt x="1510949" y="1438319"/>
                    <a:pt x="1474966" y="1416094"/>
                  </a:cubicBezTo>
                  <a:cubicBezTo>
                    <a:pt x="1438983" y="1393869"/>
                    <a:pt x="1380774" y="1052237"/>
                    <a:pt x="1367016" y="1162094"/>
                  </a:cubicBezTo>
                  <a:cubicBezTo>
                    <a:pt x="1369133" y="1345824"/>
                    <a:pt x="1371249" y="1529554"/>
                    <a:pt x="1373366" y="1713284"/>
                  </a:cubicBezTo>
                  <a:cubicBezTo>
                    <a:pt x="1296108" y="1814484"/>
                    <a:pt x="1171224" y="1176701"/>
                    <a:pt x="1125716" y="1117644"/>
                  </a:cubicBezTo>
                  <a:cubicBezTo>
                    <a:pt x="1080208" y="1058587"/>
                    <a:pt x="1154291" y="1458427"/>
                    <a:pt x="1100316" y="1358944"/>
                  </a:cubicBezTo>
                  <a:cubicBezTo>
                    <a:pt x="1046341" y="1259461"/>
                    <a:pt x="900291" y="878461"/>
                    <a:pt x="871716" y="889044"/>
                  </a:cubicBezTo>
                  <a:cubicBezTo>
                    <a:pt x="843141" y="899627"/>
                    <a:pt x="1001891" y="1259671"/>
                    <a:pt x="928866" y="1174794"/>
                  </a:cubicBezTo>
                  <a:lnTo>
                    <a:pt x="630416" y="709984"/>
                  </a:lnTo>
                  <a:cubicBezTo>
                    <a:pt x="414516" y="624469"/>
                    <a:pt x="772233" y="902592"/>
                    <a:pt x="706616" y="914444"/>
                  </a:cubicBezTo>
                  <a:cubicBezTo>
                    <a:pt x="393349" y="996146"/>
                    <a:pt x="54683" y="600119"/>
                    <a:pt x="90666" y="565194"/>
                  </a:cubicBezTo>
                  <a:cubicBezTo>
                    <a:pt x="126649" y="530269"/>
                    <a:pt x="274816" y="581069"/>
                    <a:pt x="255766" y="533444"/>
                  </a:cubicBezTo>
                  <a:cubicBezTo>
                    <a:pt x="236716" y="485819"/>
                    <a:pt x="75849" y="471002"/>
                    <a:pt x="97016" y="431844"/>
                  </a:cubicBezTo>
                  <a:cubicBezTo>
                    <a:pt x="118183" y="392686"/>
                    <a:pt x="222957" y="441369"/>
                    <a:pt x="198616" y="406444"/>
                  </a:cubicBezTo>
                  <a:cubicBezTo>
                    <a:pt x="174275" y="371519"/>
                    <a:pt x="25050" y="282619"/>
                    <a:pt x="39867" y="266744"/>
                  </a:cubicBezTo>
                  <a:cubicBezTo>
                    <a:pt x="32988" y="204512"/>
                    <a:pt x="148875" y="281560"/>
                    <a:pt x="128767" y="254044"/>
                  </a:cubicBezTo>
                  <a:cubicBezTo>
                    <a:pt x="108659" y="226528"/>
                    <a:pt x="-16224" y="167262"/>
                    <a:pt x="1767" y="152445"/>
                  </a:cubicBezTo>
                  <a:cubicBezTo>
                    <a:pt x="19758" y="137628"/>
                    <a:pt x="122416" y="175727"/>
                    <a:pt x="109716" y="139744"/>
                  </a:cubicBezTo>
                  <a:cubicBezTo>
                    <a:pt x="97016" y="103761"/>
                    <a:pt x="8116" y="-2472"/>
                    <a:pt x="27166" y="44"/>
                  </a:cubicBezTo>
                  <a:lnTo>
                    <a:pt x="141466" y="110392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D2FB55B4-EBA0-A7CA-64C7-FCED209CBB89}"/>
                </a:ext>
              </a:extLst>
            </p:cNvPr>
            <p:cNvSpPr/>
            <p:nvPr/>
          </p:nvSpPr>
          <p:spPr>
            <a:xfrm>
              <a:off x="4114800" y="2908301"/>
              <a:ext cx="3658987" cy="2613591"/>
            </a:xfrm>
            <a:custGeom>
              <a:avLst/>
              <a:gdLst>
                <a:gd name="connsiteX0" fmla="*/ 0 w 1263870"/>
                <a:gd name="connsiteY0" fmla="*/ 0 h 1333500"/>
                <a:gd name="connsiteX1" fmla="*/ 1263870 w 1263870"/>
                <a:gd name="connsiteY1" fmla="*/ 0 h 1333500"/>
                <a:gd name="connsiteX2" fmla="*/ 1263870 w 1263870"/>
                <a:gd name="connsiteY2" fmla="*/ 1333500 h 1333500"/>
                <a:gd name="connsiteX3" fmla="*/ 0 w 1263870"/>
                <a:gd name="connsiteY3" fmla="*/ 1333500 h 1333500"/>
                <a:gd name="connsiteX4" fmla="*/ 0 w 1263870"/>
                <a:gd name="connsiteY4" fmla="*/ 0 h 1333500"/>
                <a:gd name="connsiteX0" fmla="*/ 0 w 2102070"/>
                <a:gd name="connsiteY0" fmla="*/ 0 h 1790700"/>
                <a:gd name="connsiteX1" fmla="*/ 2102070 w 2102070"/>
                <a:gd name="connsiteY1" fmla="*/ 457200 h 1790700"/>
                <a:gd name="connsiteX2" fmla="*/ 2102070 w 2102070"/>
                <a:gd name="connsiteY2" fmla="*/ 1790700 h 1790700"/>
                <a:gd name="connsiteX3" fmla="*/ 838200 w 2102070"/>
                <a:gd name="connsiteY3" fmla="*/ 1790700 h 1790700"/>
                <a:gd name="connsiteX4" fmla="*/ 0 w 2102070"/>
                <a:gd name="connsiteY4" fmla="*/ 0 h 1790700"/>
                <a:gd name="connsiteX0" fmla="*/ 0 w 2508470"/>
                <a:gd name="connsiteY0" fmla="*/ 0 h 1790700"/>
                <a:gd name="connsiteX1" fmla="*/ 2508470 w 2508470"/>
                <a:gd name="connsiteY1" fmla="*/ 520700 h 1790700"/>
                <a:gd name="connsiteX2" fmla="*/ 2102070 w 2508470"/>
                <a:gd name="connsiteY2" fmla="*/ 1790700 h 1790700"/>
                <a:gd name="connsiteX3" fmla="*/ 838200 w 2508470"/>
                <a:gd name="connsiteY3" fmla="*/ 1790700 h 1790700"/>
                <a:gd name="connsiteX4" fmla="*/ 0 w 2508470"/>
                <a:gd name="connsiteY4" fmla="*/ 0 h 17907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3054570 w 3460970"/>
                <a:gd name="connsiteY2" fmla="*/ 1790700 h 2247900"/>
                <a:gd name="connsiteX3" fmla="*/ 0 w 3460970"/>
                <a:gd name="connsiteY3" fmla="*/ 2247900 h 2247900"/>
                <a:gd name="connsiteX4" fmla="*/ 952500 w 3460970"/>
                <a:gd name="connsiteY4" fmla="*/ 0 h 22479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0 w 3460970"/>
                <a:gd name="connsiteY2" fmla="*/ 2247900 h 2247900"/>
                <a:gd name="connsiteX3" fmla="*/ 952500 w 3460970"/>
                <a:gd name="connsiteY3" fmla="*/ 0 h 2247900"/>
                <a:gd name="connsiteX0" fmla="*/ 952500 w 3460970"/>
                <a:gd name="connsiteY0" fmla="*/ 0 h 2485762"/>
                <a:gd name="connsiteX1" fmla="*/ 3460970 w 3460970"/>
                <a:gd name="connsiteY1" fmla="*/ 520700 h 2485762"/>
                <a:gd name="connsiteX2" fmla="*/ 0 w 3460970"/>
                <a:gd name="connsiteY2" fmla="*/ 2247900 h 2485762"/>
                <a:gd name="connsiteX3" fmla="*/ 952500 w 3460970"/>
                <a:gd name="connsiteY3" fmla="*/ 0 h 2485762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77900 w 3460970"/>
                <a:gd name="connsiteY0" fmla="*/ 0 h 2597427"/>
                <a:gd name="connsiteX1" fmla="*/ 3460970 w 3460970"/>
                <a:gd name="connsiteY1" fmla="*/ 584200 h 2597427"/>
                <a:gd name="connsiteX2" fmla="*/ 0 w 3460970"/>
                <a:gd name="connsiteY2" fmla="*/ 2311400 h 2597427"/>
                <a:gd name="connsiteX3" fmla="*/ 977900 w 3460970"/>
                <a:gd name="connsiteY3" fmla="*/ 0 h 2597427"/>
                <a:gd name="connsiteX0" fmla="*/ 977900 w 3465633"/>
                <a:gd name="connsiteY0" fmla="*/ 0 h 2612926"/>
                <a:gd name="connsiteX1" fmla="*/ 3460970 w 3465633"/>
                <a:gd name="connsiteY1" fmla="*/ 584200 h 2612926"/>
                <a:gd name="connsiteX2" fmla="*/ 0 w 3465633"/>
                <a:gd name="connsiteY2" fmla="*/ 2311400 h 2612926"/>
                <a:gd name="connsiteX3" fmla="*/ 977900 w 3465633"/>
                <a:gd name="connsiteY3" fmla="*/ 0 h 2612926"/>
                <a:gd name="connsiteX0" fmla="*/ 977900 w 3468172"/>
                <a:gd name="connsiteY0" fmla="*/ 0 h 2617475"/>
                <a:gd name="connsiteX1" fmla="*/ 3460970 w 3468172"/>
                <a:gd name="connsiteY1" fmla="*/ 584200 h 2617475"/>
                <a:gd name="connsiteX2" fmla="*/ 0 w 3468172"/>
                <a:gd name="connsiteY2" fmla="*/ 2311400 h 2617475"/>
                <a:gd name="connsiteX3" fmla="*/ 977900 w 3468172"/>
                <a:gd name="connsiteY3" fmla="*/ 0 h 2617475"/>
                <a:gd name="connsiteX0" fmla="*/ 1168400 w 3657729"/>
                <a:gd name="connsiteY0" fmla="*/ 0 h 2617475"/>
                <a:gd name="connsiteX1" fmla="*/ 3651470 w 3657729"/>
                <a:gd name="connsiteY1" fmla="*/ 584200 h 2617475"/>
                <a:gd name="connsiteX2" fmla="*/ 0 w 3657729"/>
                <a:gd name="connsiteY2" fmla="*/ 2311400 h 2617475"/>
                <a:gd name="connsiteX3" fmla="*/ 1168400 w 3657729"/>
                <a:gd name="connsiteY3" fmla="*/ 0 h 2617475"/>
                <a:gd name="connsiteX0" fmla="*/ 1168400 w 3658987"/>
                <a:gd name="connsiteY0" fmla="*/ 0 h 2613591"/>
                <a:gd name="connsiteX1" fmla="*/ 3651470 w 3658987"/>
                <a:gd name="connsiteY1" fmla="*/ 584200 h 2613591"/>
                <a:gd name="connsiteX2" fmla="*/ 0 w 3658987"/>
                <a:gd name="connsiteY2" fmla="*/ 2311400 h 2613591"/>
                <a:gd name="connsiteX3" fmla="*/ 1168400 w 3658987"/>
                <a:gd name="connsiteY3" fmla="*/ 0 h 261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8987" h="2613591">
                  <a:moveTo>
                    <a:pt x="1168400" y="0"/>
                  </a:moveTo>
                  <a:cubicBezTo>
                    <a:pt x="2004557" y="173567"/>
                    <a:pt x="2662913" y="1845733"/>
                    <a:pt x="3651470" y="584200"/>
                  </a:cubicBezTo>
                  <a:cubicBezTo>
                    <a:pt x="3760193" y="1855893"/>
                    <a:pt x="2696707" y="3237442"/>
                    <a:pt x="0" y="2311400"/>
                  </a:cubicBezTo>
                  <a:lnTo>
                    <a:pt x="1168400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AD8DE57-E8F7-EBA8-48C7-C8C9E766FD73}"/>
                </a:ext>
              </a:extLst>
            </p:cNvPr>
            <p:cNvSpPr/>
            <p:nvPr/>
          </p:nvSpPr>
          <p:spPr>
            <a:xfrm>
              <a:off x="6035040" y="885007"/>
              <a:ext cx="1755695" cy="1360708"/>
            </a:xfrm>
            <a:prstGeom prst="ellipse">
              <a:avLst/>
            </a:prstGeom>
            <a:gradFill>
              <a:gsLst>
                <a:gs pos="0">
                  <a:srgbClr val="FFC000">
                    <a:lumMod val="20000"/>
                    <a:lumOff val="80000"/>
                  </a:srgbClr>
                </a:gs>
                <a:gs pos="54000">
                  <a:srgbClr val="A4492A"/>
                </a:gs>
              </a:gsLst>
              <a:lin ang="66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5E1E264-9A2D-114A-E069-8563FC117D9F}"/>
                </a:ext>
              </a:extLst>
            </p:cNvPr>
            <p:cNvSpPr/>
            <p:nvPr/>
          </p:nvSpPr>
          <p:spPr>
            <a:xfrm rot="4277844">
              <a:off x="6607914" y="1146668"/>
              <a:ext cx="702139" cy="689485"/>
            </a:xfrm>
            <a:prstGeom prst="ellipse">
              <a:avLst/>
            </a:prstGeom>
            <a:solidFill>
              <a:srgbClr val="6D5C5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FD92F3-0708-C049-330C-00940877B1C7}"/>
                </a:ext>
              </a:extLst>
            </p:cNvPr>
            <p:cNvSpPr/>
            <p:nvPr/>
          </p:nvSpPr>
          <p:spPr>
            <a:xfrm rot="4277844">
              <a:off x="6709314" y="1246240"/>
              <a:ext cx="499338" cy="490339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79327D6-CE83-92B5-D2AF-16EEB9682911}"/>
                </a:ext>
              </a:extLst>
            </p:cNvPr>
            <p:cNvSpPr/>
            <p:nvPr/>
          </p:nvSpPr>
          <p:spPr>
            <a:xfrm rot="4277844">
              <a:off x="6814891" y="1297606"/>
              <a:ext cx="195991" cy="192459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Rectangle 84">
              <a:extLst>
                <a:ext uri="{FF2B5EF4-FFF2-40B4-BE49-F238E27FC236}">
                  <a16:creationId xmlns:a16="http://schemas.microsoft.com/office/drawing/2014/main" id="{7BF7F21F-0703-FF07-BCED-FB7BE33F6BC6}"/>
                </a:ext>
              </a:extLst>
            </p:cNvPr>
            <p:cNvSpPr/>
            <p:nvPr/>
          </p:nvSpPr>
          <p:spPr>
            <a:xfrm>
              <a:off x="5171057" y="470140"/>
              <a:ext cx="2790824" cy="1145692"/>
            </a:xfrm>
            <a:custGeom>
              <a:avLst/>
              <a:gdLst>
                <a:gd name="connsiteX0" fmla="*/ 0 w 811362"/>
                <a:gd name="connsiteY0" fmla="*/ 0 h 832514"/>
                <a:gd name="connsiteX1" fmla="*/ 811362 w 811362"/>
                <a:gd name="connsiteY1" fmla="*/ 0 h 832514"/>
                <a:gd name="connsiteX2" fmla="*/ 811362 w 811362"/>
                <a:gd name="connsiteY2" fmla="*/ 832514 h 832514"/>
                <a:gd name="connsiteX3" fmla="*/ 0 w 811362"/>
                <a:gd name="connsiteY3" fmla="*/ 832514 h 832514"/>
                <a:gd name="connsiteX4" fmla="*/ 0 w 811362"/>
                <a:gd name="connsiteY4" fmla="*/ 0 h 832514"/>
                <a:gd name="connsiteX0" fmla="*/ 0 w 947839"/>
                <a:gd name="connsiteY0" fmla="*/ 0 h 832514"/>
                <a:gd name="connsiteX1" fmla="*/ 811362 w 947839"/>
                <a:gd name="connsiteY1" fmla="*/ 0 h 832514"/>
                <a:gd name="connsiteX2" fmla="*/ 947839 w 947839"/>
                <a:gd name="connsiteY2" fmla="*/ 832514 h 832514"/>
                <a:gd name="connsiteX3" fmla="*/ 0 w 947839"/>
                <a:gd name="connsiteY3" fmla="*/ 832514 h 832514"/>
                <a:gd name="connsiteX4" fmla="*/ 0 w 947839"/>
                <a:gd name="connsiteY4" fmla="*/ 0 h 832514"/>
                <a:gd name="connsiteX0" fmla="*/ 1815152 w 2762991"/>
                <a:gd name="connsiteY0" fmla="*/ 0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1815152 w 2762991"/>
                <a:gd name="connsiteY4" fmla="*/ 0 h 832514"/>
                <a:gd name="connsiteX0" fmla="*/ 627797 w 2762991"/>
                <a:gd name="connsiteY0" fmla="*/ 341194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627797 w 2762991"/>
                <a:gd name="connsiteY4" fmla="*/ 341194 h 832514"/>
                <a:gd name="connsiteX0" fmla="*/ 627797 w 2762991"/>
                <a:gd name="connsiteY0" fmla="*/ 313898 h 805218"/>
                <a:gd name="connsiteX1" fmla="*/ 19792 w 2762991"/>
                <a:gd name="connsiteY1" fmla="*/ 0 h 805218"/>
                <a:gd name="connsiteX2" fmla="*/ 2762991 w 2762991"/>
                <a:gd name="connsiteY2" fmla="*/ 805218 h 805218"/>
                <a:gd name="connsiteX3" fmla="*/ 0 w 2762991"/>
                <a:gd name="connsiteY3" fmla="*/ 477672 h 805218"/>
                <a:gd name="connsiteX4" fmla="*/ 627797 w 2762991"/>
                <a:gd name="connsiteY4" fmla="*/ 313898 h 805218"/>
                <a:gd name="connsiteX0" fmla="*/ 627797 w 2762991"/>
                <a:gd name="connsiteY0" fmla="*/ 535611 h 1026931"/>
                <a:gd name="connsiteX1" fmla="*/ 19792 w 2762991"/>
                <a:gd name="connsiteY1" fmla="*/ 221713 h 1026931"/>
                <a:gd name="connsiteX2" fmla="*/ 2762991 w 2762991"/>
                <a:gd name="connsiteY2" fmla="*/ 1026931 h 1026931"/>
                <a:gd name="connsiteX3" fmla="*/ 0 w 2762991"/>
                <a:gd name="connsiteY3" fmla="*/ 699385 h 1026931"/>
                <a:gd name="connsiteX4" fmla="*/ 627797 w 2762991"/>
                <a:gd name="connsiteY4" fmla="*/ 535611 h 1026931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71038 h 1127159"/>
                <a:gd name="connsiteX4" fmla="*/ 627797 w 2762991"/>
                <a:gd name="connsiteY4" fmla="*/ 635839 h 1127159"/>
                <a:gd name="connsiteX0" fmla="*/ 655630 w 2790824"/>
                <a:gd name="connsiteY0" fmla="*/ 625121 h 1116441"/>
                <a:gd name="connsiteX1" fmla="*/ 0 w 2790824"/>
                <a:gd name="connsiteY1" fmla="*/ 335036 h 1116441"/>
                <a:gd name="connsiteX2" fmla="*/ 2790824 w 2790824"/>
                <a:gd name="connsiteY2" fmla="*/ 1116441 h 1116441"/>
                <a:gd name="connsiteX3" fmla="*/ 27833 w 2790824"/>
                <a:gd name="connsiteY3" fmla="*/ 760320 h 1116441"/>
                <a:gd name="connsiteX4" fmla="*/ 655630 w 2790824"/>
                <a:gd name="connsiteY4" fmla="*/ 625121 h 1116441"/>
                <a:gd name="connsiteX0" fmla="*/ 655630 w 2790824"/>
                <a:gd name="connsiteY0" fmla="*/ 530808 h 1022128"/>
                <a:gd name="connsiteX1" fmla="*/ 0 w 2790824"/>
                <a:gd name="connsiteY1" fmla="*/ 240723 h 1022128"/>
                <a:gd name="connsiteX2" fmla="*/ 2790824 w 2790824"/>
                <a:gd name="connsiteY2" fmla="*/ 1022128 h 1022128"/>
                <a:gd name="connsiteX3" fmla="*/ 27833 w 2790824"/>
                <a:gd name="connsiteY3" fmla="*/ 666007 h 1022128"/>
                <a:gd name="connsiteX4" fmla="*/ 655630 w 2790824"/>
                <a:gd name="connsiteY4" fmla="*/ 530808 h 1022128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54372 h 1145692"/>
                <a:gd name="connsiteX1" fmla="*/ 0 w 2790824"/>
                <a:gd name="connsiteY1" fmla="*/ 364287 h 1145692"/>
                <a:gd name="connsiteX2" fmla="*/ 2790824 w 2790824"/>
                <a:gd name="connsiteY2" fmla="*/ 1145692 h 1145692"/>
                <a:gd name="connsiteX3" fmla="*/ 27833 w 2790824"/>
                <a:gd name="connsiteY3" fmla="*/ 789571 h 1145692"/>
                <a:gd name="connsiteX4" fmla="*/ 655630 w 2790824"/>
                <a:gd name="connsiteY4" fmla="*/ 654372 h 1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0824" h="1145692">
                  <a:moveTo>
                    <a:pt x="655630" y="654372"/>
                  </a:moveTo>
                  <a:cubicBezTo>
                    <a:pt x="170387" y="691027"/>
                    <a:pt x="129643" y="511782"/>
                    <a:pt x="0" y="364287"/>
                  </a:cubicBezTo>
                  <a:cubicBezTo>
                    <a:pt x="382634" y="713443"/>
                    <a:pt x="2247377" y="-1102398"/>
                    <a:pt x="2790824" y="1145692"/>
                  </a:cubicBezTo>
                  <a:cubicBezTo>
                    <a:pt x="1351212" y="-642164"/>
                    <a:pt x="1044365" y="1785858"/>
                    <a:pt x="27833" y="789571"/>
                  </a:cubicBezTo>
                  <a:cubicBezTo>
                    <a:pt x="318986" y="830514"/>
                    <a:pt x="446364" y="708963"/>
                    <a:pt x="655630" y="654372"/>
                  </a:cubicBezTo>
                  <a:close/>
                </a:path>
              </a:pathLst>
            </a:custGeom>
            <a:gradFill>
              <a:gsLst>
                <a:gs pos="0">
                  <a:srgbClr val="FFC000">
                    <a:lumMod val="20000"/>
                    <a:lumOff val="80000"/>
                  </a:srgbClr>
                </a:gs>
                <a:gs pos="19000">
                  <a:srgbClr val="ED591D"/>
                </a:gs>
              </a:gsLst>
              <a:lin ang="17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86">
              <a:extLst>
                <a:ext uri="{FF2B5EF4-FFF2-40B4-BE49-F238E27FC236}">
                  <a16:creationId xmlns:a16="http://schemas.microsoft.com/office/drawing/2014/main" id="{15438479-6894-D1D8-CA95-62477BD16026}"/>
                </a:ext>
              </a:extLst>
            </p:cNvPr>
            <p:cNvSpPr/>
            <p:nvPr/>
          </p:nvSpPr>
          <p:spPr>
            <a:xfrm rot="21420444">
              <a:off x="3846727" y="2285140"/>
              <a:ext cx="2943947" cy="305113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885126"/>
                </a:gs>
                <a:gs pos="39000">
                  <a:srgbClr val="5C8B9D"/>
                </a:gs>
              </a:gsLst>
              <a:lin ang="13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86">
              <a:extLst>
                <a:ext uri="{FF2B5EF4-FFF2-40B4-BE49-F238E27FC236}">
                  <a16:creationId xmlns:a16="http://schemas.microsoft.com/office/drawing/2014/main" id="{0707516B-CB18-F5FA-6B66-D7790D456E29}"/>
                </a:ext>
              </a:extLst>
            </p:cNvPr>
            <p:cNvSpPr/>
            <p:nvPr/>
          </p:nvSpPr>
          <p:spPr>
            <a:xfrm rot="21033195">
              <a:off x="4265265" y="2372520"/>
              <a:ext cx="2469258" cy="194862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DF7C27"/>
                </a:gs>
                <a:gs pos="66000">
                  <a:srgbClr val="5C8B9D"/>
                </a:gs>
              </a:gsLst>
              <a:lin ang="13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102">
              <a:extLst>
                <a:ext uri="{FF2B5EF4-FFF2-40B4-BE49-F238E27FC236}">
                  <a16:creationId xmlns:a16="http://schemas.microsoft.com/office/drawing/2014/main" id="{6F594463-35EA-4A3E-A23F-6747CCAB9F2E}"/>
                </a:ext>
              </a:extLst>
            </p:cNvPr>
            <p:cNvSpPr/>
            <p:nvPr/>
          </p:nvSpPr>
          <p:spPr>
            <a:xfrm>
              <a:off x="7329165" y="1247533"/>
              <a:ext cx="1295181" cy="736597"/>
            </a:xfrm>
            <a:custGeom>
              <a:avLst/>
              <a:gdLst>
                <a:gd name="connsiteX0" fmla="*/ 0 w 558581"/>
                <a:gd name="connsiteY0" fmla="*/ 0 h 300022"/>
                <a:gd name="connsiteX1" fmla="*/ 558581 w 558581"/>
                <a:gd name="connsiteY1" fmla="*/ 0 h 300022"/>
                <a:gd name="connsiteX2" fmla="*/ 558581 w 558581"/>
                <a:gd name="connsiteY2" fmla="*/ 300022 h 300022"/>
                <a:gd name="connsiteX3" fmla="*/ 0 w 558581"/>
                <a:gd name="connsiteY3" fmla="*/ 300022 h 300022"/>
                <a:gd name="connsiteX4" fmla="*/ 0 w 558581"/>
                <a:gd name="connsiteY4" fmla="*/ 0 h 300022"/>
                <a:gd name="connsiteX0" fmla="*/ 0 w 933231"/>
                <a:gd name="connsiteY0" fmla="*/ 0 h 452422"/>
                <a:gd name="connsiteX1" fmla="*/ 558581 w 933231"/>
                <a:gd name="connsiteY1" fmla="*/ 0 h 452422"/>
                <a:gd name="connsiteX2" fmla="*/ 933231 w 933231"/>
                <a:gd name="connsiteY2" fmla="*/ 452422 h 452422"/>
                <a:gd name="connsiteX3" fmla="*/ 0 w 933231"/>
                <a:gd name="connsiteY3" fmla="*/ 300022 h 452422"/>
                <a:gd name="connsiteX4" fmla="*/ 0 w 933231"/>
                <a:gd name="connsiteY4" fmla="*/ 0 h 452422"/>
                <a:gd name="connsiteX0" fmla="*/ 0 w 933231"/>
                <a:gd name="connsiteY0" fmla="*/ 165100 h 617522"/>
                <a:gd name="connsiteX1" fmla="*/ 101381 w 933231"/>
                <a:gd name="connsiteY1" fmla="*/ 0 h 617522"/>
                <a:gd name="connsiteX2" fmla="*/ 933231 w 933231"/>
                <a:gd name="connsiteY2" fmla="*/ 617522 h 617522"/>
                <a:gd name="connsiteX3" fmla="*/ 0 w 933231"/>
                <a:gd name="connsiteY3" fmla="*/ 465122 h 617522"/>
                <a:gd name="connsiteX4" fmla="*/ 0 w 933231"/>
                <a:gd name="connsiteY4" fmla="*/ 165100 h 617522"/>
                <a:gd name="connsiteX0" fmla="*/ 0 w 1009431"/>
                <a:gd name="connsiteY0" fmla="*/ 120650 h 617522"/>
                <a:gd name="connsiteX1" fmla="*/ 177581 w 1009431"/>
                <a:gd name="connsiteY1" fmla="*/ 0 h 617522"/>
                <a:gd name="connsiteX2" fmla="*/ 1009431 w 1009431"/>
                <a:gd name="connsiteY2" fmla="*/ 617522 h 617522"/>
                <a:gd name="connsiteX3" fmla="*/ 76200 w 1009431"/>
                <a:gd name="connsiteY3" fmla="*/ 465122 h 617522"/>
                <a:gd name="connsiteX4" fmla="*/ 0 w 100943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73050 w 1282481"/>
                <a:gd name="connsiteY0" fmla="*/ 120650 h 617522"/>
                <a:gd name="connsiteX1" fmla="*/ 450631 w 1282481"/>
                <a:gd name="connsiteY1" fmla="*/ 0 h 617522"/>
                <a:gd name="connsiteX2" fmla="*/ 1282481 w 1282481"/>
                <a:gd name="connsiteY2" fmla="*/ 617522 h 617522"/>
                <a:gd name="connsiteX3" fmla="*/ 0 w 1282481"/>
                <a:gd name="connsiteY3" fmla="*/ 373047 h 617522"/>
                <a:gd name="connsiteX4" fmla="*/ 273050 w 1282481"/>
                <a:gd name="connsiteY4" fmla="*/ 120650 h 617522"/>
                <a:gd name="connsiteX0" fmla="*/ 273050 w 1282481"/>
                <a:gd name="connsiteY0" fmla="*/ 120650 h 727494"/>
                <a:gd name="connsiteX1" fmla="*/ 450631 w 1282481"/>
                <a:gd name="connsiteY1" fmla="*/ 0 h 727494"/>
                <a:gd name="connsiteX2" fmla="*/ 1282481 w 1282481"/>
                <a:gd name="connsiteY2" fmla="*/ 617522 h 727494"/>
                <a:gd name="connsiteX3" fmla="*/ 0 w 1282481"/>
                <a:gd name="connsiteY3" fmla="*/ 373047 h 727494"/>
                <a:gd name="connsiteX4" fmla="*/ 273050 w 1282481"/>
                <a:gd name="connsiteY4" fmla="*/ 120650 h 727494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9508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181" h="736597">
                  <a:moveTo>
                    <a:pt x="273050" y="107950"/>
                  </a:moveTo>
                  <a:cubicBezTo>
                    <a:pt x="341769" y="67733"/>
                    <a:pt x="435887" y="40217"/>
                    <a:pt x="495081" y="0"/>
                  </a:cubicBezTo>
                  <a:cubicBezTo>
                    <a:pt x="715214" y="62966"/>
                    <a:pt x="1186173" y="202131"/>
                    <a:pt x="1295181" y="604822"/>
                  </a:cubicBezTo>
                  <a:cubicBezTo>
                    <a:pt x="867687" y="523330"/>
                    <a:pt x="189369" y="1086364"/>
                    <a:pt x="0" y="360347"/>
                  </a:cubicBezTo>
                  <a:cubicBezTo>
                    <a:pt x="103717" y="298440"/>
                    <a:pt x="220133" y="350832"/>
                    <a:pt x="273050" y="107950"/>
                  </a:cubicBezTo>
                  <a:close/>
                </a:path>
              </a:pathLst>
            </a:custGeom>
            <a:solidFill>
              <a:srgbClr val="5C8B9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1D2BE17-5FD4-466E-B95D-408BC9B70E1E}"/>
                </a:ext>
              </a:extLst>
            </p:cNvPr>
            <p:cNvSpPr/>
            <p:nvPr/>
          </p:nvSpPr>
          <p:spPr>
            <a:xfrm>
              <a:off x="7382921" y="1674946"/>
              <a:ext cx="1241425" cy="180584"/>
            </a:xfrm>
            <a:custGeom>
              <a:avLst/>
              <a:gdLst>
                <a:gd name="connsiteX0" fmla="*/ 0 w 1241425"/>
                <a:gd name="connsiteY0" fmla="*/ 63109 h 180584"/>
                <a:gd name="connsiteX1" fmla="*/ 292100 w 1241425"/>
                <a:gd name="connsiteY1" fmla="*/ 18659 h 180584"/>
                <a:gd name="connsiteX2" fmla="*/ 644525 w 1241425"/>
                <a:gd name="connsiteY2" fmla="*/ 2784 h 180584"/>
                <a:gd name="connsiteX3" fmla="*/ 949325 w 1241425"/>
                <a:gd name="connsiteY3" fmla="*/ 72634 h 180584"/>
                <a:gd name="connsiteX4" fmla="*/ 1241425 w 1241425"/>
                <a:gd name="connsiteY4" fmla="*/ 180584 h 180584"/>
                <a:gd name="connsiteX5" fmla="*/ 1241425 w 1241425"/>
                <a:gd name="connsiteY5" fmla="*/ 180584 h 1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425" h="180584">
                  <a:moveTo>
                    <a:pt x="0" y="63109"/>
                  </a:moveTo>
                  <a:cubicBezTo>
                    <a:pt x="92339" y="45911"/>
                    <a:pt x="184679" y="28713"/>
                    <a:pt x="292100" y="18659"/>
                  </a:cubicBezTo>
                  <a:cubicBezTo>
                    <a:pt x="399521" y="8605"/>
                    <a:pt x="534988" y="-6212"/>
                    <a:pt x="644525" y="2784"/>
                  </a:cubicBezTo>
                  <a:cubicBezTo>
                    <a:pt x="754062" y="11780"/>
                    <a:pt x="849842" y="43001"/>
                    <a:pt x="949325" y="72634"/>
                  </a:cubicBezTo>
                  <a:cubicBezTo>
                    <a:pt x="1048808" y="102267"/>
                    <a:pt x="1241425" y="180584"/>
                    <a:pt x="1241425" y="180584"/>
                  </a:cubicBezTo>
                  <a:lnTo>
                    <a:pt x="1241425" y="180584"/>
                  </a:ln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D824C30-A56C-9923-DEB3-90B0214D5708}"/>
              </a:ext>
            </a:extLst>
          </p:cNvPr>
          <p:cNvGrpSpPr/>
          <p:nvPr/>
        </p:nvGrpSpPr>
        <p:grpSpPr>
          <a:xfrm flipH="1">
            <a:off x="2378921" y="1899924"/>
            <a:ext cx="5207436" cy="5071456"/>
            <a:chOff x="2185160" y="470140"/>
            <a:chExt cx="6439186" cy="6271042"/>
          </a:xfrm>
          <a:solidFill>
            <a:schemeClr val="bg1"/>
          </a:solidFill>
        </p:grpSpPr>
        <p:sp>
          <p:nvSpPr>
            <p:cNvPr id="49" name="Rectangle 86">
              <a:extLst>
                <a:ext uri="{FF2B5EF4-FFF2-40B4-BE49-F238E27FC236}">
                  <a16:creationId xmlns:a16="http://schemas.microsoft.com/office/drawing/2014/main" id="{14251DF8-B7DE-C97F-2C02-95970C53C54A}"/>
                </a:ext>
              </a:extLst>
            </p:cNvPr>
            <p:cNvSpPr/>
            <p:nvPr/>
          </p:nvSpPr>
          <p:spPr>
            <a:xfrm>
              <a:off x="2185160" y="3804102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86">
              <a:extLst>
                <a:ext uri="{FF2B5EF4-FFF2-40B4-BE49-F238E27FC236}">
                  <a16:creationId xmlns:a16="http://schemas.microsoft.com/office/drawing/2014/main" id="{68C72B5F-0144-CE50-5669-6FC70C95FFC6}"/>
                </a:ext>
              </a:extLst>
            </p:cNvPr>
            <p:cNvSpPr/>
            <p:nvPr/>
          </p:nvSpPr>
          <p:spPr>
            <a:xfrm>
              <a:off x="2247438" y="3669446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93">
              <a:extLst>
                <a:ext uri="{FF2B5EF4-FFF2-40B4-BE49-F238E27FC236}">
                  <a16:creationId xmlns:a16="http://schemas.microsoft.com/office/drawing/2014/main" id="{CBCD03FB-EF01-D0A8-9A9F-5194AA7F8BAF}"/>
                </a:ext>
              </a:extLst>
            </p:cNvPr>
            <p:cNvSpPr/>
            <p:nvPr/>
          </p:nvSpPr>
          <p:spPr>
            <a:xfrm>
              <a:off x="5731620" y="6161364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92">
              <a:extLst>
                <a:ext uri="{FF2B5EF4-FFF2-40B4-BE49-F238E27FC236}">
                  <a16:creationId xmlns:a16="http://schemas.microsoft.com/office/drawing/2014/main" id="{A1D7E019-B663-3551-78D1-0FB60D645380}"/>
                </a:ext>
              </a:extLst>
            </p:cNvPr>
            <p:cNvSpPr/>
            <p:nvPr/>
          </p:nvSpPr>
          <p:spPr>
            <a:xfrm>
              <a:off x="5938161" y="5505607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92">
              <a:extLst>
                <a:ext uri="{FF2B5EF4-FFF2-40B4-BE49-F238E27FC236}">
                  <a16:creationId xmlns:a16="http://schemas.microsoft.com/office/drawing/2014/main" id="{DB48B3B2-38DB-B30F-D0B2-37D0FAF2D95B}"/>
                </a:ext>
              </a:extLst>
            </p:cNvPr>
            <p:cNvSpPr/>
            <p:nvPr/>
          </p:nvSpPr>
          <p:spPr>
            <a:xfrm rot="19264388">
              <a:off x="6220579" y="6185814"/>
              <a:ext cx="340750" cy="180487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cubicBezTo>
                    <a:pt x="317777" y="267176"/>
                    <a:pt x="495796" y="464866"/>
                    <a:pt x="543202" y="734854"/>
                  </a:cubicBez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 93">
              <a:extLst>
                <a:ext uri="{FF2B5EF4-FFF2-40B4-BE49-F238E27FC236}">
                  <a16:creationId xmlns:a16="http://schemas.microsoft.com/office/drawing/2014/main" id="{9F2D7918-E809-9683-2231-0B680D28FB38}"/>
                </a:ext>
              </a:extLst>
            </p:cNvPr>
            <p:cNvSpPr/>
            <p:nvPr/>
          </p:nvSpPr>
          <p:spPr>
            <a:xfrm>
              <a:off x="5044155" y="6331599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92">
              <a:extLst>
                <a:ext uri="{FF2B5EF4-FFF2-40B4-BE49-F238E27FC236}">
                  <a16:creationId xmlns:a16="http://schemas.microsoft.com/office/drawing/2014/main" id="{27984BA9-DF07-D751-510A-71AC970C1568}"/>
                </a:ext>
              </a:extLst>
            </p:cNvPr>
            <p:cNvSpPr/>
            <p:nvPr/>
          </p:nvSpPr>
          <p:spPr>
            <a:xfrm>
              <a:off x="5250696" y="5675842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92">
              <a:extLst>
                <a:ext uri="{FF2B5EF4-FFF2-40B4-BE49-F238E27FC236}">
                  <a16:creationId xmlns:a16="http://schemas.microsoft.com/office/drawing/2014/main" id="{5CD66239-EC4F-229D-C546-57C8466F3B90}"/>
                </a:ext>
              </a:extLst>
            </p:cNvPr>
            <p:cNvSpPr/>
            <p:nvPr/>
          </p:nvSpPr>
          <p:spPr>
            <a:xfrm rot="19264388">
              <a:off x="5539165" y="6353911"/>
              <a:ext cx="333945" cy="180487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cubicBezTo>
                    <a:pt x="317777" y="267176"/>
                    <a:pt x="494118" y="474552"/>
                    <a:pt x="543202" y="734854"/>
                  </a:cubicBez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7D3AB46-9B30-06B9-70B3-CECED28D6800}"/>
                </a:ext>
              </a:extLst>
            </p:cNvPr>
            <p:cNvSpPr/>
            <p:nvPr/>
          </p:nvSpPr>
          <p:spPr>
            <a:xfrm>
              <a:off x="5781810" y="4730828"/>
              <a:ext cx="724451" cy="95436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C4733B6-916D-8FB9-2A69-585E7D5CB0A9}"/>
                </a:ext>
              </a:extLst>
            </p:cNvPr>
            <p:cNvSpPr/>
            <p:nvPr/>
          </p:nvSpPr>
          <p:spPr>
            <a:xfrm>
              <a:off x="5083159" y="4883442"/>
              <a:ext cx="724451" cy="95436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83">
              <a:extLst>
                <a:ext uri="{FF2B5EF4-FFF2-40B4-BE49-F238E27FC236}">
                  <a16:creationId xmlns:a16="http://schemas.microsoft.com/office/drawing/2014/main" id="{B3765D40-80C2-772E-1224-0B918C18F5E1}"/>
                </a:ext>
              </a:extLst>
            </p:cNvPr>
            <p:cNvSpPr/>
            <p:nvPr/>
          </p:nvSpPr>
          <p:spPr>
            <a:xfrm>
              <a:off x="4134742" y="542437"/>
              <a:ext cx="3685741" cy="4959344"/>
            </a:xfrm>
            <a:custGeom>
              <a:avLst/>
              <a:gdLst>
                <a:gd name="connsiteX0" fmla="*/ 0 w 982639"/>
                <a:gd name="connsiteY0" fmla="*/ 0 h 2647666"/>
                <a:gd name="connsiteX1" fmla="*/ 982639 w 982639"/>
                <a:gd name="connsiteY1" fmla="*/ 0 h 2647666"/>
                <a:gd name="connsiteX2" fmla="*/ 982639 w 982639"/>
                <a:gd name="connsiteY2" fmla="*/ 2647666 h 2647666"/>
                <a:gd name="connsiteX3" fmla="*/ 0 w 982639"/>
                <a:gd name="connsiteY3" fmla="*/ 2647666 h 2647666"/>
                <a:gd name="connsiteX4" fmla="*/ 0 w 982639"/>
                <a:gd name="connsiteY4" fmla="*/ 0 h 2647666"/>
                <a:gd name="connsiteX0" fmla="*/ 0 w 1091821"/>
                <a:gd name="connsiteY0" fmla="*/ 0 h 3684896"/>
                <a:gd name="connsiteX1" fmla="*/ 1091821 w 1091821"/>
                <a:gd name="connsiteY1" fmla="*/ 1037230 h 3684896"/>
                <a:gd name="connsiteX2" fmla="*/ 1091821 w 1091821"/>
                <a:gd name="connsiteY2" fmla="*/ 3684896 h 3684896"/>
                <a:gd name="connsiteX3" fmla="*/ 109182 w 1091821"/>
                <a:gd name="connsiteY3" fmla="*/ 3684896 h 3684896"/>
                <a:gd name="connsiteX4" fmla="*/ 0 w 1091821"/>
                <a:gd name="connsiteY4" fmla="*/ 0 h 3684896"/>
                <a:gd name="connsiteX0" fmla="*/ 310597 w 1402418"/>
                <a:gd name="connsiteY0" fmla="*/ 0 h 3684896"/>
                <a:gd name="connsiteX1" fmla="*/ 1402418 w 1402418"/>
                <a:gd name="connsiteY1" fmla="*/ 1037230 h 3684896"/>
                <a:gd name="connsiteX2" fmla="*/ 1402418 w 1402418"/>
                <a:gd name="connsiteY2" fmla="*/ 3684896 h 3684896"/>
                <a:gd name="connsiteX3" fmla="*/ 419779 w 1402418"/>
                <a:gd name="connsiteY3" fmla="*/ 3684896 h 3684896"/>
                <a:gd name="connsiteX4" fmla="*/ 310597 w 1402418"/>
                <a:gd name="connsiteY4" fmla="*/ 0 h 3684896"/>
                <a:gd name="connsiteX0" fmla="*/ 1584234 w 2676055"/>
                <a:gd name="connsiteY0" fmla="*/ 0 h 4244454"/>
                <a:gd name="connsiteX1" fmla="*/ 2676055 w 2676055"/>
                <a:gd name="connsiteY1" fmla="*/ 1037230 h 4244454"/>
                <a:gd name="connsiteX2" fmla="*/ 2676055 w 2676055"/>
                <a:gd name="connsiteY2" fmla="*/ 3684896 h 4244454"/>
                <a:gd name="connsiteX3" fmla="*/ 1094 w 2676055"/>
                <a:gd name="connsiteY3" fmla="*/ 4244454 h 4244454"/>
                <a:gd name="connsiteX4" fmla="*/ 1584234 w 2676055"/>
                <a:gd name="connsiteY4" fmla="*/ 0 h 4244454"/>
                <a:gd name="connsiteX0" fmla="*/ 1583994 w 2675815"/>
                <a:gd name="connsiteY0" fmla="*/ 0 h 4244454"/>
                <a:gd name="connsiteX1" fmla="*/ 2675815 w 2675815"/>
                <a:gd name="connsiteY1" fmla="*/ 1037230 h 4244454"/>
                <a:gd name="connsiteX2" fmla="*/ 2675815 w 2675815"/>
                <a:gd name="connsiteY2" fmla="*/ 3684896 h 4244454"/>
                <a:gd name="connsiteX3" fmla="*/ 854 w 2675815"/>
                <a:gd name="connsiteY3" fmla="*/ 4244454 h 4244454"/>
                <a:gd name="connsiteX4" fmla="*/ 1583994 w 2675815"/>
                <a:gd name="connsiteY4" fmla="*/ 0 h 4244454"/>
                <a:gd name="connsiteX0" fmla="*/ 1583994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83994 w 2675815"/>
                <a:gd name="connsiteY4" fmla="*/ 0 h 4176215"/>
                <a:gd name="connsiteX0" fmla="*/ 1502170 w 2675878"/>
                <a:gd name="connsiteY0" fmla="*/ 0 h 4176215"/>
                <a:gd name="connsiteX1" fmla="*/ 2675878 w 2675878"/>
                <a:gd name="connsiteY1" fmla="*/ 1037230 h 4176215"/>
                <a:gd name="connsiteX2" fmla="*/ 2675878 w 2675878"/>
                <a:gd name="connsiteY2" fmla="*/ 3684896 h 4176215"/>
                <a:gd name="connsiteX3" fmla="*/ 917 w 2675878"/>
                <a:gd name="connsiteY3" fmla="*/ 4176215 h 4176215"/>
                <a:gd name="connsiteX4" fmla="*/ 1502170 w 2675878"/>
                <a:gd name="connsiteY4" fmla="*/ 0 h 4176215"/>
                <a:gd name="connsiteX0" fmla="*/ 1502107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02107 w 2675815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2675815 w 3044304"/>
                <a:gd name="connsiteY2" fmla="*/ 3684896 h 4176215"/>
                <a:gd name="connsiteX3" fmla="*/ 854 w 3044304"/>
                <a:gd name="connsiteY3" fmla="*/ 4176215 h 4176215"/>
                <a:gd name="connsiteX4" fmla="*/ 1502107 w 3044304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854 w 3044304"/>
                <a:gd name="connsiteY2" fmla="*/ 4176215 h 4176215"/>
                <a:gd name="connsiteX3" fmla="*/ 1502107 w 3044304"/>
                <a:gd name="connsiteY3" fmla="*/ 0 h 4176215"/>
                <a:gd name="connsiteX0" fmla="*/ 1502107 w 3044304"/>
                <a:gd name="connsiteY0" fmla="*/ 0 h 4420495"/>
                <a:gd name="connsiteX1" fmla="*/ 3044304 w 3044304"/>
                <a:gd name="connsiteY1" fmla="*/ 1337480 h 4420495"/>
                <a:gd name="connsiteX2" fmla="*/ 854 w 3044304"/>
                <a:gd name="connsiteY2" fmla="*/ 4176215 h 4420495"/>
                <a:gd name="connsiteX3" fmla="*/ 1502107 w 3044304"/>
                <a:gd name="connsiteY3" fmla="*/ 0 h 4420495"/>
                <a:gd name="connsiteX0" fmla="*/ 1761259 w 3303456"/>
                <a:gd name="connsiteY0" fmla="*/ 0 h 4433289"/>
                <a:gd name="connsiteX1" fmla="*/ 3303456 w 3303456"/>
                <a:gd name="connsiteY1" fmla="*/ 1337480 h 4433289"/>
                <a:gd name="connsiteX2" fmla="*/ 698 w 3303456"/>
                <a:gd name="connsiteY2" fmla="*/ 4189863 h 4433289"/>
                <a:gd name="connsiteX3" fmla="*/ 1761259 w 3303456"/>
                <a:gd name="connsiteY3" fmla="*/ 0 h 4433289"/>
                <a:gd name="connsiteX0" fmla="*/ 1761259 w 3303456"/>
                <a:gd name="connsiteY0" fmla="*/ 0 h 4419940"/>
                <a:gd name="connsiteX1" fmla="*/ 3303456 w 3303456"/>
                <a:gd name="connsiteY1" fmla="*/ 1337480 h 4419940"/>
                <a:gd name="connsiteX2" fmla="*/ 698 w 3303456"/>
                <a:gd name="connsiteY2" fmla="*/ 4189863 h 4419940"/>
                <a:gd name="connsiteX3" fmla="*/ 1761259 w 3303456"/>
                <a:gd name="connsiteY3" fmla="*/ 0 h 4419940"/>
                <a:gd name="connsiteX0" fmla="*/ 1761259 w 3492639"/>
                <a:gd name="connsiteY0" fmla="*/ 0 h 4391767"/>
                <a:gd name="connsiteX1" fmla="*/ 3303456 w 3492639"/>
                <a:gd name="connsiteY1" fmla="*/ 1337480 h 4391767"/>
                <a:gd name="connsiteX2" fmla="*/ 698 w 3492639"/>
                <a:gd name="connsiteY2" fmla="*/ 4189863 h 4391767"/>
                <a:gd name="connsiteX3" fmla="*/ 1761259 w 3492639"/>
                <a:gd name="connsiteY3" fmla="*/ 0 h 4391767"/>
                <a:gd name="connsiteX0" fmla="*/ 1761259 w 3393044"/>
                <a:gd name="connsiteY0" fmla="*/ 0 h 4454701"/>
                <a:gd name="connsiteX1" fmla="*/ 3303456 w 3393044"/>
                <a:gd name="connsiteY1" fmla="*/ 1337480 h 4454701"/>
                <a:gd name="connsiteX2" fmla="*/ 698 w 3393044"/>
                <a:gd name="connsiteY2" fmla="*/ 4189863 h 4454701"/>
                <a:gd name="connsiteX3" fmla="*/ 1761259 w 3393044"/>
                <a:gd name="connsiteY3" fmla="*/ 0 h 4454701"/>
                <a:gd name="connsiteX0" fmla="*/ 1761259 w 3496543"/>
                <a:gd name="connsiteY0" fmla="*/ 0 h 4460693"/>
                <a:gd name="connsiteX1" fmla="*/ 3303456 w 3496543"/>
                <a:gd name="connsiteY1" fmla="*/ 1337480 h 4460693"/>
                <a:gd name="connsiteX2" fmla="*/ 698 w 3496543"/>
                <a:gd name="connsiteY2" fmla="*/ 4189863 h 4460693"/>
                <a:gd name="connsiteX3" fmla="*/ 1761259 w 3496543"/>
                <a:gd name="connsiteY3" fmla="*/ 0 h 4460693"/>
                <a:gd name="connsiteX0" fmla="*/ 1761259 w 3526373"/>
                <a:gd name="connsiteY0" fmla="*/ 96558 h 4557251"/>
                <a:gd name="connsiteX1" fmla="*/ 3303456 w 3526373"/>
                <a:gd name="connsiteY1" fmla="*/ 1434038 h 4557251"/>
                <a:gd name="connsiteX2" fmla="*/ 698 w 3526373"/>
                <a:gd name="connsiteY2" fmla="*/ 4286421 h 4557251"/>
                <a:gd name="connsiteX3" fmla="*/ 1761259 w 3526373"/>
                <a:gd name="connsiteY3" fmla="*/ 96558 h 4557251"/>
                <a:gd name="connsiteX0" fmla="*/ 1761259 w 3500669"/>
                <a:gd name="connsiteY0" fmla="*/ 312674 h 4773367"/>
                <a:gd name="connsiteX1" fmla="*/ 3303456 w 3500669"/>
                <a:gd name="connsiteY1" fmla="*/ 1650154 h 4773367"/>
                <a:gd name="connsiteX2" fmla="*/ 698 w 3500669"/>
                <a:gd name="connsiteY2" fmla="*/ 4502537 h 4773367"/>
                <a:gd name="connsiteX3" fmla="*/ 1761259 w 3500669"/>
                <a:gd name="connsiteY3" fmla="*/ 312674 h 4773367"/>
                <a:gd name="connsiteX0" fmla="*/ 1761259 w 3500669"/>
                <a:gd name="connsiteY0" fmla="*/ 312674 h 4764736"/>
                <a:gd name="connsiteX1" fmla="*/ 3303456 w 3500669"/>
                <a:gd name="connsiteY1" fmla="*/ 1650154 h 4764736"/>
                <a:gd name="connsiteX2" fmla="*/ 698 w 3500669"/>
                <a:gd name="connsiteY2" fmla="*/ 4502537 h 4764736"/>
                <a:gd name="connsiteX3" fmla="*/ 1761259 w 3500669"/>
                <a:gd name="connsiteY3" fmla="*/ 312674 h 4764736"/>
                <a:gd name="connsiteX0" fmla="*/ 1761259 w 3500669"/>
                <a:gd name="connsiteY0" fmla="*/ 312674 h 4735035"/>
                <a:gd name="connsiteX1" fmla="*/ 3303456 w 3500669"/>
                <a:gd name="connsiteY1" fmla="*/ 1650154 h 4735035"/>
                <a:gd name="connsiteX2" fmla="*/ 698 w 3500669"/>
                <a:gd name="connsiteY2" fmla="*/ 4502537 h 4735035"/>
                <a:gd name="connsiteX3" fmla="*/ 1761259 w 3500669"/>
                <a:gd name="connsiteY3" fmla="*/ 312674 h 4735035"/>
                <a:gd name="connsiteX0" fmla="*/ 1761259 w 3500669"/>
                <a:gd name="connsiteY0" fmla="*/ 312674 h 4726718"/>
                <a:gd name="connsiteX1" fmla="*/ 3303456 w 3500669"/>
                <a:gd name="connsiteY1" fmla="*/ 1650154 h 4726718"/>
                <a:gd name="connsiteX2" fmla="*/ 698 w 3500669"/>
                <a:gd name="connsiteY2" fmla="*/ 4502537 h 4726718"/>
                <a:gd name="connsiteX3" fmla="*/ 1761259 w 3500669"/>
                <a:gd name="connsiteY3" fmla="*/ 312674 h 4726718"/>
                <a:gd name="connsiteX0" fmla="*/ 1829466 w 3568876"/>
                <a:gd name="connsiteY0" fmla="*/ 312674 h 4791604"/>
                <a:gd name="connsiteX1" fmla="*/ 3371663 w 3568876"/>
                <a:gd name="connsiteY1" fmla="*/ 1650154 h 4791604"/>
                <a:gd name="connsiteX2" fmla="*/ 666 w 3568876"/>
                <a:gd name="connsiteY2" fmla="*/ 4570775 h 4791604"/>
                <a:gd name="connsiteX3" fmla="*/ 1829466 w 3568876"/>
                <a:gd name="connsiteY3" fmla="*/ 312674 h 4791604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77167"/>
                <a:gd name="connsiteY0" fmla="*/ 312674 h 4781659"/>
                <a:gd name="connsiteX1" fmla="*/ 3371663 w 3577167"/>
                <a:gd name="connsiteY1" fmla="*/ 1650154 h 4781659"/>
                <a:gd name="connsiteX2" fmla="*/ 666 w 3577167"/>
                <a:gd name="connsiteY2" fmla="*/ 4570775 h 4781659"/>
                <a:gd name="connsiteX3" fmla="*/ 1829466 w 3577167"/>
                <a:gd name="connsiteY3" fmla="*/ 312674 h 4781659"/>
                <a:gd name="connsiteX0" fmla="*/ 1829466 w 3567546"/>
                <a:gd name="connsiteY0" fmla="*/ 287437 h 4759231"/>
                <a:gd name="connsiteX1" fmla="*/ 3358963 w 3567546"/>
                <a:gd name="connsiteY1" fmla="*/ 1682067 h 4759231"/>
                <a:gd name="connsiteX2" fmla="*/ 666 w 3567546"/>
                <a:gd name="connsiteY2" fmla="*/ 4545538 h 4759231"/>
                <a:gd name="connsiteX3" fmla="*/ 1829466 w 3567546"/>
                <a:gd name="connsiteY3" fmla="*/ 287437 h 4759231"/>
                <a:gd name="connsiteX0" fmla="*/ 1829466 w 3587284"/>
                <a:gd name="connsiteY0" fmla="*/ 287437 h 4759231"/>
                <a:gd name="connsiteX1" fmla="*/ 3358963 w 3587284"/>
                <a:gd name="connsiteY1" fmla="*/ 1682067 h 4759231"/>
                <a:gd name="connsiteX2" fmla="*/ 666 w 3587284"/>
                <a:gd name="connsiteY2" fmla="*/ 4545538 h 4759231"/>
                <a:gd name="connsiteX3" fmla="*/ 1829466 w 3587284"/>
                <a:gd name="connsiteY3" fmla="*/ 287437 h 4759231"/>
                <a:gd name="connsiteX0" fmla="*/ 1829466 w 3594891"/>
                <a:gd name="connsiteY0" fmla="*/ 292062 h 4763856"/>
                <a:gd name="connsiteX1" fmla="*/ 3358963 w 3594891"/>
                <a:gd name="connsiteY1" fmla="*/ 1686692 h 4763856"/>
                <a:gd name="connsiteX2" fmla="*/ 666 w 3594891"/>
                <a:gd name="connsiteY2" fmla="*/ 4550163 h 4763856"/>
                <a:gd name="connsiteX3" fmla="*/ 1829466 w 3594891"/>
                <a:gd name="connsiteY3" fmla="*/ 292062 h 4763856"/>
                <a:gd name="connsiteX0" fmla="*/ 1829466 w 3587284"/>
                <a:gd name="connsiteY0" fmla="*/ 501830 h 4973624"/>
                <a:gd name="connsiteX1" fmla="*/ 3358963 w 3587284"/>
                <a:gd name="connsiteY1" fmla="*/ 1896460 h 4973624"/>
                <a:gd name="connsiteX2" fmla="*/ 666 w 3587284"/>
                <a:gd name="connsiteY2" fmla="*/ 4759931 h 4973624"/>
                <a:gd name="connsiteX3" fmla="*/ 1829466 w 3587284"/>
                <a:gd name="connsiteY3" fmla="*/ 501830 h 4973624"/>
                <a:gd name="connsiteX0" fmla="*/ 1829466 w 3617639"/>
                <a:gd name="connsiteY0" fmla="*/ 481142 h 4952936"/>
                <a:gd name="connsiteX1" fmla="*/ 3358963 w 3617639"/>
                <a:gd name="connsiteY1" fmla="*/ 1875772 h 4952936"/>
                <a:gd name="connsiteX2" fmla="*/ 666 w 3617639"/>
                <a:gd name="connsiteY2" fmla="*/ 4739243 h 4952936"/>
                <a:gd name="connsiteX3" fmla="*/ 1829466 w 3617639"/>
                <a:gd name="connsiteY3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7084"/>
                <a:gd name="connsiteX1" fmla="*/ 3427065 w 3685741"/>
                <a:gd name="connsiteY1" fmla="*/ 1875772 h 4957084"/>
                <a:gd name="connsiteX2" fmla="*/ 68768 w 3685741"/>
                <a:gd name="connsiteY2" fmla="*/ 4739243 h 4957084"/>
                <a:gd name="connsiteX3" fmla="*/ 1283419 w 3685741"/>
                <a:gd name="connsiteY3" fmla="*/ 2105229 h 4957084"/>
                <a:gd name="connsiteX4" fmla="*/ 1897568 w 3685741"/>
                <a:gd name="connsiteY4" fmla="*/ 481142 h 4957084"/>
                <a:gd name="connsiteX0" fmla="*/ 1897568 w 3685741"/>
                <a:gd name="connsiteY0" fmla="*/ 481142 h 4944704"/>
                <a:gd name="connsiteX1" fmla="*/ 3427065 w 3685741"/>
                <a:gd name="connsiteY1" fmla="*/ 1875772 h 4944704"/>
                <a:gd name="connsiteX2" fmla="*/ 68768 w 3685741"/>
                <a:gd name="connsiteY2" fmla="*/ 4739243 h 4944704"/>
                <a:gd name="connsiteX3" fmla="*/ 1283419 w 3685741"/>
                <a:gd name="connsiteY3" fmla="*/ 2105229 h 4944704"/>
                <a:gd name="connsiteX4" fmla="*/ 1897568 w 3685741"/>
                <a:gd name="connsiteY4" fmla="*/ 481142 h 4944704"/>
                <a:gd name="connsiteX0" fmla="*/ 1897568 w 3685741"/>
                <a:gd name="connsiteY0" fmla="*/ 481142 h 4908762"/>
                <a:gd name="connsiteX1" fmla="*/ 3427065 w 3685741"/>
                <a:gd name="connsiteY1" fmla="*/ 1875772 h 4908762"/>
                <a:gd name="connsiteX2" fmla="*/ 68768 w 3685741"/>
                <a:gd name="connsiteY2" fmla="*/ 4739243 h 4908762"/>
                <a:gd name="connsiteX3" fmla="*/ 1283419 w 3685741"/>
                <a:gd name="connsiteY3" fmla="*/ 2105229 h 4908762"/>
                <a:gd name="connsiteX4" fmla="*/ 1897568 w 3685741"/>
                <a:gd name="connsiteY4" fmla="*/ 481142 h 4908762"/>
                <a:gd name="connsiteX0" fmla="*/ 1897568 w 3685741"/>
                <a:gd name="connsiteY0" fmla="*/ 481142 h 4965440"/>
                <a:gd name="connsiteX1" fmla="*/ 3427065 w 3685741"/>
                <a:gd name="connsiteY1" fmla="*/ 1875772 h 4965440"/>
                <a:gd name="connsiteX2" fmla="*/ 68768 w 3685741"/>
                <a:gd name="connsiteY2" fmla="*/ 4739243 h 4965440"/>
                <a:gd name="connsiteX3" fmla="*/ 1283419 w 3685741"/>
                <a:gd name="connsiteY3" fmla="*/ 2105229 h 4965440"/>
                <a:gd name="connsiteX4" fmla="*/ 1897568 w 3685741"/>
                <a:gd name="connsiteY4" fmla="*/ 481142 h 4965440"/>
                <a:gd name="connsiteX0" fmla="*/ 1897568 w 3685741"/>
                <a:gd name="connsiteY0" fmla="*/ 481142 h 4957868"/>
                <a:gd name="connsiteX1" fmla="*/ 3427065 w 3685741"/>
                <a:gd name="connsiteY1" fmla="*/ 1875772 h 4957868"/>
                <a:gd name="connsiteX2" fmla="*/ 68768 w 3685741"/>
                <a:gd name="connsiteY2" fmla="*/ 4739243 h 4957868"/>
                <a:gd name="connsiteX3" fmla="*/ 1283419 w 3685741"/>
                <a:gd name="connsiteY3" fmla="*/ 2105229 h 4957868"/>
                <a:gd name="connsiteX4" fmla="*/ 1897568 w 3685741"/>
                <a:gd name="connsiteY4" fmla="*/ 481142 h 4957868"/>
                <a:gd name="connsiteX0" fmla="*/ 1897568 w 3685741"/>
                <a:gd name="connsiteY0" fmla="*/ 481142 h 4959344"/>
                <a:gd name="connsiteX1" fmla="*/ 3427065 w 3685741"/>
                <a:gd name="connsiteY1" fmla="*/ 1875772 h 4959344"/>
                <a:gd name="connsiteX2" fmla="*/ 68768 w 3685741"/>
                <a:gd name="connsiteY2" fmla="*/ 4739243 h 4959344"/>
                <a:gd name="connsiteX3" fmla="*/ 1283419 w 3685741"/>
                <a:gd name="connsiteY3" fmla="*/ 2105229 h 4959344"/>
                <a:gd name="connsiteX4" fmla="*/ 1897568 w 3685741"/>
                <a:gd name="connsiteY4" fmla="*/ 481142 h 495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741" h="4959344">
                  <a:moveTo>
                    <a:pt x="1897568" y="481142"/>
                  </a:moveTo>
                  <a:cubicBezTo>
                    <a:pt x="1633713" y="-151204"/>
                    <a:pt x="4550729" y="-548981"/>
                    <a:pt x="3427065" y="1875772"/>
                  </a:cubicBezTo>
                  <a:cubicBezTo>
                    <a:pt x="3680497" y="2225590"/>
                    <a:pt x="4399655" y="5881107"/>
                    <a:pt x="68768" y="4739243"/>
                  </a:cubicBezTo>
                  <a:cubicBezTo>
                    <a:pt x="-308978" y="4770662"/>
                    <a:pt x="978619" y="2814912"/>
                    <a:pt x="1283419" y="2105229"/>
                  </a:cubicBezTo>
                  <a:cubicBezTo>
                    <a:pt x="1588219" y="1395546"/>
                    <a:pt x="1751834" y="812812"/>
                    <a:pt x="1897568" y="48114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85">
              <a:extLst>
                <a:ext uri="{FF2B5EF4-FFF2-40B4-BE49-F238E27FC236}">
                  <a16:creationId xmlns:a16="http://schemas.microsoft.com/office/drawing/2014/main" id="{B58384AE-8050-67BC-D1B5-D39BC876A5F5}"/>
                </a:ext>
              </a:extLst>
            </p:cNvPr>
            <p:cNvSpPr/>
            <p:nvPr/>
          </p:nvSpPr>
          <p:spPr>
            <a:xfrm>
              <a:off x="5954535" y="1746206"/>
              <a:ext cx="1688893" cy="1724145"/>
            </a:xfrm>
            <a:custGeom>
              <a:avLst/>
              <a:gdLst>
                <a:gd name="connsiteX0" fmla="*/ 0 w 1193800"/>
                <a:gd name="connsiteY0" fmla="*/ 0 h 1145692"/>
                <a:gd name="connsiteX1" fmla="*/ 1193800 w 1193800"/>
                <a:gd name="connsiteY1" fmla="*/ 0 h 1145692"/>
                <a:gd name="connsiteX2" fmla="*/ 1193800 w 1193800"/>
                <a:gd name="connsiteY2" fmla="*/ 1145692 h 1145692"/>
                <a:gd name="connsiteX3" fmla="*/ 0 w 1193800"/>
                <a:gd name="connsiteY3" fmla="*/ 1145692 h 1145692"/>
                <a:gd name="connsiteX4" fmla="*/ 0 w 119380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114300 w 1631950"/>
                <a:gd name="connsiteY0" fmla="*/ 110348 h 1256040"/>
                <a:gd name="connsiteX1" fmla="*/ 1631950 w 1631950"/>
                <a:gd name="connsiteY1" fmla="*/ 878698 h 1256040"/>
                <a:gd name="connsiteX2" fmla="*/ 1308100 w 1631950"/>
                <a:gd name="connsiteY2" fmla="*/ 1256040 h 1256040"/>
                <a:gd name="connsiteX3" fmla="*/ 114300 w 1631950"/>
                <a:gd name="connsiteY3" fmla="*/ 1256040 h 1256040"/>
                <a:gd name="connsiteX4" fmla="*/ 0 w 1631950"/>
                <a:gd name="connsiteY4" fmla="*/ 0 h 1256040"/>
                <a:gd name="connsiteX5" fmla="*/ 114300 w 1631950"/>
                <a:gd name="connsiteY5" fmla="*/ 110348 h 1256040"/>
                <a:gd name="connsiteX0" fmla="*/ 117133 w 1634783"/>
                <a:gd name="connsiteY0" fmla="*/ 122551 h 1268243"/>
                <a:gd name="connsiteX1" fmla="*/ 1634783 w 1634783"/>
                <a:gd name="connsiteY1" fmla="*/ 890901 h 1268243"/>
                <a:gd name="connsiteX2" fmla="*/ 1310933 w 1634783"/>
                <a:gd name="connsiteY2" fmla="*/ 1268243 h 1268243"/>
                <a:gd name="connsiteX3" fmla="*/ 117133 w 1634783"/>
                <a:gd name="connsiteY3" fmla="*/ 1268243 h 1268243"/>
                <a:gd name="connsiteX4" fmla="*/ 85383 w 1634783"/>
                <a:gd name="connsiteY4" fmla="*/ 151903 h 1268243"/>
                <a:gd name="connsiteX5" fmla="*/ 2833 w 1634783"/>
                <a:gd name="connsiteY5" fmla="*/ 12203 h 1268243"/>
                <a:gd name="connsiteX6" fmla="*/ 117133 w 1634783"/>
                <a:gd name="connsiteY6" fmla="*/ 122551 h 1268243"/>
                <a:gd name="connsiteX0" fmla="*/ 147375 w 1665025"/>
                <a:gd name="connsiteY0" fmla="*/ 110392 h 1256084"/>
                <a:gd name="connsiteX1" fmla="*/ 1665025 w 1665025"/>
                <a:gd name="connsiteY1" fmla="*/ 878742 h 1256084"/>
                <a:gd name="connsiteX2" fmla="*/ 1341175 w 1665025"/>
                <a:gd name="connsiteY2" fmla="*/ 1256084 h 1256084"/>
                <a:gd name="connsiteX3" fmla="*/ 147375 w 1665025"/>
                <a:gd name="connsiteY3" fmla="*/ 1256084 h 1256084"/>
                <a:gd name="connsiteX4" fmla="*/ 7676 w 1665025"/>
                <a:gd name="connsiteY4" fmla="*/ 152445 h 1256084"/>
                <a:gd name="connsiteX5" fmla="*/ 115625 w 1665025"/>
                <a:gd name="connsiteY5" fmla="*/ 139744 h 1256084"/>
                <a:gd name="connsiteX6" fmla="*/ 33075 w 1665025"/>
                <a:gd name="connsiteY6" fmla="*/ 44 h 1256084"/>
                <a:gd name="connsiteX7" fmla="*/ 147375 w 1665025"/>
                <a:gd name="connsiteY7" fmla="*/ 110392 h 1256084"/>
                <a:gd name="connsiteX0" fmla="*/ 141507 w 1659157"/>
                <a:gd name="connsiteY0" fmla="*/ 110392 h 1256084"/>
                <a:gd name="connsiteX1" fmla="*/ 1659157 w 1659157"/>
                <a:gd name="connsiteY1" fmla="*/ 878742 h 1256084"/>
                <a:gd name="connsiteX2" fmla="*/ 1335307 w 1659157"/>
                <a:gd name="connsiteY2" fmla="*/ 1256084 h 1256084"/>
                <a:gd name="connsiteX3" fmla="*/ 141507 w 1659157"/>
                <a:gd name="connsiteY3" fmla="*/ 1256084 h 1256084"/>
                <a:gd name="connsiteX4" fmla="*/ 128808 w 1659157"/>
                <a:gd name="connsiteY4" fmla="*/ 254044 h 1256084"/>
                <a:gd name="connsiteX5" fmla="*/ 1808 w 1659157"/>
                <a:gd name="connsiteY5" fmla="*/ 152445 h 1256084"/>
                <a:gd name="connsiteX6" fmla="*/ 109757 w 1659157"/>
                <a:gd name="connsiteY6" fmla="*/ 139744 h 1256084"/>
                <a:gd name="connsiteX7" fmla="*/ 27207 w 1659157"/>
                <a:gd name="connsiteY7" fmla="*/ 44 h 1256084"/>
                <a:gd name="connsiteX8" fmla="*/ 141507 w 1659157"/>
                <a:gd name="connsiteY8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9867 w 1659116"/>
                <a:gd name="connsiteY4" fmla="*/ 266744 h 1256084"/>
                <a:gd name="connsiteX5" fmla="*/ 128767 w 1659116"/>
                <a:gd name="connsiteY5" fmla="*/ 254044 h 1256084"/>
                <a:gd name="connsiteX6" fmla="*/ 1767 w 1659116"/>
                <a:gd name="connsiteY6" fmla="*/ 152445 h 1256084"/>
                <a:gd name="connsiteX7" fmla="*/ 109716 w 1659116"/>
                <a:gd name="connsiteY7" fmla="*/ 139744 h 1256084"/>
                <a:gd name="connsiteX8" fmla="*/ 27166 w 1659116"/>
                <a:gd name="connsiteY8" fmla="*/ 44 h 1256084"/>
                <a:gd name="connsiteX9" fmla="*/ 141466 w 1659116"/>
                <a:gd name="connsiteY9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198616 w 1659116"/>
                <a:gd name="connsiteY4" fmla="*/ 406444 h 1256084"/>
                <a:gd name="connsiteX5" fmla="*/ 39867 w 1659116"/>
                <a:gd name="connsiteY5" fmla="*/ 266744 h 1256084"/>
                <a:gd name="connsiteX6" fmla="*/ 128767 w 1659116"/>
                <a:gd name="connsiteY6" fmla="*/ 254044 h 1256084"/>
                <a:gd name="connsiteX7" fmla="*/ 1767 w 1659116"/>
                <a:gd name="connsiteY7" fmla="*/ 152445 h 1256084"/>
                <a:gd name="connsiteX8" fmla="*/ 109716 w 1659116"/>
                <a:gd name="connsiteY8" fmla="*/ 139744 h 1256084"/>
                <a:gd name="connsiteX9" fmla="*/ 27166 w 1659116"/>
                <a:gd name="connsiteY9" fmla="*/ 44 h 1256084"/>
                <a:gd name="connsiteX10" fmla="*/ 141466 w 1659116"/>
                <a:gd name="connsiteY10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7016 w 1659116"/>
                <a:gd name="connsiteY4" fmla="*/ 431844 h 1256084"/>
                <a:gd name="connsiteX5" fmla="*/ 198616 w 1659116"/>
                <a:gd name="connsiteY5" fmla="*/ 406444 h 1256084"/>
                <a:gd name="connsiteX6" fmla="*/ 39867 w 1659116"/>
                <a:gd name="connsiteY6" fmla="*/ 266744 h 1256084"/>
                <a:gd name="connsiteX7" fmla="*/ 128767 w 1659116"/>
                <a:gd name="connsiteY7" fmla="*/ 254044 h 1256084"/>
                <a:gd name="connsiteX8" fmla="*/ 1767 w 1659116"/>
                <a:gd name="connsiteY8" fmla="*/ 152445 h 1256084"/>
                <a:gd name="connsiteX9" fmla="*/ 109716 w 1659116"/>
                <a:gd name="connsiteY9" fmla="*/ 139744 h 1256084"/>
                <a:gd name="connsiteX10" fmla="*/ 27166 w 1659116"/>
                <a:gd name="connsiteY10" fmla="*/ 44 h 1256084"/>
                <a:gd name="connsiteX11" fmla="*/ 141466 w 1659116"/>
                <a:gd name="connsiteY11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255766 w 1659116"/>
                <a:gd name="connsiteY4" fmla="*/ 533444 h 1256084"/>
                <a:gd name="connsiteX5" fmla="*/ 97016 w 1659116"/>
                <a:gd name="connsiteY5" fmla="*/ 431844 h 1256084"/>
                <a:gd name="connsiteX6" fmla="*/ 198616 w 1659116"/>
                <a:gd name="connsiteY6" fmla="*/ 406444 h 1256084"/>
                <a:gd name="connsiteX7" fmla="*/ 39867 w 1659116"/>
                <a:gd name="connsiteY7" fmla="*/ 266744 h 1256084"/>
                <a:gd name="connsiteX8" fmla="*/ 128767 w 1659116"/>
                <a:gd name="connsiteY8" fmla="*/ 254044 h 1256084"/>
                <a:gd name="connsiteX9" fmla="*/ 1767 w 1659116"/>
                <a:gd name="connsiteY9" fmla="*/ 152445 h 1256084"/>
                <a:gd name="connsiteX10" fmla="*/ 109716 w 1659116"/>
                <a:gd name="connsiteY10" fmla="*/ 139744 h 1256084"/>
                <a:gd name="connsiteX11" fmla="*/ 27166 w 1659116"/>
                <a:gd name="connsiteY11" fmla="*/ 44 h 1256084"/>
                <a:gd name="connsiteX12" fmla="*/ 141466 w 1659116"/>
                <a:gd name="connsiteY12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0666 w 1659116"/>
                <a:gd name="connsiteY4" fmla="*/ 565194 h 1256084"/>
                <a:gd name="connsiteX5" fmla="*/ 255766 w 1659116"/>
                <a:gd name="connsiteY5" fmla="*/ 533444 h 1256084"/>
                <a:gd name="connsiteX6" fmla="*/ 97016 w 1659116"/>
                <a:gd name="connsiteY6" fmla="*/ 431844 h 1256084"/>
                <a:gd name="connsiteX7" fmla="*/ 198616 w 1659116"/>
                <a:gd name="connsiteY7" fmla="*/ 406444 h 1256084"/>
                <a:gd name="connsiteX8" fmla="*/ 39867 w 1659116"/>
                <a:gd name="connsiteY8" fmla="*/ 266744 h 1256084"/>
                <a:gd name="connsiteX9" fmla="*/ 128767 w 1659116"/>
                <a:gd name="connsiteY9" fmla="*/ 254044 h 1256084"/>
                <a:gd name="connsiteX10" fmla="*/ 1767 w 1659116"/>
                <a:gd name="connsiteY10" fmla="*/ 152445 h 1256084"/>
                <a:gd name="connsiteX11" fmla="*/ 109716 w 1659116"/>
                <a:gd name="connsiteY11" fmla="*/ 139744 h 1256084"/>
                <a:gd name="connsiteX12" fmla="*/ 27166 w 1659116"/>
                <a:gd name="connsiteY12" fmla="*/ 44 h 1256084"/>
                <a:gd name="connsiteX13" fmla="*/ 141466 w 1659116"/>
                <a:gd name="connsiteY13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928866 w 1659116"/>
                <a:gd name="connsiteY3" fmla="*/ 1174794 h 1256084"/>
                <a:gd name="connsiteX4" fmla="*/ 630416 w 1659116"/>
                <a:gd name="connsiteY4" fmla="*/ 709984 h 1256084"/>
                <a:gd name="connsiteX5" fmla="*/ 706616 w 1659116"/>
                <a:gd name="connsiteY5" fmla="*/ 914444 h 1256084"/>
                <a:gd name="connsiteX6" fmla="*/ 90666 w 1659116"/>
                <a:gd name="connsiteY6" fmla="*/ 565194 h 1256084"/>
                <a:gd name="connsiteX7" fmla="*/ 255766 w 1659116"/>
                <a:gd name="connsiteY7" fmla="*/ 533444 h 1256084"/>
                <a:gd name="connsiteX8" fmla="*/ 97016 w 1659116"/>
                <a:gd name="connsiteY8" fmla="*/ 431844 h 1256084"/>
                <a:gd name="connsiteX9" fmla="*/ 198616 w 1659116"/>
                <a:gd name="connsiteY9" fmla="*/ 406444 h 1256084"/>
                <a:gd name="connsiteX10" fmla="*/ 39867 w 1659116"/>
                <a:gd name="connsiteY10" fmla="*/ 266744 h 1256084"/>
                <a:gd name="connsiteX11" fmla="*/ 128767 w 1659116"/>
                <a:gd name="connsiteY11" fmla="*/ 254044 h 1256084"/>
                <a:gd name="connsiteX12" fmla="*/ 1767 w 1659116"/>
                <a:gd name="connsiteY12" fmla="*/ 152445 h 1256084"/>
                <a:gd name="connsiteX13" fmla="*/ 109716 w 1659116"/>
                <a:gd name="connsiteY13" fmla="*/ 139744 h 1256084"/>
                <a:gd name="connsiteX14" fmla="*/ 27166 w 1659116"/>
                <a:gd name="connsiteY14" fmla="*/ 44 h 1256084"/>
                <a:gd name="connsiteX15" fmla="*/ 141466 w 1659116"/>
                <a:gd name="connsiteY15" fmla="*/ 110392 h 1256084"/>
                <a:gd name="connsiteX0" fmla="*/ 141466 w 1659116"/>
                <a:gd name="connsiteY0" fmla="*/ 110392 h 1261468"/>
                <a:gd name="connsiteX1" fmla="*/ 1659116 w 1659116"/>
                <a:gd name="connsiteY1" fmla="*/ 878742 h 1261468"/>
                <a:gd name="connsiteX2" fmla="*/ 1335266 w 1659116"/>
                <a:gd name="connsiteY2" fmla="*/ 1256084 h 1261468"/>
                <a:gd name="connsiteX3" fmla="*/ 871716 w 1659116"/>
                <a:gd name="connsiteY3" fmla="*/ 889044 h 1261468"/>
                <a:gd name="connsiteX4" fmla="*/ 928866 w 1659116"/>
                <a:gd name="connsiteY4" fmla="*/ 1174794 h 1261468"/>
                <a:gd name="connsiteX5" fmla="*/ 630416 w 1659116"/>
                <a:gd name="connsiteY5" fmla="*/ 709984 h 1261468"/>
                <a:gd name="connsiteX6" fmla="*/ 706616 w 1659116"/>
                <a:gd name="connsiteY6" fmla="*/ 914444 h 1261468"/>
                <a:gd name="connsiteX7" fmla="*/ 90666 w 1659116"/>
                <a:gd name="connsiteY7" fmla="*/ 565194 h 1261468"/>
                <a:gd name="connsiteX8" fmla="*/ 255766 w 1659116"/>
                <a:gd name="connsiteY8" fmla="*/ 533444 h 1261468"/>
                <a:gd name="connsiteX9" fmla="*/ 97016 w 1659116"/>
                <a:gd name="connsiteY9" fmla="*/ 431844 h 1261468"/>
                <a:gd name="connsiteX10" fmla="*/ 198616 w 1659116"/>
                <a:gd name="connsiteY10" fmla="*/ 406444 h 1261468"/>
                <a:gd name="connsiteX11" fmla="*/ 39867 w 1659116"/>
                <a:gd name="connsiteY11" fmla="*/ 266744 h 1261468"/>
                <a:gd name="connsiteX12" fmla="*/ 128767 w 1659116"/>
                <a:gd name="connsiteY12" fmla="*/ 254044 h 1261468"/>
                <a:gd name="connsiteX13" fmla="*/ 1767 w 1659116"/>
                <a:gd name="connsiteY13" fmla="*/ 152445 h 1261468"/>
                <a:gd name="connsiteX14" fmla="*/ 109716 w 1659116"/>
                <a:gd name="connsiteY14" fmla="*/ 139744 h 1261468"/>
                <a:gd name="connsiteX15" fmla="*/ 27166 w 1659116"/>
                <a:gd name="connsiteY15" fmla="*/ 44 h 1261468"/>
                <a:gd name="connsiteX16" fmla="*/ 141466 w 1659116"/>
                <a:gd name="connsiteY16" fmla="*/ 110392 h 1261468"/>
                <a:gd name="connsiteX0" fmla="*/ 141466 w 1659116"/>
                <a:gd name="connsiteY0" fmla="*/ 110392 h 1375492"/>
                <a:gd name="connsiteX1" fmla="*/ 1659116 w 1659116"/>
                <a:gd name="connsiteY1" fmla="*/ 878742 h 1375492"/>
                <a:gd name="connsiteX2" fmla="*/ 1335266 w 1659116"/>
                <a:gd name="connsiteY2" fmla="*/ 1256084 h 1375492"/>
                <a:gd name="connsiteX3" fmla="*/ 1100316 w 1659116"/>
                <a:gd name="connsiteY3" fmla="*/ 1358944 h 1375492"/>
                <a:gd name="connsiteX4" fmla="*/ 871716 w 1659116"/>
                <a:gd name="connsiteY4" fmla="*/ 889044 h 1375492"/>
                <a:gd name="connsiteX5" fmla="*/ 928866 w 1659116"/>
                <a:gd name="connsiteY5" fmla="*/ 1174794 h 1375492"/>
                <a:gd name="connsiteX6" fmla="*/ 630416 w 1659116"/>
                <a:gd name="connsiteY6" fmla="*/ 709984 h 1375492"/>
                <a:gd name="connsiteX7" fmla="*/ 706616 w 1659116"/>
                <a:gd name="connsiteY7" fmla="*/ 914444 h 1375492"/>
                <a:gd name="connsiteX8" fmla="*/ 90666 w 1659116"/>
                <a:gd name="connsiteY8" fmla="*/ 565194 h 1375492"/>
                <a:gd name="connsiteX9" fmla="*/ 255766 w 1659116"/>
                <a:gd name="connsiteY9" fmla="*/ 533444 h 1375492"/>
                <a:gd name="connsiteX10" fmla="*/ 97016 w 1659116"/>
                <a:gd name="connsiteY10" fmla="*/ 431844 h 1375492"/>
                <a:gd name="connsiteX11" fmla="*/ 198616 w 1659116"/>
                <a:gd name="connsiteY11" fmla="*/ 406444 h 1375492"/>
                <a:gd name="connsiteX12" fmla="*/ 39867 w 1659116"/>
                <a:gd name="connsiteY12" fmla="*/ 266744 h 1375492"/>
                <a:gd name="connsiteX13" fmla="*/ 128767 w 1659116"/>
                <a:gd name="connsiteY13" fmla="*/ 254044 h 1375492"/>
                <a:gd name="connsiteX14" fmla="*/ 1767 w 1659116"/>
                <a:gd name="connsiteY14" fmla="*/ 152445 h 1375492"/>
                <a:gd name="connsiteX15" fmla="*/ 109716 w 1659116"/>
                <a:gd name="connsiteY15" fmla="*/ 139744 h 1375492"/>
                <a:gd name="connsiteX16" fmla="*/ 27166 w 1659116"/>
                <a:gd name="connsiteY16" fmla="*/ 44 h 1375492"/>
                <a:gd name="connsiteX17" fmla="*/ 141466 w 1659116"/>
                <a:gd name="connsiteY17" fmla="*/ 110392 h 1375492"/>
                <a:gd name="connsiteX0" fmla="*/ 141466 w 1659116"/>
                <a:gd name="connsiteY0" fmla="*/ 110392 h 1716422"/>
                <a:gd name="connsiteX1" fmla="*/ 1659116 w 1659116"/>
                <a:gd name="connsiteY1" fmla="*/ 878742 h 1716422"/>
                <a:gd name="connsiteX2" fmla="*/ 1373366 w 1659116"/>
                <a:gd name="connsiteY2" fmla="*/ 1713284 h 1716422"/>
                <a:gd name="connsiteX3" fmla="*/ 1100316 w 1659116"/>
                <a:gd name="connsiteY3" fmla="*/ 1358944 h 1716422"/>
                <a:gd name="connsiteX4" fmla="*/ 871716 w 1659116"/>
                <a:gd name="connsiteY4" fmla="*/ 889044 h 1716422"/>
                <a:gd name="connsiteX5" fmla="*/ 928866 w 1659116"/>
                <a:gd name="connsiteY5" fmla="*/ 1174794 h 1716422"/>
                <a:gd name="connsiteX6" fmla="*/ 630416 w 1659116"/>
                <a:gd name="connsiteY6" fmla="*/ 709984 h 1716422"/>
                <a:gd name="connsiteX7" fmla="*/ 706616 w 1659116"/>
                <a:gd name="connsiteY7" fmla="*/ 914444 h 1716422"/>
                <a:gd name="connsiteX8" fmla="*/ 90666 w 1659116"/>
                <a:gd name="connsiteY8" fmla="*/ 565194 h 1716422"/>
                <a:gd name="connsiteX9" fmla="*/ 255766 w 1659116"/>
                <a:gd name="connsiteY9" fmla="*/ 533444 h 1716422"/>
                <a:gd name="connsiteX10" fmla="*/ 97016 w 1659116"/>
                <a:gd name="connsiteY10" fmla="*/ 431844 h 1716422"/>
                <a:gd name="connsiteX11" fmla="*/ 198616 w 1659116"/>
                <a:gd name="connsiteY11" fmla="*/ 406444 h 1716422"/>
                <a:gd name="connsiteX12" fmla="*/ 39867 w 1659116"/>
                <a:gd name="connsiteY12" fmla="*/ 266744 h 1716422"/>
                <a:gd name="connsiteX13" fmla="*/ 128767 w 1659116"/>
                <a:gd name="connsiteY13" fmla="*/ 254044 h 1716422"/>
                <a:gd name="connsiteX14" fmla="*/ 1767 w 1659116"/>
                <a:gd name="connsiteY14" fmla="*/ 152445 h 1716422"/>
                <a:gd name="connsiteX15" fmla="*/ 109716 w 1659116"/>
                <a:gd name="connsiteY15" fmla="*/ 139744 h 1716422"/>
                <a:gd name="connsiteX16" fmla="*/ 27166 w 1659116"/>
                <a:gd name="connsiteY16" fmla="*/ 44 h 1716422"/>
                <a:gd name="connsiteX17" fmla="*/ 141466 w 1659116"/>
                <a:gd name="connsiteY17" fmla="*/ 110392 h 1716422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73366 w 1659116"/>
                <a:gd name="connsiteY2" fmla="*/ 1713284 h 1724145"/>
                <a:gd name="connsiteX3" fmla="*/ 1125716 w 1659116"/>
                <a:gd name="connsiteY3" fmla="*/ 1117644 h 1724145"/>
                <a:gd name="connsiteX4" fmla="*/ 1100316 w 1659116"/>
                <a:gd name="connsiteY4" fmla="*/ 1358944 h 1724145"/>
                <a:gd name="connsiteX5" fmla="*/ 871716 w 1659116"/>
                <a:gd name="connsiteY5" fmla="*/ 889044 h 1724145"/>
                <a:gd name="connsiteX6" fmla="*/ 928866 w 1659116"/>
                <a:gd name="connsiteY6" fmla="*/ 1174794 h 1724145"/>
                <a:gd name="connsiteX7" fmla="*/ 630416 w 1659116"/>
                <a:gd name="connsiteY7" fmla="*/ 709984 h 1724145"/>
                <a:gd name="connsiteX8" fmla="*/ 706616 w 1659116"/>
                <a:gd name="connsiteY8" fmla="*/ 914444 h 1724145"/>
                <a:gd name="connsiteX9" fmla="*/ 90666 w 1659116"/>
                <a:gd name="connsiteY9" fmla="*/ 565194 h 1724145"/>
                <a:gd name="connsiteX10" fmla="*/ 255766 w 1659116"/>
                <a:gd name="connsiteY10" fmla="*/ 533444 h 1724145"/>
                <a:gd name="connsiteX11" fmla="*/ 97016 w 1659116"/>
                <a:gd name="connsiteY11" fmla="*/ 431844 h 1724145"/>
                <a:gd name="connsiteX12" fmla="*/ 198616 w 1659116"/>
                <a:gd name="connsiteY12" fmla="*/ 406444 h 1724145"/>
                <a:gd name="connsiteX13" fmla="*/ 39867 w 1659116"/>
                <a:gd name="connsiteY13" fmla="*/ 266744 h 1724145"/>
                <a:gd name="connsiteX14" fmla="*/ 128767 w 1659116"/>
                <a:gd name="connsiteY14" fmla="*/ 254044 h 1724145"/>
                <a:gd name="connsiteX15" fmla="*/ 1767 w 1659116"/>
                <a:gd name="connsiteY15" fmla="*/ 152445 h 1724145"/>
                <a:gd name="connsiteX16" fmla="*/ 109716 w 1659116"/>
                <a:gd name="connsiteY16" fmla="*/ 139744 h 1724145"/>
                <a:gd name="connsiteX17" fmla="*/ 27166 w 1659116"/>
                <a:gd name="connsiteY17" fmla="*/ 44 h 1724145"/>
                <a:gd name="connsiteX18" fmla="*/ 141466 w 1659116"/>
                <a:gd name="connsiteY18" fmla="*/ 110392 h 1724145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67016 w 1659116"/>
                <a:gd name="connsiteY2" fmla="*/ 1162094 h 1724145"/>
                <a:gd name="connsiteX3" fmla="*/ 1373366 w 1659116"/>
                <a:gd name="connsiteY3" fmla="*/ 1713284 h 1724145"/>
                <a:gd name="connsiteX4" fmla="*/ 1125716 w 1659116"/>
                <a:gd name="connsiteY4" fmla="*/ 1117644 h 1724145"/>
                <a:gd name="connsiteX5" fmla="*/ 1100316 w 1659116"/>
                <a:gd name="connsiteY5" fmla="*/ 1358944 h 1724145"/>
                <a:gd name="connsiteX6" fmla="*/ 871716 w 1659116"/>
                <a:gd name="connsiteY6" fmla="*/ 889044 h 1724145"/>
                <a:gd name="connsiteX7" fmla="*/ 928866 w 1659116"/>
                <a:gd name="connsiteY7" fmla="*/ 1174794 h 1724145"/>
                <a:gd name="connsiteX8" fmla="*/ 630416 w 1659116"/>
                <a:gd name="connsiteY8" fmla="*/ 709984 h 1724145"/>
                <a:gd name="connsiteX9" fmla="*/ 706616 w 1659116"/>
                <a:gd name="connsiteY9" fmla="*/ 914444 h 1724145"/>
                <a:gd name="connsiteX10" fmla="*/ 90666 w 1659116"/>
                <a:gd name="connsiteY10" fmla="*/ 565194 h 1724145"/>
                <a:gd name="connsiteX11" fmla="*/ 255766 w 1659116"/>
                <a:gd name="connsiteY11" fmla="*/ 533444 h 1724145"/>
                <a:gd name="connsiteX12" fmla="*/ 97016 w 1659116"/>
                <a:gd name="connsiteY12" fmla="*/ 431844 h 1724145"/>
                <a:gd name="connsiteX13" fmla="*/ 198616 w 1659116"/>
                <a:gd name="connsiteY13" fmla="*/ 406444 h 1724145"/>
                <a:gd name="connsiteX14" fmla="*/ 39867 w 1659116"/>
                <a:gd name="connsiteY14" fmla="*/ 266744 h 1724145"/>
                <a:gd name="connsiteX15" fmla="*/ 128767 w 1659116"/>
                <a:gd name="connsiteY15" fmla="*/ 254044 h 1724145"/>
                <a:gd name="connsiteX16" fmla="*/ 1767 w 1659116"/>
                <a:gd name="connsiteY16" fmla="*/ 152445 h 1724145"/>
                <a:gd name="connsiteX17" fmla="*/ 109716 w 1659116"/>
                <a:gd name="connsiteY17" fmla="*/ 139744 h 1724145"/>
                <a:gd name="connsiteX18" fmla="*/ 27166 w 1659116"/>
                <a:gd name="connsiteY18" fmla="*/ 44 h 1724145"/>
                <a:gd name="connsiteX19" fmla="*/ 141466 w 1659116"/>
                <a:gd name="connsiteY19" fmla="*/ 110392 h 1724145"/>
                <a:gd name="connsiteX0" fmla="*/ 141466 w 1729951"/>
                <a:gd name="connsiteY0" fmla="*/ 110392 h 1724145"/>
                <a:gd name="connsiteX1" fmla="*/ 1659116 w 1729951"/>
                <a:gd name="connsiteY1" fmla="*/ 878742 h 1724145"/>
                <a:gd name="connsiteX2" fmla="*/ 1474966 w 1729951"/>
                <a:gd name="connsiteY2" fmla="*/ 1416094 h 1724145"/>
                <a:gd name="connsiteX3" fmla="*/ 1367016 w 1729951"/>
                <a:gd name="connsiteY3" fmla="*/ 1162094 h 1724145"/>
                <a:gd name="connsiteX4" fmla="*/ 1373366 w 1729951"/>
                <a:gd name="connsiteY4" fmla="*/ 1713284 h 1724145"/>
                <a:gd name="connsiteX5" fmla="*/ 1125716 w 1729951"/>
                <a:gd name="connsiteY5" fmla="*/ 1117644 h 1724145"/>
                <a:gd name="connsiteX6" fmla="*/ 1100316 w 1729951"/>
                <a:gd name="connsiteY6" fmla="*/ 1358944 h 1724145"/>
                <a:gd name="connsiteX7" fmla="*/ 871716 w 1729951"/>
                <a:gd name="connsiteY7" fmla="*/ 889044 h 1724145"/>
                <a:gd name="connsiteX8" fmla="*/ 928866 w 1729951"/>
                <a:gd name="connsiteY8" fmla="*/ 1174794 h 1724145"/>
                <a:gd name="connsiteX9" fmla="*/ 630416 w 1729951"/>
                <a:gd name="connsiteY9" fmla="*/ 709984 h 1724145"/>
                <a:gd name="connsiteX10" fmla="*/ 706616 w 1729951"/>
                <a:gd name="connsiteY10" fmla="*/ 914444 h 1724145"/>
                <a:gd name="connsiteX11" fmla="*/ 90666 w 1729951"/>
                <a:gd name="connsiteY11" fmla="*/ 565194 h 1724145"/>
                <a:gd name="connsiteX12" fmla="*/ 255766 w 1729951"/>
                <a:gd name="connsiteY12" fmla="*/ 533444 h 1724145"/>
                <a:gd name="connsiteX13" fmla="*/ 97016 w 1729951"/>
                <a:gd name="connsiteY13" fmla="*/ 431844 h 1724145"/>
                <a:gd name="connsiteX14" fmla="*/ 198616 w 1729951"/>
                <a:gd name="connsiteY14" fmla="*/ 406444 h 1724145"/>
                <a:gd name="connsiteX15" fmla="*/ 39867 w 1729951"/>
                <a:gd name="connsiteY15" fmla="*/ 266744 h 1724145"/>
                <a:gd name="connsiteX16" fmla="*/ 128767 w 1729951"/>
                <a:gd name="connsiteY16" fmla="*/ 254044 h 1724145"/>
                <a:gd name="connsiteX17" fmla="*/ 1767 w 1729951"/>
                <a:gd name="connsiteY17" fmla="*/ 152445 h 1724145"/>
                <a:gd name="connsiteX18" fmla="*/ 109716 w 1729951"/>
                <a:gd name="connsiteY18" fmla="*/ 139744 h 1724145"/>
                <a:gd name="connsiteX19" fmla="*/ 27166 w 1729951"/>
                <a:gd name="connsiteY19" fmla="*/ 44 h 1724145"/>
                <a:gd name="connsiteX20" fmla="*/ 141466 w 1729951"/>
                <a:gd name="connsiteY20" fmla="*/ 110392 h 1724145"/>
                <a:gd name="connsiteX0" fmla="*/ 141466 w 1732312"/>
                <a:gd name="connsiteY0" fmla="*/ 110392 h 1724145"/>
                <a:gd name="connsiteX1" fmla="*/ 1659116 w 1732312"/>
                <a:gd name="connsiteY1" fmla="*/ 878742 h 1724145"/>
                <a:gd name="connsiteX2" fmla="*/ 1443216 w 1732312"/>
                <a:gd name="connsiteY2" fmla="*/ 1066844 h 1724145"/>
                <a:gd name="connsiteX3" fmla="*/ 1474966 w 1732312"/>
                <a:gd name="connsiteY3" fmla="*/ 1416094 h 1724145"/>
                <a:gd name="connsiteX4" fmla="*/ 1367016 w 1732312"/>
                <a:gd name="connsiteY4" fmla="*/ 1162094 h 1724145"/>
                <a:gd name="connsiteX5" fmla="*/ 1373366 w 1732312"/>
                <a:gd name="connsiteY5" fmla="*/ 1713284 h 1724145"/>
                <a:gd name="connsiteX6" fmla="*/ 1125716 w 1732312"/>
                <a:gd name="connsiteY6" fmla="*/ 1117644 h 1724145"/>
                <a:gd name="connsiteX7" fmla="*/ 1100316 w 1732312"/>
                <a:gd name="connsiteY7" fmla="*/ 1358944 h 1724145"/>
                <a:gd name="connsiteX8" fmla="*/ 871716 w 1732312"/>
                <a:gd name="connsiteY8" fmla="*/ 889044 h 1724145"/>
                <a:gd name="connsiteX9" fmla="*/ 928866 w 1732312"/>
                <a:gd name="connsiteY9" fmla="*/ 1174794 h 1724145"/>
                <a:gd name="connsiteX10" fmla="*/ 630416 w 1732312"/>
                <a:gd name="connsiteY10" fmla="*/ 709984 h 1724145"/>
                <a:gd name="connsiteX11" fmla="*/ 706616 w 1732312"/>
                <a:gd name="connsiteY11" fmla="*/ 914444 h 1724145"/>
                <a:gd name="connsiteX12" fmla="*/ 90666 w 1732312"/>
                <a:gd name="connsiteY12" fmla="*/ 565194 h 1724145"/>
                <a:gd name="connsiteX13" fmla="*/ 255766 w 1732312"/>
                <a:gd name="connsiteY13" fmla="*/ 533444 h 1724145"/>
                <a:gd name="connsiteX14" fmla="*/ 97016 w 1732312"/>
                <a:gd name="connsiteY14" fmla="*/ 431844 h 1724145"/>
                <a:gd name="connsiteX15" fmla="*/ 198616 w 1732312"/>
                <a:gd name="connsiteY15" fmla="*/ 406444 h 1724145"/>
                <a:gd name="connsiteX16" fmla="*/ 39867 w 1732312"/>
                <a:gd name="connsiteY16" fmla="*/ 266744 h 1724145"/>
                <a:gd name="connsiteX17" fmla="*/ 128767 w 1732312"/>
                <a:gd name="connsiteY17" fmla="*/ 254044 h 1724145"/>
                <a:gd name="connsiteX18" fmla="*/ 1767 w 1732312"/>
                <a:gd name="connsiteY18" fmla="*/ 152445 h 1724145"/>
                <a:gd name="connsiteX19" fmla="*/ 109716 w 1732312"/>
                <a:gd name="connsiteY19" fmla="*/ 139744 h 1724145"/>
                <a:gd name="connsiteX20" fmla="*/ 27166 w 1732312"/>
                <a:gd name="connsiteY20" fmla="*/ 44 h 1724145"/>
                <a:gd name="connsiteX21" fmla="*/ 141466 w 1732312"/>
                <a:gd name="connsiteY21" fmla="*/ 110392 h 1724145"/>
                <a:gd name="connsiteX0" fmla="*/ 141466 w 1763139"/>
                <a:gd name="connsiteY0" fmla="*/ 110392 h 1724145"/>
                <a:gd name="connsiteX1" fmla="*/ 1659116 w 1763139"/>
                <a:gd name="connsiteY1" fmla="*/ 878742 h 1724145"/>
                <a:gd name="connsiteX2" fmla="*/ 1621015 w 1763139"/>
                <a:gd name="connsiteY2" fmla="*/ 1333544 h 1724145"/>
                <a:gd name="connsiteX3" fmla="*/ 1443216 w 1763139"/>
                <a:gd name="connsiteY3" fmla="*/ 1066844 h 1724145"/>
                <a:gd name="connsiteX4" fmla="*/ 1474966 w 1763139"/>
                <a:gd name="connsiteY4" fmla="*/ 1416094 h 1724145"/>
                <a:gd name="connsiteX5" fmla="*/ 1367016 w 1763139"/>
                <a:gd name="connsiteY5" fmla="*/ 1162094 h 1724145"/>
                <a:gd name="connsiteX6" fmla="*/ 1373366 w 1763139"/>
                <a:gd name="connsiteY6" fmla="*/ 1713284 h 1724145"/>
                <a:gd name="connsiteX7" fmla="*/ 1125716 w 1763139"/>
                <a:gd name="connsiteY7" fmla="*/ 1117644 h 1724145"/>
                <a:gd name="connsiteX8" fmla="*/ 1100316 w 1763139"/>
                <a:gd name="connsiteY8" fmla="*/ 1358944 h 1724145"/>
                <a:gd name="connsiteX9" fmla="*/ 871716 w 1763139"/>
                <a:gd name="connsiteY9" fmla="*/ 889044 h 1724145"/>
                <a:gd name="connsiteX10" fmla="*/ 928866 w 1763139"/>
                <a:gd name="connsiteY10" fmla="*/ 1174794 h 1724145"/>
                <a:gd name="connsiteX11" fmla="*/ 630416 w 1763139"/>
                <a:gd name="connsiteY11" fmla="*/ 709984 h 1724145"/>
                <a:gd name="connsiteX12" fmla="*/ 706616 w 1763139"/>
                <a:gd name="connsiteY12" fmla="*/ 914444 h 1724145"/>
                <a:gd name="connsiteX13" fmla="*/ 90666 w 1763139"/>
                <a:gd name="connsiteY13" fmla="*/ 565194 h 1724145"/>
                <a:gd name="connsiteX14" fmla="*/ 255766 w 1763139"/>
                <a:gd name="connsiteY14" fmla="*/ 533444 h 1724145"/>
                <a:gd name="connsiteX15" fmla="*/ 97016 w 1763139"/>
                <a:gd name="connsiteY15" fmla="*/ 431844 h 1724145"/>
                <a:gd name="connsiteX16" fmla="*/ 198616 w 1763139"/>
                <a:gd name="connsiteY16" fmla="*/ 406444 h 1724145"/>
                <a:gd name="connsiteX17" fmla="*/ 39867 w 1763139"/>
                <a:gd name="connsiteY17" fmla="*/ 266744 h 1724145"/>
                <a:gd name="connsiteX18" fmla="*/ 128767 w 1763139"/>
                <a:gd name="connsiteY18" fmla="*/ 254044 h 1724145"/>
                <a:gd name="connsiteX19" fmla="*/ 1767 w 1763139"/>
                <a:gd name="connsiteY19" fmla="*/ 152445 h 1724145"/>
                <a:gd name="connsiteX20" fmla="*/ 109716 w 1763139"/>
                <a:gd name="connsiteY20" fmla="*/ 139744 h 1724145"/>
                <a:gd name="connsiteX21" fmla="*/ 27166 w 1763139"/>
                <a:gd name="connsiteY21" fmla="*/ 44 h 1724145"/>
                <a:gd name="connsiteX22" fmla="*/ 141466 w 1763139"/>
                <a:gd name="connsiteY22" fmla="*/ 110392 h 1724145"/>
                <a:gd name="connsiteX0" fmla="*/ 141466 w 1751053"/>
                <a:gd name="connsiteY0" fmla="*/ 110392 h 1724145"/>
                <a:gd name="connsiteX1" fmla="*/ 1659116 w 1751053"/>
                <a:gd name="connsiteY1" fmla="*/ 878742 h 1724145"/>
                <a:gd name="connsiteX2" fmla="*/ 1538465 w 1751053"/>
                <a:gd name="connsiteY2" fmla="*/ 977944 h 1724145"/>
                <a:gd name="connsiteX3" fmla="*/ 1621015 w 1751053"/>
                <a:gd name="connsiteY3" fmla="*/ 1333544 h 1724145"/>
                <a:gd name="connsiteX4" fmla="*/ 1443216 w 1751053"/>
                <a:gd name="connsiteY4" fmla="*/ 1066844 h 1724145"/>
                <a:gd name="connsiteX5" fmla="*/ 1474966 w 1751053"/>
                <a:gd name="connsiteY5" fmla="*/ 1416094 h 1724145"/>
                <a:gd name="connsiteX6" fmla="*/ 1367016 w 1751053"/>
                <a:gd name="connsiteY6" fmla="*/ 1162094 h 1724145"/>
                <a:gd name="connsiteX7" fmla="*/ 1373366 w 1751053"/>
                <a:gd name="connsiteY7" fmla="*/ 1713284 h 1724145"/>
                <a:gd name="connsiteX8" fmla="*/ 1125716 w 1751053"/>
                <a:gd name="connsiteY8" fmla="*/ 1117644 h 1724145"/>
                <a:gd name="connsiteX9" fmla="*/ 1100316 w 1751053"/>
                <a:gd name="connsiteY9" fmla="*/ 1358944 h 1724145"/>
                <a:gd name="connsiteX10" fmla="*/ 871716 w 1751053"/>
                <a:gd name="connsiteY10" fmla="*/ 889044 h 1724145"/>
                <a:gd name="connsiteX11" fmla="*/ 928866 w 1751053"/>
                <a:gd name="connsiteY11" fmla="*/ 1174794 h 1724145"/>
                <a:gd name="connsiteX12" fmla="*/ 630416 w 1751053"/>
                <a:gd name="connsiteY12" fmla="*/ 709984 h 1724145"/>
                <a:gd name="connsiteX13" fmla="*/ 706616 w 1751053"/>
                <a:gd name="connsiteY13" fmla="*/ 914444 h 1724145"/>
                <a:gd name="connsiteX14" fmla="*/ 90666 w 1751053"/>
                <a:gd name="connsiteY14" fmla="*/ 565194 h 1724145"/>
                <a:gd name="connsiteX15" fmla="*/ 255766 w 1751053"/>
                <a:gd name="connsiteY15" fmla="*/ 533444 h 1724145"/>
                <a:gd name="connsiteX16" fmla="*/ 97016 w 1751053"/>
                <a:gd name="connsiteY16" fmla="*/ 431844 h 1724145"/>
                <a:gd name="connsiteX17" fmla="*/ 198616 w 1751053"/>
                <a:gd name="connsiteY17" fmla="*/ 406444 h 1724145"/>
                <a:gd name="connsiteX18" fmla="*/ 39867 w 1751053"/>
                <a:gd name="connsiteY18" fmla="*/ 266744 h 1724145"/>
                <a:gd name="connsiteX19" fmla="*/ 128767 w 1751053"/>
                <a:gd name="connsiteY19" fmla="*/ 254044 h 1724145"/>
                <a:gd name="connsiteX20" fmla="*/ 1767 w 1751053"/>
                <a:gd name="connsiteY20" fmla="*/ 152445 h 1724145"/>
                <a:gd name="connsiteX21" fmla="*/ 109716 w 1751053"/>
                <a:gd name="connsiteY21" fmla="*/ 139744 h 1724145"/>
                <a:gd name="connsiteX22" fmla="*/ 27166 w 1751053"/>
                <a:gd name="connsiteY22" fmla="*/ 44 h 1724145"/>
                <a:gd name="connsiteX23" fmla="*/ 141466 w 1751053"/>
                <a:gd name="connsiteY23" fmla="*/ 110392 h 1724145"/>
                <a:gd name="connsiteX0" fmla="*/ 141466 w 1785479"/>
                <a:gd name="connsiteY0" fmla="*/ 110392 h 1724145"/>
                <a:gd name="connsiteX1" fmla="*/ 1659116 w 1785479"/>
                <a:gd name="connsiteY1" fmla="*/ 878742 h 1724145"/>
                <a:gd name="connsiteX2" fmla="*/ 1684515 w 1785479"/>
                <a:gd name="connsiteY2" fmla="*/ 1155744 h 1724145"/>
                <a:gd name="connsiteX3" fmla="*/ 1538465 w 1785479"/>
                <a:gd name="connsiteY3" fmla="*/ 977944 h 1724145"/>
                <a:gd name="connsiteX4" fmla="*/ 1621015 w 1785479"/>
                <a:gd name="connsiteY4" fmla="*/ 1333544 h 1724145"/>
                <a:gd name="connsiteX5" fmla="*/ 1443216 w 1785479"/>
                <a:gd name="connsiteY5" fmla="*/ 1066844 h 1724145"/>
                <a:gd name="connsiteX6" fmla="*/ 1474966 w 1785479"/>
                <a:gd name="connsiteY6" fmla="*/ 1416094 h 1724145"/>
                <a:gd name="connsiteX7" fmla="*/ 1367016 w 1785479"/>
                <a:gd name="connsiteY7" fmla="*/ 1162094 h 1724145"/>
                <a:gd name="connsiteX8" fmla="*/ 1373366 w 1785479"/>
                <a:gd name="connsiteY8" fmla="*/ 1713284 h 1724145"/>
                <a:gd name="connsiteX9" fmla="*/ 1125716 w 1785479"/>
                <a:gd name="connsiteY9" fmla="*/ 1117644 h 1724145"/>
                <a:gd name="connsiteX10" fmla="*/ 1100316 w 1785479"/>
                <a:gd name="connsiteY10" fmla="*/ 1358944 h 1724145"/>
                <a:gd name="connsiteX11" fmla="*/ 871716 w 1785479"/>
                <a:gd name="connsiteY11" fmla="*/ 889044 h 1724145"/>
                <a:gd name="connsiteX12" fmla="*/ 928866 w 1785479"/>
                <a:gd name="connsiteY12" fmla="*/ 1174794 h 1724145"/>
                <a:gd name="connsiteX13" fmla="*/ 630416 w 1785479"/>
                <a:gd name="connsiteY13" fmla="*/ 709984 h 1724145"/>
                <a:gd name="connsiteX14" fmla="*/ 706616 w 1785479"/>
                <a:gd name="connsiteY14" fmla="*/ 914444 h 1724145"/>
                <a:gd name="connsiteX15" fmla="*/ 90666 w 1785479"/>
                <a:gd name="connsiteY15" fmla="*/ 565194 h 1724145"/>
                <a:gd name="connsiteX16" fmla="*/ 255766 w 1785479"/>
                <a:gd name="connsiteY16" fmla="*/ 533444 h 1724145"/>
                <a:gd name="connsiteX17" fmla="*/ 97016 w 1785479"/>
                <a:gd name="connsiteY17" fmla="*/ 431844 h 1724145"/>
                <a:gd name="connsiteX18" fmla="*/ 198616 w 1785479"/>
                <a:gd name="connsiteY18" fmla="*/ 406444 h 1724145"/>
                <a:gd name="connsiteX19" fmla="*/ 39867 w 1785479"/>
                <a:gd name="connsiteY19" fmla="*/ 266744 h 1724145"/>
                <a:gd name="connsiteX20" fmla="*/ 128767 w 1785479"/>
                <a:gd name="connsiteY20" fmla="*/ 254044 h 1724145"/>
                <a:gd name="connsiteX21" fmla="*/ 1767 w 1785479"/>
                <a:gd name="connsiteY21" fmla="*/ 152445 h 1724145"/>
                <a:gd name="connsiteX22" fmla="*/ 109716 w 1785479"/>
                <a:gd name="connsiteY22" fmla="*/ 139744 h 1724145"/>
                <a:gd name="connsiteX23" fmla="*/ 27166 w 1785479"/>
                <a:gd name="connsiteY23" fmla="*/ 44 h 1724145"/>
                <a:gd name="connsiteX24" fmla="*/ 141466 w 1785479"/>
                <a:gd name="connsiteY24" fmla="*/ 110392 h 1724145"/>
                <a:gd name="connsiteX0" fmla="*/ 141466 w 1688295"/>
                <a:gd name="connsiteY0" fmla="*/ 110392 h 1724145"/>
                <a:gd name="connsiteX1" fmla="*/ 1659116 w 1688295"/>
                <a:gd name="connsiteY1" fmla="*/ 878742 h 1724145"/>
                <a:gd name="connsiteX2" fmla="*/ 1684515 w 1688295"/>
                <a:gd name="connsiteY2" fmla="*/ 1155744 h 1724145"/>
                <a:gd name="connsiteX3" fmla="*/ 1538465 w 1688295"/>
                <a:gd name="connsiteY3" fmla="*/ 977944 h 1724145"/>
                <a:gd name="connsiteX4" fmla="*/ 1621015 w 1688295"/>
                <a:gd name="connsiteY4" fmla="*/ 1333544 h 1724145"/>
                <a:gd name="connsiteX5" fmla="*/ 1443216 w 1688295"/>
                <a:gd name="connsiteY5" fmla="*/ 1066844 h 1724145"/>
                <a:gd name="connsiteX6" fmla="*/ 1474966 w 1688295"/>
                <a:gd name="connsiteY6" fmla="*/ 1416094 h 1724145"/>
                <a:gd name="connsiteX7" fmla="*/ 1367016 w 1688295"/>
                <a:gd name="connsiteY7" fmla="*/ 1162094 h 1724145"/>
                <a:gd name="connsiteX8" fmla="*/ 1373366 w 1688295"/>
                <a:gd name="connsiteY8" fmla="*/ 1713284 h 1724145"/>
                <a:gd name="connsiteX9" fmla="*/ 1125716 w 1688295"/>
                <a:gd name="connsiteY9" fmla="*/ 1117644 h 1724145"/>
                <a:gd name="connsiteX10" fmla="*/ 1100316 w 1688295"/>
                <a:gd name="connsiteY10" fmla="*/ 1358944 h 1724145"/>
                <a:gd name="connsiteX11" fmla="*/ 871716 w 1688295"/>
                <a:gd name="connsiteY11" fmla="*/ 889044 h 1724145"/>
                <a:gd name="connsiteX12" fmla="*/ 928866 w 1688295"/>
                <a:gd name="connsiteY12" fmla="*/ 1174794 h 1724145"/>
                <a:gd name="connsiteX13" fmla="*/ 630416 w 1688295"/>
                <a:gd name="connsiteY13" fmla="*/ 709984 h 1724145"/>
                <a:gd name="connsiteX14" fmla="*/ 706616 w 1688295"/>
                <a:gd name="connsiteY14" fmla="*/ 914444 h 1724145"/>
                <a:gd name="connsiteX15" fmla="*/ 90666 w 1688295"/>
                <a:gd name="connsiteY15" fmla="*/ 565194 h 1724145"/>
                <a:gd name="connsiteX16" fmla="*/ 255766 w 1688295"/>
                <a:gd name="connsiteY16" fmla="*/ 533444 h 1724145"/>
                <a:gd name="connsiteX17" fmla="*/ 97016 w 1688295"/>
                <a:gd name="connsiteY17" fmla="*/ 431844 h 1724145"/>
                <a:gd name="connsiteX18" fmla="*/ 198616 w 1688295"/>
                <a:gd name="connsiteY18" fmla="*/ 406444 h 1724145"/>
                <a:gd name="connsiteX19" fmla="*/ 39867 w 1688295"/>
                <a:gd name="connsiteY19" fmla="*/ 266744 h 1724145"/>
                <a:gd name="connsiteX20" fmla="*/ 128767 w 1688295"/>
                <a:gd name="connsiteY20" fmla="*/ 254044 h 1724145"/>
                <a:gd name="connsiteX21" fmla="*/ 1767 w 1688295"/>
                <a:gd name="connsiteY21" fmla="*/ 152445 h 1724145"/>
                <a:gd name="connsiteX22" fmla="*/ 109716 w 1688295"/>
                <a:gd name="connsiteY22" fmla="*/ 139744 h 1724145"/>
                <a:gd name="connsiteX23" fmla="*/ 27166 w 1688295"/>
                <a:gd name="connsiteY23" fmla="*/ 44 h 1724145"/>
                <a:gd name="connsiteX24" fmla="*/ 141466 w 1688295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88893" h="1724145">
                  <a:moveTo>
                    <a:pt x="141466" y="110392"/>
                  </a:moveTo>
                  <a:cubicBezTo>
                    <a:pt x="475899" y="518909"/>
                    <a:pt x="1110371" y="881388"/>
                    <a:pt x="1611491" y="702529"/>
                  </a:cubicBezTo>
                  <a:cubicBezTo>
                    <a:pt x="1651179" y="731763"/>
                    <a:pt x="1704623" y="1139210"/>
                    <a:pt x="1684515" y="1155744"/>
                  </a:cubicBezTo>
                  <a:cubicBezTo>
                    <a:pt x="1664407" y="1172278"/>
                    <a:pt x="1549048" y="914444"/>
                    <a:pt x="1538465" y="977944"/>
                  </a:cubicBezTo>
                  <a:cubicBezTo>
                    <a:pt x="1527882" y="1041444"/>
                    <a:pt x="1664406" y="1353652"/>
                    <a:pt x="1621015" y="1333544"/>
                  </a:cubicBezTo>
                  <a:cubicBezTo>
                    <a:pt x="1577624" y="1313436"/>
                    <a:pt x="1459091" y="999111"/>
                    <a:pt x="1443216" y="1066844"/>
                  </a:cubicBezTo>
                  <a:cubicBezTo>
                    <a:pt x="1427341" y="1134577"/>
                    <a:pt x="1510949" y="1438319"/>
                    <a:pt x="1474966" y="1416094"/>
                  </a:cubicBezTo>
                  <a:cubicBezTo>
                    <a:pt x="1438983" y="1393869"/>
                    <a:pt x="1380774" y="1052237"/>
                    <a:pt x="1367016" y="1162094"/>
                  </a:cubicBezTo>
                  <a:cubicBezTo>
                    <a:pt x="1369133" y="1345824"/>
                    <a:pt x="1371249" y="1529554"/>
                    <a:pt x="1373366" y="1713284"/>
                  </a:cubicBezTo>
                  <a:cubicBezTo>
                    <a:pt x="1296108" y="1814484"/>
                    <a:pt x="1171224" y="1176701"/>
                    <a:pt x="1125716" y="1117644"/>
                  </a:cubicBezTo>
                  <a:cubicBezTo>
                    <a:pt x="1080208" y="1058587"/>
                    <a:pt x="1154291" y="1458427"/>
                    <a:pt x="1100316" y="1358944"/>
                  </a:cubicBezTo>
                  <a:cubicBezTo>
                    <a:pt x="1046341" y="1259461"/>
                    <a:pt x="900291" y="878461"/>
                    <a:pt x="871716" y="889044"/>
                  </a:cubicBezTo>
                  <a:cubicBezTo>
                    <a:pt x="843141" y="899627"/>
                    <a:pt x="1001891" y="1259671"/>
                    <a:pt x="928866" y="1174794"/>
                  </a:cubicBezTo>
                  <a:lnTo>
                    <a:pt x="630416" y="709984"/>
                  </a:lnTo>
                  <a:cubicBezTo>
                    <a:pt x="414516" y="624469"/>
                    <a:pt x="772233" y="902592"/>
                    <a:pt x="706616" y="914444"/>
                  </a:cubicBezTo>
                  <a:cubicBezTo>
                    <a:pt x="393349" y="996146"/>
                    <a:pt x="54683" y="600119"/>
                    <a:pt x="90666" y="565194"/>
                  </a:cubicBezTo>
                  <a:cubicBezTo>
                    <a:pt x="126649" y="530269"/>
                    <a:pt x="274816" y="581069"/>
                    <a:pt x="255766" y="533444"/>
                  </a:cubicBezTo>
                  <a:cubicBezTo>
                    <a:pt x="236716" y="485819"/>
                    <a:pt x="75849" y="471002"/>
                    <a:pt x="97016" y="431844"/>
                  </a:cubicBezTo>
                  <a:cubicBezTo>
                    <a:pt x="118183" y="392686"/>
                    <a:pt x="222957" y="441369"/>
                    <a:pt x="198616" y="406444"/>
                  </a:cubicBezTo>
                  <a:cubicBezTo>
                    <a:pt x="174275" y="371519"/>
                    <a:pt x="25050" y="282619"/>
                    <a:pt x="39867" y="266744"/>
                  </a:cubicBezTo>
                  <a:cubicBezTo>
                    <a:pt x="32988" y="204512"/>
                    <a:pt x="148875" y="281560"/>
                    <a:pt x="128767" y="254044"/>
                  </a:cubicBezTo>
                  <a:cubicBezTo>
                    <a:pt x="108659" y="226528"/>
                    <a:pt x="-16224" y="167262"/>
                    <a:pt x="1767" y="152445"/>
                  </a:cubicBezTo>
                  <a:cubicBezTo>
                    <a:pt x="19758" y="137628"/>
                    <a:pt x="122416" y="175727"/>
                    <a:pt x="109716" y="139744"/>
                  </a:cubicBezTo>
                  <a:cubicBezTo>
                    <a:pt x="97016" y="103761"/>
                    <a:pt x="8116" y="-2472"/>
                    <a:pt x="27166" y="44"/>
                  </a:cubicBezTo>
                  <a:lnTo>
                    <a:pt x="141466" y="110392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Rectangle 89">
              <a:extLst>
                <a:ext uri="{FF2B5EF4-FFF2-40B4-BE49-F238E27FC236}">
                  <a16:creationId xmlns:a16="http://schemas.microsoft.com/office/drawing/2014/main" id="{B9754523-7434-98D3-6E67-B5AD8F80A79F}"/>
                </a:ext>
              </a:extLst>
            </p:cNvPr>
            <p:cNvSpPr/>
            <p:nvPr/>
          </p:nvSpPr>
          <p:spPr>
            <a:xfrm>
              <a:off x="4114800" y="2908301"/>
              <a:ext cx="3658987" cy="2613591"/>
            </a:xfrm>
            <a:custGeom>
              <a:avLst/>
              <a:gdLst>
                <a:gd name="connsiteX0" fmla="*/ 0 w 1263870"/>
                <a:gd name="connsiteY0" fmla="*/ 0 h 1333500"/>
                <a:gd name="connsiteX1" fmla="*/ 1263870 w 1263870"/>
                <a:gd name="connsiteY1" fmla="*/ 0 h 1333500"/>
                <a:gd name="connsiteX2" fmla="*/ 1263870 w 1263870"/>
                <a:gd name="connsiteY2" fmla="*/ 1333500 h 1333500"/>
                <a:gd name="connsiteX3" fmla="*/ 0 w 1263870"/>
                <a:gd name="connsiteY3" fmla="*/ 1333500 h 1333500"/>
                <a:gd name="connsiteX4" fmla="*/ 0 w 1263870"/>
                <a:gd name="connsiteY4" fmla="*/ 0 h 1333500"/>
                <a:gd name="connsiteX0" fmla="*/ 0 w 2102070"/>
                <a:gd name="connsiteY0" fmla="*/ 0 h 1790700"/>
                <a:gd name="connsiteX1" fmla="*/ 2102070 w 2102070"/>
                <a:gd name="connsiteY1" fmla="*/ 457200 h 1790700"/>
                <a:gd name="connsiteX2" fmla="*/ 2102070 w 2102070"/>
                <a:gd name="connsiteY2" fmla="*/ 1790700 h 1790700"/>
                <a:gd name="connsiteX3" fmla="*/ 838200 w 2102070"/>
                <a:gd name="connsiteY3" fmla="*/ 1790700 h 1790700"/>
                <a:gd name="connsiteX4" fmla="*/ 0 w 2102070"/>
                <a:gd name="connsiteY4" fmla="*/ 0 h 1790700"/>
                <a:gd name="connsiteX0" fmla="*/ 0 w 2508470"/>
                <a:gd name="connsiteY0" fmla="*/ 0 h 1790700"/>
                <a:gd name="connsiteX1" fmla="*/ 2508470 w 2508470"/>
                <a:gd name="connsiteY1" fmla="*/ 520700 h 1790700"/>
                <a:gd name="connsiteX2" fmla="*/ 2102070 w 2508470"/>
                <a:gd name="connsiteY2" fmla="*/ 1790700 h 1790700"/>
                <a:gd name="connsiteX3" fmla="*/ 838200 w 2508470"/>
                <a:gd name="connsiteY3" fmla="*/ 1790700 h 1790700"/>
                <a:gd name="connsiteX4" fmla="*/ 0 w 2508470"/>
                <a:gd name="connsiteY4" fmla="*/ 0 h 17907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3054570 w 3460970"/>
                <a:gd name="connsiteY2" fmla="*/ 1790700 h 2247900"/>
                <a:gd name="connsiteX3" fmla="*/ 0 w 3460970"/>
                <a:gd name="connsiteY3" fmla="*/ 2247900 h 2247900"/>
                <a:gd name="connsiteX4" fmla="*/ 952500 w 3460970"/>
                <a:gd name="connsiteY4" fmla="*/ 0 h 22479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0 w 3460970"/>
                <a:gd name="connsiteY2" fmla="*/ 2247900 h 2247900"/>
                <a:gd name="connsiteX3" fmla="*/ 952500 w 3460970"/>
                <a:gd name="connsiteY3" fmla="*/ 0 h 2247900"/>
                <a:gd name="connsiteX0" fmla="*/ 952500 w 3460970"/>
                <a:gd name="connsiteY0" fmla="*/ 0 h 2485762"/>
                <a:gd name="connsiteX1" fmla="*/ 3460970 w 3460970"/>
                <a:gd name="connsiteY1" fmla="*/ 520700 h 2485762"/>
                <a:gd name="connsiteX2" fmla="*/ 0 w 3460970"/>
                <a:gd name="connsiteY2" fmla="*/ 2247900 h 2485762"/>
                <a:gd name="connsiteX3" fmla="*/ 952500 w 3460970"/>
                <a:gd name="connsiteY3" fmla="*/ 0 h 2485762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77900 w 3460970"/>
                <a:gd name="connsiteY0" fmla="*/ 0 h 2597427"/>
                <a:gd name="connsiteX1" fmla="*/ 3460970 w 3460970"/>
                <a:gd name="connsiteY1" fmla="*/ 584200 h 2597427"/>
                <a:gd name="connsiteX2" fmla="*/ 0 w 3460970"/>
                <a:gd name="connsiteY2" fmla="*/ 2311400 h 2597427"/>
                <a:gd name="connsiteX3" fmla="*/ 977900 w 3460970"/>
                <a:gd name="connsiteY3" fmla="*/ 0 h 2597427"/>
                <a:gd name="connsiteX0" fmla="*/ 977900 w 3465633"/>
                <a:gd name="connsiteY0" fmla="*/ 0 h 2612926"/>
                <a:gd name="connsiteX1" fmla="*/ 3460970 w 3465633"/>
                <a:gd name="connsiteY1" fmla="*/ 584200 h 2612926"/>
                <a:gd name="connsiteX2" fmla="*/ 0 w 3465633"/>
                <a:gd name="connsiteY2" fmla="*/ 2311400 h 2612926"/>
                <a:gd name="connsiteX3" fmla="*/ 977900 w 3465633"/>
                <a:gd name="connsiteY3" fmla="*/ 0 h 2612926"/>
                <a:gd name="connsiteX0" fmla="*/ 977900 w 3468172"/>
                <a:gd name="connsiteY0" fmla="*/ 0 h 2617475"/>
                <a:gd name="connsiteX1" fmla="*/ 3460970 w 3468172"/>
                <a:gd name="connsiteY1" fmla="*/ 584200 h 2617475"/>
                <a:gd name="connsiteX2" fmla="*/ 0 w 3468172"/>
                <a:gd name="connsiteY2" fmla="*/ 2311400 h 2617475"/>
                <a:gd name="connsiteX3" fmla="*/ 977900 w 3468172"/>
                <a:gd name="connsiteY3" fmla="*/ 0 h 2617475"/>
                <a:gd name="connsiteX0" fmla="*/ 1168400 w 3657729"/>
                <a:gd name="connsiteY0" fmla="*/ 0 h 2617475"/>
                <a:gd name="connsiteX1" fmla="*/ 3651470 w 3657729"/>
                <a:gd name="connsiteY1" fmla="*/ 584200 h 2617475"/>
                <a:gd name="connsiteX2" fmla="*/ 0 w 3657729"/>
                <a:gd name="connsiteY2" fmla="*/ 2311400 h 2617475"/>
                <a:gd name="connsiteX3" fmla="*/ 1168400 w 3657729"/>
                <a:gd name="connsiteY3" fmla="*/ 0 h 2617475"/>
                <a:gd name="connsiteX0" fmla="*/ 1168400 w 3658987"/>
                <a:gd name="connsiteY0" fmla="*/ 0 h 2613591"/>
                <a:gd name="connsiteX1" fmla="*/ 3651470 w 3658987"/>
                <a:gd name="connsiteY1" fmla="*/ 584200 h 2613591"/>
                <a:gd name="connsiteX2" fmla="*/ 0 w 3658987"/>
                <a:gd name="connsiteY2" fmla="*/ 2311400 h 2613591"/>
                <a:gd name="connsiteX3" fmla="*/ 1168400 w 3658987"/>
                <a:gd name="connsiteY3" fmla="*/ 0 h 261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8987" h="2613591">
                  <a:moveTo>
                    <a:pt x="1168400" y="0"/>
                  </a:moveTo>
                  <a:cubicBezTo>
                    <a:pt x="2004557" y="173567"/>
                    <a:pt x="2662913" y="1845733"/>
                    <a:pt x="3651470" y="584200"/>
                  </a:cubicBezTo>
                  <a:cubicBezTo>
                    <a:pt x="3760193" y="1855893"/>
                    <a:pt x="2696707" y="3237442"/>
                    <a:pt x="0" y="2311400"/>
                  </a:cubicBezTo>
                  <a:lnTo>
                    <a:pt x="116840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902260C-FAF5-DB6A-C39F-7B9795281A06}"/>
                </a:ext>
              </a:extLst>
            </p:cNvPr>
            <p:cNvSpPr/>
            <p:nvPr/>
          </p:nvSpPr>
          <p:spPr>
            <a:xfrm>
              <a:off x="6035040" y="885007"/>
              <a:ext cx="1755695" cy="1360708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642DB5B-26E2-3837-57D0-02FF41F93C81}"/>
                </a:ext>
              </a:extLst>
            </p:cNvPr>
            <p:cNvSpPr/>
            <p:nvPr/>
          </p:nvSpPr>
          <p:spPr>
            <a:xfrm rot="4277844">
              <a:off x="6607914" y="1146668"/>
              <a:ext cx="702139" cy="689485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13F3492-F3CB-7AD7-F867-76D66818A9CE}"/>
                </a:ext>
              </a:extLst>
            </p:cNvPr>
            <p:cNvSpPr/>
            <p:nvPr/>
          </p:nvSpPr>
          <p:spPr>
            <a:xfrm rot="4277844">
              <a:off x="6709314" y="1246240"/>
              <a:ext cx="499338" cy="490339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8FAD1E5-430E-21F0-003B-4B501B50ACF3}"/>
                </a:ext>
              </a:extLst>
            </p:cNvPr>
            <p:cNvSpPr/>
            <p:nvPr/>
          </p:nvSpPr>
          <p:spPr>
            <a:xfrm rot="4277844">
              <a:off x="6814891" y="1297606"/>
              <a:ext cx="195991" cy="192459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84">
              <a:extLst>
                <a:ext uri="{FF2B5EF4-FFF2-40B4-BE49-F238E27FC236}">
                  <a16:creationId xmlns:a16="http://schemas.microsoft.com/office/drawing/2014/main" id="{A6E7AF13-A88E-5B20-A7D2-7291EEB234D8}"/>
                </a:ext>
              </a:extLst>
            </p:cNvPr>
            <p:cNvSpPr/>
            <p:nvPr/>
          </p:nvSpPr>
          <p:spPr>
            <a:xfrm>
              <a:off x="5171057" y="470140"/>
              <a:ext cx="2790824" cy="1145692"/>
            </a:xfrm>
            <a:custGeom>
              <a:avLst/>
              <a:gdLst>
                <a:gd name="connsiteX0" fmla="*/ 0 w 811362"/>
                <a:gd name="connsiteY0" fmla="*/ 0 h 832514"/>
                <a:gd name="connsiteX1" fmla="*/ 811362 w 811362"/>
                <a:gd name="connsiteY1" fmla="*/ 0 h 832514"/>
                <a:gd name="connsiteX2" fmla="*/ 811362 w 811362"/>
                <a:gd name="connsiteY2" fmla="*/ 832514 h 832514"/>
                <a:gd name="connsiteX3" fmla="*/ 0 w 811362"/>
                <a:gd name="connsiteY3" fmla="*/ 832514 h 832514"/>
                <a:gd name="connsiteX4" fmla="*/ 0 w 811362"/>
                <a:gd name="connsiteY4" fmla="*/ 0 h 832514"/>
                <a:gd name="connsiteX0" fmla="*/ 0 w 947839"/>
                <a:gd name="connsiteY0" fmla="*/ 0 h 832514"/>
                <a:gd name="connsiteX1" fmla="*/ 811362 w 947839"/>
                <a:gd name="connsiteY1" fmla="*/ 0 h 832514"/>
                <a:gd name="connsiteX2" fmla="*/ 947839 w 947839"/>
                <a:gd name="connsiteY2" fmla="*/ 832514 h 832514"/>
                <a:gd name="connsiteX3" fmla="*/ 0 w 947839"/>
                <a:gd name="connsiteY3" fmla="*/ 832514 h 832514"/>
                <a:gd name="connsiteX4" fmla="*/ 0 w 947839"/>
                <a:gd name="connsiteY4" fmla="*/ 0 h 832514"/>
                <a:gd name="connsiteX0" fmla="*/ 1815152 w 2762991"/>
                <a:gd name="connsiteY0" fmla="*/ 0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1815152 w 2762991"/>
                <a:gd name="connsiteY4" fmla="*/ 0 h 832514"/>
                <a:gd name="connsiteX0" fmla="*/ 627797 w 2762991"/>
                <a:gd name="connsiteY0" fmla="*/ 341194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627797 w 2762991"/>
                <a:gd name="connsiteY4" fmla="*/ 341194 h 832514"/>
                <a:gd name="connsiteX0" fmla="*/ 627797 w 2762991"/>
                <a:gd name="connsiteY0" fmla="*/ 313898 h 805218"/>
                <a:gd name="connsiteX1" fmla="*/ 19792 w 2762991"/>
                <a:gd name="connsiteY1" fmla="*/ 0 h 805218"/>
                <a:gd name="connsiteX2" fmla="*/ 2762991 w 2762991"/>
                <a:gd name="connsiteY2" fmla="*/ 805218 h 805218"/>
                <a:gd name="connsiteX3" fmla="*/ 0 w 2762991"/>
                <a:gd name="connsiteY3" fmla="*/ 477672 h 805218"/>
                <a:gd name="connsiteX4" fmla="*/ 627797 w 2762991"/>
                <a:gd name="connsiteY4" fmla="*/ 313898 h 805218"/>
                <a:gd name="connsiteX0" fmla="*/ 627797 w 2762991"/>
                <a:gd name="connsiteY0" fmla="*/ 535611 h 1026931"/>
                <a:gd name="connsiteX1" fmla="*/ 19792 w 2762991"/>
                <a:gd name="connsiteY1" fmla="*/ 221713 h 1026931"/>
                <a:gd name="connsiteX2" fmla="*/ 2762991 w 2762991"/>
                <a:gd name="connsiteY2" fmla="*/ 1026931 h 1026931"/>
                <a:gd name="connsiteX3" fmla="*/ 0 w 2762991"/>
                <a:gd name="connsiteY3" fmla="*/ 699385 h 1026931"/>
                <a:gd name="connsiteX4" fmla="*/ 627797 w 2762991"/>
                <a:gd name="connsiteY4" fmla="*/ 535611 h 1026931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71038 h 1127159"/>
                <a:gd name="connsiteX4" fmla="*/ 627797 w 2762991"/>
                <a:gd name="connsiteY4" fmla="*/ 635839 h 1127159"/>
                <a:gd name="connsiteX0" fmla="*/ 655630 w 2790824"/>
                <a:gd name="connsiteY0" fmla="*/ 625121 h 1116441"/>
                <a:gd name="connsiteX1" fmla="*/ 0 w 2790824"/>
                <a:gd name="connsiteY1" fmla="*/ 335036 h 1116441"/>
                <a:gd name="connsiteX2" fmla="*/ 2790824 w 2790824"/>
                <a:gd name="connsiteY2" fmla="*/ 1116441 h 1116441"/>
                <a:gd name="connsiteX3" fmla="*/ 27833 w 2790824"/>
                <a:gd name="connsiteY3" fmla="*/ 760320 h 1116441"/>
                <a:gd name="connsiteX4" fmla="*/ 655630 w 2790824"/>
                <a:gd name="connsiteY4" fmla="*/ 625121 h 1116441"/>
                <a:gd name="connsiteX0" fmla="*/ 655630 w 2790824"/>
                <a:gd name="connsiteY0" fmla="*/ 530808 h 1022128"/>
                <a:gd name="connsiteX1" fmla="*/ 0 w 2790824"/>
                <a:gd name="connsiteY1" fmla="*/ 240723 h 1022128"/>
                <a:gd name="connsiteX2" fmla="*/ 2790824 w 2790824"/>
                <a:gd name="connsiteY2" fmla="*/ 1022128 h 1022128"/>
                <a:gd name="connsiteX3" fmla="*/ 27833 w 2790824"/>
                <a:gd name="connsiteY3" fmla="*/ 666007 h 1022128"/>
                <a:gd name="connsiteX4" fmla="*/ 655630 w 2790824"/>
                <a:gd name="connsiteY4" fmla="*/ 530808 h 1022128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54372 h 1145692"/>
                <a:gd name="connsiteX1" fmla="*/ 0 w 2790824"/>
                <a:gd name="connsiteY1" fmla="*/ 364287 h 1145692"/>
                <a:gd name="connsiteX2" fmla="*/ 2790824 w 2790824"/>
                <a:gd name="connsiteY2" fmla="*/ 1145692 h 1145692"/>
                <a:gd name="connsiteX3" fmla="*/ 27833 w 2790824"/>
                <a:gd name="connsiteY3" fmla="*/ 789571 h 1145692"/>
                <a:gd name="connsiteX4" fmla="*/ 655630 w 2790824"/>
                <a:gd name="connsiteY4" fmla="*/ 654372 h 1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0824" h="1145692">
                  <a:moveTo>
                    <a:pt x="655630" y="654372"/>
                  </a:moveTo>
                  <a:cubicBezTo>
                    <a:pt x="170387" y="691027"/>
                    <a:pt x="129643" y="511782"/>
                    <a:pt x="0" y="364287"/>
                  </a:cubicBezTo>
                  <a:cubicBezTo>
                    <a:pt x="382634" y="713443"/>
                    <a:pt x="2247377" y="-1102398"/>
                    <a:pt x="2790824" y="1145692"/>
                  </a:cubicBezTo>
                  <a:cubicBezTo>
                    <a:pt x="1351212" y="-642164"/>
                    <a:pt x="1044365" y="1785858"/>
                    <a:pt x="27833" y="789571"/>
                  </a:cubicBezTo>
                  <a:cubicBezTo>
                    <a:pt x="318986" y="830514"/>
                    <a:pt x="446364" y="708963"/>
                    <a:pt x="655630" y="6543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86">
              <a:extLst>
                <a:ext uri="{FF2B5EF4-FFF2-40B4-BE49-F238E27FC236}">
                  <a16:creationId xmlns:a16="http://schemas.microsoft.com/office/drawing/2014/main" id="{468EC0DC-AA2C-5ED6-F4D6-FB694DEF50C9}"/>
                </a:ext>
              </a:extLst>
            </p:cNvPr>
            <p:cNvSpPr/>
            <p:nvPr/>
          </p:nvSpPr>
          <p:spPr>
            <a:xfrm rot="21420444">
              <a:off x="3846727" y="2285140"/>
              <a:ext cx="2943947" cy="305113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86">
              <a:extLst>
                <a:ext uri="{FF2B5EF4-FFF2-40B4-BE49-F238E27FC236}">
                  <a16:creationId xmlns:a16="http://schemas.microsoft.com/office/drawing/2014/main" id="{CBC24242-0537-E8A7-AAE5-0A7ED44B97D4}"/>
                </a:ext>
              </a:extLst>
            </p:cNvPr>
            <p:cNvSpPr/>
            <p:nvPr/>
          </p:nvSpPr>
          <p:spPr>
            <a:xfrm rot="21033195">
              <a:off x="4265265" y="2372520"/>
              <a:ext cx="2469258" cy="194862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102">
              <a:extLst>
                <a:ext uri="{FF2B5EF4-FFF2-40B4-BE49-F238E27FC236}">
                  <a16:creationId xmlns:a16="http://schemas.microsoft.com/office/drawing/2014/main" id="{3185B5A3-72C2-65D1-1383-8C17F17986DD}"/>
                </a:ext>
              </a:extLst>
            </p:cNvPr>
            <p:cNvSpPr/>
            <p:nvPr/>
          </p:nvSpPr>
          <p:spPr>
            <a:xfrm>
              <a:off x="7329165" y="1247533"/>
              <a:ext cx="1295181" cy="736597"/>
            </a:xfrm>
            <a:custGeom>
              <a:avLst/>
              <a:gdLst>
                <a:gd name="connsiteX0" fmla="*/ 0 w 558581"/>
                <a:gd name="connsiteY0" fmla="*/ 0 h 300022"/>
                <a:gd name="connsiteX1" fmla="*/ 558581 w 558581"/>
                <a:gd name="connsiteY1" fmla="*/ 0 h 300022"/>
                <a:gd name="connsiteX2" fmla="*/ 558581 w 558581"/>
                <a:gd name="connsiteY2" fmla="*/ 300022 h 300022"/>
                <a:gd name="connsiteX3" fmla="*/ 0 w 558581"/>
                <a:gd name="connsiteY3" fmla="*/ 300022 h 300022"/>
                <a:gd name="connsiteX4" fmla="*/ 0 w 558581"/>
                <a:gd name="connsiteY4" fmla="*/ 0 h 300022"/>
                <a:gd name="connsiteX0" fmla="*/ 0 w 933231"/>
                <a:gd name="connsiteY0" fmla="*/ 0 h 452422"/>
                <a:gd name="connsiteX1" fmla="*/ 558581 w 933231"/>
                <a:gd name="connsiteY1" fmla="*/ 0 h 452422"/>
                <a:gd name="connsiteX2" fmla="*/ 933231 w 933231"/>
                <a:gd name="connsiteY2" fmla="*/ 452422 h 452422"/>
                <a:gd name="connsiteX3" fmla="*/ 0 w 933231"/>
                <a:gd name="connsiteY3" fmla="*/ 300022 h 452422"/>
                <a:gd name="connsiteX4" fmla="*/ 0 w 933231"/>
                <a:gd name="connsiteY4" fmla="*/ 0 h 452422"/>
                <a:gd name="connsiteX0" fmla="*/ 0 w 933231"/>
                <a:gd name="connsiteY0" fmla="*/ 165100 h 617522"/>
                <a:gd name="connsiteX1" fmla="*/ 101381 w 933231"/>
                <a:gd name="connsiteY1" fmla="*/ 0 h 617522"/>
                <a:gd name="connsiteX2" fmla="*/ 933231 w 933231"/>
                <a:gd name="connsiteY2" fmla="*/ 617522 h 617522"/>
                <a:gd name="connsiteX3" fmla="*/ 0 w 933231"/>
                <a:gd name="connsiteY3" fmla="*/ 465122 h 617522"/>
                <a:gd name="connsiteX4" fmla="*/ 0 w 933231"/>
                <a:gd name="connsiteY4" fmla="*/ 165100 h 617522"/>
                <a:gd name="connsiteX0" fmla="*/ 0 w 1009431"/>
                <a:gd name="connsiteY0" fmla="*/ 120650 h 617522"/>
                <a:gd name="connsiteX1" fmla="*/ 177581 w 1009431"/>
                <a:gd name="connsiteY1" fmla="*/ 0 h 617522"/>
                <a:gd name="connsiteX2" fmla="*/ 1009431 w 1009431"/>
                <a:gd name="connsiteY2" fmla="*/ 617522 h 617522"/>
                <a:gd name="connsiteX3" fmla="*/ 76200 w 1009431"/>
                <a:gd name="connsiteY3" fmla="*/ 465122 h 617522"/>
                <a:gd name="connsiteX4" fmla="*/ 0 w 100943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73050 w 1282481"/>
                <a:gd name="connsiteY0" fmla="*/ 120650 h 617522"/>
                <a:gd name="connsiteX1" fmla="*/ 450631 w 1282481"/>
                <a:gd name="connsiteY1" fmla="*/ 0 h 617522"/>
                <a:gd name="connsiteX2" fmla="*/ 1282481 w 1282481"/>
                <a:gd name="connsiteY2" fmla="*/ 617522 h 617522"/>
                <a:gd name="connsiteX3" fmla="*/ 0 w 1282481"/>
                <a:gd name="connsiteY3" fmla="*/ 373047 h 617522"/>
                <a:gd name="connsiteX4" fmla="*/ 273050 w 1282481"/>
                <a:gd name="connsiteY4" fmla="*/ 120650 h 617522"/>
                <a:gd name="connsiteX0" fmla="*/ 273050 w 1282481"/>
                <a:gd name="connsiteY0" fmla="*/ 120650 h 727494"/>
                <a:gd name="connsiteX1" fmla="*/ 450631 w 1282481"/>
                <a:gd name="connsiteY1" fmla="*/ 0 h 727494"/>
                <a:gd name="connsiteX2" fmla="*/ 1282481 w 1282481"/>
                <a:gd name="connsiteY2" fmla="*/ 617522 h 727494"/>
                <a:gd name="connsiteX3" fmla="*/ 0 w 1282481"/>
                <a:gd name="connsiteY3" fmla="*/ 373047 h 727494"/>
                <a:gd name="connsiteX4" fmla="*/ 273050 w 1282481"/>
                <a:gd name="connsiteY4" fmla="*/ 120650 h 727494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9508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181" h="736597">
                  <a:moveTo>
                    <a:pt x="273050" y="107950"/>
                  </a:moveTo>
                  <a:cubicBezTo>
                    <a:pt x="341769" y="67733"/>
                    <a:pt x="435887" y="40217"/>
                    <a:pt x="495081" y="0"/>
                  </a:cubicBezTo>
                  <a:cubicBezTo>
                    <a:pt x="715214" y="62966"/>
                    <a:pt x="1186173" y="202131"/>
                    <a:pt x="1295181" y="604822"/>
                  </a:cubicBezTo>
                  <a:cubicBezTo>
                    <a:pt x="867687" y="523330"/>
                    <a:pt x="189369" y="1086364"/>
                    <a:pt x="0" y="360347"/>
                  </a:cubicBezTo>
                  <a:cubicBezTo>
                    <a:pt x="103717" y="298440"/>
                    <a:pt x="220133" y="350832"/>
                    <a:pt x="273050" y="1079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C94B300-76CB-9B68-C8AA-7B0887466C83}"/>
                </a:ext>
              </a:extLst>
            </p:cNvPr>
            <p:cNvSpPr/>
            <p:nvPr/>
          </p:nvSpPr>
          <p:spPr>
            <a:xfrm>
              <a:off x="7382921" y="1674946"/>
              <a:ext cx="1241425" cy="180584"/>
            </a:xfrm>
            <a:custGeom>
              <a:avLst/>
              <a:gdLst>
                <a:gd name="connsiteX0" fmla="*/ 0 w 1241425"/>
                <a:gd name="connsiteY0" fmla="*/ 63109 h 180584"/>
                <a:gd name="connsiteX1" fmla="*/ 292100 w 1241425"/>
                <a:gd name="connsiteY1" fmla="*/ 18659 h 180584"/>
                <a:gd name="connsiteX2" fmla="*/ 644525 w 1241425"/>
                <a:gd name="connsiteY2" fmla="*/ 2784 h 180584"/>
                <a:gd name="connsiteX3" fmla="*/ 949325 w 1241425"/>
                <a:gd name="connsiteY3" fmla="*/ 72634 h 180584"/>
                <a:gd name="connsiteX4" fmla="*/ 1241425 w 1241425"/>
                <a:gd name="connsiteY4" fmla="*/ 180584 h 180584"/>
                <a:gd name="connsiteX5" fmla="*/ 1241425 w 1241425"/>
                <a:gd name="connsiteY5" fmla="*/ 180584 h 1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425" h="180584">
                  <a:moveTo>
                    <a:pt x="0" y="63109"/>
                  </a:moveTo>
                  <a:cubicBezTo>
                    <a:pt x="92339" y="45911"/>
                    <a:pt x="184679" y="28713"/>
                    <a:pt x="292100" y="18659"/>
                  </a:cubicBezTo>
                  <a:cubicBezTo>
                    <a:pt x="399521" y="8605"/>
                    <a:pt x="534988" y="-6212"/>
                    <a:pt x="644525" y="2784"/>
                  </a:cubicBezTo>
                  <a:cubicBezTo>
                    <a:pt x="754062" y="11780"/>
                    <a:pt x="849842" y="43001"/>
                    <a:pt x="949325" y="72634"/>
                  </a:cubicBezTo>
                  <a:cubicBezTo>
                    <a:pt x="1048808" y="102267"/>
                    <a:pt x="1241425" y="180584"/>
                    <a:pt x="1241425" y="180584"/>
                  </a:cubicBezTo>
                  <a:lnTo>
                    <a:pt x="1241425" y="180584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4461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881457-E5EC-3B18-DB61-58F117652F66}"/>
              </a:ext>
            </a:extLst>
          </p:cNvPr>
          <p:cNvGrpSpPr/>
          <p:nvPr/>
        </p:nvGrpSpPr>
        <p:grpSpPr>
          <a:xfrm>
            <a:off x="5226068" y="1315642"/>
            <a:ext cx="3917932" cy="5826072"/>
            <a:chOff x="6020774" y="724957"/>
            <a:chExt cx="4223220" cy="6280045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424D4D7E-EFAD-D516-CC56-5A09DCD83FCB}"/>
                </a:ext>
              </a:extLst>
            </p:cNvPr>
            <p:cNvSpPr/>
            <p:nvPr/>
          </p:nvSpPr>
          <p:spPr>
            <a:xfrm rot="10543323">
              <a:off x="6626627" y="3992947"/>
              <a:ext cx="798995" cy="1408677"/>
            </a:xfrm>
            <a:custGeom>
              <a:avLst/>
              <a:gdLst>
                <a:gd name="connsiteX0" fmla="*/ 0 w 247981"/>
                <a:gd name="connsiteY0" fmla="*/ 0 h 247255"/>
                <a:gd name="connsiteX1" fmla="*/ 247981 w 247981"/>
                <a:gd name="connsiteY1" fmla="*/ 0 h 247255"/>
                <a:gd name="connsiteX2" fmla="*/ 247981 w 247981"/>
                <a:gd name="connsiteY2" fmla="*/ 247255 h 247255"/>
                <a:gd name="connsiteX3" fmla="*/ 0 w 247981"/>
                <a:gd name="connsiteY3" fmla="*/ 247255 h 247255"/>
                <a:gd name="connsiteX4" fmla="*/ 0 w 247981"/>
                <a:gd name="connsiteY4" fmla="*/ 0 h 247255"/>
                <a:gd name="connsiteX0" fmla="*/ 0 w 324181"/>
                <a:gd name="connsiteY0" fmla="*/ 0 h 437755"/>
                <a:gd name="connsiteX1" fmla="*/ 247981 w 324181"/>
                <a:gd name="connsiteY1" fmla="*/ 0 h 437755"/>
                <a:gd name="connsiteX2" fmla="*/ 324181 w 324181"/>
                <a:gd name="connsiteY2" fmla="*/ 437755 h 437755"/>
                <a:gd name="connsiteX3" fmla="*/ 0 w 324181"/>
                <a:gd name="connsiteY3" fmla="*/ 247255 h 437755"/>
                <a:gd name="connsiteX4" fmla="*/ 0 w 324181"/>
                <a:gd name="connsiteY4" fmla="*/ 0 h 437755"/>
                <a:gd name="connsiteX0" fmla="*/ 0 w 392761"/>
                <a:gd name="connsiteY0" fmla="*/ 0 h 437755"/>
                <a:gd name="connsiteX1" fmla="*/ 392761 w 392761"/>
                <a:gd name="connsiteY1" fmla="*/ 312420 h 437755"/>
                <a:gd name="connsiteX2" fmla="*/ 324181 w 392761"/>
                <a:gd name="connsiteY2" fmla="*/ 437755 h 437755"/>
                <a:gd name="connsiteX3" fmla="*/ 0 w 392761"/>
                <a:gd name="connsiteY3" fmla="*/ 247255 h 437755"/>
                <a:gd name="connsiteX4" fmla="*/ 0 w 392761"/>
                <a:gd name="connsiteY4" fmla="*/ 0 h 437755"/>
                <a:gd name="connsiteX0" fmla="*/ 7620 w 392761"/>
                <a:gd name="connsiteY0" fmla="*/ 0 h 536815"/>
                <a:gd name="connsiteX1" fmla="*/ 392761 w 392761"/>
                <a:gd name="connsiteY1" fmla="*/ 411480 h 536815"/>
                <a:gd name="connsiteX2" fmla="*/ 324181 w 392761"/>
                <a:gd name="connsiteY2" fmla="*/ 536815 h 536815"/>
                <a:gd name="connsiteX3" fmla="*/ 0 w 392761"/>
                <a:gd name="connsiteY3" fmla="*/ 346315 h 536815"/>
                <a:gd name="connsiteX4" fmla="*/ 7620 w 392761"/>
                <a:gd name="connsiteY4" fmla="*/ 0 h 536815"/>
                <a:gd name="connsiteX0" fmla="*/ 7620 w 392761"/>
                <a:gd name="connsiteY0" fmla="*/ 2128 h 538943"/>
                <a:gd name="connsiteX1" fmla="*/ 392761 w 392761"/>
                <a:gd name="connsiteY1" fmla="*/ 413608 h 538943"/>
                <a:gd name="connsiteX2" fmla="*/ 324181 w 392761"/>
                <a:gd name="connsiteY2" fmla="*/ 538943 h 538943"/>
                <a:gd name="connsiteX3" fmla="*/ 0 w 392761"/>
                <a:gd name="connsiteY3" fmla="*/ 348443 h 538943"/>
                <a:gd name="connsiteX4" fmla="*/ 7620 w 392761"/>
                <a:gd name="connsiteY4" fmla="*/ 2128 h 538943"/>
                <a:gd name="connsiteX0" fmla="*/ 7620 w 392761"/>
                <a:gd name="connsiteY0" fmla="*/ 2229 h 539044"/>
                <a:gd name="connsiteX1" fmla="*/ 392761 w 392761"/>
                <a:gd name="connsiteY1" fmla="*/ 413709 h 539044"/>
                <a:gd name="connsiteX2" fmla="*/ 324181 w 392761"/>
                <a:gd name="connsiteY2" fmla="*/ 539044 h 539044"/>
                <a:gd name="connsiteX3" fmla="*/ 0 w 392761"/>
                <a:gd name="connsiteY3" fmla="*/ 348544 h 539044"/>
                <a:gd name="connsiteX4" fmla="*/ 7620 w 392761"/>
                <a:gd name="connsiteY4" fmla="*/ 2229 h 539044"/>
                <a:gd name="connsiteX0" fmla="*/ 7620 w 392761"/>
                <a:gd name="connsiteY0" fmla="*/ 2229 h 539044"/>
                <a:gd name="connsiteX1" fmla="*/ 392761 w 392761"/>
                <a:gd name="connsiteY1" fmla="*/ 413709 h 539044"/>
                <a:gd name="connsiteX2" fmla="*/ 324181 w 392761"/>
                <a:gd name="connsiteY2" fmla="*/ 539044 h 539044"/>
                <a:gd name="connsiteX3" fmla="*/ 0 w 392761"/>
                <a:gd name="connsiteY3" fmla="*/ 348544 h 539044"/>
                <a:gd name="connsiteX4" fmla="*/ 7620 w 392761"/>
                <a:gd name="connsiteY4" fmla="*/ 2229 h 539044"/>
                <a:gd name="connsiteX0" fmla="*/ 7620 w 392761"/>
                <a:gd name="connsiteY0" fmla="*/ 2229 h 539044"/>
                <a:gd name="connsiteX1" fmla="*/ 392761 w 392761"/>
                <a:gd name="connsiteY1" fmla="*/ 413709 h 539044"/>
                <a:gd name="connsiteX2" fmla="*/ 324181 w 392761"/>
                <a:gd name="connsiteY2" fmla="*/ 539044 h 539044"/>
                <a:gd name="connsiteX3" fmla="*/ 0 w 392761"/>
                <a:gd name="connsiteY3" fmla="*/ 272344 h 539044"/>
                <a:gd name="connsiteX4" fmla="*/ 7620 w 392761"/>
                <a:gd name="connsiteY4" fmla="*/ 2229 h 539044"/>
                <a:gd name="connsiteX0" fmla="*/ 7620 w 697918"/>
                <a:gd name="connsiteY0" fmla="*/ 2229 h 1408677"/>
                <a:gd name="connsiteX1" fmla="*/ 392761 w 697918"/>
                <a:gd name="connsiteY1" fmla="*/ 413709 h 1408677"/>
                <a:gd name="connsiteX2" fmla="*/ 697561 w 697918"/>
                <a:gd name="connsiteY2" fmla="*/ 1408677 h 1408677"/>
                <a:gd name="connsiteX3" fmla="*/ 324181 w 697918"/>
                <a:gd name="connsiteY3" fmla="*/ 539044 h 1408677"/>
                <a:gd name="connsiteX4" fmla="*/ 0 w 697918"/>
                <a:gd name="connsiteY4" fmla="*/ 272344 h 1408677"/>
                <a:gd name="connsiteX5" fmla="*/ 7620 w 697918"/>
                <a:gd name="connsiteY5" fmla="*/ 2229 h 1408677"/>
                <a:gd name="connsiteX0" fmla="*/ 7620 w 697918"/>
                <a:gd name="connsiteY0" fmla="*/ 2229 h 1408677"/>
                <a:gd name="connsiteX1" fmla="*/ 392761 w 697918"/>
                <a:gd name="connsiteY1" fmla="*/ 413709 h 1408677"/>
                <a:gd name="connsiteX2" fmla="*/ 697561 w 697918"/>
                <a:gd name="connsiteY2" fmla="*/ 1408677 h 1408677"/>
                <a:gd name="connsiteX3" fmla="*/ 324181 w 697918"/>
                <a:gd name="connsiteY3" fmla="*/ 539044 h 1408677"/>
                <a:gd name="connsiteX4" fmla="*/ 0 w 697918"/>
                <a:gd name="connsiteY4" fmla="*/ 272344 h 1408677"/>
                <a:gd name="connsiteX5" fmla="*/ 7620 w 697918"/>
                <a:gd name="connsiteY5" fmla="*/ 2229 h 1408677"/>
                <a:gd name="connsiteX0" fmla="*/ 7620 w 697918"/>
                <a:gd name="connsiteY0" fmla="*/ 2229 h 1408677"/>
                <a:gd name="connsiteX1" fmla="*/ 392761 w 697918"/>
                <a:gd name="connsiteY1" fmla="*/ 413709 h 1408677"/>
                <a:gd name="connsiteX2" fmla="*/ 697561 w 697918"/>
                <a:gd name="connsiteY2" fmla="*/ 1408677 h 1408677"/>
                <a:gd name="connsiteX3" fmla="*/ 324181 w 697918"/>
                <a:gd name="connsiteY3" fmla="*/ 539044 h 1408677"/>
                <a:gd name="connsiteX4" fmla="*/ 0 w 697918"/>
                <a:gd name="connsiteY4" fmla="*/ 272344 h 1408677"/>
                <a:gd name="connsiteX5" fmla="*/ 7620 w 697918"/>
                <a:gd name="connsiteY5" fmla="*/ 2229 h 1408677"/>
                <a:gd name="connsiteX0" fmla="*/ 7620 w 793507"/>
                <a:gd name="connsiteY0" fmla="*/ 2229 h 1408677"/>
                <a:gd name="connsiteX1" fmla="*/ 392761 w 793507"/>
                <a:gd name="connsiteY1" fmla="*/ 413709 h 1408677"/>
                <a:gd name="connsiteX2" fmla="*/ 697561 w 793507"/>
                <a:gd name="connsiteY2" fmla="*/ 1408677 h 1408677"/>
                <a:gd name="connsiteX3" fmla="*/ 324181 w 793507"/>
                <a:gd name="connsiteY3" fmla="*/ 539044 h 1408677"/>
                <a:gd name="connsiteX4" fmla="*/ 0 w 793507"/>
                <a:gd name="connsiteY4" fmla="*/ 272344 h 1408677"/>
                <a:gd name="connsiteX5" fmla="*/ 7620 w 793507"/>
                <a:gd name="connsiteY5" fmla="*/ 2229 h 1408677"/>
                <a:gd name="connsiteX0" fmla="*/ 7620 w 798995"/>
                <a:gd name="connsiteY0" fmla="*/ 2229 h 1408677"/>
                <a:gd name="connsiteX1" fmla="*/ 392761 w 798995"/>
                <a:gd name="connsiteY1" fmla="*/ 413709 h 1408677"/>
                <a:gd name="connsiteX2" fmla="*/ 697561 w 798995"/>
                <a:gd name="connsiteY2" fmla="*/ 1408677 h 1408677"/>
                <a:gd name="connsiteX3" fmla="*/ 324181 w 798995"/>
                <a:gd name="connsiteY3" fmla="*/ 539044 h 1408677"/>
                <a:gd name="connsiteX4" fmla="*/ 0 w 798995"/>
                <a:gd name="connsiteY4" fmla="*/ 272344 h 1408677"/>
                <a:gd name="connsiteX5" fmla="*/ 7620 w 798995"/>
                <a:gd name="connsiteY5" fmla="*/ 2229 h 140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995" h="1408677">
                  <a:moveTo>
                    <a:pt x="7620" y="2229"/>
                  </a:moveTo>
                  <a:cubicBezTo>
                    <a:pt x="250300" y="-28251"/>
                    <a:pt x="340581" y="261309"/>
                    <a:pt x="392761" y="413709"/>
                  </a:cubicBezTo>
                  <a:cubicBezTo>
                    <a:pt x="1056336" y="461202"/>
                    <a:pt x="710261" y="1389759"/>
                    <a:pt x="697561" y="1408677"/>
                  </a:cubicBezTo>
                  <a:cubicBezTo>
                    <a:pt x="163526" y="999736"/>
                    <a:pt x="310528" y="562222"/>
                    <a:pt x="324181" y="539044"/>
                  </a:cubicBezTo>
                  <a:cubicBezTo>
                    <a:pt x="216121" y="475544"/>
                    <a:pt x="108060" y="76764"/>
                    <a:pt x="0" y="272344"/>
                  </a:cubicBezTo>
                  <a:lnTo>
                    <a:pt x="7620" y="2229"/>
                  </a:lnTo>
                  <a:close/>
                </a:path>
              </a:pathLst>
            </a:cu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45">
              <a:extLst>
                <a:ext uri="{FF2B5EF4-FFF2-40B4-BE49-F238E27FC236}">
                  <a16:creationId xmlns:a16="http://schemas.microsoft.com/office/drawing/2014/main" id="{E3AF4D6B-C965-FE2B-83C7-296A1F712F41}"/>
                </a:ext>
              </a:extLst>
            </p:cNvPr>
            <p:cNvSpPr/>
            <p:nvPr/>
          </p:nvSpPr>
          <p:spPr>
            <a:xfrm>
              <a:off x="6843811" y="4006077"/>
              <a:ext cx="2721742" cy="2893709"/>
            </a:xfrm>
            <a:custGeom>
              <a:avLst/>
              <a:gdLst>
                <a:gd name="connsiteX0" fmla="*/ 0 w 3853297"/>
                <a:gd name="connsiteY0" fmla="*/ 2456479 h 4912958"/>
                <a:gd name="connsiteX1" fmla="*/ 1926649 w 3853297"/>
                <a:gd name="connsiteY1" fmla="*/ 0 h 4912958"/>
                <a:gd name="connsiteX2" fmla="*/ 3853298 w 3853297"/>
                <a:gd name="connsiteY2" fmla="*/ 2456479 h 4912958"/>
                <a:gd name="connsiteX3" fmla="*/ 1926649 w 3853297"/>
                <a:gd name="connsiteY3" fmla="*/ 4912958 h 4912958"/>
                <a:gd name="connsiteX4" fmla="*/ 0 w 3853297"/>
                <a:gd name="connsiteY4" fmla="*/ 2456479 h 4912958"/>
                <a:gd name="connsiteX0" fmla="*/ 0 w 3853298"/>
                <a:gd name="connsiteY0" fmla="*/ 2456479 h 2763538"/>
                <a:gd name="connsiteX1" fmla="*/ 1926649 w 3853298"/>
                <a:gd name="connsiteY1" fmla="*/ 0 h 2763538"/>
                <a:gd name="connsiteX2" fmla="*/ 3853298 w 3853298"/>
                <a:gd name="connsiteY2" fmla="*/ 2456479 h 2763538"/>
                <a:gd name="connsiteX3" fmla="*/ 0 w 3853298"/>
                <a:gd name="connsiteY3" fmla="*/ 2456479 h 2763538"/>
                <a:gd name="connsiteX0" fmla="*/ 0 w 3853298"/>
                <a:gd name="connsiteY0" fmla="*/ 2456479 h 2909733"/>
                <a:gd name="connsiteX1" fmla="*/ 1926649 w 3853298"/>
                <a:gd name="connsiteY1" fmla="*/ 0 h 2909733"/>
                <a:gd name="connsiteX2" fmla="*/ 3853298 w 3853298"/>
                <a:gd name="connsiteY2" fmla="*/ 2456479 h 2909733"/>
                <a:gd name="connsiteX3" fmla="*/ 0 w 3853298"/>
                <a:gd name="connsiteY3" fmla="*/ 2456479 h 2909733"/>
                <a:gd name="connsiteX0" fmla="*/ 53556 w 3906854"/>
                <a:gd name="connsiteY0" fmla="*/ 2456479 h 2980692"/>
                <a:gd name="connsiteX1" fmla="*/ 1980205 w 3906854"/>
                <a:gd name="connsiteY1" fmla="*/ 0 h 2980692"/>
                <a:gd name="connsiteX2" fmla="*/ 3906854 w 3906854"/>
                <a:gd name="connsiteY2" fmla="*/ 2456479 h 2980692"/>
                <a:gd name="connsiteX3" fmla="*/ 53556 w 3906854"/>
                <a:gd name="connsiteY3" fmla="*/ 2456479 h 2980692"/>
                <a:gd name="connsiteX0" fmla="*/ 53556 w 3906854"/>
                <a:gd name="connsiteY0" fmla="*/ 2456479 h 3002388"/>
                <a:gd name="connsiteX1" fmla="*/ 1980205 w 3906854"/>
                <a:gd name="connsiteY1" fmla="*/ 0 h 3002388"/>
                <a:gd name="connsiteX2" fmla="*/ 3906854 w 3906854"/>
                <a:gd name="connsiteY2" fmla="*/ 2456479 h 3002388"/>
                <a:gd name="connsiteX3" fmla="*/ 53556 w 3906854"/>
                <a:gd name="connsiteY3" fmla="*/ 2456479 h 3002388"/>
                <a:gd name="connsiteX0" fmla="*/ 23826 w 3877124"/>
                <a:gd name="connsiteY0" fmla="*/ 2456479 h 3002388"/>
                <a:gd name="connsiteX1" fmla="*/ 1950475 w 3877124"/>
                <a:gd name="connsiteY1" fmla="*/ 0 h 3002388"/>
                <a:gd name="connsiteX2" fmla="*/ 3877124 w 3877124"/>
                <a:gd name="connsiteY2" fmla="*/ 2456479 h 3002388"/>
                <a:gd name="connsiteX3" fmla="*/ 23826 w 3877124"/>
                <a:gd name="connsiteY3" fmla="*/ 2456479 h 3002388"/>
                <a:gd name="connsiteX0" fmla="*/ 23826 w 3877124"/>
                <a:gd name="connsiteY0" fmla="*/ 2456479 h 3020035"/>
                <a:gd name="connsiteX1" fmla="*/ 1950475 w 3877124"/>
                <a:gd name="connsiteY1" fmla="*/ 0 h 3020035"/>
                <a:gd name="connsiteX2" fmla="*/ 3877124 w 3877124"/>
                <a:gd name="connsiteY2" fmla="*/ 2456479 h 3020035"/>
                <a:gd name="connsiteX3" fmla="*/ 23826 w 3877124"/>
                <a:gd name="connsiteY3" fmla="*/ 2456479 h 3020035"/>
                <a:gd name="connsiteX0" fmla="*/ 23826 w 3878799"/>
                <a:gd name="connsiteY0" fmla="*/ 2456479 h 2979223"/>
                <a:gd name="connsiteX1" fmla="*/ 1950475 w 3878799"/>
                <a:gd name="connsiteY1" fmla="*/ 0 h 2979223"/>
                <a:gd name="connsiteX2" fmla="*/ 3877124 w 3878799"/>
                <a:gd name="connsiteY2" fmla="*/ 2456479 h 2979223"/>
                <a:gd name="connsiteX3" fmla="*/ 23826 w 3878799"/>
                <a:gd name="connsiteY3" fmla="*/ 2456479 h 2979223"/>
                <a:gd name="connsiteX0" fmla="*/ 18289 w 3831944"/>
                <a:gd name="connsiteY0" fmla="*/ 2365792 h 2936870"/>
                <a:gd name="connsiteX1" fmla="*/ 1903602 w 3831944"/>
                <a:gd name="connsiteY1" fmla="*/ 100 h 2936870"/>
                <a:gd name="connsiteX2" fmla="*/ 3830251 w 3831944"/>
                <a:gd name="connsiteY2" fmla="*/ 2456579 h 2936870"/>
                <a:gd name="connsiteX3" fmla="*/ 18289 w 3831944"/>
                <a:gd name="connsiteY3" fmla="*/ 2365792 h 2936870"/>
                <a:gd name="connsiteX0" fmla="*/ 580 w 3814163"/>
                <a:gd name="connsiteY0" fmla="*/ 2365798 h 2968844"/>
                <a:gd name="connsiteX1" fmla="*/ 1885893 w 3814163"/>
                <a:gd name="connsiteY1" fmla="*/ 106 h 2968844"/>
                <a:gd name="connsiteX2" fmla="*/ 3812542 w 3814163"/>
                <a:gd name="connsiteY2" fmla="*/ 2456585 h 2968844"/>
                <a:gd name="connsiteX3" fmla="*/ 580 w 3814163"/>
                <a:gd name="connsiteY3" fmla="*/ 2365798 h 296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4163" h="2968844">
                  <a:moveTo>
                    <a:pt x="580" y="2365798"/>
                  </a:moveTo>
                  <a:cubicBezTo>
                    <a:pt x="-31177" y="1593231"/>
                    <a:pt x="1250566" y="-15025"/>
                    <a:pt x="1885893" y="106"/>
                  </a:cubicBezTo>
                  <a:cubicBezTo>
                    <a:pt x="2521220" y="15237"/>
                    <a:pt x="3812542" y="1099909"/>
                    <a:pt x="3812542" y="2456585"/>
                  </a:cubicBezTo>
                  <a:cubicBezTo>
                    <a:pt x="3904794" y="3168626"/>
                    <a:pt x="32337" y="3138365"/>
                    <a:pt x="580" y="2365798"/>
                  </a:cubicBezTo>
                  <a:close/>
                </a:path>
              </a:pathLst>
            </a:cu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D06BE74-89BC-318B-6433-4998EC143785}"/>
                </a:ext>
              </a:extLst>
            </p:cNvPr>
            <p:cNvGrpSpPr/>
            <p:nvPr/>
          </p:nvGrpSpPr>
          <p:grpSpPr>
            <a:xfrm>
              <a:off x="8361392" y="724957"/>
              <a:ext cx="1882602" cy="1441275"/>
              <a:chOff x="3716080" y="722296"/>
              <a:chExt cx="1882602" cy="1441275"/>
            </a:xfrm>
          </p:grpSpPr>
          <p:sp>
            <p:nvSpPr>
              <p:cNvPr id="55" name="Rectangle 10">
                <a:extLst>
                  <a:ext uri="{FF2B5EF4-FFF2-40B4-BE49-F238E27FC236}">
                    <a16:creationId xmlns:a16="http://schemas.microsoft.com/office/drawing/2014/main" id="{1FA19828-CF57-794A-B1EE-8808659EF0FF}"/>
                  </a:ext>
                </a:extLst>
              </p:cNvPr>
              <p:cNvSpPr/>
              <p:nvPr/>
            </p:nvSpPr>
            <p:spPr>
              <a:xfrm rot="2924819">
                <a:off x="3993528" y="558418"/>
                <a:ext cx="1327705" cy="1882602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705" h="1882602">
                    <a:moveTo>
                      <a:pt x="462742" y="0"/>
                    </a:moveTo>
                    <a:cubicBezTo>
                      <a:pt x="1734797" y="123458"/>
                      <a:pt x="1324468" y="1457285"/>
                      <a:pt x="976134" y="1882602"/>
                    </a:cubicBezTo>
                    <a:lnTo>
                      <a:pt x="395109" y="1882602"/>
                    </a:lnTo>
                    <a:cubicBezTo>
                      <a:pt x="-122245" y="1668405"/>
                      <a:pt x="-163555" y="478085"/>
                      <a:pt x="462742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10">
                <a:extLst>
                  <a:ext uri="{FF2B5EF4-FFF2-40B4-BE49-F238E27FC236}">
                    <a16:creationId xmlns:a16="http://schemas.microsoft.com/office/drawing/2014/main" id="{C852CA3C-4D32-C74E-CC48-573076E88D0F}"/>
                  </a:ext>
                </a:extLst>
              </p:cNvPr>
              <p:cNvSpPr/>
              <p:nvPr/>
            </p:nvSpPr>
            <p:spPr>
              <a:xfrm rot="2113173">
                <a:off x="4453375" y="722296"/>
                <a:ext cx="912080" cy="1296451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solidFill>
                <a:srgbClr val="ED7D31">
                  <a:lumMod val="40000"/>
                  <a:lumOff val="6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F0701BF-2441-C7AC-9F96-5EB2E2AB593B}"/>
                </a:ext>
              </a:extLst>
            </p:cNvPr>
            <p:cNvGrpSpPr/>
            <p:nvPr/>
          </p:nvGrpSpPr>
          <p:grpSpPr>
            <a:xfrm flipH="1">
              <a:off x="6020774" y="829351"/>
              <a:ext cx="1882602" cy="1441275"/>
              <a:chOff x="3716080" y="722296"/>
              <a:chExt cx="1882602" cy="1441275"/>
            </a:xfrm>
          </p:grpSpPr>
          <p:sp>
            <p:nvSpPr>
              <p:cNvPr id="53" name="Rectangle 10">
                <a:extLst>
                  <a:ext uri="{FF2B5EF4-FFF2-40B4-BE49-F238E27FC236}">
                    <a16:creationId xmlns:a16="http://schemas.microsoft.com/office/drawing/2014/main" id="{D3F66FFF-A4E2-F298-9F92-534047E5B406}"/>
                  </a:ext>
                </a:extLst>
              </p:cNvPr>
              <p:cNvSpPr/>
              <p:nvPr/>
            </p:nvSpPr>
            <p:spPr>
              <a:xfrm rot="2924819">
                <a:off x="3993528" y="558418"/>
                <a:ext cx="1327705" cy="1882602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705" h="1882602">
                    <a:moveTo>
                      <a:pt x="462742" y="0"/>
                    </a:moveTo>
                    <a:cubicBezTo>
                      <a:pt x="1734797" y="123458"/>
                      <a:pt x="1324468" y="1457285"/>
                      <a:pt x="976134" y="1882602"/>
                    </a:cubicBezTo>
                    <a:lnTo>
                      <a:pt x="395109" y="1882602"/>
                    </a:lnTo>
                    <a:cubicBezTo>
                      <a:pt x="-122245" y="1668405"/>
                      <a:pt x="-163555" y="478085"/>
                      <a:pt x="462742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Rectangle 10">
                <a:extLst>
                  <a:ext uri="{FF2B5EF4-FFF2-40B4-BE49-F238E27FC236}">
                    <a16:creationId xmlns:a16="http://schemas.microsoft.com/office/drawing/2014/main" id="{2CA82B9A-A304-FC94-669A-3FD3D8714761}"/>
                  </a:ext>
                </a:extLst>
              </p:cNvPr>
              <p:cNvSpPr/>
              <p:nvPr/>
            </p:nvSpPr>
            <p:spPr>
              <a:xfrm rot="2113173">
                <a:off x="4453375" y="722296"/>
                <a:ext cx="912080" cy="1296451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solidFill>
                <a:srgbClr val="ED7D31">
                  <a:lumMod val="40000"/>
                  <a:lumOff val="6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FF324EC8-7CF4-F0F6-E278-2A7A122BEAB2}"/>
                </a:ext>
              </a:extLst>
            </p:cNvPr>
            <p:cNvSpPr/>
            <p:nvPr/>
          </p:nvSpPr>
          <p:spPr>
            <a:xfrm rot="20924754">
              <a:off x="6840256" y="1522033"/>
              <a:ext cx="2553772" cy="3186586"/>
            </a:xfrm>
            <a:custGeom>
              <a:avLst/>
              <a:gdLst>
                <a:gd name="connsiteX0" fmla="*/ 0 w 1733265"/>
                <a:gd name="connsiteY0" fmla="*/ 0 h 1610436"/>
                <a:gd name="connsiteX1" fmla="*/ 1733265 w 1733265"/>
                <a:gd name="connsiteY1" fmla="*/ 0 h 1610436"/>
                <a:gd name="connsiteX2" fmla="*/ 1733265 w 1733265"/>
                <a:gd name="connsiteY2" fmla="*/ 1610436 h 1610436"/>
                <a:gd name="connsiteX3" fmla="*/ 0 w 1733265"/>
                <a:gd name="connsiteY3" fmla="*/ 1610436 h 1610436"/>
                <a:gd name="connsiteX4" fmla="*/ 0 w 1733265"/>
                <a:gd name="connsiteY4" fmla="*/ 0 h 1610436"/>
                <a:gd name="connsiteX0" fmla="*/ 257175 w 1990440"/>
                <a:gd name="connsiteY0" fmla="*/ 0 h 2239086"/>
                <a:gd name="connsiteX1" fmla="*/ 1990440 w 1990440"/>
                <a:gd name="connsiteY1" fmla="*/ 0 h 2239086"/>
                <a:gd name="connsiteX2" fmla="*/ 1990440 w 1990440"/>
                <a:gd name="connsiteY2" fmla="*/ 1610436 h 2239086"/>
                <a:gd name="connsiteX3" fmla="*/ 0 w 1990440"/>
                <a:gd name="connsiteY3" fmla="*/ 2239086 h 2239086"/>
                <a:gd name="connsiteX4" fmla="*/ 257175 w 1990440"/>
                <a:gd name="connsiteY4" fmla="*/ 0 h 2239086"/>
                <a:gd name="connsiteX0" fmla="*/ 2105025 w 2105025"/>
                <a:gd name="connsiteY0" fmla="*/ 0 h 2839161"/>
                <a:gd name="connsiteX1" fmla="*/ 1990440 w 2105025"/>
                <a:gd name="connsiteY1" fmla="*/ 600075 h 2839161"/>
                <a:gd name="connsiteX2" fmla="*/ 1990440 w 2105025"/>
                <a:gd name="connsiteY2" fmla="*/ 2210511 h 2839161"/>
                <a:gd name="connsiteX3" fmla="*/ 0 w 2105025"/>
                <a:gd name="connsiteY3" fmla="*/ 2839161 h 2839161"/>
                <a:gd name="connsiteX4" fmla="*/ 2105025 w 2105025"/>
                <a:gd name="connsiteY4" fmla="*/ 0 h 2839161"/>
                <a:gd name="connsiteX0" fmla="*/ 2105025 w 2105025"/>
                <a:gd name="connsiteY0" fmla="*/ 70455 h 2909616"/>
                <a:gd name="connsiteX1" fmla="*/ 1990440 w 2105025"/>
                <a:gd name="connsiteY1" fmla="*/ 670530 h 2909616"/>
                <a:gd name="connsiteX2" fmla="*/ 1990440 w 2105025"/>
                <a:gd name="connsiteY2" fmla="*/ 2280966 h 2909616"/>
                <a:gd name="connsiteX3" fmla="*/ 0 w 2105025"/>
                <a:gd name="connsiteY3" fmla="*/ 2909616 h 2909616"/>
                <a:gd name="connsiteX4" fmla="*/ 2105025 w 2105025"/>
                <a:gd name="connsiteY4" fmla="*/ 70455 h 2909616"/>
                <a:gd name="connsiteX0" fmla="*/ 2227317 w 2227317"/>
                <a:gd name="connsiteY0" fmla="*/ 76154 h 2915315"/>
                <a:gd name="connsiteX1" fmla="*/ 2112732 w 2227317"/>
                <a:gd name="connsiteY1" fmla="*/ 676229 h 2915315"/>
                <a:gd name="connsiteX2" fmla="*/ 2112732 w 2227317"/>
                <a:gd name="connsiteY2" fmla="*/ 2286665 h 2915315"/>
                <a:gd name="connsiteX3" fmla="*/ 122292 w 2227317"/>
                <a:gd name="connsiteY3" fmla="*/ 2915315 h 2915315"/>
                <a:gd name="connsiteX4" fmla="*/ 2227317 w 2227317"/>
                <a:gd name="connsiteY4" fmla="*/ 76154 h 2915315"/>
                <a:gd name="connsiteX0" fmla="*/ 2236514 w 2236514"/>
                <a:gd name="connsiteY0" fmla="*/ 76154 h 2915315"/>
                <a:gd name="connsiteX1" fmla="*/ 2121929 w 2236514"/>
                <a:gd name="connsiteY1" fmla="*/ 676229 h 2915315"/>
                <a:gd name="connsiteX2" fmla="*/ 2121929 w 2236514"/>
                <a:gd name="connsiteY2" fmla="*/ 2286665 h 2915315"/>
                <a:gd name="connsiteX3" fmla="*/ 131489 w 2236514"/>
                <a:gd name="connsiteY3" fmla="*/ 2915315 h 2915315"/>
                <a:gd name="connsiteX4" fmla="*/ 2236514 w 2236514"/>
                <a:gd name="connsiteY4" fmla="*/ 76154 h 2915315"/>
                <a:gd name="connsiteX0" fmla="*/ 2236514 w 2579129"/>
                <a:gd name="connsiteY0" fmla="*/ 76154 h 2915315"/>
                <a:gd name="connsiteX1" fmla="*/ 2121929 w 2579129"/>
                <a:gd name="connsiteY1" fmla="*/ 676229 h 2915315"/>
                <a:gd name="connsiteX2" fmla="*/ 2579129 w 2579129"/>
                <a:gd name="connsiteY2" fmla="*/ 2515265 h 2915315"/>
                <a:gd name="connsiteX3" fmla="*/ 131489 w 2579129"/>
                <a:gd name="connsiteY3" fmla="*/ 2915315 h 2915315"/>
                <a:gd name="connsiteX4" fmla="*/ 2236514 w 2579129"/>
                <a:gd name="connsiteY4" fmla="*/ 76154 h 2915315"/>
                <a:gd name="connsiteX0" fmla="*/ 2236514 w 2579129"/>
                <a:gd name="connsiteY0" fmla="*/ 76154 h 2915315"/>
                <a:gd name="connsiteX1" fmla="*/ 2579129 w 2579129"/>
                <a:gd name="connsiteY1" fmla="*/ 2515265 h 2915315"/>
                <a:gd name="connsiteX2" fmla="*/ 131489 w 2579129"/>
                <a:gd name="connsiteY2" fmla="*/ 2915315 h 2915315"/>
                <a:gd name="connsiteX3" fmla="*/ 2236514 w 2579129"/>
                <a:gd name="connsiteY3" fmla="*/ 76154 h 2915315"/>
                <a:gd name="connsiteX0" fmla="*/ 2236514 w 2764498"/>
                <a:gd name="connsiteY0" fmla="*/ 76154 h 2915315"/>
                <a:gd name="connsiteX1" fmla="*/ 2579129 w 2764498"/>
                <a:gd name="connsiteY1" fmla="*/ 2515265 h 2915315"/>
                <a:gd name="connsiteX2" fmla="*/ 131489 w 2764498"/>
                <a:gd name="connsiteY2" fmla="*/ 2915315 h 2915315"/>
                <a:gd name="connsiteX3" fmla="*/ 2236514 w 2764498"/>
                <a:gd name="connsiteY3" fmla="*/ 76154 h 2915315"/>
                <a:gd name="connsiteX0" fmla="*/ 2236514 w 2846407"/>
                <a:gd name="connsiteY0" fmla="*/ 76154 h 2915315"/>
                <a:gd name="connsiteX1" fmla="*/ 2579129 w 2846407"/>
                <a:gd name="connsiteY1" fmla="*/ 2515265 h 2915315"/>
                <a:gd name="connsiteX2" fmla="*/ 131489 w 2846407"/>
                <a:gd name="connsiteY2" fmla="*/ 2915315 h 2915315"/>
                <a:gd name="connsiteX3" fmla="*/ 2236514 w 2846407"/>
                <a:gd name="connsiteY3" fmla="*/ 76154 h 2915315"/>
                <a:gd name="connsiteX0" fmla="*/ 2236514 w 2754522"/>
                <a:gd name="connsiteY0" fmla="*/ 76154 h 2915315"/>
                <a:gd name="connsiteX1" fmla="*/ 2579129 w 2754522"/>
                <a:gd name="connsiteY1" fmla="*/ 2515265 h 2915315"/>
                <a:gd name="connsiteX2" fmla="*/ 131489 w 2754522"/>
                <a:gd name="connsiteY2" fmla="*/ 2915315 h 2915315"/>
                <a:gd name="connsiteX3" fmla="*/ 2236514 w 2754522"/>
                <a:gd name="connsiteY3" fmla="*/ 76154 h 2915315"/>
                <a:gd name="connsiteX0" fmla="*/ 2236514 w 2754522"/>
                <a:gd name="connsiteY0" fmla="*/ 76154 h 2915315"/>
                <a:gd name="connsiteX1" fmla="*/ 2579129 w 2754522"/>
                <a:gd name="connsiteY1" fmla="*/ 2515265 h 2915315"/>
                <a:gd name="connsiteX2" fmla="*/ 131489 w 2754522"/>
                <a:gd name="connsiteY2" fmla="*/ 2915315 h 2915315"/>
                <a:gd name="connsiteX3" fmla="*/ 2236514 w 2754522"/>
                <a:gd name="connsiteY3" fmla="*/ 76154 h 2915315"/>
                <a:gd name="connsiteX0" fmla="*/ 2236514 w 2754522"/>
                <a:gd name="connsiteY0" fmla="*/ 76154 h 3040589"/>
                <a:gd name="connsiteX1" fmla="*/ 2579129 w 2754522"/>
                <a:gd name="connsiteY1" fmla="*/ 2515265 h 3040589"/>
                <a:gd name="connsiteX2" fmla="*/ 131489 w 2754522"/>
                <a:gd name="connsiteY2" fmla="*/ 2915315 h 3040589"/>
                <a:gd name="connsiteX3" fmla="*/ 2236514 w 2754522"/>
                <a:gd name="connsiteY3" fmla="*/ 76154 h 3040589"/>
                <a:gd name="connsiteX0" fmla="*/ 2912859 w 3430867"/>
                <a:gd name="connsiteY0" fmla="*/ 4169 h 2968604"/>
                <a:gd name="connsiteX1" fmla="*/ 3255474 w 3430867"/>
                <a:gd name="connsiteY1" fmla="*/ 2443280 h 2968604"/>
                <a:gd name="connsiteX2" fmla="*/ 807834 w 3430867"/>
                <a:gd name="connsiteY2" fmla="*/ 2843330 h 2968604"/>
                <a:gd name="connsiteX3" fmla="*/ 102991 w 3430867"/>
                <a:gd name="connsiteY3" fmla="*/ 1802589 h 2968604"/>
                <a:gd name="connsiteX4" fmla="*/ 2912859 w 3430867"/>
                <a:gd name="connsiteY4" fmla="*/ 4169 h 2968604"/>
                <a:gd name="connsiteX0" fmla="*/ 2875610 w 3393618"/>
                <a:gd name="connsiteY0" fmla="*/ 4169 h 3052316"/>
                <a:gd name="connsiteX1" fmla="*/ 3218225 w 3393618"/>
                <a:gd name="connsiteY1" fmla="*/ 2443280 h 3052316"/>
                <a:gd name="connsiteX2" fmla="*/ 1294454 w 3393618"/>
                <a:gd name="connsiteY2" fmla="*/ 2962373 h 3052316"/>
                <a:gd name="connsiteX3" fmla="*/ 65742 w 3393618"/>
                <a:gd name="connsiteY3" fmla="*/ 1802589 h 3052316"/>
                <a:gd name="connsiteX4" fmla="*/ 2875610 w 3393618"/>
                <a:gd name="connsiteY4" fmla="*/ 4169 h 3052316"/>
                <a:gd name="connsiteX0" fmla="*/ 2049968 w 3241528"/>
                <a:gd name="connsiteY0" fmla="*/ 3753 h 3216191"/>
                <a:gd name="connsiteX1" fmla="*/ 3218225 w 3241528"/>
                <a:gd name="connsiteY1" fmla="*/ 2607155 h 3216191"/>
                <a:gd name="connsiteX2" fmla="*/ 1294454 w 3241528"/>
                <a:gd name="connsiteY2" fmla="*/ 3126248 h 3216191"/>
                <a:gd name="connsiteX3" fmla="*/ 65742 w 3241528"/>
                <a:gd name="connsiteY3" fmla="*/ 1966464 h 3216191"/>
                <a:gd name="connsiteX4" fmla="*/ 2049968 w 3241528"/>
                <a:gd name="connsiteY4" fmla="*/ 3753 h 3216191"/>
                <a:gd name="connsiteX0" fmla="*/ 2049968 w 3265381"/>
                <a:gd name="connsiteY0" fmla="*/ 3753 h 3216191"/>
                <a:gd name="connsiteX1" fmla="*/ 3218225 w 3265381"/>
                <a:gd name="connsiteY1" fmla="*/ 2607155 h 3216191"/>
                <a:gd name="connsiteX2" fmla="*/ 1294454 w 3265381"/>
                <a:gd name="connsiteY2" fmla="*/ 3126248 h 3216191"/>
                <a:gd name="connsiteX3" fmla="*/ 65742 w 3265381"/>
                <a:gd name="connsiteY3" fmla="*/ 1966464 h 3216191"/>
                <a:gd name="connsiteX4" fmla="*/ 2049968 w 3265381"/>
                <a:gd name="connsiteY4" fmla="*/ 3753 h 3216191"/>
                <a:gd name="connsiteX0" fmla="*/ 2049968 w 3265381"/>
                <a:gd name="connsiteY0" fmla="*/ 22933 h 3235371"/>
                <a:gd name="connsiteX1" fmla="*/ 3218225 w 3265381"/>
                <a:gd name="connsiteY1" fmla="*/ 2626335 h 3235371"/>
                <a:gd name="connsiteX2" fmla="*/ 1294454 w 3265381"/>
                <a:gd name="connsiteY2" fmla="*/ 3145428 h 3235371"/>
                <a:gd name="connsiteX3" fmla="*/ 65742 w 3265381"/>
                <a:gd name="connsiteY3" fmla="*/ 1985644 h 3235371"/>
                <a:gd name="connsiteX4" fmla="*/ 2049968 w 3265381"/>
                <a:gd name="connsiteY4" fmla="*/ 22933 h 3235371"/>
                <a:gd name="connsiteX0" fmla="*/ 2049968 w 3265381"/>
                <a:gd name="connsiteY0" fmla="*/ 24155 h 3236593"/>
                <a:gd name="connsiteX1" fmla="*/ 3218225 w 3265381"/>
                <a:gd name="connsiteY1" fmla="*/ 2627557 h 3236593"/>
                <a:gd name="connsiteX2" fmla="*/ 1294454 w 3265381"/>
                <a:gd name="connsiteY2" fmla="*/ 3146650 h 3236593"/>
                <a:gd name="connsiteX3" fmla="*/ 65742 w 3265381"/>
                <a:gd name="connsiteY3" fmla="*/ 1986866 h 3236593"/>
                <a:gd name="connsiteX4" fmla="*/ 2049968 w 3265381"/>
                <a:gd name="connsiteY4" fmla="*/ 24155 h 3236593"/>
                <a:gd name="connsiteX0" fmla="*/ 2039861 w 3255274"/>
                <a:gd name="connsiteY0" fmla="*/ 24155 h 3264969"/>
                <a:gd name="connsiteX1" fmla="*/ 3208118 w 3255274"/>
                <a:gd name="connsiteY1" fmla="*/ 2627557 h 3264969"/>
                <a:gd name="connsiteX2" fmla="*/ 1543413 w 3255274"/>
                <a:gd name="connsiteY2" fmla="*/ 3183402 h 3264969"/>
                <a:gd name="connsiteX3" fmla="*/ 55635 w 3255274"/>
                <a:gd name="connsiteY3" fmla="*/ 1986866 h 3264969"/>
                <a:gd name="connsiteX4" fmla="*/ 2039861 w 3255274"/>
                <a:gd name="connsiteY4" fmla="*/ 24155 h 3264969"/>
                <a:gd name="connsiteX0" fmla="*/ 2039861 w 3255274"/>
                <a:gd name="connsiteY0" fmla="*/ 24155 h 3199048"/>
                <a:gd name="connsiteX1" fmla="*/ 3208118 w 3255274"/>
                <a:gd name="connsiteY1" fmla="*/ 2627557 h 3199048"/>
                <a:gd name="connsiteX2" fmla="*/ 1543413 w 3255274"/>
                <a:gd name="connsiteY2" fmla="*/ 3183402 h 3199048"/>
                <a:gd name="connsiteX3" fmla="*/ 55635 w 3255274"/>
                <a:gd name="connsiteY3" fmla="*/ 1986866 h 3199048"/>
                <a:gd name="connsiteX4" fmla="*/ 2039861 w 3255274"/>
                <a:gd name="connsiteY4" fmla="*/ 24155 h 3199048"/>
                <a:gd name="connsiteX0" fmla="*/ 2039771 w 3255184"/>
                <a:gd name="connsiteY0" fmla="*/ 24155 h 3199048"/>
                <a:gd name="connsiteX1" fmla="*/ 3208028 w 3255184"/>
                <a:gd name="connsiteY1" fmla="*/ 2627557 h 3199048"/>
                <a:gd name="connsiteX2" fmla="*/ 1543323 w 3255184"/>
                <a:gd name="connsiteY2" fmla="*/ 3183402 h 3199048"/>
                <a:gd name="connsiteX3" fmla="*/ 55545 w 3255184"/>
                <a:gd name="connsiteY3" fmla="*/ 1986866 h 3199048"/>
                <a:gd name="connsiteX4" fmla="*/ 2039771 w 3255184"/>
                <a:gd name="connsiteY4" fmla="*/ 24155 h 3199048"/>
                <a:gd name="connsiteX0" fmla="*/ 1639752 w 2855165"/>
                <a:gd name="connsiteY0" fmla="*/ 26612 h 3201505"/>
                <a:gd name="connsiteX1" fmla="*/ 2808009 w 2855165"/>
                <a:gd name="connsiteY1" fmla="*/ 2630014 h 3201505"/>
                <a:gd name="connsiteX2" fmla="*/ 1143304 w 2855165"/>
                <a:gd name="connsiteY2" fmla="*/ 3185859 h 3201505"/>
                <a:gd name="connsiteX3" fmla="*/ 73796 w 2855165"/>
                <a:gd name="connsiteY3" fmla="*/ 1820973 h 3201505"/>
                <a:gd name="connsiteX4" fmla="*/ 1639752 w 2855165"/>
                <a:gd name="connsiteY4" fmla="*/ 26612 h 3201505"/>
                <a:gd name="connsiteX0" fmla="*/ 1639752 w 2631563"/>
                <a:gd name="connsiteY0" fmla="*/ 26612 h 3189772"/>
                <a:gd name="connsiteX1" fmla="*/ 2537467 w 2631563"/>
                <a:gd name="connsiteY1" fmla="*/ 2502186 h 3189772"/>
                <a:gd name="connsiteX2" fmla="*/ 1143304 w 2631563"/>
                <a:gd name="connsiteY2" fmla="*/ 3185859 h 3189772"/>
                <a:gd name="connsiteX3" fmla="*/ 73796 w 2631563"/>
                <a:gd name="connsiteY3" fmla="*/ 1820973 h 3189772"/>
                <a:gd name="connsiteX4" fmla="*/ 1639752 w 2631563"/>
                <a:gd name="connsiteY4" fmla="*/ 26612 h 3189772"/>
                <a:gd name="connsiteX0" fmla="*/ 1639752 w 2631563"/>
                <a:gd name="connsiteY0" fmla="*/ 26612 h 3196822"/>
                <a:gd name="connsiteX1" fmla="*/ 2537467 w 2631563"/>
                <a:gd name="connsiteY1" fmla="*/ 2502186 h 3196822"/>
                <a:gd name="connsiteX2" fmla="*/ 1143304 w 2631563"/>
                <a:gd name="connsiteY2" fmla="*/ 3185859 h 3196822"/>
                <a:gd name="connsiteX3" fmla="*/ 73796 w 2631563"/>
                <a:gd name="connsiteY3" fmla="*/ 1820973 h 3196822"/>
                <a:gd name="connsiteX4" fmla="*/ 1639752 w 2631563"/>
                <a:gd name="connsiteY4" fmla="*/ 26612 h 3196822"/>
                <a:gd name="connsiteX0" fmla="*/ 1639752 w 2655158"/>
                <a:gd name="connsiteY0" fmla="*/ 26612 h 3188392"/>
                <a:gd name="connsiteX1" fmla="*/ 2568625 w 2655158"/>
                <a:gd name="connsiteY1" fmla="*/ 2345599 h 3188392"/>
                <a:gd name="connsiteX2" fmla="*/ 1143304 w 2655158"/>
                <a:gd name="connsiteY2" fmla="*/ 3185859 h 3188392"/>
                <a:gd name="connsiteX3" fmla="*/ 73796 w 2655158"/>
                <a:gd name="connsiteY3" fmla="*/ 1820973 h 3188392"/>
                <a:gd name="connsiteX4" fmla="*/ 1639752 w 2655158"/>
                <a:gd name="connsiteY4" fmla="*/ 26612 h 3188392"/>
                <a:gd name="connsiteX0" fmla="*/ 1639752 w 2655158"/>
                <a:gd name="connsiteY0" fmla="*/ 26612 h 3191196"/>
                <a:gd name="connsiteX1" fmla="*/ 2568625 w 2655158"/>
                <a:gd name="connsiteY1" fmla="*/ 2345599 h 3191196"/>
                <a:gd name="connsiteX2" fmla="*/ 1143304 w 2655158"/>
                <a:gd name="connsiteY2" fmla="*/ 3185859 h 3191196"/>
                <a:gd name="connsiteX3" fmla="*/ 73796 w 2655158"/>
                <a:gd name="connsiteY3" fmla="*/ 1820973 h 3191196"/>
                <a:gd name="connsiteX4" fmla="*/ 1639752 w 2655158"/>
                <a:gd name="connsiteY4" fmla="*/ 26612 h 3191196"/>
                <a:gd name="connsiteX0" fmla="*/ 1639752 w 2655158"/>
                <a:gd name="connsiteY0" fmla="*/ 26612 h 3187542"/>
                <a:gd name="connsiteX1" fmla="*/ 2568625 w 2655158"/>
                <a:gd name="connsiteY1" fmla="*/ 2345599 h 3187542"/>
                <a:gd name="connsiteX2" fmla="*/ 1143304 w 2655158"/>
                <a:gd name="connsiteY2" fmla="*/ 3185859 h 3187542"/>
                <a:gd name="connsiteX3" fmla="*/ 73796 w 2655158"/>
                <a:gd name="connsiteY3" fmla="*/ 1820973 h 3187542"/>
                <a:gd name="connsiteX4" fmla="*/ 1639752 w 2655158"/>
                <a:gd name="connsiteY4" fmla="*/ 26612 h 3187542"/>
                <a:gd name="connsiteX0" fmla="*/ 1639752 w 2655158"/>
                <a:gd name="connsiteY0" fmla="*/ 26612 h 3186526"/>
                <a:gd name="connsiteX1" fmla="*/ 2568625 w 2655158"/>
                <a:gd name="connsiteY1" fmla="*/ 2345599 h 3186526"/>
                <a:gd name="connsiteX2" fmla="*/ 1143304 w 2655158"/>
                <a:gd name="connsiteY2" fmla="*/ 3185859 h 3186526"/>
                <a:gd name="connsiteX3" fmla="*/ 73796 w 2655158"/>
                <a:gd name="connsiteY3" fmla="*/ 1820973 h 3186526"/>
                <a:gd name="connsiteX4" fmla="*/ 1639752 w 2655158"/>
                <a:gd name="connsiteY4" fmla="*/ 26612 h 3186526"/>
                <a:gd name="connsiteX0" fmla="*/ 1639752 w 2655158"/>
                <a:gd name="connsiteY0" fmla="*/ 26612 h 3186518"/>
                <a:gd name="connsiteX1" fmla="*/ 2568625 w 2655158"/>
                <a:gd name="connsiteY1" fmla="*/ 2345599 h 3186518"/>
                <a:gd name="connsiteX2" fmla="*/ 1143304 w 2655158"/>
                <a:gd name="connsiteY2" fmla="*/ 3185859 h 3186518"/>
                <a:gd name="connsiteX3" fmla="*/ 73796 w 2655158"/>
                <a:gd name="connsiteY3" fmla="*/ 1820973 h 3186518"/>
                <a:gd name="connsiteX4" fmla="*/ 1639752 w 2655158"/>
                <a:gd name="connsiteY4" fmla="*/ 26612 h 3186518"/>
                <a:gd name="connsiteX0" fmla="*/ 1639752 w 2655158"/>
                <a:gd name="connsiteY0" fmla="*/ 26612 h 3186586"/>
                <a:gd name="connsiteX1" fmla="*/ 2568625 w 2655158"/>
                <a:gd name="connsiteY1" fmla="*/ 2345599 h 3186586"/>
                <a:gd name="connsiteX2" fmla="*/ 1143304 w 2655158"/>
                <a:gd name="connsiteY2" fmla="*/ 3185859 h 3186586"/>
                <a:gd name="connsiteX3" fmla="*/ 73796 w 2655158"/>
                <a:gd name="connsiteY3" fmla="*/ 1820973 h 3186586"/>
                <a:gd name="connsiteX4" fmla="*/ 1639752 w 2655158"/>
                <a:gd name="connsiteY4" fmla="*/ 26612 h 3186586"/>
                <a:gd name="connsiteX0" fmla="*/ 1639752 w 2616019"/>
                <a:gd name="connsiteY0" fmla="*/ 26612 h 3186586"/>
                <a:gd name="connsiteX1" fmla="*/ 2568625 w 2616019"/>
                <a:gd name="connsiteY1" fmla="*/ 2345599 h 3186586"/>
                <a:gd name="connsiteX2" fmla="*/ 1143304 w 2616019"/>
                <a:gd name="connsiteY2" fmla="*/ 3185859 h 3186586"/>
                <a:gd name="connsiteX3" fmla="*/ 73796 w 2616019"/>
                <a:gd name="connsiteY3" fmla="*/ 1820973 h 3186586"/>
                <a:gd name="connsiteX4" fmla="*/ 1639752 w 2616019"/>
                <a:gd name="connsiteY4" fmla="*/ 26612 h 3186586"/>
                <a:gd name="connsiteX0" fmla="*/ 1639752 w 2613222"/>
                <a:gd name="connsiteY0" fmla="*/ 26612 h 3186586"/>
                <a:gd name="connsiteX1" fmla="*/ 2568625 w 2613222"/>
                <a:gd name="connsiteY1" fmla="*/ 2345599 h 3186586"/>
                <a:gd name="connsiteX2" fmla="*/ 1143304 w 2613222"/>
                <a:gd name="connsiteY2" fmla="*/ 3185859 h 3186586"/>
                <a:gd name="connsiteX3" fmla="*/ 73796 w 2613222"/>
                <a:gd name="connsiteY3" fmla="*/ 1820973 h 3186586"/>
                <a:gd name="connsiteX4" fmla="*/ 1639752 w 2613222"/>
                <a:gd name="connsiteY4" fmla="*/ 26612 h 3186586"/>
                <a:gd name="connsiteX0" fmla="*/ 1580302 w 2553772"/>
                <a:gd name="connsiteY0" fmla="*/ 26612 h 3186586"/>
                <a:gd name="connsiteX1" fmla="*/ 2509175 w 2553772"/>
                <a:gd name="connsiteY1" fmla="*/ 2345599 h 3186586"/>
                <a:gd name="connsiteX2" fmla="*/ 1083854 w 2553772"/>
                <a:gd name="connsiteY2" fmla="*/ 3185859 h 3186586"/>
                <a:gd name="connsiteX3" fmla="*/ 14346 w 2553772"/>
                <a:gd name="connsiteY3" fmla="*/ 1820973 h 3186586"/>
                <a:gd name="connsiteX4" fmla="*/ 1580302 w 2553772"/>
                <a:gd name="connsiteY4" fmla="*/ 26612 h 31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3772" h="3186586">
                  <a:moveTo>
                    <a:pt x="1580302" y="26612"/>
                  </a:moveTo>
                  <a:cubicBezTo>
                    <a:pt x="2750478" y="254539"/>
                    <a:pt x="2563758" y="2115209"/>
                    <a:pt x="2509175" y="2345599"/>
                  </a:cubicBezTo>
                  <a:cubicBezTo>
                    <a:pt x="2529176" y="2789313"/>
                    <a:pt x="1397388" y="3206387"/>
                    <a:pt x="1083854" y="3185859"/>
                  </a:cubicBezTo>
                  <a:cubicBezTo>
                    <a:pt x="654274" y="3080882"/>
                    <a:pt x="-114394" y="2367959"/>
                    <a:pt x="14346" y="1820973"/>
                  </a:cubicBezTo>
                  <a:cubicBezTo>
                    <a:pt x="88978" y="1248422"/>
                    <a:pt x="763466" y="-214619"/>
                    <a:pt x="1580302" y="26612"/>
                  </a:cubicBezTo>
                  <a:close/>
                </a:path>
              </a:pathLst>
            </a:cu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874A4E-16B4-AA06-21A9-81B5DDC9C8FB}"/>
                </a:ext>
              </a:extLst>
            </p:cNvPr>
            <p:cNvGrpSpPr/>
            <p:nvPr/>
          </p:nvGrpSpPr>
          <p:grpSpPr>
            <a:xfrm flipH="1">
              <a:off x="7276357" y="2531493"/>
              <a:ext cx="733425" cy="904875"/>
              <a:chOff x="3136396" y="2568204"/>
              <a:chExt cx="733425" cy="904875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751ED26-B0A8-EC02-B881-A95424A562C7}"/>
                  </a:ext>
                </a:extLst>
              </p:cNvPr>
              <p:cNvSpPr/>
              <p:nvPr/>
            </p:nvSpPr>
            <p:spPr>
              <a:xfrm rot="21237501">
                <a:off x="3136396" y="2568204"/>
                <a:ext cx="733425" cy="904875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5536CE0-B3C3-CA95-546B-9BCDB975AF88}"/>
                  </a:ext>
                </a:extLst>
              </p:cNvPr>
              <p:cNvGrpSpPr/>
              <p:nvPr/>
            </p:nvGrpSpPr>
            <p:grpSpPr>
              <a:xfrm>
                <a:off x="3242802" y="2684520"/>
                <a:ext cx="468068" cy="581411"/>
                <a:chOff x="3242802" y="2684520"/>
                <a:chExt cx="468068" cy="581411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C79F1A93-9476-D192-2E3F-E6F1BEA03308}"/>
                    </a:ext>
                  </a:extLst>
                </p:cNvPr>
                <p:cNvSpPr/>
                <p:nvPr/>
              </p:nvSpPr>
              <p:spPr>
                <a:xfrm>
                  <a:off x="3242802" y="2684520"/>
                  <a:ext cx="285750" cy="4191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8">
                  <a:extLst>
                    <a:ext uri="{FF2B5EF4-FFF2-40B4-BE49-F238E27FC236}">
                      <a16:creationId xmlns:a16="http://schemas.microsoft.com/office/drawing/2014/main" id="{6317AE61-B1B6-D075-4949-25097F3C0452}"/>
                    </a:ext>
                  </a:extLst>
                </p:cNvPr>
                <p:cNvSpPr/>
                <p:nvPr/>
              </p:nvSpPr>
              <p:spPr>
                <a:xfrm rot="21441304">
                  <a:off x="3531864" y="3118252"/>
                  <a:ext cx="179006" cy="147679"/>
                </a:xfrm>
                <a:custGeom>
                  <a:avLst/>
                  <a:gdLst>
                    <a:gd name="connsiteX0" fmla="*/ 0 w 285750"/>
                    <a:gd name="connsiteY0" fmla="*/ 209550 h 419100"/>
                    <a:gd name="connsiteX1" fmla="*/ 142875 w 285750"/>
                    <a:gd name="connsiteY1" fmla="*/ 0 h 419100"/>
                    <a:gd name="connsiteX2" fmla="*/ 285750 w 285750"/>
                    <a:gd name="connsiteY2" fmla="*/ 209550 h 419100"/>
                    <a:gd name="connsiteX3" fmla="*/ 142875 w 285750"/>
                    <a:gd name="connsiteY3" fmla="*/ 419100 h 419100"/>
                    <a:gd name="connsiteX4" fmla="*/ 0 w 285750"/>
                    <a:gd name="connsiteY4" fmla="*/ 209550 h 419100"/>
                    <a:gd name="connsiteX0" fmla="*/ 0 w 285750"/>
                    <a:gd name="connsiteY0" fmla="*/ 209550 h 235743"/>
                    <a:gd name="connsiteX1" fmla="*/ 142875 w 285750"/>
                    <a:gd name="connsiteY1" fmla="*/ 0 h 235743"/>
                    <a:gd name="connsiteX2" fmla="*/ 285750 w 285750"/>
                    <a:gd name="connsiteY2" fmla="*/ 209550 h 235743"/>
                    <a:gd name="connsiteX3" fmla="*/ 0 w 285750"/>
                    <a:gd name="connsiteY3" fmla="*/ 209550 h 23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50" h="235743">
                      <a:moveTo>
                        <a:pt x="0" y="209550"/>
                      </a:moveTo>
                      <a:cubicBezTo>
                        <a:pt x="0" y="93819"/>
                        <a:pt x="63967" y="0"/>
                        <a:pt x="142875" y="0"/>
                      </a:cubicBezTo>
                      <a:cubicBezTo>
                        <a:pt x="221783" y="0"/>
                        <a:pt x="285750" y="93819"/>
                        <a:pt x="285750" y="209550"/>
                      </a:cubicBezTo>
                      <a:cubicBezTo>
                        <a:pt x="261938" y="244475"/>
                        <a:pt x="23812" y="244475"/>
                        <a:pt x="0" y="209550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2F9179-D095-6F33-B35B-874008591FED}"/>
                </a:ext>
              </a:extLst>
            </p:cNvPr>
            <p:cNvSpPr/>
            <p:nvPr/>
          </p:nvSpPr>
          <p:spPr>
            <a:xfrm rot="10800000">
              <a:off x="7581903" y="3943256"/>
              <a:ext cx="1245557" cy="769491"/>
            </a:xfrm>
            <a:custGeom>
              <a:avLst/>
              <a:gdLst>
                <a:gd name="connsiteX0" fmla="*/ 0 w 285750"/>
                <a:gd name="connsiteY0" fmla="*/ 209550 h 419100"/>
                <a:gd name="connsiteX1" fmla="*/ 142875 w 285750"/>
                <a:gd name="connsiteY1" fmla="*/ 0 h 419100"/>
                <a:gd name="connsiteX2" fmla="*/ 285750 w 285750"/>
                <a:gd name="connsiteY2" fmla="*/ 209550 h 419100"/>
                <a:gd name="connsiteX3" fmla="*/ 142875 w 285750"/>
                <a:gd name="connsiteY3" fmla="*/ 419100 h 419100"/>
                <a:gd name="connsiteX4" fmla="*/ 0 w 285750"/>
                <a:gd name="connsiteY4" fmla="*/ 209550 h 419100"/>
                <a:gd name="connsiteX0" fmla="*/ 0 w 285750"/>
                <a:gd name="connsiteY0" fmla="*/ 209550 h 235743"/>
                <a:gd name="connsiteX1" fmla="*/ 142875 w 285750"/>
                <a:gd name="connsiteY1" fmla="*/ 0 h 235743"/>
                <a:gd name="connsiteX2" fmla="*/ 285750 w 285750"/>
                <a:gd name="connsiteY2" fmla="*/ 209550 h 235743"/>
                <a:gd name="connsiteX3" fmla="*/ 0 w 285750"/>
                <a:gd name="connsiteY3" fmla="*/ 209550 h 235743"/>
                <a:gd name="connsiteX0" fmla="*/ 0 w 314939"/>
                <a:gd name="connsiteY0" fmla="*/ 218662 h 240747"/>
                <a:gd name="connsiteX1" fmla="*/ 172064 w 314939"/>
                <a:gd name="connsiteY1" fmla="*/ 17 h 240747"/>
                <a:gd name="connsiteX2" fmla="*/ 314939 w 314939"/>
                <a:gd name="connsiteY2" fmla="*/ 209567 h 240747"/>
                <a:gd name="connsiteX3" fmla="*/ 0 w 314939"/>
                <a:gd name="connsiteY3" fmla="*/ 218662 h 240747"/>
                <a:gd name="connsiteX0" fmla="*/ 15660 w 330599"/>
                <a:gd name="connsiteY0" fmla="*/ 218662 h 259673"/>
                <a:gd name="connsiteX1" fmla="*/ 187724 w 330599"/>
                <a:gd name="connsiteY1" fmla="*/ 17 h 259673"/>
                <a:gd name="connsiteX2" fmla="*/ 330599 w 330599"/>
                <a:gd name="connsiteY2" fmla="*/ 209567 h 259673"/>
                <a:gd name="connsiteX3" fmla="*/ 15660 w 330599"/>
                <a:gd name="connsiteY3" fmla="*/ 218662 h 259673"/>
                <a:gd name="connsiteX0" fmla="*/ 30772 w 345711"/>
                <a:gd name="connsiteY0" fmla="*/ 219018 h 230820"/>
                <a:gd name="connsiteX1" fmla="*/ 31405 w 345711"/>
                <a:gd name="connsiteY1" fmla="*/ 160253 h 230820"/>
                <a:gd name="connsiteX2" fmla="*/ 202836 w 345711"/>
                <a:gd name="connsiteY2" fmla="*/ 373 h 230820"/>
                <a:gd name="connsiteX3" fmla="*/ 345711 w 345711"/>
                <a:gd name="connsiteY3" fmla="*/ 209923 h 230820"/>
                <a:gd name="connsiteX4" fmla="*/ 30772 w 345711"/>
                <a:gd name="connsiteY4" fmla="*/ 219018 h 230820"/>
                <a:gd name="connsiteX0" fmla="*/ 316960 w 316960"/>
                <a:gd name="connsiteY0" fmla="*/ 209920 h 218422"/>
                <a:gd name="connsiteX1" fmla="*/ 2654 w 316960"/>
                <a:gd name="connsiteY1" fmla="*/ 160250 h 218422"/>
                <a:gd name="connsiteX2" fmla="*/ 174085 w 316960"/>
                <a:gd name="connsiteY2" fmla="*/ 370 h 218422"/>
                <a:gd name="connsiteX3" fmla="*/ 316960 w 316960"/>
                <a:gd name="connsiteY3" fmla="*/ 209920 h 218422"/>
                <a:gd name="connsiteX0" fmla="*/ 321245 w 321245"/>
                <a:gd name="connsiteY0" fmla="*/ 209561 h 236800"/>
                <a:gd name="connsiteX1" fmla="*/ 2595 w 321245"/>
                <a:gd name="connsiteY1" fmla="*/ 216435 h 236800"/>
                <a:gd name="connsiteX2" fmla="*/ 178370 w 321245"/>
                <a:gd name="connsiteY2" fmla="*/ 11 h 236800"/>
                <a:gd name="connsiteX3" fmla="*/ 321245 w 321245"/>
                <a:gd name="connsiteY3" fmla="*/ 209561 h 236800"/>
                <a:gd name="connsiteX0" fmla="*/ 321170 w 321170"/>
                <a:gd name="connsiteY0" fmla="*/ 223161 h 250400"/>
                <a:gd name="connsiteX1" fmla="*/ 2520 w 321170"/>
                <a:gd name="connsiteY1" fmla="*/ 230035 h 250400"/>
                <a:gd name="connsiteX2" fmla="*/ 183270 w 321170"/>
                <a:gd name="connsiteY2" fmla="*/ 8 h 250400"/>
                <a:gd name="connsiteX3" fmla="*/ 321170 w 321170"/>
                <a:gd name="connsiteY3" fmla="*/ 223161 h 250400"/>
                <a:gd name="connsiteX0" fmla="*/ 321170 w 336045"/>
                <a:gd name="connsiteY0" fmla="*/ 223162 h 289421"/>
                <a:gd name="connsiteX1" fmla="*/ 2520 w 336045"/>
                <a:gd name="connsiteY1" fmla="*/ 230036 h 289421"/>
                <a:gd name="connsiteX2" fmla="*/ 183270 w 336045"/>
                <a:gd name="connsiteY2" fmla="*/ 9 h 289421"/>
                <a:gd name="connsiteX3" fmla="*/ 321170 w 336045"/>
                <a:gd name="connsiteY3" fmla="*/ 223162 h 289421"/>
                <a:gd name="connsiteX0" fmla="*/ 320350 w 340832"/>
                <a:gd name="connsiteY0" fmla="*/ 223162 h 249445"/>
                <a:gd name="connsiteX1" fmla="*/ 307035 w 340832"/>
                <a:gd name="connsiteY1" fmla="*/ 232595 h 249445"/>
                <a:gd name="connsiteX2" fmla="*/ 1700 w 340832"/>
                <a:gd name="connsiteY2" fmla="*/ 230036 h 249445"/>
                <a:gd name="connsiteX3" fmla="*/ 182450 w 340832"/>
                <a:gd name="connsiteY3" fmla="*/ 9 h 249445"/>
                <a:gd name="connsiteX4" fmla="*/ 320350 w 340832"/>
                <a:gd name="connsiteY4" fmla="*/ 223162 h 249445"/>
                <a:gd name="connsiteX0" fmla="*/ 182428 w 312397"/>
                <a:gd name="connsiteY0" fmla="*/ 1 h 261254"/>
                <a:gd name="connsiteX1" fmla="*/ 307013 w 312397"/>
                <a:gd name="connsiteY1" fmla="*/ 232587 h 261254"/>
                <a:gd name="connsiteX2" fmla="*/ 1678 w 312397"/>
                <a:gd name="connsiteY2" fmla="*/ 230028 h 261254"/>
                <a:gd name="connsiteX3" fmla="*/ 182428 w 312397"/>
                <a:gd name="connsiteY3" fmla="*/ 1 h 261254"/>
                <a:gd name="connsiteX0" fmla="*/ 182428 w 312397"/>
                <a:gd name="connsiteY0" fmla="*/ 1 h 292025"/>
                <a:gd name="connsiteX1" fmla="*/ 307013 w 312397"/>
                <a:gd name="connsiteY1" fmla="*/ 232587 h 292025"/>
                <a:gd name="connsiteX2" fmla="*/ 1678 w 312397"/>
                <a:gd name="connsiteY2" fmla="*/ 230028 h 292025"/>
                <a:gd name="connsiteX3" fmla="*/ 182428 w 312397"/>
                <a:gd name="connsiteY3" fmla="*/ 1 h 292025"/>
                <a:gd name="connsiteX0" fmla="*/ 182428 w 314655"/>
                <a:gd name="connsiteY0" fmla="*/ 150 h 292174"/>
                <a:gd name="connsiteX1" fmla="*/ 307013 w 314655"/>
                <a:gd name="connsiteY1" fmla="*/ 232736 h 292174"/>
                <a:gd name="connsiteX2" fmla="*/ 1678 w 314655"/>
                <a:gd name="connsiteY2" fmla="*/ 230177 h 292174"/>
                <a:gd name="connsiteX3" fmla="*/ 182428 w 314655"/>
                <a:gd name="connsiteY3" fmla="*/ 150 h 292174"/>
                <a:gd name="connsiteX0" fmla="*/ 138459 w 270686"/>
                <a:gd name="connsiteY0" fmla="*/ 150 h 288435"/>
                <a:gd name="connsiteX1" fmla="*/ 263044 w 270686"/>
                <a:gd name="connsiteY1" fmla="*/ 232736 h 288435"/>
                <a:gd name="connsiteX2" fmla="*/ 2302 w 270686"/>
                <a:gd name="connsiteY2" fmla="*/ 218607 h 288435"/>
                <a:gd name="connsiteX3" fmla="*/ 138459 w 270686"/>
                <a:gd name="connsiteY3" fmla="*/ 150 h 288435"/>
                <a:gd name="connsiteX0" fmla="*/ 138459 w 270686"/>
                <a:gd name="connsiteY0" fmla="*/ 150 h 294752"/>
                <a:gd name="connsiteX1" fmla="*/ 263044 w 270686"/>
                <a:gd name="connsiteY1" fmla="*/ 232736 h 294752"/>
                <a:gd name="connsiteX2" fmla="*/ 2302 w 270686"/>
                <a:gd name="connsiteY2" fmla="*/ 218607 h 294752"/>
                <a:gd name="connsiteX3" fmla="*/ 138459 w 270686"/>
                <a:gd name="connsiteY3" fmla="*/ 150 h 294752"/>
                <a:gd name="connsiteX0" fmla="*/ 123918 w 256145"/>
                <a:gd name="connsiteY0" fmla="*/ 150 h 294752"/>
                <a:gd name="connsiteX1" fmla="*/ 248503 w 256145"/>
                <a:gd name="connsiteY1" fmla="*/ 232736 h 294752"/>
                <a:gd name="connsiteX2" fmla="*/ 2625 w 256145"/>
                <a:gd name="connsiteY2" fmla="*/ 218607 h 294752"/>
                <a:gd name="connsiteX3" fmla="*/ 123918 w 256145"/>
                <a:gd name="connsiteY3" fmla="*/ 150 h 294752"/>
                <a:gd name="connsiteX0" fmla="*/ 123918 w 256145"/>
                <a:gd name="connsiteY0" fmla="*/ 150 h 305830"/>
                <a:gd name="connsiteX1" fmla="*/ 248503 w 256145"/>
                <a:gd name="connsiteY1" fmla="*/ 232736 h 305830"/>
                <a:gd name="connsiteX2" fmla="*/ 2625 w 256145"/>
                <a:gd name="connsiteY2" fmla="*/ 218607 h 305830"/>
                <a:gd name="connsiteX3" fmla="*/ 123918 w 256145"/>
                <a:gd name="connsiteY3" fmla="*/ 150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145" h="305830">
                  <a:moveTo>
                    <a:pt x="123918" y="150"/>
                  </a:moveTo>
                  <a:cubicBezTo>
                    <a:pt x="216103" y="-6265"/>
                    <a:pt x="278628" y="194398"/>
                    <a:pt x="248503" y="232736"/>
                  </a:cubicBezTo>
                  <a:cubicBezTo>
                    <a:pt x="186687" y="344703"/>
                    <a:pt x="21705" y="318495"/>
                    <a:pt x="2625" y="218607"/>
                  </a:cubicBezTo>
                  <a:cubicBezTo>
                    <a:pt x="-16455" y="118719"/>
                    <a:pt x="73029" y="-276"/>
                    <a:pt x="123918" y="15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38">
              <a:extLst>
                <a:ext uri="{FF2B5EF4-FFF2-40B4-BE49-F238E27FC236}">
                  <a16:creationId xmlns:a16="http://schemas.microsoft.com/office/drawing/2014/main" id="{84216F24-496C-E6C0-DCD7-224BE3C09852}"/>
                </a:ext>
              </a:extLst>
            </p:cNvPr>
            <p:cNvSpPr/>
            <p:nvPr/>
          </p:nvSpPr>
          <p:spPr>
            <a:xfrm>
              <a:off x="7715041" y="1227897"/>
              <a:ext cx="755279" cy="886296"/>
            </a:xfrm>
            <a:custGeom>
              <a:avLst/>
              <a:gdLst>
                <a:gd name="connsiteX0" fmla="*/ 0 w 158022"/>
                <a:gd name="connsiteY0" fmla="*/ 0 h 445112"/>
                <a:gd name="connsiteX1" fmla="*/ 158022 w 158022"/>
                <a:gd name="connsiteY1" fmla="*/ 0 h 445112"/>
                <a:gd name="connsiteX2" fmla="*/ 158022 w 158022"/>
                <a:gd name="connsiteY2" fmla="*/ 445112 h 445112"/>
                <a:gd name="connsiteX3" fmla="*/ 0 w 158022"/>
                <a:gd name="connsiteY3" fmla="*/ 445112 h 445112"/>
                <a:gd name="connsiteX4" fmla="*/ 0 w 158022"/>
                <a:gd name="connsiteY4" fmla="*/ 0 h 445112"/>
                <a:gd name="connsiteX0" fmla="*/ 243840 w 401862"/>
                <a:gd name="connsiteY0" fmla="*/ 0 h 445112"/>
                <a:gd name="connsiteX1" fmla="*/ 401862 w 401862"/>
                <a:gd name="connsiteY1" fmla="*/ 0 h 445112"/>
                <a:gd name="connsiteX2" fmla="*/ 401862 w 401862"/>
                <a:gd name="connsiteY2" fmla="*/ 445112 h 445112"/>
                <a:gd name="connsiteX3" fmla="*/ 0 w 401862"/>
                <a:gd name="connsiteY3" fmla="*/ 437492 h 445112"/>
                <a:gd name="connsiteX4" fmla="*/ 243840 w 401862"/>
                <a:gd name="connsiteY4" fmla="*/ 0 h 445112"/>
                <a:gd name="connsiteX0" fmla="*/ 243840 w 622842"/>
                <a:gd name="connsiteY0" fmla="*/ 0 h 460352"/>
                <a:gd name="connsiteX1" fmla="*/ 401862 w 622842"/>
                <a:gd name="connsiteY1" fmla="*/ 0 h 460352"/>
                <a:gd name="connsiteX2" fmla="*/ 622842 w 622842"/>
                <a:gd name="connsiteY2" fmla="*/ 460352 h 460352"/>
                <a:gd name="connsiteX3" fmla="*/ 0 w 622842"/>
                <a:gd name="connsiteY3" fmla="*/ 437492 h 460352"/>
                <a:gd name="connsiteX4" fmla="*/ 243840 w 622842"/>
                <a:gd name="connsiteY4" fmla="*/ 0 h 460352"/>
                <a:gd name="connsiteX0" fmla="*/ 190500 w 569502"/>
                <a:gd name="connsiteY0" fmla="*/ 0 h 460352"/>
                <a:gd name="connsiteX1" fmla="*/ 348522 w 569502"/>
                <a:gd name="connsiteY1" fmla="*/ 0 h 460352"/>
                <a:gd name="connsiteX2" fmla="*/ 569502 w 569502"/>
                <a:gd name="connsiteY2" fmla="*/ 460352 h 460352"/>
                <a:gd name="connsiteX3" fmla="*/ 0 w 569502"/>
                <a:gd name="connsiteY3" fmla="*/ 445112 h 460352"/>
                <a:gd name="connsiteX4" fmla="*/ 190500 w 569502"/>
                <a:gd name="connsiteY4" fmla="*/ 0 h 460352"/>
                <a:gd name="connsiteX0" fmla="*/ 0 w 721902"/>
                <a:gd name="connsiteY0" fmla="*/ 0 h 460352"/>
                <a:gd name="connsiteX1" fmla="*/ 500922 w 721902"/>
                <a:gd name="connsiteY1" fmla="*/ 0 h 460352"/>
                <a:gd name="connsiteX2" fmla="*/ 721902 w 721902"/>
                <a:gd name="connsiteY2" fmla="*/ 460352 h 460352"/>
                <a:gd name="connsiteX3" fmla="*/ 152400 w 721902"/>
                <a:gd name="connsiteY3" fmla="*/ 445112 h 460352"/>
                <a:gd name="connsiteX4" fmla="*/ 0 w 721902"/>
                <a:gd name="connsiteY4" fmla="*/ 0 h 460352"/>
                <a:gd name="connsiteX0" fmla="*/ 0 w 721902"/>
                <a:gd name="connsiteY0" fmla="*/ 190 h 460542"/>
                <a:gd name="connsiteX1" fmla="*/ 221879 w 721902"/>
                <a:gd name="connsiteY1" fmla="*/ 134057 h 460542"/>
                <a:gd name="connsiteX2" fmla="*/ 500922 w 721902"/>
                <a:gd name="connsiteY2" fmla="*/ 190 h 460542"/>
                <a:gd name="connsiteX3" fmla="*/ 721902 w 721902"/>
                <a:gd name="connsiteY3" fmla="*/ 460542 h 460542"/>
                <a:gd name="connsiteX4" fmla="*/ 152400 w 721902"/>
                <a:gd name="connsiteY4" fmla="*/ 445302 h 460542"/>
                <a:gd name="connsiteX5" fmla="*/ 0 w 721902"/>
                <a:gd name="connsiteY5" fmla="*/ 190 h 460542"/>
                <a:gd name="connsiteX0" fmla="*/ 0 w 721902"/>
                <a:gd name="connsiteY0" fmla="*/ 190 h 460542"/>
                <a:gd name="connsiteX1" fmla="*/ 221879 w 721902"/>
                <a:gd name="connsiteY1" fmla="*/ 134057 h 460542"/>
                <a:gd name="connsiteX2" fmla="*/ 439962 w 721902"/>
                <a:gd name="connsiteY2" fmla="*/ 99250 h 460542"/>
                <a:gd name="connsiteX3" fmla="*/ 721902 w 721902"/>
                <a:gd name="connsiteY3" fmla="*/ 460542 h 460542"/>
                <a:gd name="connsiteX4" fmla="*/ 152400 w 721902"/>
                <a:gd name="connsiteY4" fmla="*/ 445302 h 460542"/>
                <a:gd name="connsiteX5" fmla="*/ 0 w 721902"/>
                <a:gd name="connsiteY5" fmla="*/ 190 h 460542"/>
                <a:gd name="connsiteX0" fmla="*/ 0 w 721902"/>
                <a:gd name="connsiteY0" fmla="*/ 5101 h 465453"/>
                <a:gd name="connsiteX1" fmla="*/ 221879 w 721902"/>
                <a:gd name="connsiteY1" fmla="*/ 138968 h 465453"/>
                <a:gd name="connsiteX2" fmla="*/ 439962 w 721902"/>
                <a:gd name="connsiteY2" fmla="*/ 104161 h 465453"/>
                <a:gd name="connsiteX3" fmla="*/ 557159 w 721902"/>
                <a:gd name="connsiteY3" fmla="*/ 1808 h 465453"/>
                <a:gd name="connsiteX4" fmla="*/ 721902 w 721902"/>
                <a:gd name="connsiteY4" fmla="*/ 465453 h 465453"/>
                <a:gd name="connsiteX5" fmla="*/ 152400 w 721902"/>
                <a:gd name="connsiteY5" fmla="*/ 450213 h 465453"/>
                <a:gd name="connsiteX6" fmla="*/ 0 w 721902"/>
                <a:gd name="connsiteY6" fmla="*/ 5101 h 465453"/>
                <a:gd name="connsiteX0" fmla="*/ 0 w 755279"/>
                <a:gd name="connsiteY0" fmla="*/ 5101 h 465453"/>
                <a:gd name="connsiteX1" fmla="*/ 221879 w 755279"/>
                <a:gd name="connsiteY1" fmla="*/ 138968 h 465453"/>
                <a:gd name="connsiteX2" fmla="*/ 439962 w 755279"/>
                <a:gd name="connsiteY2" fmla="*/ 104161 h 465453"/>
                <a:gd name="connsiteX3" fmla="*/ 557159 w 755279"/>
                <a:gd name="connsiteY3" fmla="*/ 1808 h 465453"/>
                <a:gd name="connsiteX4" fmla="*/ 755279 w 755279"/>
                <a:gd name="connsiteY4" fmla="*/ 70389 h 465453"/>
                <a:gd name="connsiteX5" fmla="*/ 721902 w 755279"/>
                <a:gd name="connsiteY5" fmla="*/ 465453 h 465453"/>
                <a:gd name="connsiteX6" fmla="*/ 152400 w 755279"/>
                <a:gd name="connsiteY6" fmla="*/ 450213 h 465453"/>
                <a:gd name="connsiteX7" fmla="*/ 0 w 755279"/>
                <a:gd name="connsiteY7" fmla="*/ 5101 h 465453"/>
                <a:gd name="connsiteX0" fmla="*/ 0 w 755279"/>
                <a:gd name="connsiteY0" fmla="*/ 5101 h 465453"/>
                <a:gd name="connsiteX1" fmla="*/ 221879 w 755279"/>
                <a:gd name="connsiteY1" fmla="*/ 138968 h 465453"/>
                <a:gd name="connsiteX2" fmla="*/ 439962 w 755279"/>
                <a:gd name="connsiteY2" fmla="*/ 104161 h 465453"/>
                <a:gd name="connsiteX3" fmla="*/ 557159 w 755279"/>
                <a:gd name="connsiteY3" fmla="*/ 1808 h 465453"/>
                <a:gd name="connsiteX4" fmla="*/ 755279 w 755279"/>
                <a:gd name="connsiteY4" fmla="*/ 70389 h 465453"/>
                <a:gd name="connsiteX5" fmla="*/ 694319 w 755279"/>
                <a:gd name="connsiteY5" fmla="*/ 298989 h 465453"/>
                <a:gd name="connsiteX6" fmla="*/ 721902 w 755279"/>
                <a:gd name="connsiteY6" fmla="*/ 465453 h 465453"/>
                <a:gd name="connsiteX7" fmla="*/ 152400 w 755279"/>
                <a:gd name="connsiteY7" fmla="*/ 450213 h 465453"/>
                <a:gd name="connsiteX8" fmla="*/ 0 w 755279"/>
                <a:gd name="connsiteY8" fmla="*/ 5101 h 465453"/>
                <a:gd name="connsiteX0" fmla="*/ 0 w 755279"/>
                <a:gd name="connsiteY0" fmla="*/ 5101 h 465453"/>
                <a:gd name="connsiteX1" fmla="*/ 221879 w 755279"/>
                <a:gd name="connsiteY1" fmla="*/ 138968 h 465453"/>
                <a:gd name="connsiteX2" fmla="*/ 439962 w 755279"/>
                <a:gd name="connsiteY2" fmla="*/ 104161 h 465453"/>
                <a:gd name="connsiteX3" fmla="*/ 557159 w 755279"/>
                <a:gd name="connsiteY3" fmla="*/ 1808 h 465453"/>
                <a:gd name="connsiteX4" fmla="*/ 755279 w 755279"/>
                <a:gd name="connsiteY4" fmla="*/ 70389 h 465453"/>
                <a:gd name="connsiteX5" fmla="*/ 694319 w 755279"/>
                <a:gd name="connsiteY5" fmla="*/ 298989 h 465453"/>
                <a:gd name="connsiteX6" fmla="*/ 721902 w 755279"/>
                <a:gd name="connsiteY6" fmla="*/ 465453 h 465453"/>
                <a:gd name="connsiteX7" fmla="*/ 152400 w 755279"/>
                <a:gd name="connsiteY7" fmla="*/ 450213 h 465453"/>
                <a:gd name="connsiteX8" fmla="*/ 145679 w 755279"/>
                <a:gd name="connsiteY8" fmla="*/ 321849 h 465453"/>
                <a:gd name="connsiteX9" fmla="*/ 0 w 755279"/>
                <a:gd name="connsiteY9" fmla="*/ 5101 h 465453"/>
                <a:gd name="connsiteX0" fmla="*/ 0 w 755279"/>
                <a:gd name="connsiteY0" fmla="*/ 7314 h 467666"/>
                <a:gd name="connsiteX1" fmla="*/ 221879 w 755279"/>
                <a:gd name="connsiteY1" fmla="*/ 141181 h 467666"/>
                <a:gd name="connsiteX2" fmla="*/ 363762 w 755279"/>
                <a:gd name="connsiteY2" fmla="*/ 22554 h 467666"/>
                <a:gd name="connsiteX3" fmla="*/ 557159 w 755279"/>
                <a:gd name="connsiteY3" fmla="*/ 4021 h 467666"/>
                <a:gd name="connsiteX4" fmla="*/ 755279 w 755279"/>
                <a:gd name="connsiteY4" fmla="*/ 72602 h 467666"/>
                <a:gd name="connsiteX5" fmla="*/ 694319 w 755279"/>
                <a:gd name="connsiteY5" fmla="*/ 301202 h 467666"/>
                <a:gd name="connsiteX6" fmla="*/ 721902 w 755279"/>
                <a:gd name="connsiteY6" fmla="*/ 467666 h 467666"/>
                <a:gd name="connsiteX7" fmla="*/ 152400 w 755279"/>
                <a:gd name="connsiteY7" fmla="*/ 452426 h 467666"/>
                <a:gd name="connsiteX8" fmla="*/ 145679 w 755279"/>
                <a:gd name="connsiteY8" fmla="*/ 324062 h 467666"/>
                <a:gd name="connsiteX9" fmla="*/ 0 w 755279"/>
                <a:gd name="connsiteY9" fmla="*/ 7314 h 467666"/>
                <a:gd name="connsiteX0" fmla="*/ 0 w 755279"/>
                <a:gd name="connsiteY0" fmla="*/ 191 h 460543"/>
                <a:gd name="connsiteX1" fmla="*/ 221879 w 755279"/>
                <a:gd name="connsiteY1" fmla="*/ 134058 h 460543"/>
                <a:gd name="connsiteX2" fmla="*/ 363762 w 755279"/>
                <a:gd name="connsiteY2" fmla="*/ 15431 h 460543"/>
                <a:gd name="connsiteX3" fmla="*/ 526679 w 755279"/>
                <a:gd name="connsiteY3" fmla="*/ 149298 h 460543"/>
                <a:gd name="connsiteX4" fmla="*/ 755279 w 755279"/>
                <a:gd name="connsiteY4" fmla="*/ 65479 h 460543"/>
                <a:gd name="connsiteX5" fmla="*/ 694319 w 755279"/>
                <a:gd name="connsiteY5" fmla="*/ 294079 h 460543"/>
                <a:gd name="connsiteX6" fmla="*/ 721902 w 755279"/>
                <a:gd name="connsiteY6" fmla="*/ 460543 h 460543"/>
                <a:gd name="connsiteX7" fmla="*/ 152400 w 755279"/>
                <a:gd name="connsiteY7" fmla="*/ 445303 h 460543"/>
                <a:gd name="connsiteX8" fmla="*/ 145679 w 755279"/>
                <a:gd name="connsiteY8" fmla="*/ 316939 h 460543"/>
                <a:gd name="connsiteX9" fmla="*/ 0 w 755279"/>
                <a:gd name="connsiteY9" fmla="*/ 191 h 460543"/>
                <a:gd name="connsiteX0" fmla="*/ 0 w 755279"/>
                <a:gd name="connsiteY0" fmla="*/ 191 h 460543"/>
                <a:gd name="connsiteX1" fmla="*/ 221879 w 755279"/>
                <a:gd name="connsiteY1" fmla="*/ 134058 h 460543"/>
                <a:gd name="connsiteX2" fmla="*/ 363762 w 755279"/>
                <a:gd name="connsiteY2" fmla="*/ 15431 h 460543"/>
                <a:gd name="connsiteX3" fmla="*/ 526679 w 755279"/>
                <a:gd name="connsiteY3" fmla="*/ 149298 h 460543"/>
                <a:gd name="connsiteX4" fmla="*/ 755279 w 755279"/>
                <a:gd name="connsiteY4" fmla="*/ 65479 h 460543"/>
                <a:gd name="connsiteX5" fmla="*/ 694319 w 755279"/>
                <a:gd name="connsiteY5" fmla="*/ 294079 h 460543"/>
                <a:gd name="connsiteX6" fmla="*/ 721902 w 755279"/>
                <a:gd name="connsiteY6" fmla="*/ 460543 h 460543"/>
                <a:gd name="connsiteX7" fmla="*/ 152400 w 755279"/>
                <a:gd name="connsiteY7" fmla="*/ 445303 h 460543"/>
                <a:gd name="connsiteX8" fmla="*/ 145679 w 755279"/>
                <a:gd name="connsiteY8" fmla="*/ 316939 h 460543"/>
                <a:gd name="connsiteX9" fmla="*/ 0 w 755279"/>
                <a:gd name="connsiteY9" fmla="*/ 191 h 460543"/>
                <a:gd name="connsiteX0" fmla="*/ 0 w 755279"/>
                <a:gd name="connsiteY0" fmla="*/ 191 h 460543"/>
                <a:gd name="connsiteX1" fmla="*/ 221879 w 755279"/>
                <a:gd name="connsiteY1" fmla="*/ 134058 h 460543"/>
                <a:gd name="connsiteX2" fmla="*/ 363762 w 755279"/>
                <a:gd name="connsiteY2" fmla="*/ 15431 h 460543"/>
                <a:gd name="connsiteX3" fmla="*/ 526679 w 755279"/>
                <a:gd name="connsiteY3" fmla="*/ 149298 h 460543"/>
                <a:gd name="connsiteX4" fmla="*/ 755279 w 755279"/>
                <a:gd name="connsiteY4" fmla="*/ 65479 h 460543"/>
                <a:gd name="connsiteX5" fmla="*/ 694319 w 755279"/>
                <a:gd name="connsiteY5" fmla="*/ 294079 h 460543"/>
                <a:gd name="connsiteX6" fmla="*/ 721902 w 755279"/>
                <a:gd name="connsiteY6" fmla="*/ 460543 h 460543"/>
                <a:gd name="connsiteX7" fmla="*/ 152400 w 755279"/>
                <a:gd name="connsiteY7" fmla="*/ 445303 h 460543"/>
                <a:gd name="connsiteX8" fmla="*/ 145679 w 755279"/>
                <a:gd name="connsiteY8" fmla="*/ 316939 h 460543"/>
                <a:gd name="connsiteX9" fmla="*/ 0 w 755279"/>
                <a:gd name="connsiteY9" fmla="*/ 191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5279" h="460543">
                  <a:moveTo>
                    <a:pt x="0" y="191"/>
                  </a:moveTo>
                  <a:cubicBezTo>
                    <a:pt x="79040" y="-5987"/>
                    <a:pt x="142839" y="140236"/>
                    <a:pt x="221879" y="134058"/>
                  </a:cubicBezTo>
                  <a:cubicBezTo>
                    <a:pt x="269173" y="94516"/>
                    <a:pt x="301228" y="9253"/>
                    <a:pt x="363762" y="15431"/>
                  </a:cubicBezTo>
                  <a:cubicBezTo>
                    <a:pt x="451088" y="-3447"/>
                    <a:pt x="507933" y="130076"/>
                    <a:pt x="526679" y="149298"/>
                  </a:cubicBezTo>
                  <a:cubicBezTo>
                    <a:pt x="557159" y="225498"/>
                    <a:pt x="724799" y="-10721"/>
                    <a:pt x="755279" y="65479"/>
                  </a:cubicBezTo>
                  <a:cubicBezTo>
                    <a:pt x="750199" y="136599"/>
                    <a:pt x="699399" y="222959"/>
                    <a:pt x="694319" y="294079"/>
                  </a:cubicBezTo>
                  <a:lnTo>
                    <a:pt x="721902" y="460543"/>
                  </a:lnTo>
                  <a:lnTo>
                    <a:pt x="152400" y="445303"/>
                  </a:lnTo>
                  <a:cubicBezTo>
                    <a:pt x="134920" y="397435"/>
                    <a:pt x="163159" y="364807"/>
                    <a:pt x="145679" y="316939"/>
                  </a:cubicBezTo>
                  <a:lnTo>
                    <a:pt x="0" y="191"/>
                  </a:lnTo>
                  <a:close/>
                </a:path>
              </a:pathLst>
            </a:cu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38">
              <a:extLst>
                <a:ext uri="{FF2B5EF4-FFF2-40B4-BE49-F238E27FC236}">
                  <a16:creationId xmlns:a16="http://schemas.microsoft.com/office/drawing/2014/main" id="{60E158D5-01CB-18FC-D218-7B4879AAC443}"/>
                </a:ext>
              </a:extLst>
            </p:cNvPr>
            <p:cNvSpPr/>
            <p:nvPr/>
          </p:nvSpPr>
          <p:spPr>
            <a:xfrm>
              <a:off x="7810245" y="1957425"/>
              <a:ext cx="691679" cy="32088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A48A373-BB7C-DD1F-A05D-1C58B523D483}"/>
                </a:ext>
              </a:extLst>
            </p:cNvPr>
            <p:cNvSpPr/>
            <p:nvPr/>
          </p:nvSpPr>
          <p:spPr>
            <a:xfrm>
              <a:off x="7888234" y="4218120"/>
              <a:ext cx="252201" cy="252201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solidFill>
                <a:srgbClr val="F8CBA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322B486-9A05-E9F4-8242-9FB8E257D10D}"/>
                </a:ext>
              </a:extLst>
            </p:cNvPr>
            <p:cNvSpPr/>
            <p:nvPr/>
          </p:nvSpPr>
          <p:spPr>
            <a:xfrm>
              <a:off x="8272073" y="4206314"/>
              <a:ext cx="252201" cy="252201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solidFill>
                <a:srgbClr val="F8CBA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A49D9C-E269-CF9B-BFCE-E14E201D8F27}"/>
                </a:ext>
              </a:extLst>
            </p:cNvPr>
            <p:cNvGrpSpPr/>
            <p:nvPr/>
          </p:nvGrpSpPr>
          <p:grpSpPr>
            <a:xfrm>
              <a:off x="8403271" y="5316918"/>
              <a:ext cx="896667" cy="1633337"/>
              <a:chOff x="8403271" y="5316918"/>
              <a:chExt cx="896667" cy="1633337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8448080-B7C8-F707-20ED-94B684E8E1AB}"/>
                  </a:ext>
                </a:extLst>
              </p:cNvPr>
              <p:cNvGrpSpPr/>
              <p:nvPr/>
            </p:nvGrpSpPr>
            <p:grpSpPr>
              <a:xfrm>
                <a:off x="8470320" y="5402921"/>
                <a:ext cx="695991" cy="1547334"/>
                <a:chOff x="8470320" y="5402921"/>
                <a:chExt cx="695991" cy="1547334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F62B7ABC-27AB-25F8-C097-6E15673A0EF1}"/>
                    </a:ext>
                  </a:extLst>
                </p:cNvPr>
                <p:cNvGrpSpPr/>
                <p:nvPr/>
              </p:nvGrpSpPr>
              <p:grpSpPr>
                <a:xfrm>
                  <a:off x="8470320" y="5402921"/>
                  <a:ext cx="695991" cy="1547334"/>
                  <a:chOff x="5242559" y="3855720"/>
                  <a:chExt cx="1211581" cy="2693599"/>
                </a:xfrm>
              </p:grpSpPr>
              <p:sp>
                <p:nvSpPr>
                  <p:cNvPr id="47" name="Rectangle 14">
                    <a:extLst>
                      <a:ext uri="{FF2B5EF4-FFF2-40B4-BE49-F238E27FC236}">
                        <a16:creationId xmlns:a16="http://schemas.microsoft.com/office/drawing/2014/main" id="{94BCCEE6-5307-7867-B156-8F2988232600}"/>
                      </a:ext>
                    </a:extLst>
                  </p:cNvPr>
                  <p:cNvSpPr/>
                  <p:nvPr/>
                </p:nvSpPr>
                <p:spPr>
                  <a:xfrm>
                    <a:off x="5242559" y="3855720"/>
                    <a:ext cx="1211581" cy="2693599"/>
                  </a:xfrm>
                  <a:custGeom>
                    <a:avLst/>
                    <a:gdLst>
                      <a:gd name="connsiteX0" fmla="*/ 0 w 914401"/>
                      <a:gd name="connsiteY0" fmla="*/ 0 h 889775"/>
                      <a:gd name="connsiteX1" fmla="*/ 914401 w 914401"/>
                      <a:gd name="connsiteY1" fmla="*/ 0 h 889775"/>
                      <a:gd name="connsiteX2" fmla="*/ 914401 w 914401"/>
                      <a:gd name="connsiteY2" fmla="*/ 889775 h 889775"/>
                      <a:gd name="connsiteX3" fmla="*/ 0 w 914401"/>
                      <a:gd name="connsiteY3" fmla="*/ 889775 h 889775"/>
                      <a:gd name="connsiteX4" fmla="*/ 0 w 914401"/>
                      <a:gd name="connsiteY4" fmla="*/ 0 h 8897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914401 w 914401"/>
                      <a:gd name="connsiteY2" fmla="*/ 889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850901 w 914401"/>
                      <a:gd name="connsiteY2" fmla="*/ 2413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62095"/>
                      <a:gd name="connsiteX1" fmla="*/ 914401 w 914401"/>
                      <a:gd name="connsiteY1" fmla="*/ 0 h 2462095"/>
                      <a:gd name="connsiteX2" fmla="*/ 850901 w 914401"/>
                      <a:gd name="connsiteY2" fmla="*/ 2413775 h 2462095"/>
                      <a:gd name="connsiteX3" fmla="*/ 88900 w 914401"/>
                      <a:gd name="connsiteY3" fmla="*/ 2451875 h 2462095"/>
                      <a:gd name="connsiteX4" fmla="*/ 0 w 914401"/>
                      <a:gd name="connsiteY4" fmla="*/ 0 h 2462095"/>
                      <a:gd name="connsiteX0" fmla="*/ 0 w 914401"/>
                      <a:gd name="connsiteY0" fmla="*/ 0 h 2486199"/>
                      <a:gd name="connsiteX1" fmla="*/ 914401 w 914401"/>
                      <a:gd name="connsiteY1" fmla="*/ 0 h 2486199"/>
                      <a:gd name="connsiteX2" fmla="*/ 850901 w 914401"/>
                      <a:gd name="connsiteY2" fmla="*/ 2413775 h 2486199"/>
                      <a:gd name="connsiteX3" fmla="*/ 88900 w 914401"/>
                      <a:gd name="connsiteY3" fmla="*/ 2451875 h 2486199"/>
                      <a:gd name="connsiteX4" fmla="*/ 0 w 914401"/>
                      <a:gd name="connsiteY4" fmla="*/ 0 h 2486199"/>
                      <a:gd name="connsiteX0" fmla="*/ 0 w 914401"/>
                      <a:gd name="connsiteY0" fmla="*/ 0 h 2458239"/>
                      <a:gd name="connsiteX1" fmla="*/ 914401 w 914401"/>
                      <a:gd name="connsiteY1" fmla="*/ 0 h 2458239"/>
                      <a:gd name="connsiteX2" fmla="*/ 850901 w 914401"/>
                      <a:gd name="connsiteY2" fmla="*/ 2413775 h 2458239"/>
                      <a:gd name="connsiteX3" fmla="*/ 25400 w 914401"/>
                      <a:gd name="connsiteY3" fmla="*/ 2388375 h 2458239"/>
                      <a:gd name="connsiteX4" fmla="*/ 0 w 914401"/>
                      <a:gd name="connsiteY4" fmla="*/ 0 h 2458239"/>
                      <a:gd name="connsiteX0" fmla="*/ 0 w 914401"/>
                      <a:gd name="connsiteY0" fmla="*/ 0 h 2472619"/>
                      <a:gd name="connsiteX1" fmla="*/ 914401 w 914401"/>
                      <a:gd name="connsiteY1" fmla="*/ 0 h 2472619"/>
                      <a:gd name="connsiteX2" fmla="*/ 850901 w 914401"/>
                      <a:gd name="connsiteY2" fmla="*/ 2413775 h 2472619"/>
                      <a:gd name="connsiteX3" fmla="*/ 25400 w 914401"/>
                      <a:gd name="connsiteY3" fmla="*/ 2426475 h 2472619"/>
                      <a:gd name="connsiteX4" fmla="*/ 0 w 914401"/>
                      <a:gd name="connsiteY4" fmla="*/ 0 h 2472619"/>
                      <a:gd name="connsiteX0" fmla="*/ 0 w 1112521"/>
                      <a:gd name="connsiteY0" fmla="*/ 7620 h 2472619"/>
                      <a:gd name="connsiteX1" fmla="*/ 1112521 w 1112521"/>
                      <a:gd name="connsiteY1" fmla="*/ 0 h 2472619"/>
                      <a:gd name="connsiteX2" fmla="*/ 1049021 w 1112521"/>
                      <a:gd name="connsiteY2" fmla="*/ 2413775 h 2472619"/>
                      <a:gd name="connsiteX3" fmla="*/ 223520 w 1112521"/>
                      <a:gd name="connsiteY3" fmla="*/ 2426475 h 2472619"/>
                      <a:gd name="connsiteX4" fmla="*/ 0 w 1112521"/>
                      <a:gd name="connsiteY4" fmla="*/ 7620 h 247261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1581" h="2693599">
                        <a:moveTo>
                          <a:pt x="0" y="0"/>
                        </a:moveTo>
                        <a:lnTo>
                          <a:pt x="1211581" y="167640"/>
                        </a:lnTo>
                        <a:cubicBezTo>
                          <a:pt x="712894" y="2559732"/>
                          <a:pt x="1044788" y="1812383"/>
                          <a:pt x="980441" y="2634755"/>
                        </a:cubicBezTo>
                        <a:cubicBezTo>
                          <a:pt x="675641" y="2723655"/>
                          <a:pt x="383540" y="2698255"/>
                          <a:pt x="154940" y="2647455"/>
                        </a:cubicBezTo>
                        <a:cubicBezTo>
                          <a:pt x="131233" y="1764970"/>
                          <a:pt x="610447" y="2665565"/>
                          <a:pt x="0" y="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A5AF7689-24EC-2AB4-51EE-8FB96886823E}"/>
                      </a:ext>
                    </a:extLst>
                  </p:cNvPr>
                  <p:cNvSpPr/>
                  <p:nvPr/>
                </p:nvSpPr>
                <p:spPr>
                  <a:xfrm>
                    <a:off x="5395910" y="6247891"/>
                    <a:ext cx="834304" cy="298093"/>
                  </a:xfrm>
                  <a:custGeom>
                    <a:avLst/>
                    <a:gdLst>
                      <a:gd name="connsiteX0" fmla="*/ 11730 w 834304"/>
                      <a:gd name="connsiteY0" fmla="*/ 0 h 298093"/>
                      <a:gd name="connsiteX1" fmla="*/ 834304 w 834304"/>
                      <a:gd name="connsiteY1" fmla="*/ 0 h 298093"/>
                      <a:gd name="connsiteX2" fmla="*/ 834083 w 834304"/>
                      <a:gd name="connsiteY2" fmla="*/ 102300 h 298093"/>
                      <a:gd name="connsiteX3" fmla="*/ 826362 w 834304"/>
                      <a:gd name="connsiteY3" fmla="*/ 239249 h 298093"/>
                      <a:gd name="connsiteX4" fmla="*/ 861 w 834304"/>
                      <a:gd name="connsiteY4" fmla="*/ 251949 h 298093"/>
                      <a:gd name="connsiteX5" fmla="*/ 6142 w 834304"/>
                      <a:gd name="connsiteY5" fmla="*/ 46357 h 298093"/>
                      <a:gd name="connsiteX6" fmla="*/ 11730 w 834304"/>
                      <a:gd name="connsiteY6" fmla="*/ 0 h 298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4304" h="298093">
                        <a:moveTo>
                          <a:pt x="11730" y="0"/>
                        </a:moveTo>
                        <a:lnTo>
                          <a:pt x="834304" y="0"/>
                        </a:lnTo>
                        <a:lnTo>
                          <a:pt x="834083" y="102300"/>
                        </a:lnTo>
                        <a:cubicBezTo>
                          <a:pt x="832858" y="142584"/>
                          <a:pt x="830384" y="187851"/>
                          <a:pt x="826362" y="239249"/>
                        </a:cubicBezTo>
                        <a:cubicBezTo>
                          <a:pt x="521562" y="328149"/>
                          <a:pt x="229461" y="302749"/>
                          <a:pt x="861" y="251949"/>
                        </a:cubicBezTo>
                        <a:cubicBezTo>
                          <a:pt x="-1361" y="169216"/>
                          <a:pt x="836" y="102155"/>
                          <a:pt x="6142" y="46357"/>
                        </a:cubicBezTo>
                        <a:lnTo>
                          <a:pt x="1173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AA441317-AC77-EC81-758C-C54A79CA9472}"/>
                    </a:ext>
                  </a:extLst>
                </p:cNvPr>
                <p:cNvGrpSpPr/>
                <p:nvPr/>
              </p:nvGrpSpPr>
              <p:grpSpPr>
                <a:xfrm>
                  <a:off x="8582299" y="5899496"/>
                  <a:ext cx="497407" cy="803726"/>
                  <a:chOff x="3585703" y="4894951"/>
                  <a:chExt cx="903766" cy="1450435"/>
                </a:xfrm>
              </p:grpSpPr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E74627F8-DA97-A719-0A0A-D5CE64C5BD2D}"/>
                      </a:ext>
                    </a:extLst>
                  </p:cNvPr>
                  <p:cNvSpPr/>
                  <p:nvPr/>
                </p:nvSpPr>
                <p:spPr>
                  <a:xfrm>
                    <a:off x="3585703" y="4894951"/>
                    <a:ext cx="903766" cy="302494"/>
                  </a:xfrm>
                  <a:custGeom>
                    <a:avLst/>
                    <a:gdLst>
                      <a:gd name="connsiteX0" fmla="*/ 0 w 877203"/>
                      <a:gd name="connsiteY0" fmla="*/ 0 h 291944"/>
                      <a:gd name="connsiteX1" fmla="*/ 877203 w 877203"/>
                      <a:gd name="connsiteY1" fmla="*/ 64790 h 291944"/>
                      <a:gd name="connsiteX2" fmla="*/ 876876 w 877203"/>
                      <a:gd name="connsiteY2" fmla="*/ 66526 h 291944"/>
                      <a:gd name="connsiteX3" fmla="*/ 849740 w 877203"/>
                      <a:gd name="connsiteY3" fmla="*/ 216773 h 291944"/>
                      <a:gd name="connsiteX4" fmla="*/ 836826 w 877203"/>
                      <a:gd name="connsiteY4" fmla="*/ 291944 h 291944"/>
                      <a:gd name="connsiteX5" fmla="*/ 43200 w 877203"/>
                      <a:gd name="connsiteY5" fmla="*/ 233327 h 291944"/>
                      <a:gd name="connsiteX6" fmla="*/ 28178 w 877203"/>
                      <a:gd name="connsiteY6" fmla="*/ 148511 h 291944"/>
                      <a:gd name="connsiteX7" fmla="*/ 0 w 877203"/>
                      <a:gd name="connsiteY7" fmla="*/ 0 h 2919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77203" h="291944">
                        <a:moveTo>
                          <a:pt x="0" y="0"/>
                        </a:moveTo>
                        <a:lnTo>
                          <a:pt x="877203" y="64790"/>
                        </a:lnTo>
                        <a:lnTo>
                          <a:pt x="876876" y="66526"/>
                        </a:lnTo>
                        <a:cubicBezTo>
                          <a:pt x="867182" y="119051"/>
                          <a:pt x="858149" y="169085"/>
                          <a:pt x="849740" y="216773"/>
                        </a:cubicBezTo>
                        <a:lnTo>
                          <a:pt x="836826" y="291944"/>
                        </a:lnTo>
                        <a:lnTo>
                          <a:pt x="43200" y="233327"/>
                        </a:lnTo>
                        <a:lnTo>
                          <a:pt x="28178" y="14851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816D1714-EDE6-7DB1-E88E-D9AAD07A69CC}"/>
                      </a:ext>
                    </a:extLst>
                  </p:cNvPr>
                  <p:cNvSpPr/>
                  <p:nvPr/>
                </p:nvSpPr>
                <p:spPr>
                  <a:xfrm>
                    <a:off x="3664283" y="5349135"/>
                    <a:ext cx="748822" cy="229512"/>
                  </a:xfrm>
                  <a:custGeom>
                    <a:avLst/>
                    <a:gdLst>
                      <a:gd name="connsiteX0" fmla="*/ 0 w 750968"/>
                      <a:gd name="connsiteY0" fmla="*/ 0 h 229512"/>
                      <a:gd name="connsiteX1" fmla="*/ 750968 w 750968"/>
                      <a:gd name="connsiteY1" fmla="*/ 0 h 229512"/>
                      <a:gd name="connsiteX2" fmla="*/ 736978 w 750968"/>
                      <a:gd name="connsiteY2" fmla="*/ 86545 h 229512"/>
                      <a:gd name="connsiteX3" fmla="*/ 720399 w 750968"/>
                      <a:gd name="connsiteY3" fmla="*/ 197127 h 229512"/>
                      <a:gd name="connsiteX4" fmla="*/ 715983 w 750968"/>
                      <a:gd name="connsiteY4" fmla="*/ 229512 h 229512"/>
                      <a:gd name="connsiteX5" fmla="*/ 32818 w 750968"/>
                      <a:gd name="connsiteY5" fmla="*/ 229512 h 229512"/>
                      <a:gd name="connsiteX6" fmla="*/ 24676 w 750968"/>
                      <a:gd name="connsiteY6" fmla="*/ 164584 h 229512"/>
                      <a:gd name="connsiteX7" fmla="*/ 7118 w 750968"/>
                      <a:gd name="connsiteY7" fmla="*/ 43814 h 229512"/>
                      <a:gd name="connsiteX8" fmla="*/ 0 w 750968"/>
                      <a:gd name="connsiteY8" fmla="*/ 0 h 229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0968" h="229512">
                        <a:moveTo>
                          <a:pt x="0" y="0"/>
                        </a:moveTo>
                        <a:lnTo>
                          <a:pt x="750968" y="0"/>
                        </a:lnTo>
                        <a:lnTo>
                          <a:pt x="736978" y="86545"/>
                        </a:lnTo>
                        <a:cubicBezTo>
                          <a:pt x="730915" y="125418"/>
                          <a:pt x="725401" y="162231"/>
                          <a:pt x="720399" y="197127"/>
                        </a:cubicBezTo>
                        <a:lnTo>
                          <a:pt x="715983" y="229512"/>
                        </a:lnTo>
                        <a:lnTo>
                          <a:pt x="32818" y="229512"/>
                        </a:lnTo>
                        <a:lnTo>
                          <a:pt x="24676" y="164584"/>
                        </a:lnTo>
                        <a:cubicBezTo>
                          <a:pt x="19515" y="126558"/>
                          <a:pt x="13679" y="86356"/>
                          <a:pt x="7118" y="43814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BD4DBE34-7E0C-BA73-2714-3CC5B98F3012}"/>
                      </a:ext>
                    </a:extLst>
                  </p:cNvPr>
                  <p:cNvSpPr/>
                  <p:nvPr/>
                </p:nvSpPr>
                <p:spPr>
                  <a:xfrm>
                    <a:off x="3706305" y="5706875"/>
                    <a:ext cx="643637" cy="160428"/>
                  </a:xfrm>
                  <a:custGeom>
                    <a:avLst/>
                    <a:gdLst>
                      <a:gd name="connsiteX0" fmla="*/ 0 w 667444"/>
                      <a:gd name="connsiteY0" fmla="*/ 0 h 132229"/>
                      <a:gd name="connsiteX1" fmla="*/ 667444 w 667444"/>
                      <a:gd name="connsiteY1" fmla="*/ 0 h 132229"/>
                      <a:gd name="connsiteX2" fmla="*/ 666772 w 667444"/>
                      <a:gd name="connsiteY2" fmla="*/ 4928 h 132229"/>
                      <a:gd name="connsiteX3" fmla="*/ 656108 w 667444"/>
                      <a:gd name="connsiteY3" fmla="*/ 93378 h 132229"/>
                      <a:gd name="connsiteX4" fmla="*/ 652135 w 667444"/>
                      <a:gd name="connsiteY4" fmla="*/ 132229 h 132229"/>
                      <a:gd name="connsiteX5" fmla="*/ 11938 w 667444"/>
                      <a:gd name="connsiteY5" fmla="*/ 132229 h 132229"/>
                      <a:gd name="connsiteX6" fmla="*/ 7810 w 667444"/>
                      <a:gd name="connsiteY6" fmla="*/ 76638 h 132229"/>
                      <a:gd name="connsiteX7" fmla="*/ 0 w 667444"/>
                      <a:gd name="connsiteY7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67444" h="132229">
                        <a:moveTo>
                          <a:pt x="0" y="0"/>
                        </a:moveTo>
                        <a:lnTo>
                          <a:pt x="667444" y="0"/>
                        </a:lnTo>
                        <a:lnTo>
                          <a:pt x="666772" y="4928"/>
                        </a:lnTo>
                        <a:cubicBezTo>
                          <a:pt x="662756" y="36136"/>
                          <a:pt x="659213" y="65571"/>
                          <a:pt x="656108" y="93378"/>
                        </a:cubicBezTo>
                        <a:lnTo>
                          <a:pt x="652135" y="132229"/>
                        </a:lnTo>
                        <a:lnTo>
                          <a:pt x="11938" y="132229"/>
                        </a:lnTo>
                        <a:lnTo>
                          <a:pt x="7810" y="7663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0C16A3DE-F5A0-112B-8360-2F83BB0C69F9}"/>
                      </a:ext>
                    </a:extLst>
                  </p:cNvPr>
                  <p:cNvSpPr/>
                  <p:nvPr/>
                </p:nvSpPr>
                <p:spPr>
                  <a:xfrm>
                    <a:off x="3690777" y="5986860"/>
                    <a:ext cx="659164" cy="132229"/>
                  </a:xfrm>
                  <a:custGeom>
                    <a:avLst/>
                    <a:gdLst>
                      <a:gd name="connsiteX0" fmla="*/ 21921 w 651591"/>
                      <a:gd name="connsiteY0" fmla="*/ 0 h 132229"/>
                      <a:gd name="connsiteX1" fmla="*/ 645255 w 651591"/>
                      <a:gd name="connsiteY1" fmla="*/ 0 h 132229"/>
                      <a:gd name="connsiteX2" fmla="*/ 646998 w 651591"/>
                      <a:gd name="connsiteY2" fmla="*/ 84400 h 132229"/>
                      <a:gd name="connsiteX3" fmla="*/ 651591 w 651591"/>
                      <a:gd name="connsiteY3" fmla="*/ 132229 h 132229"/>
                      <a:gd name="connsiteX4" fmla="*/ 0 w 651591"/>
                      <a:gd name="connsiteY4" fmla="*/ 132229 h 132229"/>
                      <a:gd name="connsiteX5" fmla="*/ 11362 w 651591"/>
                      <a:gd name="connsiteY5" fmla="*/ 86940 h 132229"/>
                      <a:gd name="connsiteX6" fmla="*/ 21921 w 651591"/>
                      <a:gd name="connsiteY6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51591" h="132229">
                        <a:moveTo>
                          <a:pt x="21921" y="0"/>
                        </a:moveTo>
                        <a:lnTo>
                          <a:pt x="645255" y="0"/>
                        </a:lnTo>
                        <a:lnTo>
                          <a:pt x="646998" y="84400"/>
                        </a:lnTo>
                        <a:lnTo>
                          <a:pt x="651591" y="132229"/>
                        </a:lnTo>
                        <a:lnTo>
                          <a:pt x="0" y="132229"/>
                        </a:lnTo>
                        <a:lnTo>
                          <a:pt x="11362" y="86940"/>
                        </a:lnTo>
                        <a:lnTo>
                          <a:pt x="21921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9FC64446-DE8F-80AE-B92F-B3C302CF0347}"/>
                      </a:ext>
                    </a:extLst>
                  </p:cNvPr>
                  <p:cNvSpPr/>
                  <p:nvPr/>
                </p:nvSpPr>
                <p:spPr>
                  <a:xfrm>
                    <a:off x="3585703" y="6213157"/>
                    <a:ext cx="795601" cy="132229"/>
                  </a:xfrm>
                  <a:custGeom>
                    <a:avLst/>
                    <a:gdLst>
                      <a:gd name="connsiteX0" fmla="*/ 56641 w 753157"/>
                      <a:gd name="connsiteY0" fmla="*/ 0 h 132229"/>
                      <a:gd name="connsiteX1" fmla="*/ 727724 w 753157"/>
                      <a:gd name="connsiteY1" fmla="*/ 0 h 132229"/>
                      <a:gd name="connsiteX2" fmla="*/ 734543 w 753157"/>
                      <a:gd name="connsiteY2" fmla="*/ 40581 h 132229"/>
                      <a:gd name="connsiteX3" fmla="*/ 746300 w 753157"/>
                      <a:gd name="connsiteY3" fmla="*/ 97051 h 132229"/>
                      <a:gd name="connsiteX4" fmla="*/ 753157 w 753157"/>
                      <a:gd name="connsiteY4" fmla="*/ 132229 h 132229"/>
                      <a:gd name="connsiteX5" fmla="*/ 0 w 753157"/>
                      <a:gd name="connsiteY5" fmla="*/ 132229 h 132229"/>
                      <a:gd name="connsiteX6" fmla="*/ 15633 w 753157"/>
                      <a:gd name="connsiteY6" fmla="*/ 96369 h 132229"/>
                      <a:gd name="connsiteX7" fmla="*/ 40636 w 753157"/>
                      <a:gd name="connsiteY7" fmla="*/ 41910 h 132229"/>
                      <a:gd name="connsiteX8" fmla="*/ 56641 w 753157"/>
                      <a:gd name="connsiteY8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3157" h="132229">
                        <a:moveTo>
                          <a:pt x="56641" y="0"/>
                        </a:moveTo>
                        <a:lnTo>
                          <a:pt x="727724" y="0"/>
                        </a:lnTo>
                        <a:lnTo>
                          <a:pt x="734543" y="40581"/>
                        </a:lnTo>
                        <a:cubicBezTo>
                          <a:pt x="738312" y="59788"/>
                          <a:pt x="742331" y="78228"/>
                          <a:pt x="746300" y="97051"/>
                        </a:cubicBezTo>
                        <a:lnTo>
                          <a:pt x="753157" y="132229"/>
                        </a:lnTo>
                        <a:lnTo>
                          <a:pt x="0" y="132229"/>
                        </a:lnTo>
                        <a:lnTo>
                          <a:pt x="15633" y="96369"/>
                        </a:lnTo>
                        <a:cubicBezTo>
                          <a:pt x="24076" y="78217"/>
                          <a:pt x="32540" y="60499"/>
                          <a:pt x="40636" y="41910"/>
                        </a:cubicBezTo>
                        <a:lnTo>
                          <a:pt x="56641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39" name="Rectangle 10">
                <a:extLst>
                  <a:ext uri="{FF2B5EF4-FFF2-40B4-BE49-F238E27FC236}">
                    <a16:creationId xmlns:a16="http://schemas.microsoft.com/office/drawing/2014/main" id="{0FE24DB8-7A9F-A619-7477-B156182E5723}"/>
                  </a:ext>
                </a:extLst>
              </p:cNvPr>
              <p:cNvSpPr/>
              <p:nvPr/>
            </p:nvSpPr>
            <p:spPr>
              <a:xfrm rot="5708395">
                <a:off x="8648839" y="5071350"/>
                <a:ext cx="405531" cy="896667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59D072C-B12A-AD1E-1868-017EEA6460D6}"/>
                </a:ext>
              </a:extLst>
            </p:cNvPr>
            <p:cNvGrpSpPr/>
            <p:nvPr/>
          </p:nvGrpSpPr>
          <p:grpSpPr>
            <a:xfrm>
              <a:off x="7361912" y="5289514"/>
              <a:ext cx="896667" cy="1679581"/>
              <a:chOff x="7361912" y="5289514"/>
              <a:chExt cx="896667" cy="1679581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19E7D7D-5131-B155-6088-7217FDAA8550}"/>
                  </a:ext>
                </a:extLst>
              </p:cNvPr>
              <p:cNvGrpSpPr/>
              <p:nvPr/>
            </p:nvGrpSpPr>
            <p:grpSpPr>
              <a:xfrm flipH="1">
                <a:off x="7479258" y="5421761"/>
                <a:ext cx="695991" cy="1547334"/>
                <a:chOff x="8470320" y="5402921"/>
                <a:chExt cx="695991" cy="1547334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8D433738-A346-0C75-6785-C53FB98FCD2A}"/>
                    </a:ext>
                  </a:extLst>
                </p:cNvPr>
                <p:cNvGrpSpPr/>
                <p:nvPr/>
              </p:nvGrpSpPr>
              <p:grpSpPr>
                <a:xfrm>
                  <a:off x="8470320" y="5402921"/>
                  <a:ext cx="695991" cy="1547334"/>
                  <a:chOff x="5242559" y="3855720"/>
                  <a:chExt cx="1211581" cy="2693599"/>
                </a:xfrm>
              </p:grpSpPr>
              <p:sp>
                <p:nvSpPr>
                  <p:cNvPr id="36" name="Rectangle 14">
                    <a:extLst>
                      <a:ext uri="{FF2B5EF4-FFF2-40B4-BE49-F238E27FC236}">
                        <a16:creationId xmlns:a16="http://schemas.microsoft.com/office/drawing/2014/main" id="{47BAEA1E-1E04-41E7-CC28-625EFF324D88}"/>
                      </a:ext>
                    </a:extLst>
                  </p:cNvPr>
                  <p:cNvSpPr/>
                  <p:nvPr/>
                </p:nvSpPr>
                <p:spPr>
                  <a:xfrm>
                    <a:off x="5242559" y="3855720"/>
                    <a:ext cx="1211581" cy="2693599"/>
                  </a:xfrm>
                  <a:custGeom>
                    <a:avLst/>
                    <a:gdLst>
                      <a:gd name="connsiteX0" fmla="*/ 0 w 914401"/>
                      <a:gd name="connsiteY0" fmla="*/ 0 h 889775"/>
                      <a:gd name="connsiteX1" fmla="*/ 914401 w 914401"/>
                      <a:gd name="connsiteY1" fmla="*/ 0 h 889775"/>
                      <a:gd name="connsiteX2" fmla="*/ 914401 w 914401"/>
                      <a:gd name="connsiteY2" fmla="*/ 889775 h 889775"/>
                      <a:gd name="connsiteX3" fmla="*/ 0 w 914401"/>
                      <a:gd name="connsiteY3" fmla="*/ 889775 h 889775"/>
                      <a:gd name="connsiteX4" fmla="*/ 0 w 914401"/>
                      <a:gd name="connsiteY4" fmla="*/ 0 h 8897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914401 w 914401"/>
                      <a:gd name="connsiteY2" fmla="*/ 889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850901 w 914401"/>
                      <a:gd name="connsiteY2" fmla="*/ 2413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62095"/>
                      <a:gd name="connsiteX1" fmla="*/ 914401 w 914401"/>
                      <a:gd name="connsiteY1" fmla="*/ 0 h 2462095"/>
                      <a:gd name="connsiteX2" fmla="*/ 850901 w 914401"/>
                      <a:gd name="connsiteY2" fmla="*/ 2413775 h 2462095"/>
                      <a:gd name="connsiteX3" fmla="*/ 88900 w 914401"/>
                      <a:gd name="connsiteY3" fmla="*/ 2451875 h 2462095"/>
                      <a:gd name="connsiteX4" fmla="*/ 0 w 914401"/>
                      <a:gd name="connsiteY4" fmla="*/ 0 h 2462095"/>
                      <a:gd name="connsiteX0" fmla="*/ 0 w 914401"/>
                      <a:gd name="connsiteY0" fmla="*/ 0 h 2486199"/>
                      <a:gd name="connsiteX1" fmla="*/ 914401 w 914401"/>
                      <a:gd name="connsiteY1" fmla="*/ 0 h 2486199"/>
                      <a:gd name="connsiteX2" fmla="*/ 850901 w 914401"/>
                      <a:gd name="connsiteY2" fmla="*/ 2413775 h 2486199"/>
                      <a:gd name="connsiteX3" fmla="*/ 88900 w 914401"/>
                      <a:gd name="connsiteY3" fmla="*/ 2451875 h 2486199"/>
                      <a:gd name="connsiteX4" fmla="*/ 0 w 914401"/>
                      <a:gd name="connsiteY4" fmla="*/ 0 h 2486199"/>
                      <a:gd name="connsiteX0" fmla="*/ 0 w 914401"/>
                      <a:gd name="connsiteY0" fmla="*/ 0 h 2458239"/>
                      <a:gd name="connsiteX1" fmla="*/ 914401 w 914401"/>
                      <a:gd name="connsiteY1" fmla="*/ 0 h 2458239"/>
                      <a:gd name="connsiteX2" fmla="*/ 850901 w 914401"/>
                      <a:gd name="connsiteY2" fmla="*/ 2413775 h 2458239"/>
                      <a:gd name="connsiteX3" fmla="*/ 25400 w 914401"/>
                      <a:gd name="connsiteY3" fmla="*/ 2388375 h 2458239"/>
                      <a:gd name="connsiteX4" fmla="*/ 0 w 914401"/>
                      <a:gd name="connsiteY4" fmla="*/ 0 h 2458239"/>
                      <a:gd name="connsiteX0" fmla="*/ 0 w 914401"/>
                      <a:gd name="connsiteY0" fmla="*/ 0 h 2472619"/>
                      <a:gd name="connsiteX1" fmla="*/ 914401 w 914401"/>
                      <a:gd name="connsiteY1" fmla="*/ 0 h 2472619"/>
                      <a:gd name="connsiteX2" fmla="*/ 850901 w 914401"/>
                      <a:gd name="connsiteY2" fmla="*/ 2413775 h 2472619"/>
                      <a:gd name="connsiteX3" fmla="*/ 25400 w 914401"/>
                      <a:gd name="connsiteY3" fmla="*/ 2426475 h 2472619"/>
                      <a:gd name="connsiteX4" fmla="*/ 0 w 914401"/>
                      <a:gd name="connsiteY4" fmla="*/ 0 h 2472619"/>
                      <a:gd name="connsiteX0" fmla="*/ 0 w 1112521"/>
                      <a:gd name="connsiteY0" fmla="*/ 7620 h 2472619"/>
                      <a:gd name="connsiteX1" fmla="*/ 1112521 w 1112521"/>
                      <a:gd name="connsiteY1" fmla="*/ 0 h 2472619"/>
                      <a:gd name="connsiteX2" fmla="*/ 1049021 w 1112521"/>
                      <a:gd name="connsiteY2" fmla="*/ 2413775 h 2472619"/>
                      <a:gd name="connsiteX3" fmla="*/ 223520 w 1112521"/>
                      <a:gd name="connsiteY3" fmla="*/ 2426475 h 2472619"/>
                      <a:gd name="connsiteX4" fmla="*/ 0 w 1112521"/>
                      <a:gd name="connsiteY4" fmla="*/ 7620 h 247261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1581" h="2693599">
                        <a:moveTo>
                          <a:pt x="0" y="0"/>
                        </a:moveTo>
                        <a:lnTo>
                          <a:pt x="1211581" y="167640"/>
                        </a:lnTo>
                        <a:cubicBezTo>
                          <a:pt x="712894" y="2559732"/>
                          <a:pt x="1044788" y="1812383"/>
                          <a:pt x="980441" y="2634755"/>
                        </a:cubicBezTo>
                        <a:cubicBezTo>
                          <a:pt x="675641" y="2723655"/>
                          <a:pt x="383540" y="2698255"/>
                          <a:pt x="154940" y="2647455"/>
                        </a:cubicBezTo>
                        <a:cubicBezTo>
                          <a:pt x="131233" y="1764970"/>
                          <a:pt x="610447" y="2665565"/>
                          <a:pt x="0" y="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6783A9B6-B050-E8CE-29B6-57F8EB7102D0}"/>
                      </a:ext>
                    </a:extLst>
                  </p:cNvPr>
                  <p:cNvSpPr/>
                  <p:nvPr/>
                </p:nvSpPr>
                <p:spPr>
                  <a:xfrm>
                    <a:off x="5395910" y="6247891"/>
                    <a:ext cx="834304" cy="298093"/>
                  </a:xfrm>
                  <a:custGeom>
                    <a:avLst/>
                    <a:gdLst>
                      <a:gd name="connsiteX0" fmla="*/ 11730 w 834304"/>
                      <a:gd name="connsiteY0" fmla="*/ 0 h 298093"/>
                      <a:gd name="connsiteX1" fmla="*/ 834304 w 834304"/>
                      <a:gd name="connsiteY1" fmla="*/ 0 h 298093"/>
                      <a:gd name="connsiteX2" fmla="*/ 834083 w 834304"/>
                      <a:gd name="connsiteY2" fmla="*/ 102300 h 298093"/>
                      <a:gd name="connsiteX3" fmla="*/ 826362 w 834304"/>
                      <a:gd name="connsiteY3" fmla="*/ 239249 h 298093"/>
                      <a:gd name="connsiteX4" fmla="*/ 861 w 834304"/>
                      <a:gd name="connsiteY4" fmla="*/ 251949 h 298093"/>
                      <a:gd name="connsiteX5" fmla="*/ 6142 w 834304"/>
                      <a:gd name="connsiteY5" fmla="*/ 46357 h 298093"/>
                      <a:gd name="connsiteX6" fmla="*/ 11730 w 834304"/>
                      <a:gd name="connsiteY6" fmla="*/ 0 h 298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4304" h="298093">
                        <a:moveTo>
                          <a:pt x="11730" y="0"/>
                        </a:moveTo>
                        <a:lnTo>
                          <a:pt x="834304" y="0"/>
                        </a:lnTo>
                        <a:lnTo>
                          <a:pt x="834083" y="102300"/>
                        </a:lnTo>
                        <a:cubicBezTo>
                          <a:pt x="832858" y="142584"/>
                          <a:pt x="830384" y="187851"/>
                          <a:pt x="826362" y="239249"/>
                        </a:cubicBezTo>
                        <a:cubicBezTo>
                          <a:pt x="521562" y="328149"/>
                          <a:pt x="229461" y="302749"/>
                          <a:pt x="861" y="251949"/>
                        </a:cubicBezTo>
                        <a:cubicBezTo>
                          <a:pt x="-1361" y="169216"/>
                          <a:pt x="836" y="102155"/>
                          <a:pt x="6142" y="46357"/>
                        </a:cubicBezTo>
                        <a:lnTo>
                          <a:pt x="1173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468B8D1B-83A5-DB81-A26B-65120D51FF5B}"/>
                    </a:ext>
                  </a:extLst>
                </p:cNvPr>
                <p:cNvGrpSpPr/>
                <p:nvPr/>
              </p:nvGrpSpPr>
              <p:grpSpPr>
                <a:xfrm>
                  <a:off x="8582299" y="5899496"/>
                  <a:ext cx="497407" cy="803726"/>
                  <a:chOff x="3585703" y="4894951"/>
                  <a:chExt cx="903766" cy="1450435"/>
                </a:xfrm>
              </p:grpSpPr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0973B4FE-A99F-8D1B-AFEB-AC5E37DCB8D9}"/>
                      </a:ext>
                    </a:extLst>
                  </p:cNvPr>
                  <p:cNvSpPr/>
                  <p:nvPr/>
                </p:nvSpPr>
                <p:spPr>
                  <a:xfrm>
                    <a:off x="3585703" y="4894951"/>
                    <a:ext cx="903766" cy="302494"/>
                  </a:xfrm>
                  <a:custGeom>
                    <a:avLst/>
                    <a:gdLst>
                      <a:gd name="connsiteX0" fmla="*/ 0 w 877203"/>
                      <a:gd name="connsiteY0" fmla="*/ 0 h 291944"/>
                      <a:gd name="connsiteX1" fmla="*/ 877203 w 877203"/>
                      <a:gd name="connsiteY1" fmla="*/ 64790 h 291944"/>
                      <a:gd name="connsiteX2" fmla="*/ 876876 w 877203"/>
                      <a:gd name="connsiteY2" fmla="*/ 66526 h 291944"/>
                      <a:gd name="connsiteX3" fmla="*/ 849740 w 877203"/>
                      <a:gd name="connsiteY3" fmla="*/ 216773 h 291944"/>
                      <a:gd name="connsiteX4" fmla="*/ 836826 w 877203"/>
                      <a:gd name="connsiteY4" fmla="*/ 291944 h 291944"/>
                      <a:gd name="connsiteX5" fmla="*/ 43200 w 877203"/>
                      <a:gd name="connsiteY5" fmla="*/ 233327 h 291944"/>
                      <a:gd name="connsiteX6" fmla="*/ 28178 w 877203"/>
                      <a:gd name="connsiteY6" fmla="*/ 148511 h 291944"/>
                      <a:gd name="connsiteX7" fmla="*/ 0 w 877203"/>
                      <a:gd name="connsiteY7" fmla="*/ 0 h 2919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77203" h="291944">
                        <a:moveTo>
                          <a:pt x="0" y="0"/>
                        </a:moveTo>
                        <a:lnTo>
                          <a:pt x="877203" y="64790"/>
                        </a:lnTo>
                        <a:lnTo>
                          <a:pt x="876876" y="66526"/>
                        </a:lnTo>
                        <a:cubicBezTo>
                          <a:pt x="867182" y="119051"/>
                          <a:pt x="858149" y="169085"/>
                          <a:pt x="849740" y="216773"/>
                        </a:cubicBezTo>
                        <a:lnTo>
                          <a:pt x="836826" y="291944"/>
                        </a:lnTo>
                        <a:lnTo>
                          <a:pt x="43200" y="233327"/>
                        </a:lnTo>
                        <a:lnTo>
                          <a:pt x="28178" y="14851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E3B8BE6E-EF39-F1D6-5F05-588430204454}"/>
                      </a:ext>
                    </a:extLst>
                  </p:cNvPr>
                  <p:cNvSpPr/>
                  <p:nvPr/>
                </p:nvSpPr>
                <p:spPr>
                  <a:xfrm>
                    <a:off x="3664283" y="5349135"/>
                    <a:ext cx="748822" cy="229512"/>
                  </a:xfrm>
                  <a:custGeom>
                    <a:avLst/>
                    <a:gdLst>
                      <a:gd name="connsiteX0" fmla="*/ 0 w 750968"/>
                      <a:gd name="connsiteY0" fmla="*/ 0 h 229512"/>
                      <a:gd name="connsiteX1" fmla="*/ 750968 w 750968"/>
                      <a:gd name="connsiteY1" fmla="*/ 0 h 229512"/>
                      <a:gd name="connsiteX2" fmla="*/ 736978 w 750968"/>
                      <a:gd name="connsiteY2" fmla="*/ 86545 h 229512"/>
                      <a:gd name="connsiteX3" fmla="*/ 720399 w 750968"/>
                      <a:gd name="connsiteY3" fmla="*/ 197127 h 229512"/>
                      <a:gd name="connsiteX4" fmla="*/ 715983 w 750968"/>
                      <a:gd name="connsiteY4" fmla="*/ 229512 h 229512"/>
                      <a:gd name="connsiteX5" fmla="*/ 32818 w 750968"/>
                      <a:gd name="connsiteY5" fmla="*/ 229512 h 229512"/>
                      <a:gd name="connsiteX6" fmla="*/ 24676 w 750968"/>
                      <a:gd name="connsiteY6" fmla="*/ 164584 h 229512"/>
                      <a:gd name="connsiteX7" fmla="*/ 7118 w 750968"/>
                      <a:gd name="connsiteY7" fmla="*/ 43814 h 229512"/>
                      <a:gd name="connsiteX8" fmla="*/ 0 w 750968"/>
                      <a:gd name="connsiteY8" fmla="*/ 0 h 229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0968" h="229512">
                        <a:moveTo>
                          <a:pt x="0" y="0"/>
                        </a:moveTo>
                        <a:lnTo>
                          <a:pt x="750968" y="0"/>
                        </a:lnTo>
                        <a:lnTo>
                          <a:pt x="736978" y="86545"/>
                        </a:lnTo>
                        <a:cubicBezTo>
                          <a:pt x="730915" y="125418"/>
                          <a:pt x="725401" y="162231"/>
                          <a:pt x="720399" y="197127"/>
                        </a:cubicBezTo>
                        <a:lnTo>
                          <a:pt x="715983" y="229512"/>
                        </a:lnTo>
                        <a:lnTo>
                          <a:pt x="32818" y="229512"/>
                        </a:lnTo>
                        <a:lnTo>
                          <a:pt x="24676" y="164584"/>
                        </a:lnTo>
                        <a:cubicBezTo>
                          <a:pt x="19515" y="126558"/>
                          <a:pt x="13679" y="86356"/>
                          <a:pt x="7118" y="43814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A26FF900-1308-7A1A-51E3-AB6B44FA4E0F}"/>
                      </a:ext>
                    </a:extLst>
                  </p:cNvPr>
                  <p:cNvSpPr/>
                  <p:nvPr/>
                </p:nvSpPr>
                <p:spPr>
                  <a:xfrm>
                    <a:off x="3706305" y="5706875"/>
                    <a:ext cx="643637" cy="160428"/>
                  </a:xfrm>
                  <a:custGeom>
                    <a:avLst/>
                    <a:gdLst>
                      <a:gd name="connsiteX0" fmla="*/ 0 w 667444"/>
                      <a:gd name="connsiteY0" fmla="*/ 0 h 132229"/>
                      <a:gd name="connsiteX1" fmla="*/ 667444 w 667444"/>
                      <a:gd name="connsiteY1" fmla="*/ 0 h 132229"/>
                      <a:gd name="connsiteX2" fmla="*/ 666772 w 667444"/>
                      <a:gd name="connsiteY2" fmla="*/ 4928 h 132229"/>
                      <a:gd name="connsiteX3" fmla="*/ 656108 w 667444"/>
                      <a:gd name="connsiteY3" fmla="*/ 93378 h 132229"/>
                      <a:gd name="connsiteX4" fmla="*/ 652135 w 667444"/>
                      <a:gd name="connsiteY4" fmla="*/ 132229 h 132229"/>
                      <a:gd name="connsiteX5" fmla="*/ 11938 w 667444"/>
                      <a:gd name="connsiteY5" fmla="*/ 132229 h 132229"/>
                      <a:gd name="connsiteX6" fmla="*/ 7810 w 667444"/>
                      <a:gd name="connsiteY6" fmla="*/ 76638 h 132229"/>
                      <a:gd name="connsiteX7" fmla="*/ 0 w 667444"/>
                      <a:gd name="connsiteY7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67444" h="132229">
                        <a:moveTo>
                          <a:pt x="0" y="0"/>
                        </a:moveTo>
                        <a:lnTo>
                          <a:pt x="667444" y="0"/>
                        </a:lnTo>
                        <a:lnTo>
                          <a:pt x="666772" y="4928"/>
                        </a:lnTo>
                        <a:cubicBezTo>
                          <a:pt x="662756" y="36136"/>
                          <a:pt x="659213" y="65571"/>
                          <a:pt x="656108" y="93378"/>
                        </a:cubicBezTo>
                        <a:lnTo>
                          <a:pt x="652135" y="132229"/>
                        </a:lnTo>
                        <a:lnTo>
                          <a:pt x="11938" y="132229"/>
                        </a:lnTo>
                        <a:lnTo>
                          <a:pt x="7810" y="7663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A6B70E54-04D7-6B30-614A-F33A6D8FA581}"/>
                      </a:ext>
                    </a:extLst>
                  </p:cNvPr>
                  <p:cNvSpPr/>
                  <p:nvPr/>
                </p:nvSpPr>
                <p:spPr>
                  <a:xfrm>
                    <a:off x="3690777" y="5986860"/>
                    <a:ext cx="659164" cy="132229"/>
                  </a:xfrm>
                  <a:custGeom>
                    <a:avLst/>
                    <a:gdLst>
                      <a:gd name="connsiteX0" fmla="*/ 21921 w 651591"/>
                      <a:gd name="connsiteY0" fmla="*/ 0 h 132229"/>
                      <a:gd name="connsiteX1" fmla="*/ 645255 w 651591"/>
                      <a:gd name="connsiteY1" fmla="*/ 0 h 132229"/>
                      <a:gd name="connsiteX2" fmla="*/ 646998 w 651591"/>
                      <a:gd name="connsiteY2" fmla="*/ 84400 h 132229"/>
                      <a:gd name="connsiteX3" fmla="*/ 651591 w 651591"/>
                      <a:gd name="connsiteY3" fmla="*/ 132229 h 132229"/>
                      <a:gd name="connsiteX4" fmla="*/ 0 w 651591"/>
                      <a:gd name="connsiteY4" fmla="*/ 132229 h 132229"/>
                      <a:gd name="connsiteX5" fmla="*/ 11362 w 651591"/>
                      <a:gd name="connsiteY5" fmla="*/ 86940 h 132229"/>
                      <a:gd name="connsiteX6" fmla="*/ 21921 w 651591"/>
                      <a:gd name="connsiteY6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51591" h="132229">
                        <a:moveTo>
                          <a:pt x="21921" y="0"/>
                        </a:moveTo>
                        <a:lnTo>
                          <a:pt x="645255" y="0"/>
                        </a:lnTo>
                        <a:lnTo>
                          <a:pt x="646998" y="84400"/>
                        </a:lnTo>
                        <a:lnTo>
                          <a:pt x="651591" y="132229"/>
                        </a:lnTo>
                        <a:lnTo>
                          <a:pt x="0" y="132229"/>
                        </a:lnTo>
                        <a:lnTo>
                          <a:pt x="11362" y="86940"/>
                        </a:lnTo>
                        <a:lnTo>
                          <a:pt x="21921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7C511566-8F18-5B2D-98BC-D075C4FA2129}"/>
                      </a:ext>
                    </a:extLst>
                  </p:cNvPr>
                  <p:cNvSpPr/>
                  <p:nvPr/>
                </p:nvSpPr>
                <p:spPr>
                  <a:xfrm>
                    <a:off x="3585703" y="6213157"/>
                    <a:ext cx="795601" cy="132229"/>
                  </a:xfrm>
                  <a:custGeom>
                    <a:avLst/>
                    <a:gdLst>
                      <a:gd name="connsiteX0" fmla="*/ 56641 w 753157"/>
                      <a:gd name="connsiteY0" fmla="*/ 0 h 132229"/>
                      <a:gd name="connsiteX1" fmla="*/ 727724 w 753157"/>
                      <a:gd name="connsiteY1" fmla="*/ 0 h 132229"/>
                      <a:gd name="connsiteX2" fmla="*/ 734543 w 753157"/>
                      <a:gd name="connsiteY2" fmla="*/ 40581 h 132229"/>
                      <a:gd name="connsiteX3" fmla="*/ 746300 w 753157"/>
                      <a:gd name="connsiteY3" fmla="*/ 97051 h 132229"/>
                      <a:gd name="connsiteX4" fmla="*/ 753157 w 753157"/>
                      <a:gd name="connsiteY4" fmla="*/ 132229 h 132229"/>
                      <a:gd name="connsiteX5" fmla="*/ 0 w 753157"/>
                      <a:gd name="connsiteY5" fmla="*/ 132229 h 132229"/>
                      <a:gd name="connsiteX6" fmla="*/ 15633 w 753157"/>
                      <a:gd name="connsiteY6" fmla="*/ 96369 h 132229"/>
                      <a:gd name="connsiteX7" fmla="*/ 40636 w 753157"/>
                      <a:gd name="connsiteY7" fmla="*/ 41910 h 132229"/>
                      <a:gd name="connsiteX8" fmla="*/ 56641 w 753157"/>
                      <a:gd name="connsiteY8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3157" h="132229">
                        <a:moveTo>
                          <a:pt x="56641" y="0"/>
                        </a:moveTo>
                        <a:lnTo>
                          <a:pt x="727724" y="0"/>
                        </a:lnTo>
                        <a:lnTo>
                          <a:pt x="734543" y="40581"/>
                        </a:lnTo>
                        <a:cubicBezTo>
                          <a:pt x="738312" y="59788"/>
                          <a:pt x="742331" y="78228"/>
                          <a:pt x="746300" y="97051"/>
                        </a:cubicBezTo>
                        <a:lnTo>
                          <a:pt x="753157" y="132229"/>
                        </a:lnTo>
                        <a:lnTo>
                          <a:pt x="0" y="132229"/>
                        </a:lnTo>
                        <a:lnTo>
                          <a:pt x="15633" y="96369"/>
                        </a:lnTo>
                        <a:cubicBezTo>
                          <a:pt x="24076" y="78217"/>
                          <a:pt x="32540" y="60499"/>
                          <a:pt x="40636" y="41910"/>
                        </a:cubicBezTo>
                        <a:lnTo>
                          <a:pt x="56641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28" name="Rectangle 10">
                <a:extLst>
                  <a:ext uri="{FF2B5EF4-FFF2-40B4-BE49-F238E27FC236}">
                    <a16:creationId xmlns:a16="http://schemas.microsoft.com/office/drawing/2014/main" id="{4FFF77CD-BF93-22BB-3D16-11E9C2D711C8}"/>
                  </a:ext>
                </a:extLst>
              </p:cNvPr>
              <p:cNvSpPr/>
              <p:nvPr/>
            </p:nvSpPr>
            <p:spPr>
              <a:xfrm rot="15891605" flipH="1">
                <a:off x="7607480" y="5043946"/>
                <a:ext cx="405531" cy="896667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988B78-05AF-2E3D-9528-E8928599D090}"/>
                </a:ext>
              </a:extLst>
            </p:cNvPr>
            <p:cNvSpPr/>
            <p:nvPr/>
          </p:nvSpPr>
          <p:spPr>
            <a:xfrm rot="2657808">
              <a:off x="9145625" y="6237502"/>
              <a:ext cx="631511" cy="767500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2653775-CE69-D82C-51B7-9FB4D16243A9}"/>
                </a:ext>
              </a:extLst>
            </p:cNvPr>
            <p:cNvSpPr/>
            <p:nvPr/>
          </p:nvSpPr>
          <p:spPr>
            <a:xfrm rot="19243741">
              <a:off x="6849799" y="6181421"/>
              <a:ext cx="631511" cy="767500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E768900-2A52-FA7B-42FC-9D729FE4D7E4}"/>
                </a:ext>
              </a:extLst>
            </p:cNvPr>
            <p:cNvSpPr/>
            <p:nvPr/>
          </p:nvSpPr>
          <p:spPr>
            <a:xfrm rot="4461681">
              <a:off x="8692502" y="4615647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5EFE65-A269-279A-6C5C-C83436E8A8DA}"/>
                </a:ext>
              </a:extLst>
            </p:cNvPr>
            <p:cNvSpPr/>
            <p:nvPr/>
          </p:nvSpPr>
          <p:spPr>
            <a:xfrm rot="4843698">
              <a:off x="8852496" y="4901347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16BCDC-23E5-63B3-ED82-C904D29E967B}"/>
                </a:ext>
              </a:extLst>
            </p:cNvPr>
            <p:cNvSpPr/>
            <p:nvPr/>
          </p:nvSpPr>
          <p:spPr>
            <a:xfrm rot="16871502" flipH="1">
              <a:off x="7535453" y="4640986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885EA89-42A3-2D43-4208-0BD5E66A608D}"/>
                </a:ext>
              </a:extLst>
            </p:cNvPr>
            <p:cNvSpPr/>
            <p:nvPr/>
          </p:nvSpPr>
          <p:spPr>
            <a:xfrm rot="16871502" flipH="1">
              <a:off x="7388204" y="4929244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35B1EC8-4C76-7904-10F8-196C83D59E41}"/>
                </a:ext>
              </a:extLst>
            </p:cNvPr>
            <p:cNvGrpSpPr/>
            <p:nvPr/>
          </p:nvGrpSpPr>
          <p:grpSpPr>
            <a:xfrm>
              <a:off x="8442217" y="2531946"/>
              <a:ext cx="733425" cy="904875"/>
              <a:chOff x="3136396" y="2568204"/>
              <a:chExt cx="733425" cy="904875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BDF595D-BF0E-0228-9BF4-B3E0107346DC}"/>
                  </a:ext>
                </a:extLst>
              </p:cNvPr>
              <p:cNvSpPr/>
              <p:nvPr/>
            </p:nvSpPr>
            <p:spPr>
              <a:xfrm rot="21237501">
                <a:off x="3136396" y="2568204"/>
                <a:ext cx="733425" cy="904875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FB05CA4-E453-A387-4CDF-51196F50157A}"/>
                  </a:ext>
                </a:extLst>
              </p:cNvPr>
              <p:cNvGrpSpPr/>
              <p:nvPr/>
            </p:nvGrpSpPr>
            <p:grpSpPr>
              <a:xfrm>
                <a:off x="3242802" y="2684520"/>
                <a:ext cx="468068" cy="581411"/>
                <a:chOff x="3242802" y="2684520"/>
                <a:chExt cx="468068" cy="581411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DFA56F9-660D-770C-7AAE-906678B3ECCF}"/>
                    </a:ext>
                  </a:extLst>
                </p:cNvPr>
                <p:cNvSpPr/>
                <p:nvPr/>
              </p:nvSpPr>
              <p:spPr>
                <a:xfrm>
                  <a:off x="3242802" y="2684520"/>
                  <a:ext cx="285750" cy="41910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Oval 8">
                  <a:extLst>
                    <a:ext uri="{FF2B5EF4-FFF2-40B4-BE49-F238E27FC236}">
                      <a16:creationId xmlns:a16="http://schemas.microsoft.com/office/drawing/2014/main" id="{A55957FB-6F04-BCD9-6DD2-1CB780844769}"/>
                    </a:ext>
                  </a:extLst>
                </p:cNvPr>
                <p:cNvSpPr/>
                <p:nvPr/>
              </p:nvSpPr>
              <p:spPr>
                <a:xfrm rot="21441304">
                  <a:off x="3531864" y="3118252"/>
                  <a:ext cx="179006" cy="147679"/>
                </a:xfrm>
                <a:custGeom>
                  <a:avLst/>
                  <a:gdLst>
                    <a:gd name="connsiteX0" fmla="*/ 0 w 285750"/>
                    <a:gd name="connsiteY0" fmla="*/ 209550 h 419100"/>
                    <a:gd name="connsiteX1" fmla="*/ 142875 w 285750"/>
                    <a:gd name="connsiteY1" fmla="*/ 0 h 419100"/>
                    <a:gd name="connsiteX2" fmla="*/ 285750 w 285750"/>
                    <a:gd name="connsiteY2" fmla="*/ 209550 h 419100"/>
                    <a:gd name="connsiteX3" fmla="*/ 142875 w 285750"/>
                    <a:gd name="connsiteY3" fmla="*/ 419100 h 419100"/>
                    <a:gd name="connsiteX4" fmla="*/ 0 w 285750"/>
                    <a:gd name="connsiteY4" fmla="*/ 209550 h 419100"/>
                    <a:gd name="connsiteX0" fmla="*/ 0 w 285750"/>
                    <a:gd name="connsiteY0" fmla="*/ 209550 h 235743"/>
                    <a:gd name="connsiteX1" fmla="*/ 142875 w 285750"/>
                    <a:gd name="connsiteY1" fmla="*/ 0 h 235743"/>
                    <a:gd name="connsiteX2" fmla="*/ 285750 w 285750"/>
                    <a:gd name="connsiteY2" fmla="*/ 209550 h 235743"/>
                    <a:gd name="connsiteX3" fmla="*/ 0 w 285750"/>
                    <a:gd name="connsiteY3" fmla="*/ 209550 h 23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50" h="235743">
                      <a:moveTo>
                        <a:pt x="0" y="209550"/>
                      </a:moveTo>
                      <a:cubicBezTo>
                        <a:pt x="0" y="93819"/>
                        <a:pt x="63967" y="0"/>
                        <a:pt x="142875" y="0"/>
                      </a:cubicBezTo>
                      <a:cubicBezTo>
                        <a:pt x="221783" y="0"/>
                        <a:pt x="285750" y="93819"/>
                        <a:pt x="285750" y="209550"/>
                      </a:cubicBezTo>
                      <a:cubicBezTo>
                        <a:pt x="261938" y="244475"/>
                        <a:pt x="23812" y="244475"/>
                        <a:pt x="0" y="209550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61F405E-3E07-7A0D-989E-D07EBF899EA6}"/>
              </a:ext>
            </a:extLst>
          </p:cNvPr>
          <p:cNvGrpSpPr/>
          <p:nvPr/>
        </p:nvGrpSpPr>
        <p:grpSpPr>
          <a:xfrm>
            <a:off x="1657368" y="1620442"/>
            <a:ext cx="3917932" cy="5826072"/>
            <a:chOff x="6020774" y="724957"/>
            <a:chExt cx="4223220" cy="6280045"/>
          </a:xfrm>
          <a:solidFill>
            <a:schemeClr val="bg1"/>
          </a:solidFill>
        </p:grpSpPr>
        <p:sp>
          <p:nvSpPr>
            <p:cNvPr id="113" name="Rectangle 13">
              <a:extLst>
                <a:ext uri="{FF2B5EF4-FFF2-40B4-BE49-F238E27FC236}">
                  <a16:creationId xmlns:a16="http://schemas.microsoft.com/office/drawing/2014/main" id="{30359297-D683-4E0E-21F4-F9C3BE11FC0A}"/>
                </a:ext>
              </a:extLst>
            </p:cNvPr>
            <p:cNvSpPr/>
            <p:nvPr/>
          </p:nvSpPr>
          <p:spPr>
            <a:xfrm rot="10543323">
              <a:off x="6626627" y="3992947"/>
              <a:ext cx="798995" cy="1408677"/>
            </a:xfrm>
            <a:custGeom>
              <a:avLst/>
              <a:gdLst>
                <a:gd name="connsiteX0" fmla="*/ 0 w 247981"/>
                <a:gd name="connsiteY0" fmla="*/ 0 h 247255"/>
                <a:gd name="connsiteX1" fmla="*/ 247981 w 247981"/>
                <a:gd name="connsiteY1" fmla="*/ 0 h 247255"/>
                <a:gd name="connsiteX2" fmla="*/ 247981 w 247981"/>
                <a:gd name="connsiteY2" fmla="*/ 247255 h 247255"/>
                <a:gd name="connsiteX3" fmla="*/ 0 w 247981"/>
                <a:gd name="connsiteY3" fmla="*/ 247255 h 247255"/>
                <a:gd name="connsiteX4" fmla="*/ 0 w 247981"/>
                <a:gd name="connsiteY4" fmla="*/ 0 h 247255"/>
                <a:gd name="connsiteX0" fmla="*/ 0 w 324181"/>
                <a:gd name="connsiteY0" fmla="*/ 0 h 437755"/>
                <a:gd name="connsiteX1" fmla="*/ 247981 w 324181"/>
                <a:gd name="connsiteY1" fmla="*/ 0 h 437755"/>
                <a:gd name="connsiteX2" fmla="*/ 324181 w 324181"/>
                <a:gd name="connsiteY2" fmla="*/ 437755 h 437755"/>
                <a:gd name="connsiteX3" fmla="*/ 0 w 324181"/>
                <a:gd name="connsiteY3" fmla="*/ 247255 h 437755"/>
                <a:gd name="connsiteX4" fmla="*/ 0 w 324181"/>
                <a:gd name="connsiteY4" fmla="*/ 0 h 437755"/>
                <a:gd name="connsiteX0" fmla="*/ 0 w 392761"/>
                <a:gd name="connsiteY0" fmla="*/ 0 h 437755"/>
                <a:gd name="connsiteX1" fmla="*/ 392761 w 392761"/>
                <a:gd name="connsiteY1" fmla="*/ 312420 h 437755"/>
                <a:gd name="connsiteX2" fmla="*/ 324181 w 392761"/>
                <a:gd name="connsiteY2" fmla="*/ 437755 h 437755"/>
                <a:gd name="connsiteX3" fmla="*/ 0 w 392761"/>
                <a:gd name="connsiteY3" fmla="*/ 247255 h 437755"/>
                <a:gd name="connsiteX4" fmla="*/ 0 w 392761"/>
                <a:gd name="connsiteY4" fmla="*/ 0 h 437755"/>
                <a:gd name="connsiteX0" fmla="*/ 7620 w 392761"/>
                <a:gd name="connsiteY0" fmla="*/ 0 h 536815"/>
                <a:gd name="connsiteX1" fmla="*/ 392761 w 392761"/>
                <a:gd name="connsiteY1" fmla="*/ 411480 h 536815"/>
                <a:gd name="connsiteX2" fmla="*/ 324181 w 392761"/>
                <a:gd name="connsiteY2" fmla="*/ 536815 h 536815"/>
                <a:gd name="connsiteX3" fmla="*/ 0 w 392761"/>
                <a:gd name="connsiteY3" fmla="*/ 346315 h 536815"/>
                <a:gd name="connsiteX4" fmla="*/ 7620 w 392761"/>
                <a:gd name="connsiteY4" fmla="*/ 0 h 536815"/>
                <a:gd name="connsiteX0" fmla="*/ 7620 w 392761"/>
                <a:gd name="connsiteY0" fmla="*/ 2128 h 538943"/>
                <a:gd name="connsiteX1" fmla="*/ 392761 w 392761"/>
                <a:gd name="connsiteY1" fmla="*/ 413608 h 538943"/>
                <a:gd name="connsiteX2" fmla="*/ 324181 w 392761"/>
                <a:gd name="connsiteY2" fmla="*/ 538943 h 538943"/>
                <a:gd name="connsiteX3" fmla="*/ 0 w 392761"/>
                <a:gd name="connsiteY3" fmla="*/ 348443 h 538943"/>
                <a:gd name="connsiteX4" fmla="*/ 7620 w 392761"/>
                <a:gd name="connsiteY4" fmla="*/ 2128 h 538943"/>
                <a:gd name="connsiteX0" fmla="*/ 7620 w 392761"/>
                <a:gd name="connsiteY0" fmla="*/ 2229 h 539044"/>
                <a:gd name="connsiteX1" fmla="*/ 392761 w 392761"/>
                <a:gd name="connsiteY1" fmla="*/ 413709 h 539044"/>
                <a:gd name="connsiteX2" fmla="*/ 324181 w 392761"/>
                <a:gd name="connsiteY2" fmla="*/ 539044 h 539044"/>
                <a:gd name="connsiteX3" fmla="*/ 0 w 392761"/>
                <a:gd name="connsiteY3" fmla="*/ 348544 h 539044"/>
                <a:gd name="connsiteX4" fmla="*/ 7620 w 392761"/>
                <a:gd name="connsiteY4" fmla="*/ 2229 h 539044"/>
                <a:gd name="connsiteX0" fmla="*/ 7620 w 392761"/>
                <a:gd name="connsiteY0" fmla="*/ 2229 h 539044"/>
                <a:gd name="connsiteX1" fmla="*/ 392761 w 392761"/>
                <a:gd name="connsiteY1" fmla="*/ 413709 h 539044"/>
                <a:gd name="connsiteX2" fmla="*/ 324181 w 392761"/>
                <a:gd name="connsiteY2" fmla="*/ 539044 h 539044"/>
                <a:gd name="connsiteX3" fmla="*/ 0 w 392761"/>
                <a:gd name="connsiteY3" fmla="*/ 348544 h 539044"/>
                <a:gd name="connsiteX4" fmla="*/ 7620 w 392761"/>
                <a:gd name="connsiteY4" fmla="*/ 2229 h 539044"/>
                <a:gd name="connsiteX0" fmla="*/ 7620 w 392761"/>
                <a:gd name="connsiteY0" fmla="*/ 2229 h 539044"/>
                <a:gd name="connsiteX1" fmla="*/ 392761 w 392761"/>
                <a:gd name="connsiteY1" fmla="*/ 413709 h 539044"/>
                <a:gd name="connsiteX2" fmla="*/ 324181 w 392761"/>
                <a:gd name="connsiteY2" fmla="*/ 539044 h 539044"/>
                <a:gd name="connsiteX3" fmla="*/ 0 w 392761"/>
                <a:gd name="connsiteY3" fmla="*/ 272344 h 539044"/>
                <a:gd name="connsiteX4" fmla="*/ 7620 w 392761"/>
                <a:gd name="connsiteY4" fmla="*/ 2229 h 539044"/>
                <a:gd name="connsiteX0" fmla="*/ 7620 w 697918"/>
                <a:gd name="connsiteY0" fmla="*/ 2229 h 1408677"/>
                <a:gd name="connsiteX1" fmla="*/ 392761 w 697918"/>
                <a:gd name="connsiteY1" fmla="*/ 413709 h 1408677"/>
                <a:gd name="connsiteX2" fmla="*/ 697561 w 697918"/>
                <a:gd name="connsiteY2" fmla="*/ 1408677 h 1408677"/>
                <a:gd name="connsiteX3" fmla="*/ 324181 w 697918"/>
                <a:gd name="connsiteY3" fmla="*/ 539044 h 1408677"/>
                <a:gd name="connsiteX4" fmla="*/ 0 w 697918"/>
                <a:gd name="connsiteY4" fmla="*/ 272344 h 1408677"/>
                <a:gd name="connsiteX5" fmla="*/ 7620 w 697918"/>
                <a:gd name="connsiteY5" fmla="*/ 2229 h 1408677"/>
                <a:gd name="connsiteX0" fmla="*/ 7620 w 697918"/>
                <a:gd name="connsiteY0" fmla="*/ 2229 h 1408677"/>
                <a:gd name="connsiteX1" fmla="*/ 392761 w 697918"/>
                <a:gd name="connsiteY1" fmla="*/ 413709 h 1408677"/>
                <a:gd name="connsiteX2" fmla="*/ 697561 w 697918"/>
                <a:gd name="connsiteY2" fmla="*/ 1408677 h 1408677"/>
                <a:gd name="connsiteX3" fmla="*/ 324181 w 697918"/>
                <a:gd name="connsiteY3" fmla="*/ 539044 h 1408677"/>
                <a:gd name="connsiteX4" fmla="*/ 0 w 697918"/>
                <a:gd name="connsiteY4" fmla="*/ 272344 h 1408677"/>
                <a:gd name="connsiteX5" fmla="*/ 7620 w 697918"/>
                <a:gd name="connsiteY5" fmla="*/ 2229 h 1408677"/>
                <a:gd name="connsiteX0" fmla="*/ 7620 w 697918"/>
                <a:gd name="connsiteY0" fmla="*/ 2229 h 1408677"/>
                <a:gd name="connsiteX1" fmla="*/ 392761 w 697918"/>
                <a:gd name="connsiteY1" fmla="*/ 413709 h 1408677"/>
                <a:gd name="connsiteX2" fmla="*/ 697561 w 697918"/>
                <a:gd name="connsiteY2" fmla="*/ 1408677 h 1408677"/>
                <a:gd name="connsiteX3" fmla="*/ 324181 w 697918"/>
                <a:gd name="connsiteY3" fmla="*/ 539044 h 1408677"/>
                <a:gd name="connsiteX4" fmla="*/ 0 w 697918"/>
                <a:gd name="connsiteY4" fmla="*/ 272344 h 1408677"/>
                <a:gd name="connsiteX5" fmla="*/ 7620 w 697918"/>
                <a:gd name="connsiteY5" fmla="*/ 2229 h 1408677"/>
                <a:gd name="connsiteX0" fmla="*/ 7620 w 793507"/>
                <a:gd name="connsiteY0" fmla="*/ 2229 h 1408677"/>
                <a:gd name="connsiteX1" fmla="*/ 392761 w 793507"/>
                <a:gd name="connsiteY1" fmla="*/ 413709 h 1408677"/>
                <a:gd name="connsiteX2" fmla="*/ 697561 w 793507"/>
                <a:gd name="connsiteY2" fmla="*/ 1408677 h 1408677"/>
                <a:gd name="connsiteX3" fmla="*/ 324181 w 793507"/>
                <a:gd name="connsiteY3" fmla="*/ 539044 h 1408677"/>
                <a:gd name="connsiteX4" fmla="*/ 0 w 793507"/>
                <a:gd name="connsiteY4" fmla="*/ 272344 h 1408677"/>
                <a:gd name="connsiteX5" fmla="*/ 7620 w 793507"/>
                <a:gd name="connsiteY5" fmla="*/ 2229 h 1408677"/>
                <a:gd name="connsiteX0" fmla="*/ 7620 w 798995"/>
                <a:gd name="connsiteY0" fmla="*/ 2229 h 1408677"/>
                <a:gd name="connsiteX1" fmla="*/ 392761 w 798995"/>
                <a:gd name="connsiteY1" fmla="*/ 413709 h 1408677"/>
                <a:gd name="connsiteX2" fmla="*/ 697561 w 798995"/>
                <a:gd name="connsiteY2" fmla="*/ 1408677 h 1408677"/>
                <a:gd name="connsiteX3" fmla="*/ 324181 w 798995"/>
                <a:gd name="connsiteY3" fmla="*/ 539044 h 1408677"/>
                <a:gd name="connsiteX4" fmla="*/ 0 w 798995"/>
                <a:gd name="connsiteY4" fmla="*/ 272344 h 1408677"/>
                <a:gd name="connsiteX5" fmla="*/ 7620 w 798995"/>
                <a:gd name="connsiteY5" fmla="*/ 2229 h 140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995" h="1408677">
                  <a:moveTo>
                    <a:pt x="7620" y="2229"/>
                  </a:moveTo>
                  <a:cubicBezTo>
                    <a:pt x="250300" y="-28251"/>
                    <a:pt x="340581" y="261309"/>
                    <a:pt x="392761" y="413709"/>
                  </a:cubicBezTo>
                  <a:cubicBezTo>
                    <a:pt x="1056336" y="461202"/>
                    <a:pt x="710261" y="1389759"/>
                    <a:pt x="697561" y="1408677"/>
                  </a:cubicBezTo>
                  <a:cubicBezTo>
                    <a:pt x="163526" y="999736"/>
                    <a:pt x="310528" y="562222"/>
                    <a:pt x="324181" y="539044"/>
                  </a:cubicBezTo>
                  <a:cubicBezTo>
                    <a:pt x="216121" y="475544"/>
                    <a:pt x="108060" y="76764"/>
                    <a:pt x="0" y="272344"/>
                  </a:cubicBezTo>
                  <a:lnTo>
                    <a:pt x="7620" y="2229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Oval 45">
              <a:extLst>
                <a:ext uri="{FF2B5EF4-FFF2-40B4-BE49-F238E27FC236}">
                  <a16:creationId xmlns:a16="http://schemas.microsoft.com/office/drawing/2014/main" id="{6668C720-F765-2FE8-BB57-03BDFF1D9EA6}"/>
                </a:ext>
              </a:extLst>
            </p:cNvPr>
            <p:cNvSpPr/>
            <p:nvPr/>
          </p:nvSpPr>
          <p:spPr>
            <a:xfrm>
              <a:off x="6843811" y="4006077"/>
              <a:ext cx="2721742" cy="2893709"/>
            </a:xfrm>
            <a:custGeom>
              <a:avLst/>
              <a:gdLst>
                <a:gd name="connsiteX0" fmla="*/ 0 w 3853297"/>
                <a:gd name="connsiteY0" fmla="*/ 2456479 h 4912958"/>
                <a:gd name="connsiteX1" fmla="*/ 1926649 w 3853297"/>
                <a:gd name="connsiteY1" fmla="*/ 0 h 4912958"/>
                <a:gd name="connsiteX2" fmla="*/ 3853298 w 3853297"/>
                <a:gd name="connsiteY2" fmla="*/ 2456479 h 4912958"/>
                <a:gd name="connsiteX3" fmla="*/ 1926649 w 3853297"/>
                <a:gd name="connsiteY3" fmla="*/ 4912958 h 4912958"/>
                <a:gd name="connsiteX4" fmla="*/ 0 w 3853297"/>
                <a:gd name="connsiteY4" fmla="*/ 2456479 h 4912958"/>
                <a:gd name="connsiteX0" fmla="*/ 0 w 3853298"/>
                <a:gd name="connsiteY0" fmla="*/ 2456479 h 2763538"/>
                <a:gd name="connsiteX1" fmla="*/ 1926649 w 3853298"/>
                <a:gd name="connsiteY1" fmla="*/ 0 h 2763538"/>
                <a:gd name="connsiteX2" fmla="*/ 3853298 w 3853298"/>
                <a:gd name="connsiteY2" fmla="*/ 2456479 h 2763538"/>
                <a:gd name="connsiteX3" fmla="*/ 0 w 3853298"/>
                <a:gd name="connsiteY3" fmla="*/ 2456479 h 2763538"/>
                <a:gd name="connsiteX0" fmla="*/ 0 w 3853298"/>
                <a:gd name="connsiteY0" fmla="*/ 2456479 h 2909733"/>
                <a:gd name="connsiteX1" fmla="*/ 1926649 w 3853298"/>
                <a:gd name="connsiteY1" fmla="*/ 0 h 2909733"/>
                <a:gd name="connsiteX2" fmla="*/ 3853298 w 3853298"/>
                <a:gd name="connsiteY2" fmla="*/ 2456479 h 2909733"/>
                <a:gd name="connsiteX3" fmla="*/ 0 w 3853298"/>
                <a:gd name="connsiteY3" fmla="*/ 2456479 h 2909733"/>
                <a:gd name="connsiteX0" fmla="*/ 53556 w 3906854"/>
                <a:gd name="connsiteY0" fmla="*/ 2456479 h 2980692"/>
                <a:gd name="connsiteX1" fmla="*/ 1980205 w 3906854"/>
                <a:gd name="connsiteY1" fmla="*/ 0 h 2980692"/>
                <a:gd name="connsiteX2" fmla="*/ 3906854 w 3906854"/>
                <a:gd name="connsiteY2" fmla="*/ 2456479 h 2980692"/>
                <a:gd name="connsiteX3" fmla="*/ 53556 w 3906854"/>
                <a:gd name="connsiteY3" fmla="*/ 2456479 h 2980692"/>
                <a:gd name="connsiteX0" fmla="*/ 53556 w 3906854"/>
                <a:gd name="connsiteY0" fmla="*/ 2456479 h 3002388"/>
                <a:gd name="connsiteX1" fmla="*/ 1980205 w 3906854"/>
                <a:gd name="connsiteY1" fmla="*/ 0 h 3002388"/>
                <a:gd name="connsiteX2" fmla="*/ 3906854 w 3906854"/>
                <a:gd name="connsiteY2" fmla="*/ 2456479 h 3002388"/>
                <a:gd name="connsiteX3" fmla="*/ 53556 w 3906854"/>
                <a:gd name="connsiteY3" fmla="*/ 2456479 h 3002388"/>
                <a:gd name="connsiteX0" fmla="*/ 23826 w 3877124"/>
                <a:gd name="connsiteY0" fmla="*/ 2456479 h 3002388"/>
                <a:gd name="connsiteX1" fmla="*/ 1950475 w 3877124"/>
                <a:gd name="connsiteY1" fmla="*/ 0 h 3002388"/>
                <a:gd name="connsiteX2" fmla="*/ 3877124 w 3877124"/>
                <a:gd name="connsiteY2" fmla="*/ 2456479 h 3002388"/>
                <a:gd name="connsiteX3" fmla="*/ 23826 w 3877124"/>
                <a:gd name="connsiteY3" fmla="*/ 2456479 h 3002388"/>
                <a:gd name="connsiteX0" fmla="*/ 23826 w 3877124"/>
                <a:gd name="connsiteY0" fmla="*/ 2456479 h 3020035"/>
                <a:gd name="connsiteX1" fmla="*/ 1950475 w 3877124"/>
                <a:gd name="connsiteY1" fmla="*/ 0 h 3020035"/>
                <a:gd name="connsiteX2" fmla="*/ 3877124 w 3877124"/>
                <a:gd name="connsiteY2" fmla="*/ 2456479 h 3020035"/>
                <a:gd name="connsiteX3" fmla="*/ 23826 w 3877124"/>
                <a:gd name="connsiteY3" fmla="*/ 2456479 h 3020035"/>
                <a:gd name="connsiteX0" fmla="*/ 23826 w 3878799"/>
                <a:gd name="connsiteY0" fmla="*/ 2456479 h 2979223"/>
                <a:gd name="connsiteX1" fmla="*/ 1950475 w 3878799"/>
                <a:gd name="connsiteY1" fmla="*/ 0 h 2979223"/>
                <a:gd name="connsiteX2" fmla="*/ 3877124 w 3878799"/>
                <a:gd name="connsiteY2" fmla="*/ 2456479 h 2979223"/>
                <a:gd name="connsiteX3" fmla="*/ 23826 w 3878799"/>
                <a:gd name="connsiteY3" fmla="*/ 2456479 h 2979223"/>
                <a:gd name="connsiteX0" fmla="*/ 18289 w 3831944"/>
                <a:gd name="connsiteY0" fmla="*/ 2365792 h 2936870"/>
                <a:gd name="connsiteX1" fmla="*/ 1903602 w 3831944"/>
                <a:gd name="connsiteY1" fmla="*/ 100 h 2936870"/>
                <a:gd name="connsiteX2" fmla="*/ 3830251 w 3831944"/>
                <a:gd name="connsiteY2" fmla="*/ 2456579 h 2936870"/>
                <a:gd name="connsiteX3" fmla="*/ 18289 w 3831944"/>
                <a:gd name="connsiteY3" fmla="*/ 2365792 h 2936870"/>
                <a:gd name="connsiteX0" fmla="*/ 580 w 3814163"/>
                <a:gd name="connsiteY0" fmla="*/ 2365798 h 2968844"/>
                <a:gd name="connsiteX1" fmla="*/ 1885893 w 3814163"/>
                <a:gd name="connsiteY1" fmla="*/ 106 h 2968844"/>
                <a:gd name="connsiteX2" fmla="*/ 3812542 w 3814163"/>
                <a:gd name="connsiteY2" fmla="*/ 2456585 h 2968844"/>
                <a:gd name="connsiteX3" fmla="*/ 580 w 3814163"/>
                <a:gd name="connsiteY3" fmla="*/ 2365798 h 296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4163" h="2968844">
                  <a:moveTo>
                    <a:pt x="580" y="2365798"/>
                  </a:moveTo>
                  <a:cubicBezTo>
                    <a:pt x="-31177" y="1593231"/>
                    <a:pt x="1250566" y="-15025"/>
                    <a:pt x="1885893" y="106"/>
                  </a:cubicBezTo>
                  <a:cubicBezTo>
                    <a:pt x="2521220" y="15237"/>
                    <a:pt x="3812542" y="1099909"/>
                    <a:pt x="3812542" y="2456585"/>
                  </a:cubicBezTo>
                  <a:cubicBezTo>
                    <a:pt x="3904794" y="3168626"/>
                    <a:pt x="32337" y="3138365"/>
                    <a:pt x="580" y="2365798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575B1525-6A21-5332-98D4-ECC999C9CD15}"/>
                </a:ext>
              </a:extLst>
            </p:cNvPr>
            <p:cNvGrpSpPr/>
            <p:nvPr/>
          </p:nvGrpSpPr>
          <p:grpSpPr>
            <a:xfrm>
              <a:off x="8361392" y="724957"/>
              <a:ext cx="1882602" cy="1441275"/>
              <a:chOff x="3716080" y="722296"/>
              <a:chExt cx="1882602" cy="1441275"/>
            </a:xfrm>
            <a:grpFill/>
          </p:grpSpPr>
          <p:sp>
            <p:nvSpPr>
              <p:cNvPr id="165" name="Rectangle 10">
                <a:extLst>
                  <a:ext uri="{FF2B5EF4-FFF2-40B4-BE49-F238E27FC236}">
                    <a16:creationId xmlns:a16="http://schemas.microsoft.com/office/drawing/2014/main" id="{DA86AD7D-8434-C39B-36A3-D5206D1D1E7E}"/>
                  </a:ext>
                </a:extLst>
              </p:cNvPr>
              <p:cNvSpPr/>
              <p:nvPr/>
            </p:nvSpPr>
            <p:spPr>
              <a:xfrm rot="2924819">
                <a:off x="3993528" y="558418"/>
                <a:ext cx="1327705" cy="1882602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705" h="1882602">
                    <a:moveTo>
                      <a:pt x="462742" y="0"/>
                    </a:moveTo>
                    <a:cubicBezTo>
                      <a:pt x="1734797" y="123458"/>
                      <a:pt x="1324468" y="1457285"/>
                      <a:pt x="976134" y="1882602"/>
                    </a:cubicBezTo>
                    <a:lnTo>
                      <a:pt x="395109" y="1882602"/>
                    </a:lnTo>
                    <a:cubicBezTo>
                      <a:pt x="-122245" y="1668405"/>
                      <a:pt x="-163555" y="478085"/>
                      <a:pt x="462742" y="0"/>
                    </a:cubicBez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Rectangle 10">
                <a:extLst>
                  <a:ext uri="{FF2B5EF4-FFF2-40B4-BE49-F238E27FC236}">
                    <a16:creationId xmlns:a16="http://schemas.microsoft.com/office/drawing/2014/main" id="{4DA9E249-B4EB-9C16-754B-D6FB95C1B0AB}"/>
                  </a:ext>
                </a:extLst>
              </p:cNvPr>
              <p:cNvSpPr/>
              <p:nvPr/>
            </p:nvSpPr>
            <p:spPr>
              <a:xfrm rot="2113173">
                <a:off x="4453375" y="722296"/>
                <a:ext cx="912080" cy="1296451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933518C-5CF8-718C-1206-63877059E416}"/>
                </a:ext>
              </a:extLst>
            </p:cNvPr>
            <p:cNvGrpSpPr/>
            <p:nvPr/>
          </p:nvGrpSpPr>
          <p:grpSpPr>
            <a:xfrm flipH="1">
              <a:off x="6020774" y="829351"/>
              <a:ext cx="1882602" cy="1441275"/>
              <a:chOff x="3716080" y="722296"/>
              <a:chExt cx="1882602" cy="1441275"/>
            </a:xfrm>
            <a:grpFill/>
          </p:grpSpPr>
          <p:sp>
            <p:nvSpPr>
              <p:cNvPr id="163" name="Rectangle 10">
                <a:extLst>
                  <a:ext uri="{FF2B5EF4-FFF2-40B4-BE49-F238E27FC236}">
                    <a16:creationId xmlns:a16="http://schemas.microsoft.com/office/drawing/2014/main" id="{5AA8422A-E414-2CBE-DF3A-D062388EEAB1}"/>
                  </a:ext>
                </a:extLst>
              </p:cNvPr>
              <p:cNvSpPr/>
              <p:nvPr/>
            </p:nvSpPr>
            <p:spPr>
              <a:xfrm rot="2924819">
                <a:off x="3993528" y="558418"/>
                <a:ext cx="1327705" cy="1882602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705" h="1882602">
                    <a:moveTo>
                      <a:pt x="462742" y="0"/>
                    </a:moveTo>
                    <a:cubicBezTo>
                      <a:pt x="1734797" y="123458"/>
                      <a:pt x="1324468" y="1457285"/>
                      <a:pt x="976134" y="1882602"/>
                    </a:cubicBezTo>
                    <a:lnTo>
                      <a:pt x="395109" y="1882602"/>
                    </a:lnTo>
                    <a:cubicBezTo>
                      <a:pt x="-122245" y="1668405"/>
                      <a:pt x="-163555" y="478085"/>
                      <a:pt x="462742" y="0"/>
                    </a:cubicBez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Rectangle 10">
                <a:extLst>
                  <a:ext uri="{FF2B5EF4-FFF2-40B4-BE49-F238E27FC236}">
                    <a16:creationId xmlns:a16="http://schemas.microsoft.com/office/drawing/2014/main" id="{E84F2C31-9636-AF1B-F74E-977A70DF4A6E}"/>
                  </a:ext>
                </a:extLst>
              </p:cNvPr>
              <p:cNvSpPr/>
              <p:nvPr/>
            </p:nvSpPr>
            <p:spPr>
              <a:xfrm rot="2113173">
                <a:off x="4453375" y="722296"/>
                <a:ext cx="912080" cy="1296451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7" name="Rectangle 4">
              <a:extLst>
                <a:ext uri="{FF2B5EF4-FFF2-40B4-BE49-F238E27FC236}">
                  <a16:creationId xmlns:a16="http://schemas.microsoft.com/office/drawing/2014/main" id="{52FB2B62-AC6F-8A3E-1379-7D096C054495}"/>
                </a:ext>
              </a:extLst>
            </p:cNvPr>
            <p:cNvSpPr/>
            <p:nvPr/>
          </p:nvSpPr>
          <p:spPr>
            <a:xfrm rot="20924754">
              <a:off x="6840256" y="1522033"/>
              <a:ext cx="2553772" cy="3186586"/>
            </a:xfrm>
            <a:custGeom>
              <a:avLst/>
              <a:gdLst>
                <a:gd name="connsiteX0" fmla="*/ 0 w 1733265"/>
                <a:gd name="connsiteY0" fmla="*/ 0 h 1610436"/>
                <a:gd name="connsiteX1" fmla="*/ 1733265 w 1733265"/>
                <a:gd name="connsiteY1" fmla="*/ 0 h 1610436"/>
                <a:gd name="connsiteX2" fmla="*/ 1733265 w 1733265"/>
                <a:gd name="connsiteY2" fmla="*/ 1610436 h 1610436"/>
                <a:gd name="connsiteX3" fmla="*/ 0 w 1733265"/>
                <a:gd name="connsiteY3" fmla="*/ 1610436 h 1610436"/>
                <a:gd name="connsiteX4" fmla="*/ 0 w 1733265"/>
                <a:gd name="connsiteY4" fmla="*/ 0 h 1610436"/>
                <a:gd name="connsiteX0" fmla="*/ 257175 w 1990440"/>
                <a:gd name="connsiteY0" fmla="*/ 0 h 2239086"/>
                <a:gd name="connsiteX1" fmla="*/ 1990440 w 1990440"/>
                <a:gd name="connsiteY1" fmla="*/ 0 h 2239086"/>
                <a:gd name="connsiteX2" fmla="*/ 1990440 w 1990440"/>
                <a:gd name="connsiteY2" fmla="*/ 1610436 h 2239086"/>
                <a:gd name="connsiteX3" fmla="*/ 0 w 1990440"/>
                <a:gd name="connsiteY3" fmla="*/ 2239086 h 2239086"/>
                <a:gd name="connsiteX4" fmla="*/ 257175 w 1990440"/>
                <a:gd name="connsiteY4" fmla="*/ 0 h 2239086"/>
                <a:gd name="connsiteX0" fmla="*/ 2105025 w 2105025"/>
                <a:gd name="connsiteY0" fmla="*/ 0 h 2839161"/>
                <a:gd name="connsiteX1" fmla="*/ 1990440 w 2105025"/>
                <a:gd name="connsiteY1" fmla="*/ 600075 h 2839161"/>
                <a:gd name="connsiteX2" fmla="*/ 1990440 w 2105025"/>
                <a:gd name="connsiteY2" fmla="*/ 2210511 h 2839161"/>
                <a:gd name="connsiteX3" fmla="*/ 0 w 2105025"/>
                <a:gd name="connsiteY3" fmla="*/ 2839161 h 2839161"/>
                <a:gd name="connsiteX4" fmla="*/ 2105025 w 2105025"/>
                <a:gd name="connsiteY4" fmla="*/ 0 h 2839161"/>
                <a:gd name="connsiteX0" fmla="*/ 2105025 w 2105025"/>
                <a:gd name="connsiteY0" fmla="*/ 70455 h 2909616"/>
                <a:gd name="connsiteX1" fmla="*/ 1990440 w 2105025"/>
                <a:gd name="connsiteY1" fmla="*/ 670530 h 2909616"/>
                <a:gd name="connsiteX2" fmla="*/ 1990440 w 2105025"/>
                <a:gd name="connsiteY2" fmla="*/ 2280966 h 2909616"/>
                <a:gd name="connsiteX3" fmla="*/ 0 w 2105025"/>
                <a:gd name="connsiteY3" fmla="*/ 2909616 h 2909616"/>
                <a:gd name="connsiteX4" fmla="*/ 2105025 w 2105025"/>
                <a:gd name="connsiteY4" fmla="*/ 70455 h 2909616"/>
                <a:gd name="connsiteX0" fmla="*/ 2227317 w 2227317"/>
                <a:gd name="connsiteY0" fmla="*/ 76154 h 2915315"/>
                <a:gd name="connsiteX1" fmla="*/ 2112732 w 2227317"/>
                <a:gd name="connsiteY1" fmla="*/ 676229 h 2915315"/>
                <a:gd name="connsiteX2" fmla="*/ 2112732 w 2227317"/>
                <a:gd name="connsiteY2" fmla="*/ 2286665 h 2915315"/>
                <a:gd name="connsiteX3" fmla="*/ 122292 w 2227317"/>
                <a:gd name="connsiteY3" fmla="*/ 2915315 h 2915315"/>
                <a:gd name="connsiteX4" fmla="*/ 2227317 w 2227317"/>
                <a:gd name="connsiteY4" fmla="*/ 76154 h 2915315"/>
                <a:gd name="connsiteX0" fmla="*/ 2236514 w 2236514"/>
                <a:gd name="connsiteY0" fmla="*/ 76154 h 2915315"/>
                <a:gd name="connsiteX1" fmla="*/ 2121929 w 2236514"/>
                <a:gd name="connsiteY1" fmla="*/ 676229 h 2915315"/>
                <a:gd name="connsiteX2" fmla="*/ 2121929 w 2236514"/>
                <a:gd name="connsiteY2" fmla="*/ 2286665 h 2915315"/>
                <a:gd name="connsiteX3" fmla="*/ 131489 w 2236514"/>
                <a:gd name="connsiteY3" fmla="*/ 2915315 h 2915315"/>
                <a:gd name="connsiteX4" fmla="*/ 2236514 w 2236514"/>
                <a:gd name="connsiteY4" fmla="*/ 76154 h 2915315"/>
                <a:gd name="connsiteX0" fmla="*/ 2236514 w 2579129"/>
                <a:gd name="connsiteY0" fmla="*/ 76154 h 2915315"/>
                <a:gd name="connsiteX1" fmla="*/ 2121929 w 2579129"/>
                <a:gd name="connsiteY1" fmla="*/ 676229 h 2915315"/>
                <a:gd name="connsiteX2" fmla="*/ 2579129 w 2579129"/>
                <a:gd name="connsiteY2" fmla="*/ 2515265 h 2915315"/>
                <a:gd name="connsiteX3" fmla="*/ 131489 w 2579129"/>
                <a:gd name="connsiteY3" fmla="*/ 2915315 h 2915315"/>
                <a:gd name="connsiteX4" fmla="*/ 2236514 w 2579129"/>
                <a:gd name="connsiteY4" fmla="*/ 76154 h 2915315"/>
                <a:gd name="connsiteX0" fmla="*/ 2236514 w 2579129"/>
                <a:gd name="connsiteY0" fmla="*/ 76154 h 2915315"/>
                <a:gd name="connsiteX1" fmla="*/ 2579129 w 2579129"/>
                <a:gd name="connsiteY1" fmla="*/ 2515265 h 2915315"/>
                <a:gd name="connsiteX2" fmla="*/ 131489 w 2579129"/>
                <a:gd name="connsiteY2" fmla="*/ 2915315 h 2915315"/>
                <a:gd name="connsiteX3" fmla="*/ 2236514 w 2579129"/>
                <a:gd name="connsiteY3" fmla="*/ 76154 h 2915315"/>
                <a:gd name="connsiteX0" fmla="*/ 2236514 w 2764498"/>
                <a:gd name="connsiteY0" fmla="*/ 76154 h 2915315"/>
                <a:gd name="connsiteX1" fmla="*/ 2579129 w 2764498"/>
                <a:gd name="connsiteY1" fmla="*/ 2515265 h 2915315"/>
                <a:gd name="connsiteX2" fmla="*/ 131489 w 2764498"/>
                <a:gd name="connsiteY2" fmla="*/ 2915315 h 2915315"/>
                <a:gd name="connsiteX3" fmla="*/ 2236514 w 2764498"/>
                <a:gd name="connsiteY3" fmla="*/ 76154 h 2915315"/>
                <a:gd name="connsiteX0" fmla="*/ 2236514 w 2846407"/>
                <a:gd name="connsiteY0" fmla="*/ 76154 h 2915315"/>
                <a:gd name="connsiteX1" fmla="*/ 2579129 w 2846407"/>
                <a:gd name="connsiteY1" fmla="*/ 2515265 h 2915315"/>
                <a:gd name="connsiteX2" fmla="*/ 131489 w 2846407"/>
                <a:gd name="connsiteY2" fmla="*/ 2915315 h 2915315"/>
                <a:gd name="connsiteX3" fmla="*/ 2236514 w 2846407"/>
                <a:gd name="connsiteY3" fmla="*/ 76154 h 2915315"/>
                <a:gd name="connsiteX0" fmla="*/ 2236514 w 2754522"/>
                <a:gd name="connsiteY0" fmla="*/ 76154 h 2915315"/>
                <a:gd name="connsiteX1" fmla="*/ 2579129 w 2754522"/>
                <a:gd name="connsiteY1" fmla="*/ 2515265 h 2915315"/>
                <a:gd name="connsiteX2" fmla="*/ 131489 w 2754522"/>
                <a:gd name="connsiteY2" fmla="*/ 2915315 h 2915315"/>
                <a:gd name="connsiteX3" fmla="*/ 2236514 w 2754522"/>
                <a:gd name="connsiteY3" fmla="*/ 76154 h 2915315"/>
                <a:gd name="connsiteX0" fmla="*/ 2236514 w 2754522"/>
                <a:gd name="connsiteY0" fmla="*/ 76154 h 2915315"/>
                <a:gd name="connsiteX1" fmla="*/ 2579129 w 2754522"/>
                <a:gd name="connsiteY1" fmla="*/ 2515265 h 2915315"/>
                <a:gd name="connsiteX2" fmla="*/ 131489 w 2754522"/>
                <a:gd name="connsiteY2" fmla="*/ 2915315 h 2915315"/>
                <a:gd name="connsiteX3" fmla="*/ 2236514 w 2754522"/>
                <a:gd name="connsiteY3" fmla="*/ 76154 h 2915315"/>
                <a:gd name="connsiteX0" fmla="*/ 2236514 w 2754522"/>
                <a:gd name="connsiteY0" fmla="*/ 76154 h 3040589"/>
                <a:gd name="connsiteX1" fmla="*/ 2579129 w 2754522"/>
                <a:gd name="connsiteY1" fmla="*/ 2515265 h 3040589"/>
                <a:gd name="connsiteX2" fmla="*/ 131489 w 2754522"/>
                <a:gd name="connsiteY2" fmla="*/ 2915315 h 3040589"/>
                <a:gd name="connsiteX3" fmla="*/ 2236514 w 2754522"/>
                <a:gd name="connsiteY3" fmla="*/ 76154 h 3040589"/>
                <a:gd name="connsiteX0" fmla="*/ 2912859 w 3430867"/>
                <a:gd name="connsiteY0" fmla="*/ 4169 h 2968604"/>
                <a:gd name="connsiteX1" fmla="*/ 3255474 w 3430867"/>
                <a:gd name="connsiteY1" fmla="*/ 2443280 h 2968604"/>
                <a:gd name="connsiteX2" fmla="*/ 807834 w 3430867"/>
                <a:gd name="connsiteY2" fmla="*/ 2843330 h 2968604"/>
                <a:gd name="connsiteX3" fmla="*/ 102991 w 3430867"/>
                <a:gd name="connsiteY3" fmla="*/ 1802589 h 2968604"/>
                <a:gd name="connsiteX4" fmla="*/ 2912859 w 3430867"/>
                <a:gd name="connsiteY4" fmla="*/ 4169 h 2968604"/>
                <a:gd name="connsiteX0" fmla="*/ 2875610 w 3393618"/>
                <a:gd name="connsiteY0" fmla="*/ 4169 h 3052316"/>
                <a:gd name="connsiteX1" fmla="*/ 3218225 w 3393618"/>
                <a:gd name="connsiteY1" fmla="*/ 2443280 h 3052316"/>
                <a:gd name="connsiteX2" fmla="*/ 1294454 w 3393618"/>
                <a:gd name="connsiteY2" fmla="*/ 2962373 h 3052316"/>
                <a:gd name="connsiteX3" fmla="*/ 65742 w 3393618"/>
                <a:gd name="connsiteY3" fmla="*/ 1802589 h 3052316"/>
                <a:gd name="connsiteX4" fmla="*/ 2875610 w 3393618"/>
                <a:gd name="connsiteY4" fmla="*/ 4169 h 3052316"/>
                <a:gd name="connsiteX0" fmla="*/ 2049968 w 3241528"/>
                <a:gd name="connsiteY0" fmla="*/ 3753 h 3216191"/>
                <a:gd name="connsiteX1" fmla="*/ 3218225 w 3241528"/>
                <a:gd name="connsiteY1" fmla="*/ 2607155 h 3216191"/>
                <a:gd name="connsiteX2" fmla="*/ 1294454 w 3241528"/>
                <a:gd name="connsiteY2" fmla="*/ 3126248 h 3216191"/>
                <a:gd name="connsiteX3" fmla="*/ 65742 w 3241528"/>
                <a:gd name="connsiteY3" fmla="*/ 1966464 h 3216191"/>
                <a:gd name="connsiteX4" fmla="*/ 2049968 w 3241528"/>
                <a:gd name="connsiteY4" fmla="*/ 3753 h 3216191"/>
                <a:gd name="connsiteX0" fmla="*/ 2049968 w 3265381"/>
                <a:gd name="connsiteY0" fmla="*/ 3753 h 3216191"/>
                <a:gd name="connsiteX1" fmla="*/ 3218225 w 3265381"/>
                <a:gd name="connsiteY1" fmla="*/ 2607155 h 3216191"/>
                <a:gd name="connsiteX2" fmla="*/ 1294454 w 3265381"/>
                <a:gd name="connsiteY2" fmla="*/ 3126248 h 3216191"/>
                <a:gd name="connsiteX3" fmla="*/ 65742 w 3265381"/>
                <a:gd name="connsiteY3" fmla="*/ 1966464 h 3216191"/>
                <a:gd name="connsiteX4" fmla="*/ 2049968 w 3265381"/>
                <a:gd name="connsiteY4" fmla="*/ 3753 h 3216191"/>
                <a:gd name="connsiteX0" fmla="*/ 2049968 w 3265381"/>
                <a:gd name="connsiteY0" fmla="*/ 22933 h 3235371"/>
                <a:gd name="connsiteX1" fmla="*/ 3218225 w 3265381"/>
                <a:gd name="connsiteY1" fmla="*/ 2626335 h 3235371"/>
                <a:gd name="connsiteX2" fmla="*/ 1294454 w 3265381"/>
                <a:gd name="connsiteY2" fmla="*/ 3145428 h 3235371"/>
                <a:gd name="connsiteX3" fmla="*/ 65742 w 3265381"/>
                <a:gd name="connsiteY3" fmla="*/ 1985644 h 3235371"/>
                <a:gd name="connsiteX4" fmla="*/ 2049968 w 3265381"/>
                <a:gd name="connsiteY4" fmla="*/ 22933 h 3235371"/>
                <a:gd name="connsiteX0" fmla="*/ 2049968 w 3265381"/>
                <a:gd name="connsiteY0" fmla="*/ 24155 h 3236593"/>
                <a:gd name="connsiteX1" fmla="*/ 3218225 w 3265381"/>
                <a:gd name="connsiteY1" fmla="*/ 2627557 h 3236593"/>
                <a:gd name="connsiteX2" fmla="*/ 1294454 w 3265381"/>
                <a:gd name="connsiteY2" fmla="*/ 3146650 h 3236593"/>
                <a:gd name="connsiteX3" fmla="*/ 65742 w 3265381"/>
                <a:gd name="connsiteY3" fmla="*/ 1986866 h 3236593"/>
                <a:gd name="connsiteX4" fmla="*/ 2049968 w 3265381"/>
                <a:gd name="connsiteY4" fmla="*/ 24155 h 3236593"/>
                <a:gd name="connsiteX0" fmla="*/ 2039861 w 3255274"/>
                <a:gd name="connsiteY0" fmla="*/ 24155 h 3264969"/>
                <a:gd name="connsiteX1" fmla="*/ 3208118 w 3255274"/>
                <a:gd name="connsiteY1" fmla="*/ 2627557 h 3264969"/>
                <a:gd name="connsiteX2" fmla="*/ 1543413 w 3255274"/>
                <a:gd name="connsiteY2" fmla="*/ 3183402 h 3264969"/>
                <a:gd name="connsiteX3" fmla="*/ 55635 w 3255274"/>
                <a:gd name="connsiteY3" fmla="*/ 1986866 h 3264969"/>
                <a:gd name="connsiteX4" fmla="*/ 2039861 w 3255274"/>
                <a:gd name="connsiteY4" fmla="*/ 24155 h 3264969"/>
                <a:gd name="connsiteX0" fmla="*/ 2039861 w 3255274"/>
                <a:gd name="connsiteY0" fmla="*/ 24155 h 3199048"/>
                <a:gd name="connsiteX1" fmla="*/ 3208118 w 3255274"/>
                <a:gd name="connsiteY1" fmla="*/ 2627557 h 3199048"/>
                <a:gd name="connsiteX2" fmla="*/ 1543413 w 3255274"/>
                <a:gd name="connsiteY2" fmla="*/ 3183402 h 3199048"/>
                <a:gd name="connsiteX3" fmla="*/ 55635 w 3255274"/>
                <a:gd name="connsiteY3" fmla="*/ 1986866 h 3199048"/>
                <a:gd name="connsiteX4" fmla="*/ 2039861 w 3255274"/>
                <a:gd name="connsiteY4" fmla="*/ 24155 h 3199048"/>
                <a:gd name="connsiteX0" fmla="*/ 2039771 w 3255184"/>
                <a:gd name="connsiteY0" fmla="*/ 24155 h 3199048"/>
                <a:gd name="connsiteX1" fmla="*/ 3208028 w 3255184"/>
                <a:gd name="connsiteY1" fmla="*/ 2627557 h 3199048"/>
                <a:gd name="connsiteX2" fmla="*/ 1543323 w 3255184"/>
                <a:gd name="connsiteY2" fmla="*/ 3183402 h 3199048"/>
                <a:gd name="connsiteX3" fmla="*/ 55545 w 3255184"/>
                <a:gd name="connsiteY3" fmla="*/ 1986866 h 3199048"/>
                <a:gd name="connsiteX4" fmla="*/ 2039771 w 3255184"/>
                <a:gd name="connsiteY4" fmla="*/ 24155 h 3199048"/>
                <a:gd name="connsiteX0" fmla="*/ 1639752 w 2855165"/>
                <a:gd name="connsiteY0" fmla="*/ 26612 h 3201505"/>
                <a:gd name="connsiteX1" fmla="*/ 2808009 w 2855165"/>
                <a:gd name="connsiteY1" fmla="*/ 2630014 h 3201505"/>
                <a:gd name="connsiteX2" fmla="*/ 1143304 w 2855165"/>
                <a:gd name="connsiteY2" fmla="*/ 3185859 h 3201505"/>
                <a:gd name="connsiteX3" fmla="*/ 73796 w 2855165"/>
                <a:gd name="connsiteY3" fmla="*/ 1820973 h 3201505"/>
                <a:gd name="connsiteX4" fmla="*/ 1639752 w 2855165"/>
                <a:gd name="connsiteY4" fmla="*/ 26612 h 3201505"/>
                <a:gd name="connsiteX0" fmla="*/ 1639752 w 2631563"/>
                <a:gd name="connsiteY0" fmla="*/ 26612 h 3189772"/>
                <a:gd name="connsiteX1" fmla="*/ 2537467 w 2631563"/>
                <a:gd name="connsiteY1" fmla="*/ 2502186 h 3189772"/>
                <a:gd name="connsiteX2" fmla="*/ 1143304 w 2631563"/>
                <a:gd name="connsiteY2" fmla="*/ 3185859 h 3189772"/>
                <a:gd name="connsiteX3" fmla="*/ 73796 w 2631563"/>
                <a:gd name="connsiteY3" fmla="*/ 1820973 h 3189772"/>
                <a:gd name="connsiteX4" fmla="*/ 1639752 w 2631563"/>
                <a:gd name="connsiteY4" fmla="*/ 26612 h 3189772"/>
                <a:gd name="connsiteX0" fmla="*/ 1639752 w 2631563"/>
                <a:gd name="connsiteY0" fmla="*/ 26612 h 3196822"/>
                <a:gd name="connsiteX1" fmla="*/ 2537467 w 2631563"/>
                <a:gd name="connsiteY1" fmla="*/ 2502186 h 3196822"/>
                <a:gd name="connsiteX2" fmla="*/ 1143304 w 2631563"/>
                <a:gd name="connsiteY2" fmla="*/ 3185859 h 3196822"/>
                <a:gd name="connsiteX3" fmla="*/ 73796 w 2631563"/>
                <a:gd name="connsiteY3" fmla="*/ 1820973 h 3196822"/>
                <a:gd name="connsiteX4" fmla="*/ 1639752 w 2631563"/>
                <a:gd name="connsiteY4" fmla="*/ 26612 h 3196822"/>
                <a:gd name="connsiteX0" fmla="*/ 1639752 w 2655158"/>
                <a:gd name="connsiteY0" fmla="*/ 26612 h 3188392"/>
                <a:gd name="connsiteX1" fmla="*/ 2568625 w 2655158"/>
                <a:gd name="connsiteY1" fmla="*/ 2345599 h 3188392"/>
                <a:gd name="connsiteX2" fmla="*/ 1143304 w 2655158"/>
                <a:gd name="connsiteY2" fmla="*/ 3185859 h 3188392"/>
                <a:gd name="connsiteX3" fmla="*/ 73796 w 2655158"/>
                <a:gd name="connsiteY3" fmla="*/ 1820973 h 3188392"/>
                <a:gd name="connsiteX4" fmla="*/ 1639752 w 2655158"/>
                <a:gd name="connsiteY4" fmla="*/ 26612 h 3188392"/>
                <a:gd name="connsiteX0" fmla="*/ 1639752 w 2655158"/>
                <a:gd name="connsiteY0" fmla="*/ 26612 h 3191196"/>
                <a:gd name="connsiteX1" fmla="*/ 2568625 w 2655158"/>
                <a:gd name="connsiteY1" fmla="*/ 2345599 h 3191196"/>
                <a:gd name="connsiteX2" fmla="*/ 1143304 w 2655158"/>
                <a:gd name="connsiteY2" fmla="*/ 3185859 h 3191196"/>
                <a:gd name="connsiteX3" fmla="*/ 73796 w 2655158"/>
                <a:gd name="connsiteY3" fmla="*/ 1820973 h 3191196"/>
                <a:gd name="connsiteX4" fmla="*/ 1639752 w 2655158"/>
                <a:gd name="connsiteY4" fmla="*/ 26612 h 3191196"/>
                <a:gd name="connsiteX0" fmla="*/ 1639752 w 2655158"/>
                <a:gd name="connsiteY0" fmla="*/ 26612 h 3187542"/>
                <a:gd name="connsiteX1" fmla="*/ 2568625 w 2655158"/>
                <a:gd name="connsiteY1" fmla="*/ 2345599 h 3187542"/>
                <a:gd name="connsiteX2" fmla="*/ 1143304 w 2655158"/>
                <a:gd name="connsiteY2" fmla="*/ 3185859 h 3187542"/>
                <a:gd name="connsiteX3" fmla="*/ 73796 w 2655158"/>
                <a:gd name="connsiteY3" fmla="*/ 1820973 h 3187542"/>
                <a:gd name="connsiteX4" fmla="*/ 1639752 w 2655158"/>
                <a:gd name="connsiteY4" fmla="*/ 26612 h 3187542"/>
                <a:gd name="connsiteX0" fmla="*/ 1639752 w 2655158"/>
                <a:gd name="connsiteY0" fmla="*/ 26612 h 3186526"/>
                <a:gd name="connsiteX1" fmla="*/ 2568625 w 2655158"/>
                <a:gd name="connsiteY1" fmla="*/ 2345599 h 3186526"/>
                <a:gd name="connsiteX2" fmla="*/ 1143304 w 2655158"/>
                <a:gd name="connsiteY2" fmla="*/ 3185859 h 3186526"/>
                <a:gd name="connsiteX3" fmla="*/ 73796 w 2655158"/>
                <a:gd name="connsiteY3" fmla="*/ 1820973 h 3186526"/>
                <a:gd name="connsiteX4" fmla="*/ 1639752 w 2655158"/>
                <a:gd name="connsiteY4" fmla="*/ 26612 h 3186526"/>
                <a:gd name="connsiteX0" fmla="*/ 1639752 w 2655158"/>
                <a:gd name="connsiteY0" fmla="*/ 26612 h 3186518"/>
                <a:gd name="connsiteX1" fmla="*/ 2568625 w 2655158"/>
                <a:gd name="connsiteY1" fmla="*/ 2345599 h 3186518"/>
                <a:gd name="connsiteX2" fmla="*/ 1143304 w 2655158"/>
                <a:gd name="connsiteY2" fmla="*/ 3185859 h 3186518"/>
                <a:gd name="connsiteX3" fmla="*/ 73796 w 2655158"/>
                <a:gd name="connsiteY3" fmla="*/ 1820973 h 3186518"/>
                <a:gd name="connsiteX4" fmla="*/ 1639752 w 2655158"/>
                <a:gd name="connsiteY4" fmla="*/ 26612 h 3186518"/>
                <a:gd name="connsiteX0" fmla="*/ 1639752 w 2655158"/>
                <a:gd name="connsiteY0" fmla="*/ 26612 h 3186586"/>
                <a:gd name="connsiteX1" fmla="*/ 2568625 w 2655158"/>
                <a:gd name="connsiteY1" fmla="*/ 2345599 h 3186586"/>
                <a:gd name="connsiteX2" fmla="*/ 1143304 w 2655158"/>
                <a:gd name="connsiteY2" fmla="*/ 3185859 h 3186586"/>
                <a:gd name="connsiteX3" fmla="*/ 73796 w 2655158"/>
                <a:gd name="connsiteY3" fmla="*/ 1820973 h 3186586"/>
                <a:gd name="connsiteX4" fmla="*/ 1639752 w 2655158"/>
                <a:gd name="connsiteY4" fmla="*/ 26612 h 3186586"/>
                <a:gd name="connsiteX0" fmla="*/ 1639752 w 2616019"/>
                <a:gd name="connsiteY0" fmla="*/ 26612 h 3186586"/>
                <a:gd name="connsiteX1" fmla="*/ 2568625 w 2616019"/>
                <a:gd name="connsiteY1" fmla="*/ 2345599 h 3186586"/>
                <a:gd name="connsiteX2" fmla="*/ 1143304 w 2616019"/>
                <a:gd name="connsiteY2" fmla="*/ 3185859 h 3186586"/>
                <a:gd name="connsiteX3" fmla="*/ 73796 w 2616019"/>
                <a:gd name="connsiteY3" fmla="*/ 1820973 h 3186586"/>
                <a:gd name="connsiteX4" fmla="*/ 1639752 w 2616019"/>
                <a:gd name="connsiteY4" fmla="*/ 26612 h 3186586"/>
                <a:gd name="connsiteX0" fmla="*/ 1639752 w 2613222"/>
                <a:gd name="connsiteY0" fmla="*/ 26612 h 3186586"/>
                <a:gd name="connsiteX1" fmla="*/ 2568625 w 2613222"/>
                <a:gd name="connsiteY1" fmla="*/ 2345599 h 3186586"/>
                <a:gd name="connsiteX2" fmla="*/ 1143304 w 2613222"/>
                <a:gd name="connsiteY2" fmla="*/ 3185859 h 3186586"/>
                <a:gd name="connsiteX3" fmla="*/ 73796 w 2613222"/>
                <a:gd name="connsiteY3" fmla="*/ 1820973 h 3186586"/>
                <a:gd name="connsiteX4" fmla="*/ 1639752 w 2613222"/>
                <a:gd name="connsiteY4" fmla="*/ 26612 h 3186586"/>
                <a:gd name="connsiteX0" fmla="*/ 1580302 w 2553772"/>
                <a:gd name="connsiteY0" fmla="*/ 26612 h 3186586"/>
                <a:gd name="connsiteX1" fmla="*/ 2509175 w 2553772"/>
                <a:gd name="connsiteY1" fmla="*/ 2345599 h 3186586"/>
                <a:gd name="connsiteX2" fmla="*/ 1083854 w 2553772"/>
                <a:gd name="connsiteY2" fmla="*/ 3185859 h 3186586"/>
                <a:gd name="connsiteX3" fmla="*/ 14346 w 2553772"/>
                <a:gd name="connsiteY3" fmla="*/ 1820973 h 3186586"/>
                <a:gd name="connsiteX4" fmla="*/ 1580302 w 2553772"/>
                <a:gd name="connsiteY4" fmla="*/ 26612 h 31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3772" h="3186586">
                  <a:moveTo>
                    <a:pt x="1580302" y="26612"/>
                  </a:moveTo>
                  <a:cubicBezTo>
                    <a:pt x="2750478" y="254539"/>
                    <a:pt x="2563758" y="2115209"/>
                    <a:pt x="2509175" y="2345599"/>
                  </a:cubicBezTo>
                  <a:cubicBezTo>
                    <a:pt x="2529176" y="2789313"/>
                    <a:pt x="1397388" y="3206387"/>
                    <a:pt x="1083854" y="3185859"/>
                  </a:cubicBezTo>
                  <a:cubicBezTo>
                    <a:pt x="654274" y="3080882"/>
                    <a:pt x="-114394" y="2367959"/>
                    <a:pt x="14346" y="1820973"/>
                  </a:cubicBezTo>
                  <a:cubicBezTo>
                    <a:pt x="88978" y="1248422"/>
                    <a:pt x="763466" y="-214619"/>
                    <a:pt x="1580302" y="26612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D952663B-EED5-A0A7-7A25-C63A49BBCEC0}"/>
                </a:ext>
              </a:extLst>
            </p:cNvPr>
            <p:cNvGrpSpPr/>
            <p:nvPr/>
          </p:nvGrpSpPr>
          <p:grpSpPr>
            <a:xfrm flipH="1">
              <a:off x="7276357" y="2531493"/>
              <a:ext cx="733425" cy="904875"/>
              <a:chOff x="3136396" y="2568204"/>
              <a:chExt cx="733425" cy="904875"/>
            </a:xfrm>
            <a:grpFill/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8770FF74-B66E-65A0-CF4A-65935B91A616}"/>
                  </a:ext>
                </a:extLst>
              </p:cNvPr>
              <p:cNvSpPr/>
              <p:nvPr/>
            </p:nvSpPr>
            <p:spPr>
              <a:xfrm rot="21237501">
                <a:off x="3136396" y="2568204"/>
                <a:ext cx="733425" cy="904875"/>
              </a:xfrm>
              <a:prstGeom prst="ellipse">
                <a:avLst/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A4DA2070-93BF-3C6E-77E2-A61D3B76155B}"/>
                  </a:ext>
                </a:extLst>
              </p:cNvPr>
              <p:cNvGrpSpPr/>
              <p:nvPr/>
            </p:nvGrpSpPr>
            <p:grpSpPr>
              <a:xfrm>
                <a:off x="3242802" y="2684520"/>
                <a:ext cx="468068" cy="581411"/>
                <a:chOff x="3242802" y="2684520"/>
                <a:chExt cx="468068" cy="581411"/>
              </a:xfrm>
              <a:grpFill/>
            </p:grpSpPr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24388CCA-9680-C22B-7FEE-3AB5E458D66C}"/>
                    </a:ext>
                  </a:extLst>
                </p:cNvPr>
                <p:cNvSpPr/>
                <p:nvPr/>
              </p:nvSpPr>
              <p:spPr>
                <a:xfrm>
                  <a:off x="3242802" y="2684520"/>
                  <a:ext cx="285750" cy="419100"/>
                </a:xfrm>
                <a:prstGeom prst="ellipse">
                  <a:avLst/>
                </a:prstGeom>
                <a:grpFill/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Oval 8">
                  <a:extLst>
                    <a:ext uri="{FF2B5EF4-FFF2-40B4-BE49-F238E27FC236}">
                      <a16:creationId xmlns:a16="http://schemas.microsoft.com/office/drawing/2014/main" id="{B0913EEF-318A-B97A-FFBD-CCEC0FFA1C65}"/>
                    </a:ext>
                  </a:extLst>
                </p:cNvPr>
                <p:cNvSpPr/>
                <p:nvPr/>
              </p:nvSpPr>
              <p:spPr>
                <a:xfrm rot="21441304">
                  <a:off x="3531864" y="3118252"/>
                  <a:ext cx="179006" cy="147679"/>
                </a:xfrm>
                <a:custGeom>
                  <a:avLst/>
                  <a:gdLst>
                    <a:gd name="connsiteX0" fmla="*/ 0 w 285750"/>
                    <a:gd name="connsiteY0" fmla="*/ 209550 h 419100"/>
                    <a:gd name="connsiteX1" fmla="*/ 142875 w 285750"/>
                    <a:gd name="connsiteY1" fmla="*/ 0 h 419100"/>
                    <a:gd name="connsiteX2" fmla="*/ 285750 w 285750"/>
                    <a:gd name="connsiteY2" fmla="*/ 209550 h 419100"/>
                    <a:gd name="connsiteX3" fmla="*/ 142875 w 285750"/>
                    <a:gd name="connsiteY3" fmla="*/ 419100 h 419100"/>
                    <a:gd name="connsiteX4" fmla="*/ 0 w 285750"/>
                    <a:gd name="connsiteY4" fmla="*/ 209550 h 419100"/>
                    <a:gd name="connsiteX0" fmla="*/ 0 w 285750"/>
                    <a:gd name="connsiteY0" fmla="*/ 209550 h 235743"/>
                    <a:gd name="connsiteX1" fmla="*/ 142875 w 285750"/>
                    <a:gd name="connsiteY1" fmla="*/ 0 h 235743"/>
                    <a:gd name="connsiteX2" fmla="*/ 285750 w 285750"/>
                    <a:gd name="connsiteY2" fmla="*/ 209550 h 235743"/>
                    <a:gd name="connsiteX3" fmla="*/ 0 w 285750"/>
                    <a:gd name="connsiteY3" fmla="*/ 209550 h 23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50" h="235743">
                      <a:moveTo>
                        <a:pt x="0" y="209550"/>
                      </a:moveTo>
                      <a:cubicBezTo>
                        <a:pt x="0" y="93819"/>
                        <a:pt x="63967" y="0"/>
                        <a:pt x="142875" y="0"/>
                      </a:cubicBezTo>
                      <a:cubicBezTo>
                        <a:pt x="221783" y="0"/>
                        <a:pt x="285750" y="93819"/>
                        <a:pt x="285750" y="209550"/>
                      </a:cubicBezTo>
                      <a:cubicBezTo>
                        <a:pt x="261938" y="244475"/>
                        <a:pt x="23812" y="244475"/>
                        <a:pt x="0" y="209550"/>
                      </a:cubicBezTo>
                      <a:close/>
                    </a:path>
                  </a:pathLst>
                </a:custGeom>
                <a:grpFill/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9" name="Oval 8">
              <a:extLst>
                <a:ext uri="{FF2B5EF4-FFF2-40B4-BE49-F238E27FC236}">
                  <a16:creationId xmlns:a16="http://schemas.microsoft.com/office/drawing/2014/main" id="{69F8C451-3295-DF28-CDBA-9D0B6F2FD0C3}"/>
                </a:ext>
              </a:extLst>
            </p:cNvPr>
            <p:cNvSpPr/>
            <p:nvPr/>
          </p:nvSpPr>
          <p:spPr>
            <a:xfrm rot="10800000">
              <a:off x="7581903" y="3943256"/>
              <a:ext cx="1245557" cy="769491"/>
            </a:xfrm>
            <a:custGeom>
              <a:avLst/>
              <a:gdLst>
                <a:gd name="connsiteX0" fmla="*/ 0 w 285750"/>
                <a:gd name="connsiteY0" fmla="*/ 209550 h 419100"/>
                <a:gd name="connsiteX1" fmla="*/ 142875 w 285750"/>
                <a:gd name="connsiteY1" fmla="*/ 0 h 419100"/>
                <a:gd name="connsiteX2" fmla="*/ 285750 w 285750"/>
                <a:gd name="connsiteY2" fmla="*/ 209550 h 419100"/>
                <a:gd name="connsiteX3" fmla="*/ 142875 w 285750"/>
                <a:gd name="connsiteY3" fmla="*/ 419100 h 419100"/>
                <a:gd name="connsiteX4" fmla="*/ 0 w 285750"/>
                <a:gd name="connsiteY4" fmla="*/ 209550 h 419100"/>
                <a:gd name="connsiteX0" fmla="*/ 0 w 285750"/>
                <a:gd name="connsiteY0" fmla="*/ 209550 h 235743"/>
                <a:gd name="connsiteX1" fmla="*/ 142875 w 285750"/>
                <a:gd name="connsiteY1" fmla="*/ 0 h 235743"/>
                <a:gd name="connsiteX2" fmla="*/ 285750 w 285750"/>
                <a:gd name="connsiteY2" fmla="*/ 209550 h 235743"/>
                <a:gd name="connsiteX3" fmla="*/ 0 w 285750"/>
                <a:gd name="connsiteY3" fmla="*/ 209550 h 235743"/>
                <a:gd name="connsiteX0" fmla="*/ 0 w 314939"/>
                <a:gd name="connsiteY0" fmla="*/ 218662 h 240747"/>
                <a:gd name="connsiteX1" fmla="*/ 172064 w 314939"/>
                <a:gd name="connsiteY1" fmla="*/ 17 h 240747"/>
                <a:gd name="connsiteX2" fmla="*/ 314939 w 314939"/>
                <a:gd name="connsiteY2" fmla="*/ 209567 h 240747"/>
                <a:gd name="connsiteX3" fmla="*/ 0 w 314939"/>
                <a:gd name="connsiteY3" fmla="*/ 218662 h 240747"/>
                <a:gd name="connsiteX0" fmla="*/ 15660 w 330599"/>
                <a:gd name="connsiteY0" fmla="*/ 218662 h 259673"/>
                <a:gd name="connsiteX1" fmla="*/ 187724 w 330599"/>
                <a:gd name="connsiteY1" fmla="*/ 17 h 259673"/>
                <a:gd name="connsiteX2" fmla="*/ 330599 w 330599"/>
                <a:gd name="connsiteY2" fmla="*/ 209567 h 259673"/>
                <a:gd name="connsiteX3" fmla="*/ 15660 w 330599"/>
                <a:gd name="connsiteY3" fmla="*/ 218662 h 259673"/>
                <a:gd name="connsiteX0" fmla="*/ 30772 w 345711"/>
                <a:gd name="connsiteY0" fmla="*/ 219018 h 230820"/>
                <a:gd name="connsiteX1" fmla="*/ 31405 w 345711"/>
                <a:gd name="connsiteY1" fmla="*/ 160253 h 230820"/>
                <a:gd name="connsiteX2" fmla="*/ 202836 w 345711"/>
                <a:gd name="connsiteY2" fmla="*/ 373 h 230820"/>
                <a:gd name="connsiteX3" fmla="*/ 345711 w 345711"/>
                <a:gd name="connsiteY3" fmla="*/ 209923 h 230820"/>
                <a:gd name="connsiteX4" fmla="*/ 30772 w 345711"/>
                <a:gd name="connsiteY4" fmla="*/ 219018 h 230820"/>
                <a:gd name="connsiteX0" fmla="*/ 316960 w 316960"/>
                <a:gd name="connsiteY0" fmla="*/ 209920 h 218422"/>
                <a:gd name="connsiteX1" fmla="*/ 2654 w 316960"/>
                <a:gd name="connsiteY1" fmla="*/ 160250 h 218422"/>
                <a:gd name="connsiteX2" fmla="*/ 174085 w 316960"/>
                <a:gd name="connsiteY2" fmla="*/ 370 h 218422"/>
                <a:gd name="connsiteX3" fmla="*/ 316960 w 316960"/>
                <a:gd name="connsiteY3" fmla="*/ 209920 h 218422"/>
                <a:gd name="connsiteX0" fmla="*/ 321245 w 321245"/>
                <a:gd name="connsiteY0" fmla="*/ 209561 h 236800"/>
                <a:gd name="connsiteX1" fmla="*/ 2595 w 321245"/>
                <a:gd name="connsiteY1" fmla="*/ 216435 h 236800"/>
                <a:gd name="connsiteX2" fmla="*/ 178370 w 321245"/>
                <a:gd name="connsiteY2" fmla="*/ 11 h 236800"/>
                <a:gd name="connsiteX3" fmla="*/ 321245 w 321245"/>
                <a:gd name="connsiteY3" fmla="*/ 209561 h 236800"/>
                <a:gd name="connsiteX0" fmla="*/ 321170 w 321170"/>
                <a:gd name="connsiteY0" fmla="*/ 223161 h 250400"/>
                <a:gd name="connsiteX1" fmla="*/ 2520 w 321170"/>
                <a:gd name="connsiteY1" fmla="*/ 230035 h 250400"/>
                <a:gd name="connsiteX2" fmla="*/ 183270 w 321170"/>
                <a:gd name="connsiteY2" fmla="*/ 8 h 250400"/>
                <a:gd name="connsiteX3" fmla="*/ 321170 w 321170"/>
                <a:gd name="connsiteY3" fmla="*/ 223161 h 250400"/>
                <a:gd name="connsiteX0" fmla="*/ 321170 w 336045"/>
                <a:gd name="connsiteY0" fmla="*/ 223162 h 289421"/>
                <a:gd name="connsiteX1" fmla="*/ 2520 w 336045"/>
                <a:gd name="connsiteY1" fmla="*/ 230036 h 289421"/>
                <a:gd name="connsiteX2" fmla="*/ 183270 w 336045"/>
                <a:gd name="connsiteY2" fmla="*/ 9 h 289421"/>
                <a:gd name="connsiteX3" fmla="*/ 321170 w 336045"/>
                <a:gd name="connsiteY3" fmla="*/ 223162 h 289421"/>
                <a:gd name="connsiteX0" fmla="*/ 320350 w 340832"/>
                <a:gd name="connsiteY0" fmla="*/ 223162 h 249445"/>
                <a:gd name="connsiteX1" fmla="*/ 307035 w 340832"/>
                <a:gd name="connsiteY1" fmla="*/ 232595 h 249445"/>
                <a:gd name="connsiteX2" fmla="*/ 1700 w 340832"/>
                <a:gd name="connsiteY2" fmla="*/ 230036 h 249445"/>
                <a:gd name="connsiteX3" fmla="*/ 182450 w 340832"/>
                <a:gd name="connsiteY3" fmla="*/ 9 h 249445"/>
                <a:gd name="connsiteX4" fmla="*/ 320350 w 340832"/>
                <a:gd name="connsiteY4" fmla="*/ 223162 h 249445"/>
                <a:gd name="connsiteX0" fmla="*/ 182428 w 312397"/>
                <a:gd name="connsiteY0" fmla="*/ 1 h 261254"/>
                <a:gd name="connsiteX1" fmla="*/ 307013 w 312397"/>
                <a:gd name="connsiteY1" fmla="*/ 232587 h 261254"/>
                <a:gd name="connsiteX2" fmla="*/ 1678 w 312397"/>
                <a:gd name="connsiteY2" fmla="*/ 230028 h 261254"/>
                <a:gd name="connsiteX3" fmla="*/ 182428 w 312397"/>
                <a:gd name="connsiteY3" fmla="*/ 1 h 261254"/>
                <a:gd name="connsiteX0" fmla="*/ 182428 w 312397"/>
                <a:gd name="connsiteY0" fmla="*/ 1 h 292025"/>
                <a:gd name="connsiteX1" fmla="*/ 307013 w 312397"/>
                <a:gd name="connsiteY1" fmla="*/ 232587 h 292025"/>
                <a:gd name="connsiteX2" fmla="*/ 1678 w 312397"/>
                <a:gd name="connsiteY2" fmla="*/ 230028 h 292025"/>
                <a:gd name="connsiteX3" fmla="*/ 182428 w 312397"/>
                <a:gd name="connsiteY3" fmla="*/ 1 h 292025"/>
                <a:gd name="connsiteX0" fmla="*/ 182428 w 314655"/>
                <a:gd name="connsiteY0" fmla="*/ 150 h 292174"/>
                <a:gd name="connsiteX1" fmla="*/ 307013 w 314655"/>
                <a:gd name="connsiteY1" fmla="*/ 232736 h 292174"/>
                <a:gd name="connsiteX2" fmla="*/ 1678 w 314655"/>
                <a:gd name="connsiteY2" fmla="*/ 230177 h 292174"/>
                <a:gd name="connsiteX3" fmla="*/ 182428 w 314655"/>
                <a:gd name="connsiteY3" fmla="*/ 150 h 292174"/>
                <a:gd name="connsiteX0" fmla="*/ 138459 w 270686"/>
                <a:gd name="connsiteY0" fmla="*/ 150 h 288435"/>
                <a:gd name="connsiteX1" fmla="*/ 263044 w 270686"/>
                <a:gd name="connsiteY1" fmla="*/ 232736 h 288435"/>
                <a:gd name="connsiteX2" fmla="*/ 2302 w 270686"/>
                <a:gd name="connsiteY2" fmla="*/ 218607 h 288435"/>
                <a:gd name="connsiteX3" fmla="*/ 138459 w 270686"/>
                <a:gd name="connsiteY3" fmla="*/ 150 h 288435"/>
                <a:gd name="connsiteX0" fmla="*/ 138459 w 270686"/>
                <a:gd name="connsiteY0" fmla="*/ 150 h 294752"/>
                <a:gd name="connsiteX1" fmla="*/ 263044 w 270686"/>
                <a:gd name="connsiteY1" fmla="*/ 232736 h 294752"/>
                <a:gd name="connsiteX2" fmla="*/ 2302 w 270686"/>
                <a:gd name="connsiteY2" fmla="*/ 218607 h 294752"/>
                <a:gd name="connsiteX3" fmla="*/ 138459 w 270686"/>
                <a:gd name="connsiteY3" fmla="*/ 150 h 294752"/>
                <a:gd name="connsiteX0" fmla="*/ 123918 w 256145"/>
                <a:gd name="connsiteY0" fmla="*/ 150 h 294752"/>
                <a:gd name="connsiteX1" fmla="*/ 248503 w 256145"/>
                <a:gd name="connsiteY1" fmla="*/ 232736 h 294752"/>
                <a:gd name="connsiteX2" fmla="*/ 2625 w 256145"/>
                <a:gd name="connsiteY2" fmla="*/ 218607 h 294752"/>
                <a:gd name="connsiteX3" fmla="*/ 123918 w 256145"/>
                <a:gd name="connsiteY3" fmla="*/ 150 h 294752"/>
                <a:gd name="connsiteX0" fmla="*/ 123918 w 256145"/>
                <a:gd name="connsiteY0" fmla="*/ 150 h 305830"/>
                <a:gd name="connsiteX1" fmla="*/ 248503 w 256145"/>
                <a:gd name="connsiteY1" fmla="*/ 232736 h 305830"/>
                <a:gd name="connsiteX2" fmla="*/ 2625 w 256145"/>
                <a:gd name="connsiteY2" fmla="*/ 218607 h 305830"/>
                <a:gd name="connsiteX3" fmla="*/ 123918 w 256145"/>
                <a:gd name="connsiteY3" fmla="*/ 150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145" h="305830">
                  <a:moveTo>
                    <a:pt x="123918" y="150"/>
                  </a:moveTo>
                  <a:cubicBezTo>
                    <a:pt x="216103" y="-6265"/>
                    <a:pt x="278628" y="194398"/>
                    <a:pt x="248503" y="232736"/>
                  </a:cubicBezTo>
                  <a:cubicBezTo>
                    <a:pt x="186687" y="344703"/>
                    <a:pt x="21705" y="318495"/>
                    <a:pt x="2625" y="218607"/>
                  </a:cubicBezTo>
                  <a:cubicBezTo>
                    <a:pt x="-16455" y="118719"/>
                    <a:pt x="73029" y="-276"/>
                    <a:pt x="123918" y="150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Rectangle 38">
              <a:extLst>
                <a:ext uri="{FF2B5EF4-FFF2-40B4-BE49-F238E27FC236}">
                  <a16:creationId xmlns:a16="http://schemas.microsoft.com/office/drawing/2014/main" id="{EBD5AE74-F368-A6CB-76DB-AB856BA8C3E9}"/>
                </a:ext>
              </a:extLst>
            </p:cNvPr>
            <p:cNvSpPr/>
            <p:nvPr/>
          </p:nvSpPr>
          <p:spPr>
            <a:xfrm>
              <a:off x="7715041" y="1227897"/>
              <a:ext cx="755279" cy="886296"/>
            </a:xfrm>
            <a:custGeom>
              <a:avLst/>
              <a:gdLst>
                <a:gd name="connsiteX0" fmla="*/ 0 w 158022"/>
                <a:gd name="connsiteY0" fmla="*/ 0 h 445112"/>
                <a:gd name="connsiteX1" fmla="*/ 158022 w 158022"/>
                <a:gd name="connsiteY1" fmla="*/ 0 h 445112"/>
                <a:gd name="connsiteX2" fmla="*/ 158022 w 158022"/>
                <a:gd name="connsiteY2" fmla="*/ 445112 h 445112"/>
                <a:gd name="connsiteX3" fmla="*/ 0 w 158022"/>
                <a:gd name="connsiteY3" fmla="*/ 445112 h 445112"/>
                <a:gd name="connsiteX4" fmla="*/ 0 w 158022"/>
                <a:gd name="connsiteY4" fmla="*/ 0 h 445112"/>
                <a:gd name="connsiteX0" fmla="*/ 243840 w 401862"/>
                <a:gd name="connsiteY0" fmla="*/ 0 h 445112"/>
                <a:gd name="connsiteX1" fmla="*/ 401862 w 401862"/>
                <a:gd name="connsiteY1" fmla="*/ 0 h 445112"/>
                <a:gd name="connsiteX2" fmla="*/ 401862 w 401862"/>
                <a:gd name="connsiteY2" fmla="*/ 445112 h 445112"/>
                <a:gd name="connsiteX3" fmla="*/ 0 w 401862"/>
                <a:gd name="connsiteY3" fmla="*/ 437492 h 445112"/>
                <a:gd name="connsiteX4" fmla="*/ 243840 w 401862"/>
                <a:gd name="connsiteY4" fmla="*/ 0 h 445112"/>
                <a:gd name="connsiteX0" fmla="*/ 243840 w 622842"/>
                <a:gd name="connsiteY0" fmla="*/ 0 h 460352"/>
                <a:gd name="connsiteX1" fmla="*/ 401862 w 622842"/>
                <a:gd name="connsiteY1" fmla="*/ 0 h 460352"/>
                <a:gd name="connsiteX2" fmla="*/ 622842 w 622842"/>
                <a:gd name="connsiteY2" fmla="*/ 460352 h 460352"/>
                <a:gd name="connsiteX3" fmla="*/ 0 w 622842"/>
                <a:gd name="connsiteY3" fmla="*/ 437492 h 460352"/>
                <a:gd name="connsiteX4" fmla="*/ 243840 w 622842"/>
                <a:gd name="connsiteY4" fmla="*/ 0 h 460352"/>
                <a:gd name="connsiteX0" fmla="*/ 190500 w 569502"/>
                <a:gd name="connsiteY0" fmla="*/ 0 h 460352"/>
                <a:gd name="connsiteX1" fmla="*/ 348522 w 569502"/>
                <a:gd name="connsiteY1" fmla="*/ 0 h 460352"/>
                <a:gd name="connsiteX2" fmla="*/ 569502 w 569502"/>
                <a:gd name="connsiteY2" fmla="*/ 460352 h 460352"/>
                <a:gd name="connsiteX3" fmla="*/ 0 w 569502"/>
                <a:gd name="connsiteY3" fmla="*/ 445112 h 460352"/>
                <a:gd name="connsiteX4" fmla="*/ 190500 w 569502"/>
                <a:gd name="connsiteY4" fmla="*/ 0 h 460352"/>
                <a:gd name="connsiteX0" fmla="*/ 0 w 721902"/>
                <a:gd name="connsiteY0" fmla="*/ 0 h 460352"/>
                <a:gd name="connsiteX1" fmla="*/ 500922 w 721902"/>
                <a:gd name="connsiteY1" fmla="*/ 0 h 460352"/>
                <a:gd name="connsiteX2" fmla="*/ 721902 w 721902"/>
                <a:gd name="connsiteY2" fmla="*/ 460352 h 460352"/>
                <a:gd name="connsiteX3" fmla="*/ 152400 w 721902"/>
                <a:gd name="connsiteY3" fmla="*/ 445112 h 460352"/>
                <a:gd name="connsiteX4" fmla="*/ 0 w 721902"/>
                <a:gd name="connsiteY4" fmla="*/ 0 h 460352"/>
                <a:gd name="connsiteX0" fmla="*/ 0 w 721902"/>
                <a:gd name="connsiteY0" fmla="*/ 190 h 460542"/>
                <a:gd name="connsiteX1" fmla="*/ 221879 w 721902"/>
                <a:gd name="connsiteY1" fmla="*/ 134057 h 460542"/>
                <a:gd name="connsiteX2" fmla="*/ 500922 w 721902"/>
                <a:gd name="connsiteY2" fmla="*/ 190 h 460542"/>
                <a:gd name="connsiteX3" fmla="*/ 721902 w 721902"/>
                <a:gd name="connsiteY3" fmla="*/ 460542 h 460542"/>
                <a:gd name="connsiteX4" fmla="*/ 152400 w 721902"/>
                <a:gd name="connsiteY4" fmla="*/ 445302 h 460542"/>
                <a:gd name="connsiteX5" fmla="*/ 0 w 721902"/>
                <a:gd name="connsiteY5" fmla="*/ 190 h 460542"/>
                <a:gd name="connsiteX0" fmla="*/ 0 w 721902"/>
                <a:gd name="connsiteY0" fmla="*/ 190 h 460542"/>
                <a:gd name="connsiteX1" fmla="*/ 221879 w 721902"/>
                <a:gd name="connsiteY1" fmla="*/ 134057 h 460542"/>
                <a:gd name="connsiteX2" fmla="*/ 439962 w 721902"/>
                <a:gd name="connsiteY2" fmla="*/ 99250 h 460542"/>
                <a:gd name="connsiteX3" fmla="*/ 721902 w 721902"/>
                <a:gd name="connsiteY3" fmla="*/ 460542 h 460542"/>
                <a:gd name="connsiteX4" fmla="*/ 152400 w 721902"/>
                <a:gd name="connsiteY4" fmla="*/ 445302 h 460542"/>
                <a:gd name="connsiteX5" fmla="*/ 0 w 721902"/>
                <a:gd name="connsiteY5" fmla="*/ 190 h 460542"/>
                <a:gd name="connsiteX0" fmla="*/ 0 w 721902"/>
                <a:gd name="connsiteY0" fmla="*/ 5101 h 465453"/>
                <a:gd name="connsiteX1" fmla="*/ 221879 w 721902"/>
                <a:gd name="connsiteY1" fmla="*/ 138968 h 465453"/>
                <a:gd name="connsiteX2" fmla="*/ 439962 w 721902"/>
                <a:gd name="connsiteY2" fmla="*/ 104161 h 465453"/>
                <a:gd name="connsiteX3" fmla="*/ 557159 w 721902"/>
                <a:gd name="connsiteY3" fmla="*/ 1808 h 465453"/>
                <a:gd name="connsiteX4" fmla="*/ 721902 w 721902"/>
                <a:gd name="connsiteY4" fmla="*/ 465453 h 465453"/>
                <a:gd name="connsiteX5" fmla="*/ 152400 w 721902"/>
                <a:gd name="connsiteY5" fmla="*/ 450213 h 465453"/>
                <a:gd name="connsiteX6" fmla="*/ 0 w 721902"/>
                <a:gd name="connsiteY6" fmla="*/ 5101 h 465453"/>
                <a:gd name="connsiteX0" fmla="*/ 0 w 755279"/>
                <a:gd name="connsiteY0" fmla="*/ 5101 h 465453"/>
                <a:gd name="connsiteX1" fmla="*/ 221879 w 755279"/>
                <a:gd name="connsiteY1" fmla="*/ 138968 h 465453"/>
                <a:gd name="connsiteX2" fmla="*/ 439962 w 755279"/>
                <a:gd name="connsiteY2" fmla="*/ 104161 h 465453"/>
                <a:gd name="connsiteX3" fmla="*/ 557159 w 755279"/>
                <a:gd name="connsiteY3" fmla="*/ 1808 h 465453"/>
                <a:gd name="connsiteX4" fmla="*/ 755279 w 755279"/>
                <a:gd name="connsiteY4" fmla="*/ 70389 h 465453"/>
                <a:gd name="connsiteX5" fmla="*/ 721902 w 755279"/>
                <a:gd name="connsiteY5" fmla="*/ 465453 h 465453"/>
                <a:gd name="connsiteX6" fmla="*/ 152400 w 755279"/>
                <a:gd name="connsiteY6" fmla="*/ 450213 h 465453"/>
                <a:gd name="connsiteX7" fmla="*/ 0 w 755279"/>
                <a:gd name="connsiteY7" fmla="*/ 5101 h 465453"/>
                <a:gd name="connsiteX0" fmla="*/ 0 w 755279"/>
                <a:gd name="connsiteY0" fmla="*/ 5101 h 465453"/>
                <a:gd name="connsiteX1" fmla="*/ 221879 w 755279"/>
                <a:gd name="connsiteY1" fmla="*/ 138968 h 465453"/>
                <a:gd name="connsiteX2" fmla="*/ 439962 w 755279"/>
                <a:gd name="connsiteY2" fmla="*/ 104161 h 465453"/>
                <a:gd name="connsiteX3" fmla="*/ 557159 w 755279"/>
                <a:gd name="connsiteY3" fmla="*/ 1808 h 465453"/>
                <a:gd name="connsiteX4" fmla="*/ 755279 w 755279"/>
                <a:gd name="connsiteY4" fmla="*/ 70389 h 465453"/>
                <a:gd name="connsiteX5" fmla="*/ 694319 w 755279"/>
                <a:gd name="connsiteY5" fmla="*/ 298989 h 465453"/>
                <a:gd name="connsiteX6" fmla="*/ 721902 w 755279"/>
                <a:gd name="connsiteY6" fmla="*/ 465453 h 465453"/>
                <a:gd name="connsiteX7" fmla="*/ 152400 w 755279"/>
                <a:gd name="connsiteY7" fmla="*/ 450213 h 465453"/>
                <a:gd name="connsiteX8" fmla="*/ 0 w 755279"/>
                <a:gd name="connsiteY8" fmla="*/ 5101 h 465453"/>
                <a:gd name="connsiteX0" fmla="*/ 0 w 755279"/>
                <a:gd name="connsiteY0" fmla="*/ 5101 h 465453"/>
                <a:gd name="connsiteX1" fmla="*/ 221879 w 755279"/>
                <a:gd name="connsiteY1" fmla="*/ 138968 h 465453"/>
                <a:gd name="connsiteX2" fmla="*/ 439962 w 755279"/>
                <a:gd name="connsiteY2" fmla="*/ 104161 h 465453"/>
                <a:gd name="connsiteX3" fmla="*/ 557159 w 755279"/>
                <a:gd name="connsiteY3" fmla="*/ 1808 h 465453"/>
                <a:gd name="connsiteX4" fmla="*/ 755279 w 755279"/>
                <a:gd name="connsiteY4" fmla="*/ 70389 h 465453"/>
                <a:gd name="connsiteX5" fmla="*/ 694319 w 755279"/>
                <a:gd name="connsiteY5" fmla="*/ 298989 h 465453"/>
                <a:gd name="connsiteX6" fmla="*/ 721902 w 755279"/>
                <a:gd name="connsiteY6" fmla="*/ 465453 h 465453"/>
                <a:gd name="connsiteX7" fmla="*/ 152400 w 755279"/>
                <a:gd name="connsiteY7" fmla="*/ 450213 h 465453"/>
                <a:gd name="connsiteX8" fmla="*/ 145679 w 755279"/>
                <a:gd name="connsiteY8" fmla="*/ 321849 h 465453"/>
                <a:gd name="connsiteX9" fmla="*/ 0 w 755279"/>
                <a:gd name="connsiteY9" fmla="*/ 5101 h 465453"/>
                <a:gd name="connsiteX0" fmla="*/ 0 w 755279"/>
                <a:gd name="connsiteY0" fmla="*/ 7314 h 467666"/>
                <a:gd name="connsiteX1" fmla="*/ 221879 w 755279"/>
                <a:gd name="connsiteY1" fmla="*/ 141181 h 467666"/>
                <a:gd name="connsiteX2" fmla="*/ 363762 w 755279"/>
                <a:gd name="connsiteY2" fmla="*/ 22554 h 467666"/>
                <a:gd name="connsiteX3" fmla="*/ 557159 w 755279"/>
                <a:gd name="connsiteY3" fmla="*/ 4021 h 467666"/>
                <a:gd name="connsiteX4" fmla="*/ 755279 w 755279"/>
                <a:gd name="connsiteY4" fmla="*/ 72602 h 467666"/>
                <a:gd name="connsiteX5" fmla="*/ 694319 w 755279"/>
                <a:gd name="connsiteY5" fmla="*/ 301202 h 467666"/>
                <a:gd name="connsiteX6" fmla="*/ 721902 w 755279"/>
                <a:gd name="connsiteY6" fmla="*/ 467666 h 467666"/>
                <a:gd name="connsiteX7" fmla="*/ 152400 w 755279"/>
                <a:gd name="connsiteY7" fmla="*/ 452426 h 467666"/>
                <a:gd name="connsiteX8" fmla="*/ 145679 w 755279"/>
                <a:gd name="connsiteY8" fmla="*/ 324062 h 467666"/>
                <a:gd name="connsiteX9" fmla="*/ 0 w 755279"/>
                <a:gd name="connsiteY9" fmla="*/ 7314 h 467666"/>
                <a:gd name="connsiteX0" fmla="*/ 0 w 755279"/>
                <a:gd name="connsiteY0" fmla="*/ 191 h 460543"/>
                <a:gd name="connsiteX1" fmla="*/ 221879 w 755279"/>
                <a:gd name="connsiteY1" fmla="*/ 134058 h 460543"/>
                <a:gd name="connsiteX2" fmla="*/ 363762 w 755279"/>
                <a:gd name="connsiteY2" fmla="*/ 15431 h 460543"/>
                <a:gd name="connsiteX3" fmla="*/ 526679 w 755279"/>
                <a:gd name="connsiteY3" fmla="*/ 149298 h 460543"/>
                <a:gd name="connsiteX4" fmla="*/ 755279 w 755279"/>
                <a:gd name="connsiteY4" fmla="*/ 65479 h 460543"/>
                <a:gd name="connsiteX5" fmla="*/ 694319 w 755279"/>
                <a:gd name="connsiteY5" fmla="*/ 294079 h 460543"/>
                <a:gd name="connsiteX6" fmla="*/ 721902 w 755279"/>
                <a:gd name="connsiteY6" fmla="*/ 460543 h 460543"/>
                <a:gd name="connsiteX7" fmla="*/ 152400 w 755279"/>
                <a:gd name="connsiteY7" fmla="*/ 445303 h 460543"/>
                <a:gd name="connsiteX8" fmla="*/ 145679 w 755279"/>
                <a:gd name="connsiteY8" fmla="*/ 316939 h 460543"/>
                <a:gd name="connsiteX9" fmla="*/ 0 w 755279"/>
                <a:gd name="connsiteY9" fmla="*/ 191 h 460543"/>
                <a:gd name="connsiteX0" fmla="*/ 0 w 755279"/>
                <a:gd name="connsiteY0" fmla="*/ 191 h 460543"/>
                <a:gd name="connsiteX1" fmla="*/ 221879 w 755279"/>
                <a:gd name="connsiteY1" fmla="*/ 134058 h 460543"/>
                <a:gd name="connsiteX2" fmla="*/ 363762 w 755279"/>
                <a:gd name="connsiteY2" fmla="*/ 15431 h 460543"/>
                <a:gd name="connsiteX3" fmla="*/ 526679 w 755279"/>
                <a:gd name="connsiteY3" fmla="*/ 149298 h 460543"/>
                <a:gd name="connsiteX4" fmla="*/ 755279 w 755279"/>
                <a:gd name="connsiteY4" fmla="*/ 65479 h 460543"/>
                <a:gd name="connsiteX5" fmla="*/ 694319 w 755279"/>
                <a:gd name="connsiteY5" fmla="*/ 294079 h 460543"/>
                <a:gd name="connsiteX6" fmla="*/ 721902 w 755279"/>
                <a:gd name="connsiteY6" fmla="*/ 460543 h 460543"/>
                <a:gd name="connsiteX7" fmla="*/ 152400 w 755279"/>
                <a:gd name="connsiteY7" fmla="*/ 445303 h 460543"/>
                <a:gd name="connsiteX8" fmla="*/ 145679 w 755279"/>
                <a:gd name="connsiteY8" fmla="*/ 316939 h 460543"/>
                <a:gd name="connsiteX9" fmla="*/ 0 w 755279"/>
                <a:gd name="connsiteY9" fmla="*/ 191 h 460543"/>
                <a:gd name="connsiteX0" fmla="*/ 0 w 755279"/>
                <a:gd name="connsiteY0" fmla="*/ 191 h 460543"/>
                <a:gd name="connsiteX1" fmla="*/ 221879 w 755279"/>
                <a:gd name="connsiteY1" fmla="*/ 134058 h 460543"/>
                <a:gd name="connsiteX2" fmla="*/ 363762 w 755279"/>
                <a:gd name="connsiteY2" fmla="*/ 15431 h 460543"/>
                <a:gd name="connsiteX3" fmla="*/ 526679 w 755279"/>
                <a:gd name="connsiteY3" fmla="*/ 149298 h 460543"/>
                <a:gd name="connsiteX4" fmla="*/ 755279 w 755279"/>
                <a:gd name="connsiteY4" fmla="*/ 65479 h 460543"/>
                <a:gd name="connsiteX5" fmla="*/ 694319 w 755279"/>
                <a:gd name="connsiteY5" fmla="*/ 294079 h 460543"/>
                <a:gd name="connsiteX6" fmla="*/ 721902 w 755279"/>
                <a:gd name="connsiteY6" fmla="*/ 460543 h 460543"/>
                <a:gd name="connsiteX7" fmla="*/ 152400 w 755279"/>
                <a:gd name="connsiteY7" fmla="*/ 445303 h 460543"/>
                <a:gd name="connsiteX8" fmla="*/ 145679 w 755279"/>
                <a:gd name="connsiteY8" fmla="*/ 316939 h 460543"/>
                <a:gd name="connsiteX9" fmla="*/ 0 w 755279"/>
                <a:gd name="connsiteY9" fmla="*/ 191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5279" h="460543">
                  <a:moveTo>
                    <a:pt x="0" y="191"/>
                  </a:moveTo>
                  <a:cubicBezTo>
                    <a:pt x="79040" y="-5987"/>
                    <a:pt x="142839" y="140236"/>
                    <a:pt x="221879" y="134058"/>
                  </a:cubicBezTo>
                  <a:cubicBezTo>
                    <a:pt x="269173" y="94516"/>
                    <a:pt x="301228" y="9253"/>
                    <a:pt x="363762" y="15431"/>
                  </a:cubicBezTo>
                  <a:cubicBezTo>
                    <a:pt x="451088" y="-3447"/>
                    <a:pt x="507933" y="130076"/>
                    <a:pt x="526679" y="149298"/>
                  </a:cubicBezTo>
                  <a:cubicBezTo>
                    <a:pt x="557159" y="225498"/>
                    <a:pt x="724799" y="-10721"/>
                    <a:pt x="755279" y="65479"/>
                  </a:cubicBezTo>
                  <a:cubicBezTo>
                    <a:pt x="750199" y="136599"/>
                    <a:pt x="699399" y="222959"/>
                    <a:pt x="694319" y="294079"/>
                  </a:cubicBezTo>
                  <a:lnTo>
                    <a:pt x="721902" y="460543"/>
                  </a:lnTo>
                  <a:lnTo>
                    <a:pt x="152400" y="445303"/>
                  </a:lnTo>
                  <a:cubicBezTo>
                    <a:pt x="134920" y="397435"/>
                    <a:pt x="163159" y="364807"/>
                    <a:pt x="145679" y="316939"/>
                  </a:cubicBezTo>
                  <a:lnTo>
                    <a:pt x="0" y="191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Rectangle 38">
              <a:extLst>
                <a:ext uri="{FF2B5EF4-FFF2-40B4-BE49-F238E27FC236}">
                  <a16:creationId xmlns:a16="http://schemas.microsoft.com/office/drawing/2014/main" id="{109514A9-6C6B-2C31-77DD-CB3B60388817}"/>
                </a:ext>
              </a:extLst>
            </p:cNvPr>
            <p:cNvSpPr/>
            <p:nvPr/>
          </p:nvSpPr>
          <p:spPr>
            <a:xfrm>
              <a:off x="7810245" y="1957425"/>
              <a:ext cx="691679" cy="320886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C975C0AB-834C-1627-9985-02B5906E3A0E}"/>
                </a:ext>
              </a:extLst>
            </p:cNvPr>
            <p:cNvSpPr/>
            <p:nvPr/>
          </p:nvSpPr>
          <p:spPr>
            <a:xfrm>
              <a:off x="7888234" y="4218120"/>
              <a:ext cx="252201" cy="252201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B59DC32D-7759-D7B2-CA19-78CFFA8C531C}"/>
                </a:ext>
              </a:extLst>
            </p:cNvPr>
            <p:cNvSpPr/>
            <p:nvPr/>
          </p:nvSpPr>
          <p:spPr>
            <a:xfrm>
              <a:off x="8272073" y="4206314"/>
              <a:ext cx="252201" cy="252201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96CF132F-8A0F-494B-0FD7-BC767602B44A}"/>
                </a:ext>
              </a:extLst>
            </p:cNvPr>
            <p:cNvGrpSpPr/>
            <p:nvPr/>
          </p:nvGrpSpPr>
          <p:grpSpPr>
            <a:xfrm>
              <a:off x="8403271" y="5316918"/>
              <a:ext cx="896667" cy="1633337"/>
              <a:chOff x="8403271" y="5316918"/>
              <a:chExt cx="896667" cy="1633337"/>
            </a:xfrm>
            <a:grpFill/>
          </p:grpSpPr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7A36AA0D-E33E-1670-022C-7D6CD94BECA8}"/>
                  </a:ext>
                </a:extLst>
              </p:cNvPr>
              <p:cNvGrpSpPr/>
              <p:nvPr/>
            </p:nvGrpSpPr>
            <p:grpSpPr>
              <a:xfrm>
                <a:off x="8470320" y="5402921"/>
                <a:ext cx="695991" cy="1547334"/>
                <a:chOff x="8470320" y="5402921"/>
                <a:chExt cx="695991" cy="1547334"/>
              </a:xfrm>
              <a:grpFill/>
            </p:grpSpPr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601F78E0-517D-948F-7868-B377B6516CDA}"/>
                    </a:ext>
                  </a:extLst>
                </p:cNvPr>
                <p:cNvGrpSpPr/>
                <p:nvPr/>
              </p:nvGrpSpPr>
              <p:grpSpPr>
                <a:xfrm>
                  <a:off x="8470320" y="5402921"/>
                  <a:ext cx="695991" cy="1547334"/>
                  <a:chOff x="5242559" y="3855720"/>
                  <a:chExt cx="1211581" cy="2693599"/>
                </a:xfrm>
                <a:grpFill/>
              </p:grpSpPr>
              <p:sp>
                <p:nvSpPr>
                  <p:cNvPr id="157" name="Rectangle 14">
                    <a:extLst>
                      <a:ext uri="{FF2B5EF4-FFF2-40B4-BE49-F238E27FC236}">
                        <a16:creationId xmlns:a16="http://schemas.microsoft.com/office/drawing/2014/main" id="{804B79FE-E777-90C4-E276-D58FA0C8DBCF}"/>
                      </a:ext>
                    </a:extLst>
                  </p:cNvPr>
                  <p:cNvSpPr/>
                  <p:nvPr/>
                </p:nvSpPr>
                <p:spPr>
                  <a:xfrm>
                    <a:off x="5242559" y="3855720"/>
                    <a:ext cx="1211581" cy="2693599"/>
                  </a:xfrm>
                  <a:custGeom>
                    <a:avLst/>
                    <a:gdLst>
                      <a:gd name="connsiteX0" fmla="*/ 0 w 914401"/>
                      <a:gd name="connsiteY0" fmla="*/ 0 h 889775"/>
                      <a:gd name="connsiteX1" fmla="*/ 914401 w 914401"/>
                      <a:gd name="connsiteY1" fmla="*/ 0 h 889775"/>
                      <a:gd name="connsiteX2" fmla="*/ 914401 w 914401"/>
                      <a:gd name="connsiteY2" fmla="*/ 889775 h 889775"/>
                      <a:gd name="connsiteX3" fmla="*/ 0 w 914401"/>
                      <a:gd name="connsiteY3" fmla="*/ 889775 h 889775"/>
                      <a:gd name="connsiteX4" fmla="*/ 0 w 914401"/>
                      <a:gd name="connsiteY4" fmla="*/ 0 h 8897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914401 w 914401"/>
                      <a:gd name="connsiteY2" fmla="*/ 889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850901 w 914401"/>
                      <a:gd name="connsiteY2" fmla="*/ 2413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62095"/>
                      <a:gd name="connsiteX1" fmla="*/ 914401 w 914401"/>
                      <a:gd name="connsiteY1" fmla="*/ 0 h 2462095"/>
                      <a:gd name="connsiteX2" fmla="*/ 850901 w 914401"/>
                      <a:gd name="connsiteY2" fmla="*/ 2413775 h 2462095"/>
                      <a:gd name="connsiteX3" fmla="*/ 88900 w 914401"/>
                      <a:gd name="connsiteY3" fmla="*/ 2451875 h 2462095"/>
                      <a:gd name="connsiteX4" fmla="*/ 0 w 914401"/>
                      <a:gd name="connsiteY4" fmla="*/ 0 h 2462095"/>
                      <a:gd name="connsiteX0" fmla="*/ 0 w 914401"/>
                      <a:gd name="connsiteY0" fmla="*/ 0 h 2486199"/>
                      <a:gd name="connsiteX1" fmla="*/ 914401 w 914401"/>
                      <a:gd name="connsiteY1" fmla="*/ 0 h 2486199"/>
                      <a:gd name="connsiteX2" fmla="*/ 850901 w 914401"/>
                      <a:gd name="connsiteY2" fmla="*/ 2413775 h 2486199"/>
                      <a:gd name="connsiteX3" fmla="*/ 88900 w 914401"/>
                      <a:gd name="connsiteY3" fmla="*/ 2451875 h 2486199"/>
                      <a:gd name="connsiteX4" fmla="*/ 0 w 914401"/>
                      <a:gd name="connsiteY4" fmla="*/ 0 h 2486199"/>
                      <a:gd name="connsiteX0" fmla="*/ 0 w 914401"/>
                      <a:gd name="connsiteY0" fmla="*/ 0 h 2458239"/>
                      <a:gd name="connsiteX1" fmla="*/ 914401 w 914401"/>
                      <a:gd name="connsiteY1" fmla="*/ 0 h 2458239"/>
                      <a:gd name="connsiteX2" fmla="*/ 850901 w 914401"/>
                      <a:gd name="connsiteY2" fmla="*/ 2413775 h 2458239"/>
                      <a:gd name="connsiteX3" fmla="*/ 25400 w 914401"/>
                      <a:gd name="connsiteY3" fmla="*/ 2388375 h 2458239"/>
                      <a:gd name="connsiteX4" fmla="*/ 0 w 914401"/>
                      <a:gd name="connsiteY4" fmla="*/ 0 h 2458239"/>
                      <a:gd name="connsiteX0" fmla="*/ 0 w 914401"/>
                      <a:gd name="connsiteY0" fmla="*/ 0 h 2472619"/>
                      <a:gd name="connsiteX1" fmla="*/ 914401 w 914401"/>
                      <a:gd name="connsiteY1" fmla="*/ 0 h 2472619"/>
                      <a:gd name="connsiteX2" fmla="*/ 850901 w 914401"/>
                      <a:gd name="connsiteY2" fmla="*/ 2413775 h 2472619"/>
                      <a:gd name="connsiteX3" fmla="*/ 25400 w 914401"/>
                      <a:gd name="connsiteY3" fmla="*/ 2426475 h 2472619"/>
                      <a:gd name="connsiteX4" fmla="*/ 0 w 914401"/>
                      <a:gd name="connsiteY4" fmla="*/ 0 h 2472619"/>
                      <a:gd name="connsiteX0" fmla="*/ 0 w 1112521"/>
                      <a:gd name="connsiteY0" fmla="*/ 7620 h 2472619"/>
                      <a:gd name="connsiteX1" fmla="*/ 1112521 w 1112521"/>
                      <a:gd name="connsiteY1" fmla="*/ 0 h 2472619"/>
                      <a:gd name="connsiteX2" fmla="*/ 1049021 w 1112521"/>
                      <a:gd name="connsiteY2" fmla="*/ 2413775 h 2472619"/>
                      <a:gd name="connsiteX3" fmla="*/ 223520 w 1112521"/>
                      <a:gd name="connsiteY3" fmla="*/ 2426475 h 2472619"/>
                      <a:gd name="connsiteX4" fmla="*/ 0 w 1112521"/>
                      <a:gd name="connsiteY4" fmla="*/ 7620 h 247261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1581" h="2693599">
                        <a:moveTo>
                          <a:pt x="0" y="0"/>
                        </a:moveTo>
                        <a:lnTo>
                          <a:pt x="1211581" y="167640"/>
                        </a:lnTo>
                        <a:cubicBezTo>
                          <a:pt x="712894" y="2559732"/>
                          <a:pt x="1044788" y="1812383"/>
                          <a:pt x="980441" y="2634755"/>
                        </a:cubicBezTo>
                        <a:cubicBezTo>
                          <a:pt x="675641" y="2723655"/>
                          <a:pt x="383540" y="2698255"/>
                          <a:pt x="154940" y="2647455"/>
                        </a:cubicBezTo>
                        <a:cubicBezTo>
                          <a:pt x="131233" y="1764970"/>
                          <a:pt x="610447" y="2665565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8" name="Freeform: Shape 157">
                    <a:extLst>
                      <a:ext uri="{FF2B5EF4-FFF2-40B4-BE49-F238E27FC236}">
                        <a16:creationId xmlns:a16="http://schemas.microsoft.com/office/drawing/2014/main" id="{C6D9DCD7-72B6-88B6-E132-BFA38AFF15D5}"/>
                      </a:ext>
                    </a:extLst>
                  </p:cNvPr>
                  <p:cNvSpPr/>
                  <p:nvPr/>
                </p:nvSpPr>
                <p:spPr>
                  <a:xfrm>
                    <a:off x="5395910" y="6247891"/>
                    <a:ext cx="834304" cy="298093"/>
                  </a:xfrm>
                  <a:custGeom>
                    <a:avLst/>
                    <a:gdLst>
                      <a:gd name="connsiteX0" fmla="*/ 11730 w 834304"/>
                      <a:gd name="connsiteY0" fmla="*/ 0 h 298093"/>
                      <a:gd name="connsiteX1" fmla="*/ 834304 w 834304"/>
                      <a:gd name="connsiteY1" fmla="*/ 0 h 298093"/>
                      <a:gd name="connsiteX2" fmla="*/ 834083 w 834304"/>
                      <a:gd name="connsiteY2" fmla="*/ 102300 h 298093"/>
                      <a:gd name="connsiteX3" fmla="*/ 826362 w 834304"/>
                      <a:gd name="connsiteY3" fmla="*/ 239249 h 298093"/>
                      <a:gd name="connsiteX4" fmla="*/ 861 w 834304"/>
                      <a:gd name="connsiteY4" fmla="*/ 251949 h 298093"/>
                      <a:gd name="connsiteX5" fmla="*/ 6142 w 834304"/>
                      <a:gd name="connsiteY5" fmla="*/ 46357 h 298093"/>
                      <a:gd name="connsiteX6" fmla="*/ 11730 w 834304"/>
                      <a:gd name="connsiteY6" fmla="*/ 0 h 298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4304" h="298093">
                        <a:moveTo>
                          <a:pt x="11730" y="0"/>
                        </a:moveTo>
                        <a:lnTo>
                          <a:pt x="834304" y="0"/>
                        </a:lnTo>
                        <a:lnTo>
                          <a:pt x="834083" y="102300"/>
                        </a:lnTo>
                        <a:cubicBezTo>
                          <a:pt x="832858" y="142584"/>
                          <a:pt x="830384" y="187851"/>
                          <a:pt x="826362" y="239249"/>
                        </a:cubicBezTo>
                        <a:cubicBezTo>
                          <a:pt x="521562" y="328149"/>
                          <a:pt x="229461" y="302749"/>
                          <a:pt x="861" y="251949"/>
                        </a:cubicBezTo>
                        <a:cubicBezTo>
                          <a:pt x="-1361" y="169216"/>
                          <a:pt x="836" y="102155"/>
                          <a:pt x="6142" y="46357"/>
                        </a:cubicBezTo>
                        <a:lnTo>
                          <a:pt x="1173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31064A8A-4272-EBC2-E564-A25712B09E9A}"/>
                    </a:ext>
                  </a:extLst>
                </p:cNvPr>
                <p:cNvGrpSpPr/>
                <p:nvPr/>
              </p:nvGrpSpPr>
              <p:grpSpPr>
                <a:xfrm>
                  <a:off x="8582299" y="5899496"/>
                  <a:ext cx="497407" cy="803726"/>
                  <a:chOff x="3585703" y="4894951"/>
                  <a:chExt cx="903766" cy="1450435"/>
                </a:xfrm>
                <a:grpFill/>
              </p:grpSpPr>
              <p:sp>
                <p:nvSpPr>
                  <p:cNvPr id="152" name="Freeform: Shape 151">
                    <a:extLst>
                      <a:ext uri="{FF2B5EF4-FFF2-40B4-BE49-F238E27FC236}">
                        <a16:creationId xmlns:a16="http://schemas.microsoft.com/office/drawing/2014/main" id="{79785F0D-C98F-41F4-FFFC-990B1894B061}"/>
                      </a:ext>
                    </a:extLst>
                  </p:cNvPr>
                  <p:cNvSpPr/>
                  <p:nvPr/>
                </p:nvSpPr>
                <p:spPr>
                  <a:xfrm>
                    <a:off x="3585703" y="4894951"/>
                    <a:ext cx="903766" cy="302494"/>
                  </a:xfrm>
                  <a:custGeom>
                    <a:avLst/>
                    <a:gdLst>
                      <a:gd name="connsiteX0" fmla="*/ 0 w 877203"/>
                      <a:gd name="connsiteY0" fmla="*/ 0 h 291944"/>
                      <a:gd name="connsiteX1" fmla="*/ 877203 w 877203"/>
                      <a:gd name="connsiteY1" fmla="*/ 64790 h 291944"/>
                      <a:gd name="connsiteX2" fmla="*/ 876876 w 877203"/>
                      <a:gd name="connsiteY2" fmla="*/ 66526 h 291944"/>
                      <a:gd name="connsiteX3" fmla="*/ 849740 w 877203"/>
                      <a:gd name="connsiteY3" fmla="*/ 216773 h 291944"/>
                      <a:gd name="connsiteX4" fmla="*/ 836826 w 877203"/>
                      <a:gd name="connsiteY4" fmla="*/ 291944 h 291944"/>
                      <a:gd name="connsiteX5" fmla="*/ 43200 w 877203"/>
                      <a:gd name="connsiteY5" fmla="*/ 233327 h 291944"/>
                      <a:gd name="connsiteX6" fmla="*/ 28178 w 877203"/>
                      <a:gd name="connsiteY6" fmla="*/ 148511 h 291944"/>
                      <a:gd name="connsiteX7" fmla="*/ 0 w 877203"/>
                      <a:gd name="connsiteY7" fmla="*/ 0 h 2919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77203" h="291944">
                        <a:moveTo>
                          <a:pt x="0" y="0"/>
                        </a:moveTo>
                        <a:lnTo>
                          <a:pt x="877203" y="64790"/>
                        </a:lnTo>
                        <a:lnTo>
                          <a:pt x="876876" y="66526"/>
                        </a:lnTo>
                        <a:cubicBezTo>
                          <a:pt x="867182" y="119051"/>
                          <a:pt x="858149" y="169085"/>
                          <a:pt x="849740" y="216773"/>
                        </a:cubicBezTo>
                        <a:lnTo>
                          <a:pt x="836826" y="291944"/>
                        </a:lnTo>
                        <a:lnTo>
                          <a:pt x="43200" y="233327"/>
                        </a:lnTo>
                        <a:lnTo>
                          <a:pt x="28178" y="14851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3" name="Freeform: Shape 152">
                    <a:extLst>
                      <a:ext uri="{FF2B5EF4-FFF2-40B4-BE49-F238E27FC236}">
                        <a16:creationId xmlns:a16="http://schemas.microsoft.com/office/drawing/2014/main" id="{08BE27D1-3FAE-03F1-9903-3F8A4A5FEDFB}"/>
                      </a:ext>
                    </a:extLst>
                  </p:cNvPr>
                  <p:cNvSpPr/>
                  <p:nvPr/>
                </p:nvSpPr>
                <p:spPr>
                  <a:xfrm>
                    <a:off x="3664283" y="5349135"/>
                    <a:ext cx="748822" cy="229512"/>
                  </a:xfrm>
                  <a:custGeom>
                    <a:avLst/>
                    <a:gdLst>
                      <a:gd name="connsiteX0" fmla="*/ 0 w 750968"/>
                      <a:gd name="connsiteY0" fmla="*/ 0 h 229512"/>
                      <a:gd name="connsiteX1" fmla="*/ 750968 w 750968"/>
                      <a:gd name="connsiteY1" fmla="*/ 0 h 229512"/>
                      <a:gd name="connsiteX2" fmla="*/ 736978 w 750968"/>
                      <a:gd name="connsiteY2" fmla="*/ 86545 h 229512"/>
                      <a:gd name="connsiteX3" fmla="*/ 720399 w 750968"/>
                      <a:gd name="connsiteY3" fmla="*/ 197127 h 229512"/>
                      <a:gd name="connsiteX4" fmla="*/ 715983 w 750968"/>
                      <a:gd name="connsiteY4" fmla="*/ 229512 h 229512"/>
                      <a:gd name="connsiteX5" fmla="*/ 32818 w 750968"/>
                      <a:gd name="connsiteY5" fmla="*/ 229512 h 229512"/>
                      <a:gd name="connsiteX6" fmla="*/ 24676 w 750968"/>
                      <a:gd name="connsiteY6" fmla="*/ 164584 h 229512"/>
                      <a:gd name="connsiteX7" fmla="*/ 7118 w 750968"/>
                      <a:gd name="connsiteY7" fmla="*/ 43814 h 229512"/>
                      <a:gd name="connsiteX8" fmla="*/ 0 w 750968"/>
                      <a:gd name="connsiteY8" fmla="*/ 0 h 229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0968" h="229512">
                        <a:moveTo>
                          <a:pt x="0" y="0"/>
                        </a:moveTo>
                        <a:lnTo>
                          <a:pt x="750968" y="0"/>
                        </a:lnTo>
                        <a:lnTo>
                          <a:pt x="736978" y="86545"/>
                        </a:lnTo>
                        <a:cubicBezTo>
                          <a:pt x="730915" y="125418"/>
                          <a:pt x="725401" y="162231"/>
                          <a:pt x="720399" y="197127"/>
                        </a:cubicBezTo>
                        <a:lnTo>
                          <a:pt x="715983" y="229512"/>
                        </a:lnTo>
                        <a:lnTo>
                          <a:pt x="32818" y="229512"/>
                        </a:lnTo>
                        <a:lnTo>
                          <a:pt x="24676" y="164584"/>
                        </a:lnTo>
                        <a:cubicBezTo>
                          <a:pt x="19515" y="126558"/>
                          <a:pt x="13679" y="86356"/>
                          <a:pt x="7118" y="43814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4" name="Freeform: Shape 153">
                    <a:extLst>
                      <a:ext uri="{FF2B5EF4-FFF2-40B4-BE49-F238E27FC236}">
                        <a16:creationId xmlns:a16="http://schemas.microsoft.com/office/drawing/2014/main" id="{7E361650-FFC2-2E17-E31A-B347A97EF011}"/>
                      </a:ext>
                    </a:extLst>
                  </p:cNvPr>
                  <p:cNvSpPr/>
                  <p:nvPr/>
                </p:nvSpPr>
                <p:spPr>
                  <a:xfrm>
                    <a:off x="3706305" y="5706875"/>
                    <a:ext cx="643637" cy="160428"/>
                  </a:xfrm>
                  <a:custGeom>
                    <a:avLst/>
                    <a:gdLst>
                      <a:gd name="connsiteX0" fmla="*/ 0 w 667444"/>
                      <a:gd name="connsiteY0" fmla="*/ 0 h 132229"/>
                      <a:gd name="connsiteX1" fmla="*/ 667444 w 667444"/>
                      <a:gd name="connsiteY1" fmla="*/ 0 h 132229"/>
                      <a:gd name="connsiteX2" fmla="*/ 666772 w 667444"/>
                      <a:gd name="connsiteY2" fmla="*/ 4928 h 132229"/>
                      <a:gd name="connsiteX3" fmla="*/ 656108 w 667444"/>
                      <a:gd name="connsiteY3" fmla="*/ 93378 h 132229"/>
                      <a:gd name="connsiteX4" fmla="*/ 652135 w 667444"/>
                      <a:gd name="connsiteY4" fmla="*/ 132229 h 132229"/>
                      <a:gd name="connsiteX5" fmla="*/ 11938 w 667444"/>
                      <a:gd name="connsiteY5" fmla="*/ 132229 h 132229"/>
                      <a:gd name="connsiteX6" fmla="*/ 7810 w 667444"/>
                      <a:gd name="connsiteY6" fmla="*/ 76638 h 132229"/>
                      <a:gd name="connsiteX7" fmla="*/ 0 w 667444"/>
                      <a:gd name="connsiteY7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67444" h="132229">
                        <a:moveTo>
                          <a:pt x="0" y="0"/>
                        </a:moveTo>
                        <a:lnTo>
                          <a:pt x="667444" y="0"/>
                        </a:lnTo>
                        <a:lnTo>
                          <a:pt x="666772" y="4928"/>
                        </a:lnTo>
                        <a:cubicBezTo>
                          <a:pt x="662756" y="36136"/>
                          <a:pt x="659213" y="65571"/>
                          <a:pt x="656108" y="93378"/>
                        </a:cubicBezTo>
                        <a:lnTo>
                          <a:pt x="652135" y="132229"/>
                        </a:lnTo>
                        <a:lnTo>
                          <a:pt x="11938" y="132229"/>
                        </a:lnTo>
                        <a:lnTo>
                          <a:pt x="7810" y="7663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5" name="Freeform: Shape 154">
                    <a:extLst>
                      <a:ext uri="{FF2B5EF4-FFF2-40B4-BE49-F238E27FC236}">
                        <a16:creationId xmlns:a16="http://schemas.microsoft.com/office/drawing/2014/main" id="{BE2BE9AC-0313-3577-D8DA-27D8EEC1B006}"/>
                      </a:ext>
                    </a:extLst>
                  </p:cNvPr>
                  <p:cNvSpPr/>
                  <p:nvPr/>
                </p:nvSpPr>
                <p:spPr>
                  <a:xfrm>
                    <a:off x="3690777" y="5986860"/>
                    <a:ext cx="659164" cy="132229"/>
                  </a:xfrm>
                  <a:custGeom>
                    <a:avLst/>
                    <a:gdLst>
                      <a:gd name="connsiteX0" fmla="*/ 21921 w 651591"/>
                      <a:gd name="connsiteY0" fmla="*/ 0 h 132229"/>
                      <a:gd name="connsiteX1" fmla="*/ 645255 w 651591"/>
                      <a:gd name="connsiteY1" fmla="*/ 0 h 132229"/>
                      <a:gd name="connsiteX2" fmla="*/ 646998 w 651591"/>
                      <a:gd name="connsiteY2" fmla="*/ 84400 h 132229"/>
                      <a:gd name="connsiteX3" fmla="*/ 651591 w 651591"/>
                      <a:gd name="connsiteY3" fmla="*/ 132229 h 132229"/>
                      <a:gd name="connsiteX4" fmla="*/ 0 w 651591"/>
                      <a:gd name="connsiteY4" fmla="*/ 132229 h 132229"/>
                      <a:gd name="connsiteX5" fmla="*/ 11362 w 651591"/>
                      <a:gd name="connsiteY5" fmla="*/ 86940 h 132229"/>
                      <a:gd name="connsiteX6" fmla="*/ 21921 w 651591"/>
                      <a:gd name="connsiteY6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51591" h="132229">
                        <a:moveTo>
                          <a:pt x="21921" y="0"/>
                        </a:moveTo>
                        <a:lnTo>
                          <a:pt x="645255" y="0"/>
                        </a:lnTo>
                        <a:lnTo>
                          <a:pt x="646998" y="84400"/>
                        </a:lnTo>
                        <a:lnTo>
                          <a:pt x="651591" y="132229"/>
                        </a:lnTo>
                        <a:lnTo>
                          <a:pt x="0" y="132229"/>
                        </a:lnTo>
                        <a:lnTo>
                          <a:pt x="11362" y="86940"/>
                        </a:lnTo>
                        <a:lnTo>
                          <a:pt x="21921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265B5A5B-C1E1-8864-2AC9-E6AFB19B4E82}"/>
                      </a:ext>
                    </a:extLst>
                  </p:cNvPr>
                  <p:cNvSpPr/>
                  <p:nvPr/>
                </p:nvSpPr>
                <p:spPr>
                  <a:xfrm>
                    <a:off x="3585703" y="6213157"/>
                    <a:ext cx="795601" cy="132229"/>
                  </a:xfrm>
                  <a:custGeom>
                    <a:avLst/>
                    <a:gdLst>
                      <a:gd name="connsiteX0" fmla="*/ 56641 w 753157"/>
                      <a:gd name="connsiteY0" fmla="*/ 0 h 132229"/>
                      <a:gd name="connsiteX1" fmla="*/ 727724 w 753157"/>
                      <a:gd name="connsiteY1" fmla="*/ 0 h 132229"/>
                      <a:gd name="connsiteX2" fmla="*/ 734543 w 753157"/>
                      <a:gd name="connsiteY2" fmla="*/ 40581 h 132229"/>
                      <a:gd name="connsiteX3" fmla="*/ 746300 w 753157"/>
                      <a:gd name="connsiteY3" fmla="*/ 97051 h 132229"/>
                      <a:gd name="connsiteX4" fmla="*/ 753157 w 753157"/>
                      <a:gd name="connsiteY4" fmla="*/ 132229 h 132229"/>
                      <a:gd name="connsiteX5" fmla="*/ 0 w 753157"/>
                      <a:gd name="connsiteY5" fmla="*/ 132229 h 132229"/>
                      <a:gd name="connsiteX6" fmla="*/ 15633 w 753157"/>
                      <a:gd name="connsiteY6" fmla="*/ 96369 h 132229"/>
                      <a:gd name="connsiteX7" fmla="*/ 40636 w 753157"/>
                      <a:gd name="connsiteY7" fmla="*/ 41910 h 132229"/>
                      <a:gd name="connsiteX8" fmla="*/ 56641 w 753157"/>
                      <a:gd name="connsiteY8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3157" h="132229">
                        <a:moveTo>
                          <a:pt x="56641" y="0"/>
                        </a:moveTo>
                        <a:lnTo>
                          <a:pt x="727724" y="0"/>
                        </a:lnTo>
                        <a:lnTo>
                          <a:pt x="734543" y="40581"/>
                        </a:lnTo>
                        <a:cubicBezTo>
                          <a:pt x="738312" y="59788"/>
                          <a:pt x="742331" y="78228"/>
                          <a:pt x="746300" y="97051"/>
                        </a:cubicBezTo>
                        <a:lnTo>
                          <a:pt x="753157" y="132229"/>
                        </a:lnTo>
                        <a:lnTo>
                          <a:pt x="0" y="132229"/>
                        </a:lnTo>
                        <a:lnTo>
                          <a:pt x="15633" y="96369"/>
                        </a:lnTo>
                        <a:cubicBezTo>
                          <a:pt x="24076" y="78217"/>
                          <a:pt x="32540" y="60499"/>
                          <a:pt x="40636" y="41910"/>
                        </a:cubicBezTo>
                        <a:lnTo>
                          <a:pt x="56641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49" name="Rectangle 10">
                <a:extLst>
                  <a:ext uri="{FF2B5EF4-FFF2-40B4-BE49-F238E27FC236}">
                    <a16:creationId xmlns:a16="http://schemas.microsoft.com/office/drawing/2014/main" id="{B433DAE2-CA5D-25E2-1DF4-5B26EA168BEC}"/>
                  </a:ext>
                </a:extLst>
              </p:cNvPr>
              <p:cNvSpPr/>
              <p:nvPr/>
            </p:nvSpPr>
            <p:spPr>
              <a:xfrm rot="5708395">
                <a:off x="8648839" y="5071350"/>
                <a:ext cx="405531" cy="896667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grpFill/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8938C27-FD53-83D4-2F8F-270663B61C30}"/>
                </a:ext>
              </a:extLst>
            </p:cNvPr>
            <p:cNvGrpSpPr/>
            <p:nvPr/>
          </p:nvGrpSpPr>
          <p:grpSpPr>
            <a:xfrm>
              <a:off x="7361912" y="5289514"/>
              <a:ext cx="896667" cy="1679581"/>
              <a:chOff x="7361912" y="5289514"/>
              <a:chExt cx="896667" cy="1679581"/>
            </a:xfrm>
            <a:grpFill/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6D7F8F67-B37B-4C7D-4D3E-C02D7B9C7E9D}"/>
                  </a:ext>
                </a:extLst>
              </p:cNvPr>
              <p:cNvGrpSpPr/>
              <p:nvPr/>
            </p:nvGrpSpPr>
            <p:grpSpPr>
              <a:xfrm flipH="1">
                <a:off x="7479258" y="5421761"/>
                <a:ext cx="695991" cy="1547334"/>
                <a:chOff x="8470320" y="5402921"/>
                <a:chExt cx="695991" cy="1547334"/>
              </a:xfrm>
              <a:grpFill/>
            </p:grpSpPr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8747D643-66AF-7734-D2E4-9A7C006AF7ED}"/>
                    </a:ext>
                  </a:extLst>
                </p:cNvPr>
                <p:cNvGrpSpPr/>
                <p:nvPr/>
              </p:nvGrpSpPr>
              <p:grpSpPr>
                <a:xfrm>
                  <a:off x="8470320" y="5402921"/>
                  <a:ext cx="695991" cy="1547334"/>
                  <a:chOff x="5242559" y="3855720"/>
                  <a:chExt cx="1211581" cy="2693599"/>
                </a:xfrm>
                <a:grpFill/>
              </p:grpSpPr>
              <p:sp>
                <p:nvSpPr>
                  <p:cNvPr id="146" name="Rectangle 14">
                    <a:extLst>
                      <a:ext uri="{FF2B5EF4-FFF2-40B4-BE49-F238E27FC236}">
                        <a16:creationId xmlns:a16="http://schemas.microsoft.com/office/drawing/2014/main" id="{FF454AE6-E1E4-AF97-FA1D-110FDACE3375}"/>
                      </a:ext>
                    </a:extLst>
                  </p:cNvPr>
                  <p:cNvSpPr/>
                  <p:nvPr/>
                </p:nvSpPr>
                <p:spPr>
                  <a:xfrm>
                    <a:off x="5242559" y="3855720"/>
                    <a:ext cx="1211581" cy="2693599"/>
                  </a:xfrm>
                  <a:custGeom>
                    <a:avLst/>
                    <a:gdLst>
                      <a:gd name="connsiteX0" fmla="*/ 0 w 914401"/>
                      <a:gd name="connsiteY0" fmla="*/ 0 h 889775"/>
                      <a:gd name="connsiteX1" fmla="*/ 914401 w 914401"/>
                      <a:gd name="connsiteY1" fmla="*/ 0 h 889775"/>
                      <a:gd name="connsiteX2" fmla="*/ 914401 w 914401"/>
                      <a:gd name="connsiteY2" fmla="*/ 889775 h 889775"/>
                      <a:gd name="connsiteX3" fmla="*/ 0 w 914401"/>
                      <a:gd name="connsiteY3" fmla="*/ 889775 h 889775"/>
                      <a:gd name="connsiteX4" fmla="*/ 0 w 914401"/>
                      <a:gd name="connsiteY4" fmla="*/ 0 h 8897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914401 w 914401"/>
                      <a:gd name="connsiteY2" fmla="*/ 889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51875"/>
                      <a:gd name="connsiteX1" fmla="*/ 914401 w 914401"/>
                      <a:gd name="connsiteY1" fmla="*/ 0 h 2451875"/>
                      <a:gd name="connsiteX2" fmla="*/ 850901 w 914401"/>
                      <a:gd name="connsiteY2" fmla="*/ 2413775 h 2451875"/>
                      <a:gd name="connsiteX3" fmla="*/ 88900 w 914401"/>
                      <a:gd name="connsiteY3" fmla="*/ 2451875 h 2451875"/>
                      <a:gd name="connsiteX4" fmla="*/ 0 w 914401"/>
                      <a:gd name="connsiteY4" fmla="*/ 0 h 2451875"/>
                      <a:gd name="connsiteX0" fmla="*/ 0 w 914401"/>
                      <a:gd name="connsiteY0" fmla="*/ 0 h 2462095"/>
                      <a:gd name="connsiteX1" fmla="*/ 914401 w 914401"/>
                      <a:gd name="connsiteY1" fmla="*/ 0 h 2462095"/>
                      <a:gd name="connsiteX2" fmla="*/ 850901 w 914401"/>
                      <a:gd name="connsiteY2" fmla="*/ 2413775 h 2462095"/>
                      <a:gd name="connsiteX3" fmla="*/ 88900 w 914401"/>
                      <a:gd name="connsiteY3" fmla="*/ 2451875 h 2462095"/>
                      <a:gd name="connsiteX4" fmla="*/ 0 w 914401"/>
                      <a:gd name="connsiteY4" fmla="*/ 0 h 2462095"/>
                      <a:gd name="connsiteX0" fmla="*/ 0 w 914401"/>
                      <a:gd name="connsiteY0" fmla="*/ 0 h 2486199"/>
                      <a:gd name="connsiteX1" fmla="*/ 914401 w 914401"/>
                      <a:gd name="connsiteY1" fmla="*/ 0 h 2486199"/>
                      <a:gd name="connsiteX2" fmla="*/ 850901 w 914401"/>
                      <a:gd name="connsiteY2" fmla="*/ 2413775 h 2486199"/>
                      <a:gd name="connsiteX3" fmla="*/ 88900 w 914401"/>
                      <a:gd name="connsiteY3" fmla="*/ 2451875 h 2486199"/>
                      <a:gd name="connsiteX4" fmla="*/ 0 w 914401"/>
                      <a:gd name="connsiteY4" fmla="*/ 0 h 2486199"/>
                      <a:gd name="connsiteX0" fmla="*/ 0 w 914401"/>
                      <a:gd name="connsiteY0" fmla="*/ 0 h 2458239"/>
                      <a:gd name="connsiteX1" fmla="*/ 914401 w 914401"/>
                      <a:gd name="connsiteY1" fmla="*/ 0 h 2458239"/>
                      <a:gd name="connsiteX2" fmla="*/ 850901 w 914401"/>
                      <a:gd name="connsiteY2" fmla="*/ 2413775 h 2458239"/>
                      <a:gd name="connsiteX3" fmla="*/ 25400 w 914401"/>
                      <a:gd name="connsiteY3" fmla="*/ 2388375 h 2458239"/>
                      <a:gd name="connsiteX4" fmla="*/ 0 w 914401"/>
                      <a:gd name="connsiteY4" fmla="*/ 0 h 2458239"/>
                      <a:gd name="connsiteX0" fmla="*/ 0 w 914401"/>
                      <a:gd name="connsiteY0" fmla="*/ 0 h 2472619"/>
                      <a:gd name="connsiteX1" fmla="*/ 914401 w 914401"/>
                      <a:gd name="connsiteY1" fmla="*/ 0 h 2472619"/>
                      <a:gd name="connsiteX2" fmla="*/ 850901 w 914401"/>
                      <a:gd name="connsiteY2" fmla="*/ 2413775 h 2472619"/>
                      <a:gd name="connsiteX3" fmla="*/ 25400 w 914401"/>
                      <a:gd name="connsiteY3" fmla="*/ 2426475 h 2472619"/>
                      <a:gd name="connsiteX4" fmla="*/ 0 w 914401"/>
                      <a:gd name="connsiteY4" fmla="*/ 0 h 2472619"/>
                      <a:gd name="connsiteX0" fmla="*/ 0 w 1112521"/>
                      <a:gd name="connsiteY0" fmla="*/ 7620 h 2472619"/>
                      <a:gd name="connsiteX1" fmla="*/ 1112521 w 1112521"/>
                      <a:gd name="connsiteY1" fmla="*/ 0 h 2472619"/>
                      <a:gd name="connsiteX2" fmla="*/ 1049021 w 1112521"/>
                      <a:gd name="connsiteY2" fmla="*/ 2413775 h 2472619"/>
                      <a:gd name="connsiteX3" fmla="*/ 223520 w 1112521"/>
                      <a:gd name="connsiteY3" fmla="*/ 2426475 h 2472619"/>
                      <a:gd name="connsiteX4" fmla="*/ 0 w 1112521"/>
                      <a:gd name="connsiteY4" fmla="*/ 7620 h 247261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960121"/>
                      <a:gd name="connsiteY0" fmla="*/ 0 h 2693599"/>
                      <a:gd name="connsiteX1" fmla="*/ 960121 w 960121"/>
                      <a:gd name="connsiteY1" fmla="*/ 220980 h 2693599"/>
                      <a:gd name="connsiteX2" fmla="*/ 896621 w 960121"/>
                      <a:gd name="connsiteY2" fmla="*/ 2634755 h 2693599"/>
                      <a:gd name="connsiteX3" fmla="*/ 71120 w 960121"/>
                      <a:gd name="connsiteY3" fmla="*/ 2647455 h 2693599"/>
                      <a:gd name="connsiteX4" fmla="*/ 0 w 96012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043941"/>
                      <a:gd name="connsiteY0" fmla="*/ 0 h 2693599"/>
                      <a:gd name="connsiteX1" fmla="*/ 1043941 w 1043941"/>
                      <a:gd name="connsiteY1" fmla="*/ 220980 h 2693599"/>
                      <a:gd name="connsiteX2" fmla="*/ 980441 w 1043941"/>
                      <a:gd name="connsiteY2" fmla="*/ 2634755 h 2693599"/>
                      <a:gd name="connsiteX3" fmla="*/ 154940 w 1043941"/>
                      <a:gd name="connsiteY3" fmla="*/ 2647455 h 2693599"/>
                      <a:gd name="connsiteX4" fmla="*/ 0 w 104394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173481"/>
                      <a:gd name="connsiteY0" fmla="*/ 0 h 2693599"/>
                      <a:gd name="connsiteX1" fmla="*/ 1173481 w 1173481"/>
                      <a:gd name="connsiteY1" fmla="*/ 167640 h 2693599"/>
                      <a:gd name="connsiteX2" fmla="*/ 980441 w 1173481"/>
                      <a:gd name="connsiteY2" fmla="*/ 2634755 h 2693599"/>
                      <a:gd name="connsiteX3" fmla="*/ 154940 w 1173481"/>
                      <a:gd name="connsiteY3" fmla="*/ 2647455 h 2693599"/>
                      <a:gd name="connsiteX4" fmla="*/ 0 w 11734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  <a:gd name="connsiteX0" fmla="*/ 0 w 1211581"/>
                      <a:gd name="connsiteY0" fmla="*/ 0 h 2693599"/>
                      <a:gd name="connsiteX1" fmla="*/ 1211581 w 1211581"/>
                      <a:gd name="connsiteY1" fmla="*/ 167640 h 2693599"/>
                      <a:gd name="connsiteX2" fmla="*/ 980441 w 1211581"/>
                      <a:gd name="connsiteY2" fmla="*/ 2634755 h 2693599"/>
                      <a:gd name="connsiteX3" fmla="*/ 154940 w 1211581"/>
                      <a:gd name="connsiteY3" fmla="*/ 2647455 h 2693599"/>
                      <a:gd name="connsiteX4" fmla="*/ 0 w 1211581"/>
                      <a:gd name="connsiteY4" fmla="*/ 0 h 269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1581" h="2693599">
                        <a:moveTo>
                          <a:pt x="0" y="0"/>
                        </a:moveTo>
                        <a:lnTo>
                          <a:pt x="1211581" y="167640"/>
                        </a:lnTo>
                        <a:cubicBezTo>
                          <a:pt x="712894" y="2559732"/>
                          <a:pt x="1044788" y="1812383"/>
                          <a:pt x="980441" y="2634755"/>
                        </a:cubicBezTo>
                        <a:cubicBezTo>
                          <a:pt x="675641" y="2723655"/>
                          <a:pt x="383540" y="2698255"/>
                          <a:pt x="154940" y="2647455"/>
                        </a:cubicBezTo>
                        <a:cubicBezTo>
                          <a:pt x="131233" y="1764970"/>
                          <a:pt x="610447" y="2665565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7" name="Freeform: Shape 146">
                    <a:extLst>
                      <a:ext uri="{FF2B5EF4-FFF2-40B4-BE49-F238E27FC236}">
                        <a16:creationId xmlns:a16="http://schemas.microsoft.com/office/drawing/2014/main" id="{4480518A-76F6-19D3-55F1-24E1666D1AC3}"/>
                      </a:ext>
                    </a:extLst>
                  </p:cNvPr>
                  <p:cNvSpPr/>
                  <p:nvPr/>
                </p:nvSpPr>
                <p:spPr>
                  <a:xfrm>
                    <a:off x="5395910" y="6247891"/>
                    <a:ext cx="834304" cy="298093"/>
                  </a:xfrm>
                  <a:custGeom>
                    <a:avLst/>
                    <a:gdLst>
                      <a:gd name="connsiteX0" fmla="*/ 11730 w 834304"/>
                      <a:gd name="connsiteY0" fmla="*/ 0 h 298093"/>
                      <a:gd name="connsiteX1" fmla="*/ 834304 w 834304"/>
                      <a:gd name="connsiteY1" fmla="*/ 0 h 298093"/>
                      <a:gd name="connsiteX2" fmla="*/ 834083 w 834304"/>
                      <a:gd name="connsiteY2" fmla="*/ 102300 h 298093"/>
                      <a:gd name="connsiteX3" fmla="*/ 826362 w 834304"/>
                      <a:gd name="connsiteY3" fmla="*/ 239249 h 298093"/>
                      <a:gd name="connsiteX4" fmla="*/ 861 w 834304"/>
                      <a:gd name="connsiteY4" fmla="*/ 251949 h 298093"/>
                      <a:gd name="connsiteX5" fmla="*/ 6142 w 834304"/>
                      <a:gd name="connsiteY5" fmla="*/ 46357 h 298093"/>
                      <a:gd name="connsiteX6" fmla="*/ 11730 w 834304"/>
                      <a:gd name="connsiteY6" fmla="*/ 0 h 298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4304" h="298093">
                        <a:moveTo>
                          <a:pt x="11730" y="0"/>
                        </a:moveTo>
                        <a:lnTo>
                          <a:pt x="834304" y="0"/>
                        </a:lnTo>
                        <a:lnTo>
                          <a:pt x="834083" y="102300"/>
                        </a:lnTo>
                        <a:cubicBezTo>
                          <a:pt x="832858" y="142584"/>
                          <a:pt x="830384" y="187851"/>
                          <a:pt x="826362" y="239249"/>
                        </a:cubicBezTo>
                        <a:cubicBezTo>
                          <a:pt x="521562" y="328149"/>
                          <a:pt x="229461" y="302749"/>
                          <a:pt x="861" y="251949"/>
                        </a:cubicBezTo>
                        <a:cubicBezTo>
                          <a:pt x="-1361" y="169216"/>
                          <a:pt x="836" y="102155"/>
                          <a:pt x="6142" y="46357"/>
                        </a:cubicBezTo>
                        <a:lnTo>
                          <a:pt x="1173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40" name="Group 139">
                  <a:extLst>
                    <a:ext uri="{FF2B5EF4-FFF2-40B4-BE49-F238E27FC236}">
                      <a16:creationId xmlns:a16="http://schemas.microsoft.com/office/drawing/2014/main" id="{91BB3740-A1F4-22E2-D30A-8F2C2AA097A0}"/>
                    </a:ext>
                  </a:extLst>
                </p:cNvPr>
                <p:cNvGrpSpPr/>
                <p:nvPr/>
              </p:nvGrpSpPr>
              <p:grpSpPr>
                <a:xfrm>
                  <a:off x="8582299" y="5899496"/>
                  <a:ext cx="497407" cy="803726"/>
                  <a:chOff x="3585703" y="4894951"/>
                  <a:chExt cx="903766" cy="1450435"/>
                </a:xfrm>
                <a:grpFill/>
              </p:grpSpPr>
              <p:sp>
                <p:nvSpPr>
                  <p:cNvPr id="141" name="Freeform: Shape 140">
                    <a:extLst>
                      <a:ext uri="{FF2B5EF4-FFF2-40B4-BE49-F238E27FC236}">
                        <a16:creationId xmlns:a16="http://schemas.microsoft.com/office/drawing/2014/main" id="{A6AF8297-B539-1EAF-FB42-1401E7A928A6}"/>
                      </a:ext>
                    </a:extLst>
                  </p:cNvPr>
                  <p:cNvSpPr/>
                  <p:nvPr/>
                </p:nvSpPr>
                <p:spPr>
                  <a:xfrm>
                    <a:off x="3585703" y="4894951"/>
                    <a:ext cx="903766" cy="302494"/>
                  </a:xfrm>
                  <a:custGeom>
                    <a:avLst/>
                    <a:gdLst>
                      <a:gd name="connsiteX0" fmla="*/ 0 w 877203"/>
                      <a:gd name="connsiteY0" fmla="*/ 0 h 291944"/>
                      <a:gd name="connsiteX1" fmla="*/ 877203 w 877203"/>
                      <a:gd name="connsiteY1" fmla="*/ 64790 h 291944"/>
                      <a:gd name="connsiteX2" fmla="*/ 876876 w 877203"/>
                      <a:gd name="connsiteY2" fmla="*/ 66526 h 291944"/>
                      <a:gd name="connsiteX3" fmla="*/ 849740 w 877203"/>
                      <a:gd name="connsiteY3" fmla="*/ 216773 h 291944"/>
                      <a:gd name="connsiteX4" fmla="*/ 836826 w 877203"/>
                      <a:gd name="connsiteY4" fmla="*/ 291944 h 291944"/>
                      <a:gd name="connsiteX5" fmla="*/ 43200 w 877203"/>
                      <a:gd name="connsiteY5" fmla="*/ 233327 h 291944"/>
                      <a:gd name="connsiteX6" fmla="*/ 28178 w 877203"/>
                      <a:gd name="connsiteY6" fmla="*/ 148511 h 291944"/>
                      <a:gd name="connsiteX7" fmla="*/ 0 w 877203"/>
                      <a:gd name="connsiteY7" fmla="*/ 0 h 2919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77203" h="291944">
                        <a:moveTo>
                          <a:pt x="0" y="0"/>
                        </a:moveTo>
                        <a:lnTo>
                          <a:pt x="877203" y="64790"/>
                        </a:lnTo>
                        <a:lnTo>
                          <a:pt x="876876" y="66526"/>
                        </a:lnTo>
                        <a:cubicBezTo>
                          <a:pt x="867182" y="119051"/>
                          <a:pt x="858149" y="169085"/>
                          <a:pt x="849740" y="216773"/>
                        </a:cubicBezTo>
                        <a:lnTo>
                          <a:pt x="836826" y="291944"/>
                        </a:lnTo>
                        <a:lnTo>
                          <a:pt x="43200" y="233327"/>
                        </a:lnTo>
                        <a:lnTo>
                          <a:pt x="28178" y="14851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025EB65B-7974-2293-CC8F-67CC18936C7D}"/>
                      </a:ext>
                    </a:extLst>
                  </p:cNvPr>
                  <p:cNvSpPr/>
                  <p:nvPr/>
                </p:nvSpPr>
                <p:spPr>
                  <a:xfrm>
                    <a:off x="3664283" y="5349135"/>
                    <a:ext cx="748822" cy="229512"/>
                  </a:xfrm>
                  <a:custGeom>
                    <a:avLst/>
                    <a:gdLst>
                      <a:gd name="connsiteX0" fmla="*/ 0 w 750968"/>
                      <a:gd name="connsiteY0" fmla="*/ 0 h 229512"/>
                      <a:gd name="connsiteX1" fmla="*/ 750968 w 750968"/>
                      <a:gd name="connsiteY1" fmla="*/ 0 h 229512"/>
                      <a:gd name="connsiteX2" fmla="*/ 736978 w 750968"/>
                      <a:gd name="connsiteY2" fmla="*/ 86545 h 229512"/>
                      <a:gd name="connsiteX3" fmla="*/ 720399 w 750968"/>
                      <a:gd name="connsiteY3" fmla="*/ 197127 h 229512"/>
                      <a:gd name="connsiteX4" fmla="*/ 715983 w 750968"/>
                      <a:gd name="connsiteY4" fmla="*/ 229512 h 229512"/>
                      <a:gd name="connsiteX5" fmla="*/ 32818 w 750968"/>
                      <a:gd name="connsiteY5" fmla="*/ 229512 h 229512"/>
                      <a:gd name="connsiteX6" fmla="*/ 24676 w 750968"/>
                      <a:gd name="connsiteY6" fmla="*/ 164584 h 229512"/>
                      <a:gd name="connsiteX7" fmla="*/ 7118 w 750968"/>
                      <a:gd name="connsiteY7" fmla="*/ 43814 h 229512"/>
                      <a:gd name="connsiteX8" fmla="*/ 0 w 750968"/>
                      <a:gd name="connsiteY8" fmla="*/ 0 h 229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0968" h="229512">
                        <a:moveTo>
                          <a:pt x="0" y="0"/>
                        </a:moveTo>
                        <a:lnTo>
                          <a:pt x="750968" y="0"/>
                        </a:lnTo>
                        <a:lnTo>
                          <a:pt x="736978" y="86545"/>
                        </a:lnTo>
                        <a:cubicBezTo>
                          <a:pt x="730915" y="125418"/>
                          <a:pt x="725401" y="162231"/>
                          <a:pt x="720399" y="197127"/>
                        </a:cubicBezTo>
                        <a:lnTo>
                          <a:pt x="715983" y="229512"/>
                        </a:lnTo>
                        <a:lnTo>
                          <a:pt x="32818" y="229512"/>
                        </a:lnTo>
                        <a:lnTo>
                          <a:pt x="24676" y="164584"/>
                        </a:lnTo>
                        <a:cubicBezTo>
                          <a:pt x="19515" y="126558"/>
                          <a:pt x="13679" y="86356"/>
                          <a:pt x="7118" y="43814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3" name="Freeform: Shape 142">
                    <a:extLst>
                      <a:ext uri="{FF2B5EF4-FFF2-40B4-BE49-F238E27FC236}">
                        <a16:creationId xmlns:a16="http://schemas.microsoft.com/office/drawing/2014/main" id="{007E5AD4-98AA-76AE-D6BC-552BDD4E10BF}"/>
                      </a:ext>
                    </a:extLst>
                  </p:cNvPr>
                  <p:cNvSpPr/>
                  <p:nvPr/>
                </p:nvSpPr>
                <p:spPr>
                  <a:xfrm>
                    <a:off x="3706305" y="5706875"/>
                    <a:ext cx="643637" cy="160428"/>
                  </a:xfrm>
                  <a:custGeom>
                    <a:avLst/>
                    <a:gdLst>
                      <a:gd name="connsiteX0" fmla="*/ 0 w 667444"/>
                      <a:gd name="connsiteY0" fmla="*/ 0 h 132229"/>
                      <a:gd name="connsiteX1" fmla="*/ 667444 w 667444"/>
                      <a:gd name="connsiteY1" fmla="*/ 0 h 132229"/>
                      <a:gd name="connsiteX2" fmla="*/ 666772 w 667444"/>
                      <a:gd name="connsiteY2" fmla="*/ 4928 h 132229"/>
                      <a:gd name="connsiteX3" fmla="*/ 656108 w 667444"/>
                      <a:gd name="connsiteY3" fmla="*/ 93378 h 132229"/>
                      <a:gd name="connsiteX4" fmla="*/ 652135 w 667444"/>
                      <a:gd name="connsiteY4" fmla="*/ 132229 h 132229"/>
                      <a:gd name="connsiteX5" fmla="*/ 11938 w 667444"/>
                      <a:gd name="connsiteY5" fmla="*/ 132229 h 132229"/>
                      <a:gd name="connsiteX6" fmla="*/ 7810 w 667444"/>
                      <a:gd name="connsiteY6" fmla="*/ 76638 h 132229"/>
                      <a:gd name="connsiteX7" fmla="*/ 0 w 667444"/>
                      <a:gd name="connsiteY7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67444" h="132229">
                        <a:moveTo>
                          <a:pt x="0" y="0"/>
                        </a:moveTo>
                        <a:lnTo>
                          <a:pt x="667444" y="0"/>
                        </a:lnTo>
                        <a:lnTo>
                          <a:pt x="666772" y="4928"/>
                        </a:lnTo>
                        <a:cubicBezTo>
                          <a:pt x="662756" y="36136"/>
                          <a:pt x="659213" y="65571"/>
                          <a:pt x="656108" y="93378"/>
                        </a:cubicBezTo>
                        <a:lnTo>
                          <a:pt x="652135" y="132229"/>
                        </a:lnTo>
                        <a:lnTo>
                          <a:pt x="11938" y="132229"/>
                        </a:lnTo>
                        <a:lnTo>
                          <a:pt x="7810" y="7663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4" name="Freeform: Shape 143">
                    <a:extLst>
                      <a:ext uri="{FF2B5EF4-FFF2-40B4-BE49-F238E27FC236}">
                        <a16:creationId xmlns:a16="http://schemas.microsoft.com/office/drawing/2014/main" id="{E0862719-1C55-7A92-4C0F-093E8A974346}"/>
                      </a:ext>
                    </a:extLst>
                  </p:cNvPr>
                  <p:cNvSpPr/>
                  <p:nvPr/>
                </p:nvSpPr>
                <p:spPr>
                  <a:xfrm>
                    <a:off x="3690777" y="5986860"/>
                    <a:ext cx="659164" cy="132229"/>
                  </a:xfrm>
                  <a:custGeom>
                    <a:avLst/>
                    <a:gdLst>
                      <a:gd name="connsiteX0" fmla="*/ 21921 w 651591"/>
                      <a:gd name="connsiteY0" fmla="*/ 0 h 132229"/>
                      <a:gd name="connsiteX1" fmla="*/ 645255 w 651591"/>
                      <a:gd name="connsiteY1" fmla="*/ 0 h 132229"/>
                      <a:gd name="connsiteX2" fmla="*/ 646998 w 651591"/>
                      <a:gd name="connsiteY2" fmla="*/ 84400 h 132229"/>
                      <a:gd name="connsiteX3" fmla="*/ 651591 w 651591"/>
                      <a:gd name="connsiteY3" fmla="*/ 132229 h 132229"/>
                      <a:gd name="connsiteX4" fmla="*/ 0 w 651591"/>
                      <a:gd name="connsiteY4" fmla="*/ 132229 h 132229"/>
                      <a:gd name="connsiteX5" fmla="*/ 11362 w 651591"/>
                      <a:gd name="connsiteY5" fmla="*/ 86940 h 132229"/>
                      <a:gd name="connsiteX6" fmla="*/ 21921 w 651591"/>
                      <a:gd name="connsiteY6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51591" h="132229">
                        <a:moveTo>
                          <a:pt x="21921" y="0"/>
                        </a:moveTo>
                        <a:lnTo>
                          <a:pt x="645255" y="0"/>
                        </a:lnTo>
                        <a:lnTo>
                          <a:pt x="646998" y="84400"/>
                        </a:lnTo>
                        <a:lnTo>
                          <a:pt x="651591" y="132229"/>
                        </a:lnTo>
                        <a:lnTo>
                          <a:pt x="0" y="132229"/>
                        </a:lnTo>
                        <a:lnTo>
                          <a:pt x="11362" y="86940"/>
                        </a:lnTo>
                        <a:lnTo>
                          <a:pt x="21921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5" name="Freeform: Shape 144">
                    <a:extLst>
                      <a:ext uri="{FF2B5EF4-FFF2-40B4-BE49-F238E27FC236}">
                        <a16:creationId xmlns:a16="http://schemas.microsoft.com/office/drawing/2014/main" id="{764C6758-10C1-76E0-F9A7-B10880C787FF}"/>
                      </a:ext>
                    </a:extLst>
                  </p:cNvPr>
                  <p:cNvSpPr/>
                  <p:nvPr/>
                </p:nvSpPr>
                <p:spPr>
                  <a:xfrm>
                    <a:off x="3585703" y="6213157"/>
                    <a:ext cx="795601" cy="132229"/>
                  </a:xfrm>
                  <a:custGeom>
                    <a:avLst/>
                    <a:gdLst>
                      <a:gd name="connsiteX0" fmla="*/ 56641 w 753157"/>
                      <a:gd name="connsiteY0" fmla="*/ 0 h 132229"/>
                      <a:gd name="connsiteX1" fmla="*/ 727724 w 753157"/>
                      <a:gd name="connsiteY1" fmla="*/ 0 h 132229"/>
                      <a:gd name="connsiteX2" fmla="*/ 734543 w 753157"/>
                      <a:gd name="connsiteY2" fmla="*/ 40581 h 132229"/>
                      <a:gd name="connsiteX3" fmla="*/ 746300 w 753157"/>
                      <a:gd name="connsiteY3" fmla="*/ 97051 h 132229"/>
                      <a:gd name="connsiteX4" fmla="*/ 753157 w 753157"/>
                      <a:gd name="connsiteY4" fmla="*/ 132229 h 132229"/>
                      <a:gd name="connsiteX5" fmla="*/ 0 w 753157"/>
                      <a:gd name="connsiteY5" fmla="*/ 132229 h 132229"/>
                      <a:gd name="connsiteX6" fmla="*/ 15633 w 753157"/>
                      <a:gd name="connsiteY6" fmla="*/ 96369 h 132229"/>
                      <a:gd name="connsiteX7" fmla="*/ 40636 w 753157"/>
                      <a:gd name="connsiteY7" fmla="*/ 41910 h 132229"/>
                      <a:gd name="connsiteX8" fmla="*/ 56641 w 753157"/>
                      <a:gd name="connsiteY8" fmla="*/ 0 h 13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53157" h="132229">
                        <a:moveTo>
                          <a:pt x="56641" y="0"/>
                        </a:moveTo>
                        <a:lnTo>
                          <a:pt x="727724" y="0"/>
                        </a:lnTo>
                        <a:lnTo>
                          <a:pt x="734543" y="40581"/>
                        </a:lnTo>
                        <a:cubicBezTo>
                          <a:pt x="738312" y="59788"/>
                          <a:pt x="742331" y="78228"/>
                          <a:pt x="746300" y="97051"/>
                        </a:cubicBezTo>
                        <a:lnTo>
                          <a:pt x="753157" y="132229"/>
                        </a:lnTo>
                        <a:lnTo>
                          <a:pt x="0" y="132229"/>
                        </a:lnTo>
                        <a:lnTo>
                          <a:pt x="15633" y="96369"/>
                        </a:lnTo>
                        <a:cubicBezTo>
                          <a:pt x="24076" y="78217"/>
                          <a:pt x="32540" y="60499"/>
                          <a:pt x="40636" y="41910"/>
                        </a:cubicBezTo>
                        <a:lnTo>
                          <a:pt x="56641" y="0"/>
                        </a:lnTo>
                        <a:close/>
                      </a:path>
                    </a:pathLst>
                  </a:custGeom>
                  <a:grpFill/>
                  <a:ln w="28575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38" name="Rectangle 10">
                <a:extLst>
                  <a:ext uri="{FF2B5EF4-FFF2-40B4-BE49-F238E27FC236}">
                    <a16:creationId xmlns:a16="http://schemas.microsoft.com/office/drawing/2014/main" id="{0F961FDD-6063-30E0-3AFD-1D8ACDE69298}"/>
                  </a:ext>
                </a:extLst>
              </p:cNvPr>
              <p:cNvSpPr/>
              <p:nvPr/>
            </p:nvSpPr>
            <p:spPr>
              <a:xfrm rot="15891605" flipH="1">
                <a:off x="7607480" y="5043946"/>
                <a:ext cx="405531" cy="896667"/>
              </a:xfrm>
              <a:custGeom>
                <a:avLst/>
                <a:gdLst>
                  <a:gd name="connsiteX0" fmla="*/ 0 w 581025"/>
                  <a:gd name="connsiteY0" fmla="*/ 0 h 750986"/>
                  <a:gd name="connsiteX1" fmla="*/ 581025 w 581025"/>
                  <a:gd name="connsiteY1" fmla="*/ 0 h 750986"/>
                  <a:gd name="connsiteX2" fmla="*/ 581025 w 581025"/>
                  <a:gd name="connsiteY2" fmla="*/ 750986 h 750986"/>
                  <a:gd name="connsiteX3" fmla="*/ 0 w 581025"/>
                  <a:gd name="connsiteY3" fmla="*/ 750986 h 750986"/>
                  <a:gd name="connsiteX4" fmla="*/ 0 w 581025"/>
                  <a:gd name="connsiteY4" fmla="*/ 0 h 750986"/>
                  <a:gd name="connsiteX0" fmla="*/ 67633 w 581025"/>
                  <a:gd name="connsiteY0" fmla="*/ 0 h 1882602"/>
                  <a:gd name="connsiteX1" fmla="*/ 581025 w 581025"/>
                  <a:gd name="connsiteY1" fmla="*/ 1131616 h 1882602"/>
                  <a:gd name="connsiteX2" fmla="*/ 581025 w 581025"/>
                  <a:gd name="connsiteY2" fmla="*/ 1882602 h 1882602"/>
                  <a:gd name="connsiteX3" fmla="*/ 0 w 581025"/>
                  <a:gd name="connsiteY3" fmla="*/ 1882602 h 1882602"/>
                  <a:gd name="connsiteX4" fmla="*/ 67633 w 581025"/>
                  <a:gd name="connsiteY4" fmla="*/ 0 h 1882602"/>
                  <a:gd name="connsiteX0" fmla="*/ 67633 w 581025"/>
                  <a:gd name="connsiteY0" fmla="*/ 0 h 1882602"/>
                  <a:gd name="connsiteX1" fmla="*/ 581025 w 581025"/>
                  <a:gd name="connsiteY1" fmla="*/ 1882602 h 1882602"/>
                  <a:gd name="connsiteX2" fmla="*/ 0 w 581025"/>
                  <a:gd name="connsiteY2" fmla="*/ 1882602 h 1882602"/>
                  <a:gd name="connsiteX3" fmla="*/ 67633 w 581025"/>
                  <a:gd name="connsiteY3" fmla="*/ 0 h 1882602"/>
                  <a:gd name="connsiteX0" fmla="*/ 67633 w 749923"/>
                  <a:gd name="connsiteY0" fmla="*/ 0 h 1882602"/>
                  <a:gd name="connsiteX1" fmla="*/ 581025 w 749923"/>
                  <a:gd name="connsiteY1" fmla="*/ 1882602 h 1882602"/>
                  <a:gd name="connsiteX2" fmla="*/ 0 w 749923"/>
                  <a:gd name="connsiteY2" fmla="*/ 1882602 h 1882602"/>
                  <a:gd name="connsiteX3" fmla="*/ 67633 w 749923"/>
                  <a:gd name="connsiteY3" fmla="*/ 0 h 1882602"/>
                  <a:gd name="connsiteX0" fmla="*/ 67633 w 932596"/>
                  <a:gd name="connsiteY0" fmla="*/ 0 h 1882602"/>
                  <a:gd name="connsiteX1" fmla="*/ 581025 w 932596"/>
                  <a:gd name="connsiteY1" fmla="*/ 1882602 h 1882602"/>
                  <a:gd name="connsiteX2" fmla="*/ 0 w 932596"/>
                  <a:gd name="connsiteY2" fmla="*/ 1882602 h 1882602"/>
                  <a:gd name="connsiteX3" fmla="*/ 67633 w 932596"/>
                  <a:gd name="connsiteY3" fmla="*/ 0 h 1882602"/>
                  <a:gd name="connsiteX0" fmla="*/ 291522 w 1156485"/>
                  <a:gd name="connsiteY0" fmla="*/ 0 h 1882602"/>
                  <a:gd name="connsiteX1" fmla="*/ 804914 w 1156485"/>
                  <a:gd name="connsiteY1" fmla="*/ 1882602 h 1882602"/>
                  <a:gd name="connsiteX2" fmla="*/ 223889 w 1156485"/>
                  <a:gd name="connsiteY2" fmla="*/ 1882602 h 1882602"/>
                  <a:gd name="connsiteX3" fmla="*/ 291522 w 1156485"/>
                  <a:gd name="connsiteY3" fmla="*/ 0 h 1882602"/>
                  <a:gd name="connsiteX0" fmla="*/ 462742 w 1327705"/>
                  <a:gd name="connsiteY0" fmla="*/ 0 h 1882602"/>
                  <a:gd name="connsiteX1" fmla="*/ 976134 w 1327705"/>
                  <a:gd name="connsiteY1" fmla="*/ 1882602 h 1882602"/>
                  <a:gd name="connsiteX2" fmla="*/ 395109 w 1327705"/>
                  <a:gd name="connsiteY2" fmla="*/ 1882602 h 1882602"/>
                  <a:gd name="connsiteX3" fmla="*/ 462742 w 1327705"/>
                  <a:gd name="connsiteY3" fmla="*/ 0 h 1882602"/>
                  <a:gd name="connsiteX0" fmla="*/ 533541 w 1398504"/>
                  <a:gd name="connsiteY0" fmla="*/ 0 h 1882602"/>
                  <a:gd name="connsiteX1" fmla="*/ 1046933 w 1398504"/>
                  <a:gd name="connsiteY1" fmla="*/ 1882602 h 1882602"/>
                  <a:gd name="connsiteX2" fmla="*/ 337338 w 1398504"/>
                  <a:gd name="connsiteY2" fmla="*/ 1824511 h 1882602"/>
                  <a:gd name="connsiteX3" fmla="*/ 533541 w 1398504"/>
                  <a:gd name="connsiteY3" fmla="*/ 0 h 1882602"/>
                  <a:gd name="connsiteX0" fmla="*/ 533541 w 1352892"/>
                  <a:gd name="connsiteY0" fmla="*/ 0 h 1882602"/>
                  <a:gd name="connsiteX1" fmla="*/ 1046933 w 1352892"/>
                  <a:gd name="connsiteY1" fmla="*/ 1882602 h 1882602"/>
                  <a:gd name="connsiteX2" fmla="*/ 337338 w 1352892"/>
                  <a:gd name="connsiteY2" fmla="*/ 1824511 h 1882602"/>
                  <a:gd name="connsiteX3" fmla="*/ 533541 w 1352892"/>
                  <a:gd name="connsiteY3" fmla="*/ 0 h 1882602"/>
                  <a:gd name="connsiteX0" fmla="*/ 550064 w 1354202"/>
                  <a:gd name="connsiteY0" fmla="*/ 0 h 1893260"/>
                  <a:gd name="connsiteX1" fmla="*/ 1035956 w 1354202"/>
                  <a:gd name="connsiteY1" fmla="*/ 1893260 h 1893260"/>
                  <a:gd name="connsiteX2" fmla="*/ 326361 w 1354202"/>
                  <a:gd name="connsiteY2" fmla="*/ 1835169 h 1893260"/>
                  <a:gd name="connsiteX3" fmla="*/ 550064 w 1354202"/>
                  <a:gd name="connsiteY3" fmla="*/ 0 h 1893260"/>
                  <a:gd name="connsiteX0" fmla="*/ 522202 w 1326340"/>
                  <a:gd name="connsiteY0" fmla="*/ 0 h 1893260"/>
                  <a:gd name="connsiteX1" fmla="*/ 1008094 w 1326340"/>
                  <a:gd name="connsiteY1" fmla="*/ 1893260 h 1893260"/>
                  <a:gd name="connsiteX2" fmla="*/ 298499 w 1326340"/>
                  <a:gd name="connsiteY2" fmla="*/ 1835169 h 1893260"/>
                  <a:gd name="connsiteX3" fmla="*/ 522202 w 1326340"/>
                  <a:gd name="connsiteY3" fmla="*/ 0 h 1893260"/>
                  <a:gd name="connsiteX0" fmla="*/ 522200 w 1369954"/>
                  <a:gd name="connsiteY0" fmla="*/ 0 h 1893260"/>
                  <a:gd name="connsiteX1" fmla="*/ 1008092 w 1369954"/>
                  <a:gd name="connsiteY1" fmla="*/ 1893260 h 1893260"/>
                  <a:gd name="connsiteX2" fmla="*/ 298497 w 1369954"/>
                  <a:gd name="connsiteY2" fmla="*/ 1835169 h 1893260"/>
                  <a:gd name="connsiteX3" fmla="*/ 522200 w 1369954"/>
                  <a:gd name="connsiteY3" fmla="*/ 0 h 1893260"/>
                  <a:gd name="connsiteX0" fmla="*/ 522200 w 1369952"/>
                  <a:gd name="connsiteY0" fmla="*/ 0 h 1934412"/>
                  <a:gd name="connsiteX1" fmla="*/ 1008092 w 1369952"/>
                  <a:gd name="connsiteY1" fmla="*/ 1893260 h 1934412"/>
                  <a:gd name="connsiteX2" fmla="*/ 298497 w 1369952"/>
                  <a:gd name="connsiteY2" fmla="*/ 1835169 h 1934412"/>
                  <a:gd name="connsiteX3" fmla="*/ 522200 w 1369952"/>
                  <a:gd name="connsiteY3" fmla="*/ 0 h 1934412"/>
                  <a:gd name="connsiteX0" fmla="*/ 522200 w 1369954"/>
                  <a:gd name="connsiteY0" fmla="*/ 0 h 1954923"/>
                  <a:gd name="connsiteX1" fmla="*/ 1008092 w 1369954"/>
                  <a:gd name="connsiteY1" fmla="*/ 1893260 h 1954923"/>
                  <a:gd name="connsiteX2" fmla="*/ 298497 w 1369954"/>
                  <a:gd name="connsiteY2" fmla="*/ 1835169 h 1954923"/>
                  <a:gd name="connsiteX3" fmla="*/ 522200 w 1369954"/>
                  <a:gd name="connsiteY3" fmla="*/ 0 h 1954923"/>
                  <a:gd name="connsiteX0" fmla="*/ 522200 w 1369952"/>
                  <a:gd name="connsiteY0" fmla="*/ 0 h 1947279"/>
                  <a:gd name="connsiteX1" fmla="*/ 1008092 w 1369952"/>
                  <a:gd name="connsiteY1" fmla="*/ 1893260 h 1947279"/>
                  <a:gd name="connsiteX2" fmla="*/ 298497 w 1369952"/>
                  <a:gd name="connsiteY2" fmla="*/ 1835169 h 1947279"/>
                  <a:gd name="connsiteX3" fmla="*/ 522200 w 1369952"/>
                  <a:gd name="connsiteY3" fmla="*/ 0 h 194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9952" h="1947279">
                    <a:moveTo>
                      <a:pt x="522200" y="0"/>
                    </a:moveTo>
                    <a:cubicBezTo>
                      <a:pt x="1665006" y="337286"/>
                      <a:pt x="1465058" y="1522596"/>
                      <a:pt x="1008092" y="1893260"/>
                    </a:cubicBezTo>
                    <a:cubicBezTo>
                      <a:pt x="820723" y="2005556"/>
                      <a:pt x="415743" y="1921231"/>
                      <a:pt x="298497" y="1835169"/>
                    </a:cubicBezTo>
                    <a:cubicBezTo>
                      <a:pt x="-218857" y="1620972"/>
                      <a:pt x="-11625" y="447830"/>
                      <a:pt x="522200" y="0"/>
                    </a:cubicBezTo>
                    <a:close/>
                  </a:path>
                </a:pathLst>
              </a:custGeom>
              <a:grpFill/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D47A858-C7DC-634B-E179-C5D86776B91D}"/>
                </a:ext>
              </a:extLst>
            </p:cNvPr>
            <p:cNvSpPr/>
            <p:nvPr/>
          </p:nvSpPr>
          <p:spPr>
            <a:xfrm rot="2657808">
              <a:off x="9145625" y="6237502"/>
              <a:ext cx="631511" cy="767500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7FFC76A-1AA3-DC09-6A5B-8E5DF2C73D2F}"/>
                </a:ext>
              </a:extLst>
            </p:cNvPr>
            <p:cNvSpPr/>
            <p:nvPr/>
          </p:nvSpPr>
          <p:spPr>
            <a:xfrm rot="19243741">
              <a:off x="6849799" y="6181421"/>
              <a:ext cx="631511" cy="767500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D91F2E9-A7D1-9858-B534-E2D4F929EDFD}"/>
                </a:ext>
              </a:extLst>
            </p:cNvPr>
            <p:cNvSpPr/>
            <p:nvPr/>
          </p:nvSpPr>
          <p:spPr>
            <a:xfrm rot="4461681">
              <a:off x="8692502" y="4615647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076A75D-C36E-4913-9F4B-B9DB45EB63C0}"/>
                </a:ext>
              </a:extLst>
            </p:cNvPr>
            <p:cNvSpPr/>
            <p:nvPr/>
          </p:nvSpPr>
          <p:spPr>
            <a:xfrm rot="4843698">
              <a:off x="8852496" y="4901347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E695C23-28D3-2D1B-0BB0-B0ACE865F707}"/>
                </a:ext>
              </a:extLst>
            </p:cNvPr>
            <p:cNvSpPr/>
            <p:nvPr/>
          </p:nvSpPr>
          <p:spPr>
            <a:xfrm rot="16871502" flipH="1">
              <a:off x="7535453" y="4640986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7C174CC-8E55-29DD-2B65-D25CA2EBD167}"/>
                </a:ext>
              </a:extLst>
            </p:cNvPr>
            <p:cNvSpPr/>
            <p:nvPr/>
          </p:nvSpPr>
          <p:spPr>
            <a:xfrm rot="16871502" flipH="1">
              <a:off x="7388204" y="4929244"/>
              <a:ext cx="229769" cy="696645"/>
            </a:xfrm>
            <a:custGeom>
              <a:avLst/>
              <a:gdLst>
                <a:gd name="connsiteX0" fmla="*/ 133591 w 229769"/>
                <a:gd name="connsiteY0" fmla="*/ 0 h 696645"/>
                <a:gd name="connsiteX1" fmla="*/ 229524 w 229769"/>
                <a:gd name="connsiteY1" fmla="*/ 656994 h 696645"/>
                <a:gd name="connsiteX2" fmla="*/ 210073 w 229769"/>
                <a:gd name="connsiteY2" fmla="*/ 683097 h 696645"/>
                <a:gd name="connsiteX3" fmla="*/ 118964 w 229769"/>
                <a:gd name="connsiteY3" fmla="*/ 696401 h 696645"/>
                <a:gd name="connsiteX4" fmla="*/ 92860 w 229769"/>
                <a:gd name="connsiteY4" fmla="*/ 676949 h 696645"/>
                <a:gd name="connsiteX5" fmla="*/ 0 w 229769"/>
                <a:gd name="connsiteY5" fmla="*/ 40999 h 696645"/>
                <a:gd name="connsiteX6" fmla="*/ 509 w 229769"/>
                <a:gd name="connsiteY6" fmla="*/ 40786 h 696645"/>
                <a:gd name="connsiteX7" fmla="*/ 100620 w 229769"/>
                <a:gd name="connsiteY7" fmla="*/ 8360 h 696645"/>
                <a:gd name="connsiteX8" fmla="*/ 133591 w 229769"/>
                <a:gd name="connsiteY8" fmla="*/ 0 h 69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769" h="696645">
                  <a:moveTo>
                    <a:pt x="133591" y="0"/>
                  </a:moveTo>
                  <a:lnTo>
                    <a:pt x="229524" y="656994"/>
                  </a:lnTo>
                  <a:cubicBezTo>
                    <a:pt x="231361" y="669573"/>
                    <a:pt x="222652" y="681260"/>
                    <a:pt x="210073" y="683097"/>
                  </a:cubicBezTo>
                  <a:lnTo>
                    <a:pt x="118964" y="696401"/>
                  </a:lnTo>
                  <a:cubicBezTo>
                    <a:pt x="106384" y="698237"/>
                    <a:pt x="94697" y="689529"/>
                    <a:pt x="92860" y="676949"/>
                  </a:cubicBezTo>
                  <a:lnTo>
                    <a:pt x="0" y="40999"/>
                  </a:lnTo>
                  <a:lnTo>
                    <a:pt x="509" y="40786"/>
                  </a:lnTo>
                  <a:cubicBezTo>
                    <a:pt x="33581" y="28979"/>
                    <a:pt x="67012" y="18106"/>
                    <a:pt x="100620" y="8360"/>
                  </a:cubicBezTo>
                  <a:lnTo>
                    <a:pt x="133591" y="0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04694FCB-B612-78A6-A898-04B3AC1CAAFC}"/>
                </a:ext>
              </a:extLst>
            </p:cNvPr>
            <p:cNvGrpSpPr/>
            <p:nvPr/>
          </p:nvGrpSpPr>
          <p:grpSpPr>
            <a:xfrm>
              <a:off x="8442217" y="2531946"/>
              <a:ext cx="733425" cy="904875"/>
              <a:chOff x="3136396" y="2568204"/>
              <a:chExt cx="733425" cy="904875"/>
            </a:xfrm>
            <a:grpFill/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A25319BE-3A2F-94CB-7F00-24F54D0DB339}"/>
                  </a:ext>
                </a:extLst>
              </p:cNvPr>
              <p:cNvSpPr/>
              <p:nvPr/>
            </p:nvSpPr>
            <p:spPr>
              <a:xfrm rot="21237501">
                <a:off x="3136396" y="2568204"/>
                <a:ext cx="733425" cy="904875"/>
              </a:xfrm>
              <a:prstGeom prst="ellipse">
                <a:avLst/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8D14E0F1-2E12-8922-324E-1F7DED709125}"/>
                  </a:ext>
                </a:extLst>
              </p:cNvPr>
              <p:cNvGrpSpPr/>
              <p:nvPr/>
            </p:nvGrpSpPr>
            <p:grpSpPr>
              <a:xfrm>
                <a:off x="3242802" y="2684520"/>
                <a:ext cx="468068" cy="581411"/>
                <a:chOff x="3242802" y="2684520"/>
                <a:chExt cx="468068" cy="581411"/>
              </a:xfrm>
              <a:grpFill/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7EF93B3F-A4DA-64B1-25E6-4F560DF0AA67}"/>
                    </a:ext>
                  </a:extLst>
                </p:cNvPr>
                <p:cNvSpPr/>
                <p:nvPr/>
              </p:nvSpPr>
              <p:spPr>
                <a:xfrm>
                  <a:off x="3242802" y="2684520"/>
                  <a:ext cx="285750" cy="419100"/>
                </a:xfrm>
                <a:prstGeom prst="ellipse">
                  <a:avLst/>
                </a:prstGeom>
                <a:grpFill/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Oval 8">
                  <a:extLst>
                    <a:ext uri="{FF2B5EF4-FFF2-40B4-BE49-F238E27FC236}">
                      <a16:creationId xmlns:a16="http://schemas.microsoft.com/office/drawing/2014/main" id="{25FDFAE5-0D3A-39A1-A6EC-42C0FFD943BC}"/>
                    </a:ext>
                  </a:extLst>
                </p:cNvPr>
                <p:cNvSpPr/>
                <p:nvPr/>
              </p:nvSpPr>
              <p:spPr>
                <a:xfrm rot="21441304">
                  <a:off x="3531864" y="3118252"/>
                  <a:ext cx="179006" cy="147679"/>
                </a:xfrm>
                <a:custGeom>
                  <a:avLst/>
                  <a:gdLst>
                    <a:gd name="connsiteX0" fmla="*/ 0 w 285750"/>
                    <a:gd name="connsiteY0" fmla="*/ 209550 h 419100"/>
                    <a:gd name="connsiteX1" fmla="*/ 142875 w 285750"/>
                    <a:gd name="connsiteY1" fmla="*/ 0 h 419100"/>
                    <a:gd name="connsiteX2" fmla="*/ 285750 w 285750"/>
                    <a:gd name="connsiteY2" fmla="*/ 209550 h 419100"/>
                    <a:gd name="connsiteX3" fmla="*/ 142875 w 285750"/>
                    <a:gd name="connsiteY3" fmla="*/ 419100 h 419100"/>
                    <a:gd name="connsiteX4" fmla="*/ 0 w 285750"/>
                    <a:gd name="connsiteY4" fmla="*/ 209550 h 419100"/>
                    <a:gd name="connsiteX0" fmla="*/ 0 w 285750"/>
                    <a:gd name="connsiteY0" fmla="*/ 209550 h 235743"/>
                    <a:gd name="connsiteX1" fmla="*/ 142875 w 285750"/>
                    <a:gd name="connsiteY1" fmla="*/ 0 h 235743"/>
                    <a:gd name="connsiteX2" fmla="*/ 285750 w 285750"/>
                    <a:gd name="connsiteY2" fmla="*/ 209550 h 235743"/>
                    <a:gd name="connsiteX3" fmla="*/ 0 w 285750"/>
                    <a:gd name="connsiteY3" fmla="*/ 209550 h 23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50" h="235743">
                      <a:moveTo>
                        <a:pt x="0" y="209550"/>
                      </a:moveTo>
                      <a:cubicBezTo>
                        <a:pt x="0" y="93819"/>
                        <a:pt x="63967" y="0"/>
                        <a:pt x="142875" y="0"/>
                      </a:cubicBezTo>
                      <a:cubicBezTo>
                        <a:pt x="221783" y="0"/>
                        <a:pt x="285750" y="93819"/>
                        <a:pt x="285750" y="209550"/>
                      </a:cubicBezTo>
                      <a:cubicBezTo>
                        <a:pt x="261938" y="244475"/>
                        <a:pt x="23812" y="244475"/>
                        <a:pt x="0" y="209550"/>
                      </a:cubicBezTo>
                      <a:close/>
                    </a:path>
                  </a:pathLst>
                </a:custGeom>
                <a:grpFill/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5C3FA6CF-5753-6E8B-CD0E-0E03B423E41B}"/>
              </a:ext>
            </a:extLst>
          </p:cNvPr>
          <p:cNvGrpSpPr/>
          <p:nvPr/>
        </p:nvGrpSpPr>
        <p:grpSpPr>
          <a:xfrm>
            <a:off x="-1722898" y="1549621"/>
            <a:ext cx="3917932" cy="5826072"/>
            <a:chOff x="-1722898" y="1549621"/>
            <a:chExt cx="3917932" cy="5826072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B89CF188-594C-DF5B-837B-4A7E42F35E91}"/>
                </a:ext>
              </a:extLst>
            </p:cNvPr>
            <p:cNvGrpSpPr/>
            <p:nvPr/>
          </p:nvGrpSpPr>
          <p:grpSpPr>
            <a:xfrm>
              <a:off x="-1722898" y="1549621"/>
              <a:ext cx="3917932" cy="5826072"/>
              <a:chOff x="6020774" y="724957"/>
              <a:chExt cx="4223220" cy="6280045"/>
            </a:xfrm>
          </p:grpSpPr>
          <p:sp>
            <p:nvSpPr>
              <p:cNvPr id="168" name="Rectangle 13">
                <a:extLst>
                  <a:ext uri="{FF2B5EF4-FFF2-40B4-BE49-F238E27FC236}">
                    <a16:creationId xmlns:a16="http://schemas.microsoft.com/office/drawing/2014/main" id="{8CBDFD11-C278-895B-3792-7DE13DC629C1}"/>
                  </a:ext>
                </a:extLst>
              </p:cNvPr>
              <p:cNvSpPr/>
              <p:nvPr/>
            </p:nvSpPr>
            <p:spPr>
              <a:xfrm rot="10543323">
                <a:off x="6626627" y="3992947"/>
                <a:ext cx="798995" cy="1408677"/>
              </a:xfrm>
              <a:custGeom>
                <a:avLst/>
                <a:gdLst>
                  <a:gd name="connsiteX0" fmla="*/ 0 w 247981"/>
                  <a:gd name="connsiteY0" fmla="*/ 0 h 247255"/>
                  <a:gd name="connsiteX1" fmla="*/ 247981 w 247981"/>
                  <a:gd name="connsiteY1" fmla="*/ 0 h 247255"/>
                  <a:gd name="connsiteX2" fmla="*/ 247981 w 247981"/>
                  <a:gd name="connsiteY2" fmla="*/ 247255 h 247255"/>
                  <a:gd name="connsiteX3" fmla="*/ 0 w 247981"/>
                  <a:gd name="connsiteY3" fmla="*/ 247255 h 247255"/>
                  <a:gd name="connsiteX4" fmla="*/ 0 w 247981"/>
                  <a:gd name="connsiteY4" fmla="*/ 0 h 247255"/>
                  <a:gd name="connsiteX0" fmla="*/ 0 w 324181"/>
                  <a:gd name="connsiteY0" fmla="*/ 0 h 437755"/>
                  <a:gd name="connsiteX1" fmla="*/ 247981 w 324181"/>
                  <a:gd name="connsiteY1" fmla="*/ 0 h 437755"/>
                  <a:gd name="connsiteX2" fmla="*/ 324181 w 324181"/>
                  <a:gd name="connsiteY2" fmla="*/ 437755 h 437755"/>
                  <a:gd name="connsiteX3" fmla="*/ 0 w 324181"/>
                  <a:gd name="connsiteY3" fmla="*/ 247255 h 437755"/>
                  <a:gd name="connsiteX4" fmla="*/ 0 w 324181"/>
                  <a:gd name="connsiteY4" fmla="*/ 0 h 437755"/>
                  <a:gd name="connsiteX0" fmla="*/ 0 w 392761"/>
                  <a:gd name="connsiteY0" fmla="*/ 0 h 437755"/>
                  <a:gd name="connsiteX1" fmla="*/ 392761 w 392761"/>
                  <a:gd name="connsiteY1" fmla="*/ 312420 h 437755"/>
                  <a:gd name="connsiteX2" fmla="*/ 324181 w 392761"/>
                  <a:gd name="connsiteY2" fmla="*/ 437755 h 437755"/>
                  <a:gd name="connsiteX3" fmla="*/ 0 w 392761"/>
                  <a:gd name="connsiteY3" fmla="*/ 247255 h 437755"/>
                  <a:gd name="connsiteX4" fmla="*/ 0 w 392761"/>
                  <a:gd name="connsiteY4" fmla="*/ 0 h 437755"/>
                  <a:gd name="connsiteX0" fmla="*/ 7620 w 392761"/>
                  <a:gd name="connsiteY0" fmla="*/ 0 h 536815"/>
                  <a:gd name="connsiteX1" fmla="*/ 392761 w 392761"/>
                  <a:gd name="connsiteY1" fmla="*/ 411480 h 536815"/>
                  <a:gd name="connsiteX2" fmla="*/ 324181 w 392761"/>
                  <a:gd name="connsiteY2" fmla="*/ 536815 h 536815"/>
                  <a:gd name="connsiteX3" fmla="*/ 0 w 392761"/>
                  <a:gd name="connsiteY3" fmla="*/ 346315 h 536815"/>
                  <a:gd name="connsiteX4" fmla="*/ 7620 w 392761"/>
                  <a:gd name="connsiteY4" fmla="*/ 0 h 536815"/>
                  <a:gd name="connsiteX0" fmla="*/ 7620 w 392761"/>
                  <a:gd name="connsiteY0" fmla="*/ 2128 h 538943"/>
                  <a:gd name="connsiteX1" fmla="*/ 392761 w 392761"/>
                  <a:gd name="connsiteY1" fmla="*/ 413608 h 538943"/>
                  <a:gd name="connsiteX2" fmla="*/ 324181 w 392761"/>
                  <a:gd name="connsiteY2" fmla="*/ 538943 h 538943"/>
                  <a:gd name="connsiteX3" fmla="*/ 0 w 392761"/>
                  <a:gd name="connsiteY3" fmla="*/ 348443 h 538943"/>
                  <a:gd name="connsiteX4" fmla="*/ 7620 w 392761"/>
                  <a:gd name="connsiteY4" fmla="*/ 2128 h 538943"/>
                  <a:gd name="connsiteX0" fmla="*/ 7620 w 392761"/>
                  <a:gd name="connsiteY0" fmla="*/ 2229 h 539044"/>
                  <a:gd name="connsiteX1" fmla="*/ 392761 w 392761"/>
                  <a:gd name="connsiteY1" fmla="*/ 413709 h 539044"/>
                  <a:gd name="connsiteX2" fmla="*/ 324181 w 392761"/>
                  <a:gd name="connsiteY2" fmla="*/ 539044 h 539044"/>
                  <a:gd name="connsiteX3" fmla="*/ 0 w 392761"/>
                  <a:gd name="connsiteY3" fmla="*/ 348544 h 539044"/>
                  <a:gd name="connsiteX4" fmla="*/ 7620 w 392761"/>
                  <a:gd name="connsiteY4" fmla="*/ 2229 h 539044"/>
                  <a:gd name="connsiteX0" fmla="*/ 7620 w 392761"/>
                  <a:gd name="connsiteY0" fmla="*/ 2229 h 539044"/>
                  <a:gd name="connsiteX1" fmla="*/ 392761 w 392761"/>
                  <a:gd name="connsiteY1" fmla="*/ 413709 h 539044"/>
                  <a:gd name="connsiteX2" fmla="*/ 324181 w 392761"/>
                  <a:gd name="connsiteY2" fmla="*/ 539044 h 539044"/>
                  <a:gd name="connsiteX3" fmla="*/ 0 w 392761"/>
                  <a:gd name="connsiteY3" fmla="*/ 348544 h 539044"/>
                  <a:gd name="connsiteX4" fmla="*/ 7620 w 392761"/>
                  <a:gd name="connsiteY4" fmla="*/ 2229 h 539044"/>
                  <a:gd name="connsiteX0" fmla="*/ 7620 w 392761"/>
                  <a:gd name="connsiteY0" fmla="*/ 2229 h 539044"/>
                  <a:gd name="connsiteX1" fmla="*/ 392761 w 392761"/>
                  <a:gd name="connsiteY1" fmla="*/ 413709 h 539044"/>
                  <a:gd name="connsiteX2" fmla="*/ 324181 w 392761"/>
                  <a:gd name="connsiteY2" fmla="*/ 539044 h 539044"/>
                  <a:gd name="connsiteX3" fmla="*/ 0 w 392761"/>
                  <a:gd name="connsiteY3" fmla="*/ 272344 h 539044"/>
                  <a:gd name="connsiteX4" fmla="*/ 7620 w 392761"/>
                  <a:gd name="connsiteY4" fmla="*/ 2229 h 539044"/>
                  <a:gd name="connsiteX0" fmla="*/ 7620 w 697918"/>
                  <a:gd name="connsiteY0" fmla="*/ 2229 h 1408677"/>
                  <a:gd name="connsiteX1" fmla="*/ 392761 w 697918"/>
                  <a:gd name="connsiteY1" fmla="*/ 413709 h 1408677"/>
                  <a:gd name="connsiteX2" fmla="*/ 697561 w 697918"/>
                  <a:gd name="connsiteY2" fmla="*/ 1408677 h 1408677"/>
                  <a:gd name="connsiteX3" fmla="*/ 324181 w 697918"/>
                  <a:gd name="connsiteY3" fmla="*/ 539044 h 1408677"/>
                  <a:gd name="connsiteX4" fmla="*/ 0 w 697918"/>
                  <a:gd name="connsiteY4" fmla="*/ 272344 h 1408677"/>
                  <a:gd name="connsiteX5" fmla="*/ 7620 w 697918"/>
                  <a:gd name="connsiteY5" fmla="*/ 2229 h 1408677"/>
                  <a:gd name="connsiteX0" fmla="*/ 7620 w 697918"/>
                  <a:gd name="connsiteY0" fmla="*/ 2229 h 1408677"/>
                  <a:gd name="connsiteX1" fmla="*/ 392761 w 697918"/>
                  <a:gd name="connsiteY1" fmla="*/ 413709 h 1408677"/>
                  <a:gd name="connsiteX2" fmla="*/ 697561 w 697918"/>
                  <a:gd name="connsiteY2" fmla="*/ 1408677 h 1408677"/>
                  <a:gd name="connsiteX3" fmla="*/ 324181 w 697918"/>
                  <a:gd name="connsiteY3" fmla="*/ 539044 h 1408677"/>
                  <a:gd name="connsiteX4" fmla="*/ 0 w 697918"/>
                  <a:gd name="connsiteY4" fmla="*/ 272344 h 1408677"/>
                  <a:gd name="connsiteX5" fmla="*/ 7620 w 697918"/>
                  <a:gd name="connsiteY5" fmla="*/ 2229 h 1408677"/>
                  <a:gd name="connsiteX0" fmla="*/ 7620 w 697918"/>
                  <a:gd name="connsiteY0" fmla="*/ 2229 h 1408677"/>
                  <a:gd name="connsiteX1" fmla="*/ 392761 w 697918"/>
                  <a:gd name="connsiteY1" fmla="*/ 413709 h 1408677"/>
                  <a:gd name="connsiteX2" fmla="*/ 697561 w 697918"/>
                  <a:gd name="connsiteY2" fmla="*/ 1408677 h 1408677"/>
                  <a:gd name="connsiteX3" fmla="*/ 324181 w 697918"/>
                  <a:gd name="connsiteY3" fmla="*/ 539044 h 1408677"/>
                  <a:gd name="connsiteX4" fmla="*/ 0 w 697918"/>
                  <a:gd name="connsiteY4" fmla="*/ 272344 h 1408677"/>
                  <a:gd name="connsiteX5" fmla="*/ 7620 w 697918"/>
                  <a:gd name="connsiteY5" fmla="*/ 2229 h 1408677"/>
                  <a:gd name="connsiteX0" fmla="*/ 7620 w 793507"/>
                  <a:gd name="connsiteY0" fmla="*/ 2229 h 1408677"/>
                  <a:gd name="connsiteX1" fmla="*/ 392761 w 793507"/>
                  <a:gd name="connsiteY1" fmla="*/ 413709 h 1408677"/>
                  <a:gd name="connsiteX2" fmla="*/ 697561 w 793507"/>
                  <a:gd name="connsiteY2" fmla="*/ 1408677 h 1408677"/>
                  <a:gd name="connsiteX3" fmla="*/ 324181 w 793507"/>
                  <a:gd name="connsiteY3" fmla="*/ 539044 h 1408677"/>
                  <a:gd name="connsiteX4" fmla="*/ 0 w 793507"/>
                  <a:gd name="connsiteY4" fmla="*/ 272344 h 1408677"/>
                  <a:gd name="connsiteX5" fmla="*/ 7620 w 793507"/>
                  <a:gd name="connsiteY5" fmla="*/ 2229 h 1408677"/>
                  <a:gd name="connsiteX0" fmla="*/ 7620 w 798995"/>
                  <a:gd name="connsiteY0" fmla="*/ 2229 h 1408677"/>
                  <a:gd name="connsiteX1" fmla="*/ 392761 w 798995"/>
                  <a:gd name="connsiteY1" fmla="*/ 413709 h 1408677"/>
                  <a:gd name="connsiteX2" fmla="*/ 697561 w 798995"/>
                  <a:gd name="connsiteY2" fmla="*/ 1408677 h 1408677"/>
                  <a:gd name="connsiteX3" fmla="*/ 324181 w 798995"/>
                  <a:gd name="connsiteY3" fmla="*/ 539044 h 1408677"/>
                  <a:gd name="connsiteX4" fmla="*/ 0 w 798995"/>
                  <a:gd name="connsiteY4" fmla="*/ 272344 h 1408677"/>
                  <a:gd name="connsiteX5" fmla="*/ 7620 w 798995"/>
                  <a:gd name="connsiteY5" fmla="*/ 2229 h 1408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98995" h="1408677">
                    <a:moveTo>
                      <a:pt x="7620" y="2229"/>
                    </a:moveTo>
                    <a:cubicBezTo>
                      <a:pt x="250300" y="-28251"/>
                      <a:pt x="340581" y="261309"/>
                      <a:pt x="392761" y="413709"/>
                    </a:cubicBezTo>
                    <a:cubicBezTo>
                      <a:pt x="1056336" y="461202"/>
                      <a:pt x="710261" y="1389759"/>
                      <a:pt x="697561" y="1408677"/>
                    </a:cubicBezTo>
                    <a:cubicBezTo>
                      <a:pt x="163526" y="999736"/>
                      <a:pt x="310528" y="562222"/>
                      <a:pt x="324181" y="539044"/>
                    </a:cubicBezTo>
                    <a:cubicBezTo>
                      <a:pt x="216121" y="475544"/>
                      <a:pt x="108060" y="76764"/>
                      <a:pt x="0" y="272344"/>
                    </a:cubicBezTo>
                    <a:lnTo>
                      <a:pt x="7620" y="2229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Oval 45">
                <a:extLst>
                  <a:ext uri="{FF2B5EF4-FFF2-40B4-BE49-F238E27FC236}">
                    <a16:creationId xmlns:a16="http://schemas.microsoft.com/office/drawing/2014/main" id="{BDCC314E-F813-2217-6103-257113C47838}"/>
                  </a:ext>
                </a:extLst>
              </p:cNvPr>
              <p:cNvSpPr/>
              <p:nvPr/>
            </p:nvSpPr>
            <p:spPr>
              <a:xfrm>
                <a:off x="6843811" y="4006077"/>
                <a:ext cx="2721742" cy="2893709"/>
              </a:xfrm>
              <a:custGeom>
                <a:avLst/>
                <a:gdLst>
                  <a:gd name="connsiteX0" fmla="*/ 0 w 3853297"/>
                  <a:gd name="connsiteY0" fmla="*/ 2456479 h 4912958"/>
                  <a:gd name="connsiteX1" fmla="*/ 1926649 w 3853297"/>
                  <a:gd name="connsiteY1" fmla="*/ 0 h 4912958"/>
                  <a:gd name="connsiteX2" fmla="*/ 3853298 w 3853297"/>
                  <a:gd name="connsiteY2" fmla="*/ 2456479 h 4912958"/>
                  <a:gd name="connsiteX3" fmla="*/ 1926649 w 3853297"/>
                  <a:gd name="connsiteY3" fmla="*/ 4912958 h 4912958"/>
                  <a:gd name="connsiteX4" fmla="*/ 0 w 3853297"/>
                  <a:gd name="connsiteY4" fmla="*/ 2456479 h 4912958"/>
                  <a:gd name="connsiteX0" fmla="*/ 0 w 3853298"/>
                  <a:gd name="connsiteY0" fmla="*/ 2456479 h 2763538"/>
                  <a:gd name="connsiteX1" fmla="*/ 1926649 w 3853298"/>
                  <a:gd name="connsiteY1" fmla="*/ 0 h 2763538"/>
                  <a:gd name="connsiteX2" fmla="*/ 3853298 w 3853298"/>
                  <a:gd name="connsiteY2" fmla="*/ 2456479 h 2763538"/>
                  <a:gd name="connsiteX3" fmla="*/ 0 w 3853298"/>
                  <a:gd name="connsiteY3" fmla="*/ 2456479 h 2763538"/>
                  <a:gd name="connsiteX0" fmla="*/ 0 w 3853298"/>
                  <a:gd name="connsiteY0" fmla="*/ 2456479 h 2909733"/>
                  <a:gd name="connsiteX1" fmla="*/ 1926649 w 3853298"/>
                  <a:gd name="connsiteY1" fmla="*/ 0 h 2909733"/>
                  <a:gd name="connsiteX2" fmla="*/ 3853298 w 3853298"/>
                  <a:gd name="connsiteY2" fmla="*/ 2456479 h 2909733"/>
                  <a:gd name="connsiteX3" fmla="*/ 0 w 3853298"/>
                  <a:gd name="connsiteY3" fmla="*/ 2456479 h 2909733"/>
                  <a:gd name="connsiteX0" fmla="*/ 53556 w 3906854"/>
                  <a:gd name="connsiteY0" fmla="*/ 2456479 h 2980692"/>
                  <a:gd name="connsiteX1" fmla="*/ 1980205 w 3906854"/>
                  <a:gd name="connsiteY1" fmla="*/ 0 h 2980692"/>
                  <a:gd name="connsiteX2" fmla="*/ 3906854 w 3906854"/>
                  <a:gd name="connsiteY2" fmla="*/ 2456479 h 2980692"/>
                  <a:gd name="connsiteX3" fmla="*/ 53556 w 3906854"/>
                  <a:gd name="connsiteY3" fmla="*/ 2456479 h 2980692"/>
                  <a:gd name="connsiteX0" fmla="*/ 53556 w 3906854"/>
                  <a:gd name="connsiteY0" fmla="*/ 2456479 h 3002388"/>
                  <a:gd name="connsiteX1" fmla="*/ 1980205 w 3906854"/>
                  <a:gd name="connsiteY1" fmla="*/ 0 h 3002388"/>
                  <a:gd name="connsiteX2" fmla="*/ 3906854 w 3906854"/>
                  <a:gd name="connsiteY2" fmla="*/ 2456479 h 3002388"/>
                  <a:gd name="connsiteX3" fmla="*/ 53556 w 3906854"/>
                  <a:gd name="connsiteY3" fmla="*/ 2456479 h 3002388"/>
                  <a:gd name="connsiteX0" fmla="*/ 23826 w 3877124"/>
                  <a:gd name="connsiteY0" fmla="*/ 2456479 h 3002388"/>
                  <a:gd name="connsiteX1" fmla="*/ 1950475 w 3877124"/>
                  <a:gd name="connsiteY1" fmla="*/ 0 h 3002388"/>
                  <a:gd name="connsiteX2" fmla="*/ 3877124 w 3877124"/>
                  <a:gd name="connsiteY2" fmla="*/ 2456479 h 3002388"/>
                  <a:gd name="connsiteX3" fmla="*/ 23826 w 3877124"/>
                  <a:gd name="connsiteY3" fmla="*/ 2456479 h 3002388"/>
                  <a:gd name="connsiteX0" fmla="*/ 23826 w 3877124"/>
                  <a:gd name="connsiteY0" fmla="*/ 2456479 h 3020035"/>
                  <a:gd name="connsiteX1" fmla="*/ 1950475 w 3877124"/>
                  <a:gd name="connsiteY1" fmla="*/ 0 h 3020035"/>
                  <a:gd name="connsiteX2" fmla="*/ 3877124 w 3877124"/>
                  <a:gd name="connsiteY2" fmla="*/ 2456479 h 3020035"/>
                  <a:gd name="connsiteX3" fmla="*/ 23826 w 3877124"/>
                  <a:gd name="connsiteY3" fmla="*/ 2456479 h 3020035"/>
                  <a:gd name="connsiteX0" fmla="*/ 23826 w 3878799"/>
                  <a:gd name="connsiteY0" fmla="*/ 2456479 h 2979223"/>
                  <a:gd name="connsiteX1" fmla="*/ 1950475 w 3878799"/>
                  <a:gd name="connsiteY1" fmla="*/ 0 h 2979223"/>
                  <a:gd name="connsiteX2" fmla="*/ 3877124 w 3878799"/>
                  <a:gd name="connsiteY2" fmla="*/ 2456479 h 2979223"/>
                  <a:gd name="connsiteX3" fmla="*/ 23826 w 3878799"/>
                  <a:gd name="connsiteY3" fmla="*/ 2456479 h 2979223"/>
                  <a:gd name="connsiteX0" fmla="*/ 18289 w 3831944"/>
                  <a:gd name="connsiteY0" fmla="*/ 2365792 h 2936870"/>
                  <a:gd name="connsiteX1" fmla="*/ 1903602 w 3831944"/>
                  <a:gd name="connsiteY1" fmla="*/ 100 h 2936870"/>
                  <a:gd name="connsiteX2" fmla="*/ 3830251 w 3831944"/>
                  <a:gd name="connsiteY2" fmla="*/ 2456579 h 2936870"/>
                  <a:gd name="connsiteX3" fmla="*/ 18289 w 3831944"/>
                  <a:gd name="connsiteY3" fmla="*/ 2365792 h 2936870"/>
                  <a:gd name="connsiteX0" fmla="*/ 580 w 3814163"/>
                  <a:gd name="connsiteY0" fmla="*/ 2365798 h 2968844"/>
                  <a:gd name="connsiteX1" fmla="*/ 1885893 w 3814163"/>
                  <a:gd name="connsiteY1" fmla="*/ 106 h 2968844"/>
                  <a:gd name="connsiteX2" fmla="*/ 3812542 w 3814163"/>
                  <a:gd name="connsiteY2" fmla="*/ 2456585 h 2968844"/>
                  <a:gd name="connsiteX3" fmla="*/ 580 w 3814163"/>
                  <a:gd name="connsiteY3" fmla="*/ 2365798 h 296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4163" h="2968844">
                    <a:moveTo>
                      <a:pt x="580" y="2365798"/>
                    </a:moveTo>
                    <a:cubicBezTo>
                      <a:pt x="-31177" y="1593231"/>
                      <a:pt x="1250566" y="-15025"/>
                      <a:pt x="1885893" y="106"/>
                    </a:cubicBezTo>
                    <a:cubicBezTo>
                      <a:pt x="2521220" y="15237"/>
                      <a:pt x="3812542" y="1099909"/>
                      <a:pt x="3812542" y="2456585"/>
                    </a:cubicBezTo>
                    <a:cubicBezTo>
                      <a:pt x="3904794" y="3168626"/>
                      <a:pt x="32337" y="3138365"/>
                      <a:pt x="580" y="236579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38423CBF-4077-9585-BF6F-B22EC9CB9E63}"/>
                  </a:ext>
                </a:extLst>
              </p:cNvPr>
              <p:cNvGrpSpPr/>
              <p:nvPr/>
            </p:nvGrpSpPr>
            <p:grpSpPr>
              <a:xfrm>
                <a:off x="8361392" y="724957"/>
                <a:ext cx="1882602" cy="1441275"/>
                <a:chOff x="3716080" y="722296"/>
                <a:chExt cx="1882602" cy="1441275"/>
              </a:xfrm>
            </p:grpSpPr>
            <p:sp>
              <p:nvSpPr>
                <p:cNvPr id="220" name="Rectangle 10">
                  <a:extLst>
                    <a:ext uri="{FF2B5EF4-FFF2-40B4-BE49-F238E27FC236}">
                      <a16:creationId xmlns:a16="http://schemas.microsoft.com/office/drawing/2014/main" id="{DD7F81B6-58E6-E488-E764-56BFB00CC4AF}"/>
                    </a:ext>
                  </a:extLst>
                </p:cNvPr>
                <p:cNvSpPr/>
                <p:nvPr/>
              </p:nvSpPr>
              <p:spPr>
                <a:xfrm rot="2924819">
                  <a:off x="3993528" y="558418"/>
                  <a:ext cx="1327705" cy="1882602"/>
                </a:xfrm>
                <a:custGeom>
                  <a:avLst/>
                  <a:gdLst>
                    <a:gd name="connsiteX0" fmla="*/ 0 w 581025"/>
                    <a:gd name="connsiteY0" fmla="*/ 0 h 750986"/>
                    <a:gd name="connsiteX1" fmla="*/ 581025 w 581025"/>
                    <a:gd name="connsiteY1" fmla="*/ 0 h 750986"/>
                    <a:gd name="connsiteX2" fmla="*/ 581025 w 581025"/>
                    <a:gd name="connsiteY2" fmla="*/ 750986 h 750986"/>
                    <a:gd name="connsiteX3" fmla="*/ 0 w 581025"/>
                    <a:gd name="connsiteY3" fmla="*/ 750986 h 750986"/>
                    <a:gd name="connsiteX4" fmla="*/ 0 w 581025"/>
                    <a:gd name="connsiteY4" fmla="*/ 0 h 750986"/>
                    <a:gd name="connsiteX0" fmla="*/ 67633 w 581025"/>
                    <a:gd name="connsiteY0" fmla="*/ 0 h 1882602"/>
                    <a:gd name="connsiteX1" fmla="*/ 581025 w 581025"/>
                    <a:gd name="connsiteY1" fmla="*/ 1131616 h 1882602"/>
                    <a:gd name="connsiteX2" fmla="*/ 581025 w 581025"/>
                    <a:gd name="connsiteY2" fmla="*/ 1882602 h 1882602"/>
                    <a:gd name="connsiteX3" fmla="*/ 0 w 581025"/>
                    <a:gd name="connsiteY3" fmla="*/ 1882602 h 1882602"/>
                    <a:gd name="connsiteX4" fmla="*/ 67633 w 581025"/>
                    <a:gd name="connsiteY4" fmla="*/ 0 h 1882602"/>
                    <a:gd name="connsiteX0" fmla="*/ 67633 w 581025"/>
                    <a:gd name="connsiteY0" fmla="*/ 0 h 1882602"/>
                    <a:gd name="connsiteX1" fmla="*/ 581025 w 581025"/>
                    <a:gd name="connsiteY1" fmla="*/ 1882602 h 1882602"/>
                    <a:gd name="connsiteX2" fmla="*/ 0 w 581025"/>
                    <a:gd name="connsiteY2" fmla="*/ 1882602 h 1882602"/>
                    <a:gd name="connsiteX3" fmla="*/ 67633 w 581025"/>
                    <a:gd name="connsiteY3" fmla="*/ 0 h 1882602"/>
                    <a:gd name="connsiteX0" fmla="*/ 67633 w 749923"/>
                    <a:gd name="connsiteY0" fmla="*/ 0 h 1882602"/>
                    <a:gd name="connsiteX1" fmla="*/ 581025 w 749923"/>
                    <a:gd name="connsiteY1" fmla="*/ 1882602 h 1882602"/>
                    <a:gd name="connsiteX2" fmla="*/ 0 w 749923"/>
                    <a:gd name="connsiteY2" fmla="*/ 1882602 h 1882602"/>
                    <a:gd name="connsiteX3" fmla="*/ 67633 w 749923"/>
                    <a:gd name="connsiteY3" fmla="*/ 0 h 1882602"/>
                    <a:gd name="connsiteX0" fmla="*/ 67633 w 932596"/>
                    <a:gd name="connsiteY0" fmla="*/ 0 h 1882602"/>
                    <a:gd name="connsiteX1" fmla="*/ 581025 w 932596"/>
                    <a:gd name="connsiteY1" fmla="*/ 1882602 h 1882602"/>
                    <a:gd name="connsiteX2" fmla="*/ 0 w 932596"/>
                    <a:gd name="connsiteY2" fmla="*/ 1882602 h 1882602"/>
                    <a:gd name="connsiteX3" fmla="*/ 67633 w 932596"/>
                    <a:gd name="connsiteY3" fmla="*/ 0 h 1882602"/>
                    <a:gd name="connsiteX0" fmla="*/ 291522 w 1156485"/>
                    <a:gd name="connsiteY0" fmla="*/ 0 h 1882602"/>
                    <a:gd name="connsiteX1" fmla="*/ 804914 w 1156485"/>
                    <a:gd name="connsiteY1" fmla="*/ 1882602 h 1882602"/>
                    <a:gd name="connsiteX2" fmla="*/ 223889 w 1156485"/>
                    <a:gd name="connsiteY2" fmla="*/ 1882602 h 1882602"/>
                    <a:gd name="connsiteX3" fmla="*/ 291522 w 1156485"/>
                    <a:gd name="connsiteY3" fmla="*/ 0 h 1882602"/>
                    <a:gd name="connsiteX0" fmla="*/ 462742 w 1327705"/>
                    <a:gd name="connsiteY0" fmla="*/ 0 h 1882602"/>
                    <a:gd name="connsiteX1" fmla="*/ 976134 w 1327705"/>
                    <a:gd name="connsiteY1" fmla="*/ 1882602 h 1882602"/>
                    <a:gd name="connsiteX2" fmla="*/ 395109 w 1327705"/>
                    <a:gd name="connsiteY2" fmla="*/ 1882602 h 1882602"/>
                    <a:gd name="connsiteX3" fmla="*/ 462742 w 1327705"/>
                    <a:gd name="connsiteY3" fmla="*/ 0 h 1882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27705" h="1882602">
                      <a:moveTo>
                        <a:pt x="462742" y="0"/>
                      </a:moveTo>
                      <a:cubicBezTo>
                        <a:pt x="1734797" y="123458"/>
                        <a:pt x="1324468" y="1457285"/>
                        <a:pt x="976134" y="1882602"/>
                      </a:cubicBezTo>
                      <a:lnTo>
                        <a:pt x="395109" y="1882602"/>
                      </a:lnTo>
                      <a:cubicBezTo>
                        <a:pt x="-122245" y="1668405"/>
                        <a:pt x="-163555" y="478085"/>
                        <a:pt x="462742" y="0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Rectangle 10">
                  <a:extLst>
                    <a:ext uri="{FF2B5EF4-FFF2-40B4-BE49-F238E27FC236}">
                      <a16:creationId xmlns:a16="http://schemas.microsoft.com/office/drawing/2014/main" id="{ECD2EA97-A66E-EF43-CE54-357C4DF0EEBE}"/>
                    </a:ext>
                  </a:extLst>
                </p:cNvPr>
                <p:cNvSpPr/>
                <p:nvPr/>
              </p:nvSpPr>
              <p:spPr>
                <a:xfrm rot="2113173">
                  <a:off x="4453375" y="722296"/>
                  <a:ext cx="912080" cy="1296451"/>
                </a:xfrm>
                <a:custGeom>
                  <a:avLst/>
                  <a:gdLst>
                    <a:gd name="connsiteX0" fmla="*/ 0 w 581025"/>
                    <a:gd name="connsiteY0" fmla="*/ 0 h 750986"/>
                    <a:gd name="connsiteX1" fmla="*/ 581025 w 581025"/>
                    <a:gd name="connsiteY1" fmla="*/ 0 h 750986"/>
                    <a:gd name="connsiteX2" fmla="*/ 581025 w 581025"/>
                    <a:gd name="connsiteY2" fmla="*/ 750986 h 750986"/>
                    <a:gd name="connsiteX3" fmla="*/ 0 w 581025"/>
                    <a:gd name="connsiteY3" fmla="*/ 750986 h 750986"/>
                    <a:gd name="connsiteX4" fmla="*/ 0 w 581025"/>
                    <a:gd name="connsiteY4" fmla="*/ 0 h 750986"/>
                    <a:gd name="connsiteX0" fmla="*/ 67633 w 581025"/>
                    <a:gd name="connsiteY0" fmla="*/ 0 h 1882602"/>
                    <a:gd name="connsiteX1" fmla="*/ 581025 w 581025"/>
                    <a:gd name="connsiteY1" fmla="*/ 1131616 h 1882602"/>
                    <a:gd name="connsiteX2" fmla="*/ 581025 w 581025"/>
                    <a:gd name="connsiteY2" fmla="*/ 1882602 h 1882602"/>
                    <a:gd name="connsiteX3" fmla="*/ 0 w 581025"/>
                    <a:gd name="connsiteY3" fmla="*/ 1882602 h 1882602"/>
                    <a:gd name="connsiteX4" fmla="*/ 67633 w 581025"/>
                    <a:gd name="connsiteY4" fmla="*/ 0 h 1882602"/>
                    <a:gd name="connsiteX0" fmla="*/ 67633 w 581025"/>
                    <a:gd name="connsiteY0" fmla="*/ 0 h 1882602"/>
                    <a:gd name="connsiteX1" fmla="*/ 581025 w 581025"/>
                    <a:gd name="connsiteY1" fmla="*/ 1882602 h 1882602"/>
                    <a:gd name="connsiteX2" fmla="*/ 0 w 581025"/>
                    <a:gd name="connsiteY2" fmla="*/ 1882602 h 1882602"/>
                    <a:gd name="connsiteX3" fmla="*/ 67633 w 581025"/>
                    <a:gd name="connsiteY3" fmla="*/ 0 h 1882602"/>
                    <a:gd name="connsiteX0" fmla="*/ 67633 w 749923"/>
                    <a:gd name="connsiteY0" fmla="*/ 0 h 1882602"/>
                    <a:gd name="connsiteX1" fmla="*/ 581025 w 749923"/>
                    <a:gd name="connsiteY1" fmla="*/ 1882602 h 1882602"/>
                    <a:gd name="connsiteX2" fmla="*/ 0 w 749923"/>
                    <a:gd name="connsiteY2" fmla="*/ 1882602 h 1882602"/>
                    <a:gd name="connsiteX3" fmla="*/ 67633 w 749923"/>
                    <a:gd name="connsiteY3" fmla="*/ 0 h 1882602"/>
                    <a:gd name="connsiteX0" fmla="*/ 67633 w 932596"/>
                    <a:gd name="connsiteY0" fmla="*/ 0 h 1882602"/>
                    <a:gd name="connsiteX1" fmla="*/ 581025 w 932596"/>
                    <a:gd name="connsiteY1" fmla="*/ 1882602 h 1882602"/>
                    <a:gd name="connsiteX2" fmla="*/ 0 w 932596"/>
                    <a:gd name="connsiteY2" fmla="*/ 1882602 h 1882602"/>
                    <a:gd name="connsiteX3" fmla="*/ 67633 w 932596"/>
                    <a:gd name="connsiteY3" fmla="*/ 0 h 1882602"/>
                    <a:gd name="connsiteX0" fmla="*/ 291522 w 1156485"/>
                    <a:gd name="connsiteY0" fmla="*/ 0 h 1882602"/>
                    <a:gd name="connsiteX1" fmla="*/ 804914 w 1156485"/>
                    <a:gd name="connsiteY1" fmla="*/ 1882602 h 1882602"/>
                    <a:gd name="connsiteX2" fmla="*/ 223889 w 1156485"/>
                    <a:gd name="connsiteY2" fmla="*/ 1882602 h 1882602"/>
                    <a:gd name="connsiteX3" fmla="*/ 291522 w 1156485"/>
                    <a:gd name="connsiteY3" fmla="*/ 0 h 1882602"/>
                    <a:gd name="connsiteX0" fmla="*/ 462742 w 1327705"/>
                    <a:gd name="connsiteY0" fmla="*/ 0 h 1882602"/>
                    <a:gd name="connsiteX1" fmla="*/ 976134 w 1327705"/>
                    <a:gd name="connsiteY1" fmla="*/ 1882602 h 1882602"/>
                    <a:gd name="connsiteX2" fmla="*/ 395109 w 1327705"/>
                    <a:gd name="connsiteY2" fmla="*/ 1882602 h 1882602"/>
                    <a:gd name="connsiteX3" fmla="*/ 462742 w 1327705"/>
                    <a:gd name="connsiteY3" fmla="*/ 0 h 1882602"/>
                    <a:gd name="connsiteX0" fmla="*/ 533541 w 1398504"/>
                    <a:gd name="connsiteY0" fmla="*/ 0 h 1882602"/>
                    <a:gd name="connsiteX1" fmla="*/ 1046933 w 1398504"/>
                    <a:gd name="connsiteY1" fmla="*/ 1882602 h 1882602"/>
                    <a:gd name="connsiteX2" fmla="*/ 337338 w 1398504"/>
                    <a:gd name="connsiteY2" fmla="*/ 1824511 h 1882602"/>
                    <a:gd name="connsiteX3" fmla="*/ 533541 w 1398504"/>
                    <a:gd name="connsiteY3" fmla="*/ 0 h 1882602"/>
                    <a:gd name="connsiteX0" fmla="*/ 533541 w 1352892"/>
                    <a:gd name="connsiteY0" fmla="*/ 0 h 1882602"/>
                    <a:gd name="connsiteX1" fmla="*/ 1046933 w 1352892"/>
                    <a:gd name="connsiteY1" fmla="*/ 1882602 h 1882602"/>
                    <a:gd name="connsiteX2" fmla="*/ 337338 w 1352892"/>
                    <a:gd name="connsiteY2" fmla="*/ 1824511 h 1882602"/>
                    <a:gd name="connsiteX3" fmla="*/ 533541 w 1352892"/>
                    <a:gd name="connsiteY3" fmla="*/ 0 h 1882602"/>
                    <a:gd name="connsiteX0" fmla="*/ 550064 w 1354202"/>
                    <a:gd name="connsiteY0" fmla="*/ 0 h 1893260"/>
                    <a:gd name="connsiteX1" fmla="*/ 1035956 w 1354202"/>
                    <a:gd name="connsiteY1" fmla="*/ 1893260 h 1893260"/>
                    <a:gd name="connsiteX2" fmla="*/ 326361 w 1354202"/>
                    <a:gd name="connsiteY2" fmla="*/ 1835169 h 1893260"/>
                    <a:gd name="connsiteX3" fmla="*/ 550064 w 1354202"/>
                    <a:gd name="connsiteY3" fmla="*/ 0 h 1893260"/>
                    <a:gd name="connsiteX0" fmla="*/ 522202 w 1326340"/>
                    <a:gd name="connsiteY0" fmla="*/ 0 h 1893260"/>
                    <a:gd name="connsiteX1" fmla="*/ 1008094 w 1326340"/>
                    <a:gd name="connsiteY1" fmla="*/ 1893260 h 1893260"/>
                    <a:gd name="connsiteX2" fmla="*/ 298499 w 1326340"/>
                    <a:gd name="connsiteY2" fmla="*/ 1835169 h 1893260"/>
                    <a:gd name="connsiteX3" fmla="*/ 522202 w 1326340"/>
                    <a:gd name="connsiteY3" fmla="*/ 0 h 1893260"/>
                    <a:gd name="connsiteX0" fmla="*/ 522200 w 1369954"/>
                    <a:gd name="connsiteY0" fmla="*/ 0 h 1893260"/>
                    <a:gd name="connsiteX1" fmla="*/ 1008092 w 1369954"/>
                    <a:gd name="connsiteY1" fmla="*/ 1893260 h 1893260"/>
                    <a:gd name="connsiteX2" fmla="*/ 298497 w 1369954"/>
                    <a:gd name="connsiteY2" fmla="*/ 1835169 h 1893260"/>
                    <a:gd name="connsiteX3" fmla="*/ 522200 w 1369954"/>
                    <a:gd name="connsiteY3" fmla="*/ 0 h 1893260"/>
                    <a:gd name="connsiteX0" fmla="*/ 522200 w 1369952"/>
                    <a:gd name="connsiteY0" fmla="*/ 0 h 1934412"/>
                    <a:gd name="connsiteX1" fmla="*/ 1008092 w 1369952"/>
                    <a:gd name="connsiteY1" fmla="*/ 1893260 h 1934412"/>
                    <a:gd name="connsiteX2" fmla="*/ 298497 w 1369952"/>
                    <a:gd name="connsiteY2" fmla="*/ 1835169 h 1934412"/>
                    <a:gd name="connsiteX3" fmla="*/ 522200 w 1369952"/>
                    <a:gd name="connsiteY3" fmla="*/ 0 h 1934412"/>
                    <a:gd name="connsiteX0" fmla="*/ 522200 w 1369954"/>
                    <a:gd name="connsiteY0" fmla="*/ 0 h 1954923"/>
                    <a:gd name="connsiteX1" fmla="*/ 1008092 w 1369954"/>
                    <a:gd name="connsiteY1" fmla="*/ 1893260 h 1954923"/>
                    <a:gd name="connsiteX2" fmla="*/ 298497 w 1369954"/>
                    <a:gd name="connsiteY2" fmla="*/ 1835169 h 1954923"/>
                    <a:gd name="connsiteX3" fmla="*/ 522200 w 1369954"/>
                    <a:gd name="connsiteY3" fmla="*/ 0 h 1954923"/>
                    <a:gd name="connsiteX0" fmla="*/ 522200 w 1369952"/>
                    <a:gd name="connsiteY0" fmla="*/ 0 h 1947279"/>
                    <a:gd name="connsiteX1" fmla="*/ 1008092 w 1369952"/>
                    <a:gd name="connsiteY1" fmla="*/ 1893260 h 1947279"/>
                    <a:gd name="connsiteX2" fmla="*/ 298497 w 1369952"/>
                    <a:gd name="connsiteY2" fmla="*/ 1835169 h 1947279"/>
                    <a:gd name="connsiteX3" fmla="*/ 522200 w 1369952"/>
                    <a:gd name="connsiteY3" fmla="*/ 0 h 19472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9952" h="1947279">
                      <a:moveTo>
                        <a:pt x="522200" y="0"/>
                      </a:moveTo>
                      <a:cubicBezTo>
                        <a:pt x="1665006" y="337286"/>
                        <a:pt x="1465058" y="1522596"/>
                        <a:pt x="1008092" y="1893260"/>
                      </a:cubicBezTo>
                      <a:cubicBezTo>
                        <a:pt x="820723" y="2005556"/>
                        <a:pt x="415743" y="1921231"/>
                        <a:pt x="298497" y="1835169"/>
                      </a:cubicBezTo>
                      <a:cubicBezTo>
                        <a:pt x="-218857" y="1620972"/>
                        <a:pt x="-11625" y="447830"/>
                        <a:pt x="522200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40000"/>
                    <a:lumOff val="60000"/>
                  </a:srgbClr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93EE054F-18BF-EE6F-DC2A-A62EB9D81126}"/>
                  </a:ext>
                </a:extLst>
              </p:cNvPr>
              <p:cNvGrpSpPr/>
              <p:nvPr/>
            </p:nvGrpSpPr>
            <p:grpSpPr>
              <a:xfrm flipH="1">
                <a:off x="6020774" y="829351"/>
                <a:ext cx="1882602" cy="1441275"/>
                <a:chOff x="3716080" y="722296"/>
                <a:chExt cx="1882602" cy="1441275"/>
              </a:xfrm>
            </p:grpSpPr>
            <p:sp>
              <p:nvSpPr>
                <p:cNvPr id="218" name="Rectangle 10">
                  <a:extLst>
                    <a:ext uri="{FF2B5EF4-FFF2-40B4-BE49-F238E27FC236}">
                      <a16:creationId xmlns:a16="http://schemas.microsoft.com/office/drawing/2014/main" id="{B8D697C1-BB56-0B9D-23B7-19ACB77DB51F}"/>
                    </a:ext>
                  </a:extLst>
                </p:cNvPr>
                <p:cNvSpPr/>
                <p:nvPr/>
              </p:nvSpPr>
              <p:spPr>
                <a:xfrm rot="2924819">
                  <a:off x="3993528" y="558418"/>
                  <a:ext cx="1327705" cy="1882602"/>
                </a:xfrm>
                <a:custGeom>
                  <a:avLst/>
                  <a:gdLst>
                    <a:gd name="connsiteX0" fmla="*/ 0 w 581025"/>
                    <a:gd name="connsiteY0" fmla="*/ 0 h 750986"/>
                    <a:gd name="connsiteX1" fmla="*/ 581025 w 581025"/>
                    <a:gd name="connsiteY1" fmla="*/ 0 h 750986"/>
                    <a:gd name="connsiteX2" fmla="*/ 581025 w 581025"/>
                    <a:gd name="connsiteY2" fmla="*/ 750986 h 750986"/>
                    <a:gd name="connsiteX3" fmla="*/ 0 w 581025"/>
                    <a:gd name="connsiteY3" fmla="*/ 750986 h 750986"/>
                    <a:gd name="connsiteX4" fmla="*/ 0 w 581025"/>
                    <a:gd name="connsiteY4" fmla="*/ 0 h 750986"/>
                    <a:gd name="connsiteX0" fmla="*/ 67633 w 581025"/>
                    <a:gd name="connsiteY0" fmla="*/ 0 h 1882602"/>
                    <a:gd name="connsiteX1" fmla="*/ 581025 w 581025"/>
                    <a:gd name="connsiteY1" fmla="*/ 1131616 h 1882602"/>
                    <a:gd name="connsiteX2" fmla="*/ 581025 w 581025"/>
                    <a:gd name="connsiteY2" fmla="*/ 1882602 h 1882602"/>
                    <a:gd name="connsiteX3" fmla="*/ 0 w 581025"/>
                    <a:gd name="connsiteY3" fmla="*/ 1882602 h 1882602"/>
                    <a:gd name="connsiteX4" fmla="*/ 67633 w 581025"/>
                    <a:gd name="connsiteY4" fmla="*/ 0 h 1882602"/>
                    <a:gd name="connsiteX0" fmla="*/ 67633 w 581025"/>
                    <a:gd name="connsiteY0" fmla="*/ 0 h 1882602"/>
                    <a:gd name="connsiteX1" fmla="*/ 581025 w 581025"/>
                    <a:gd name="connsiteY1" fmla="*/ 1882602 h 1882602"/>
                    <a:gd name="connsiteX2" fmla="*/ 0 w 581025"/>
                    <a:gd name="connsiteY2" fmla="*/ 1882602 h 1882602"/>
                    <a:gd name="connsiteX3" fmla="*/ 67633 w 581025"/>
                    <a:gd name="connsiteY3" fmla="*/ 0 h 1882602"/>
                    <a:gd name="connsiteX0" fmla="*/ 67633 w 749923"/>
                    <a:gd name="connsiteY0" fmla="*/ 0 h 1882602"/>
                    <a:gd name="connsiteX1" fmla="*/ 581025 w 749923"/>
                    <a:gd name="connsiteY1" fmla="*/ 1882602 h 1882602"/>
                    <a:gd name="connsiteX2" fmla="*/ 0 w 749923"/>
                    <a:gd name="connsiteY2" fmla="*/ 1882602 h 1882602"/>
                    <a:gd name="connsiteX3" fmla="*/ 67633 w 749923"/>
                    <a:gd name="connsiteY3" fmla="*/ 0 h 1882602"/>
                    <a:gd name="connsiteX0" fmla="*/ 67633 w 932596"/>
                    <a:gd name="connsiteY0" fmla="*/ 0 h 1882602"/>
                    <a:gd name="connsiteX1" fmla="*/ 581025 w 932596"/>
                    <a:gd name="connsiteY1" fmla="*/ 1882602 h 1882602"/>
                    <a:gd name="connsiteX2" fmla="*/ 0 w 932596"/>
                    <a:gd name="connsiteY2" fmla="*/ 1882602 h 1882602"/>
                    <a:gd name="connsiteX3" fmla="*/ 67633 w 932596"/>
                    <a:gd name="connsiteY3" fmla="*/ 0 h 1882602"/>
                    <a:gd name="connsiteX0" fmla="*/ 291522 w 1156485"/>
                    <a:gd name="connsiteY0" fmla="*/ 0 h 1882602"/>
                    <a:gd name="connsiteX1" fmla="*/ 804914 w 1156485"/>
                    <a:gd name="connsiteY1" fmla="*/ 1882602 h 1882602"/>
                    <a:gd name="connsiteX2" fmla="*/ 223889 w 1156485"/>
                    <a:gd name="connsiteY2" fmla="*/ 1882602 h 1882602"/>
                    <a:gd name="connsiteX3" fmla="*/ 291522 w 1156485"/>
                    <a:gd name="connsiteY3" fmla="*/ 0 h 1882602"/>
                    <a:gd name="connsiteX0" fmla="*/ 462742 w 1327705"/>
                    <a:gd name="connsiteY0" fmla="*/ 0 h 1882602"/>
                    <a:gd name="connsiteX1" fmla="*/ 976134 w 1327705"/>
                    <a:gd name="connsiteY1" fmla="*/ 1882602 h 1882602"/>
                    <a:gd name="connsiteX2" fmla="*/ 395109 w 1327705"/>
                    <a:gd name="connsiteY2" fmla="*/ 1882602 h 1882602"/>
                    <a:gd name="connsiteX3" fmla="*/ 462742 w 1327705"/>
                    <a:gd name="connsiteY3" fmla="*/ 0 h 1882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27705" h="1882602">
                      <a:moveTo>
                        <a:pt x="462742" y="0"/>
                      </a:moveTo>
                      <a:cubicBezTo>
                        <a:pt x="1734797" y="123458"/>
                        <a:pt x="1324468" y="1457285"/>
                        <a:pt x="976134" y="1882602"/>
                      </a:cubicBezTo>
                      <a:lnTo>
                        <a:pt x="395109" y="1882602"/>
                      </a:lnTo>
                      <a:cubicBezTo>
                        <a:pt x="-122245" y="1668405"/>
                        <a:pt x="-163555" y="478085"/>
                        <a:pt x="462742" y="0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10">
                  <a:extLst>
                    <a:ext uri="{FF2B5EF4-FFF2-40B4-BE49-F238E27FC236}">
                      <a16:creationId xmlns:a16="http://schemas.microsoft.com/office/drawing/2014/main" id="{0B88A13F-0439-81A8-1E83-EE5AF11FB58E}"/>
                    </a:ext>
                  </a:extLst>
                </p:cNvPr>
                <p:cNvSpPr/>
                <p:nvPr/>
              </p:nvSpPr>
              <p:spPr>
                <a:xfrm rot="2113173">
                  <a:off x="4453375" y="722296"/>
                  <a:ext cx="912080" cy="1296451"/>
                </a:xfrm>
                <a:custGeom>
                  <a:avLst/>
                  <a:gdLst>
                    <a:gd name="connsiteX0" fmla="*/ 0 w 581025"/>
                    <a:gd name="connsiteY0" fmla="*/ 0 h 750986"/>
                    <a:gd name="connsiteX1" fmla="*/ 581025 w 581025"/>
                    <a:gd name="connsiteY1" fmla="*/ 0 h 750986"/>
                    <a:gd name="connsiteX2" fmla="*/ 581025 w 581025"/>
                    <a:gd name="connsiteY2" fmla="*/ 750986 h 750986"/>
                    <a:gd name="connsiteX3" fmla="*/ 0 w 581025"/>
                    <a:gd name="connsiteY3" fmla="*/ 750986 h 750986"/>
                    <a:gd name="connsiteX4" fmla="*/ 0 w 581025"/>
                    <a:gd name="connsiteY4" fmla="*/ 0 h 750986"/>
                    <a:gd name="connsiteX0" fmla="*/ 67633 w 581025"/>
                    <a:gd name="connsiteY0" fmla="*/ 0 h 1882602"/>
                    <a:gd name="connsiteX1" fmla="*/ 581025 w 581025"/>
                    <a:gd name="connsiteY1" fmla="*/ 1131616 h 1882602"/>
                    <a:gd name="connsiteX2" fmla="*/ 581025 w 581025"/>
                    <a:gd name="connsiteY2" fmla="*/ 1882602 h 1882602"/>
                    <a:gd name="connsiteX3" fmla="*/ 0 w 581025"/>
                    <a:gd name="connsiteY3" fmla="*/ 1882602 h 1882602"/>
                    <a:gd name="connsiteX4" fmla="*/ 67633 w 581025"/>
                    <a:gd name="connsiteY4" fmla="*/ 0 h 1882602"/>
                    <a:gd name="connsiteX0" fmla="*/ 67633 w 581025"/>
                    <a:gd name="connsiteY0" fmla="*/ 0 h 1882602"/>
                    <a:gd name="connsiteX1" fmla="*/ 581025 w 581025"/>
                    <a:gd name="connsiteY1" fmla="*/ 1882602 h 1882602"/>
                    <a:gd name="connsiteX2" fmla="*/ 0 w 581025"/>
                    <a:gd name="connsiteY2" fmla="*/ 1882602 h 1882602"/>
                    <a:gd name="connsiteX3" fmla="*/ 67633 w 581025"/>
                    <a:gd name="connsiteY3" fmla="*/ 0 h 1882602"/>
                    <a:gd name="connsiteX0" fmla="*/ 67633 w 749923"/>
                    <a:gd name="connsiteY0" fmla="*/ 0 h 1882602"/>
                    <a:gd name="connsiteX1" fmla="*/ 581025 w 749923"/>
                    <a:gd name="connsiteY1" fmla="*/ 1882602 h 1882602"/>
                    <a:gd name="connsiteX2" fmla="*/ 0 w 749923"/>
                    <a:gd name="connsiteY2" fmla="*/ 1882602 h 1882602"/>
                    <a:gd name="connsiteX3" fmla="*/ 67633 w 749923"/>
                    <a:gd name="connsiteY3" fmla="*/ 0 h 1882602"/>
                    <a:gd name="connsiteX0" fmla="*/ 67633 w 932596"/>
                    <a:gd name="connsiteY0" fmla="*/ 0 h 1882602"/>
                    <a:gd name="connsiteX1" fmla="*/ 581025 w 932596"/>
                    <a:gd name="connsiteY1" fmla="*/ 1882602 h 1882602"/>
                    <a:gd name="connsiteX2" fmla="*/ 0 w 932596"/>
                    <a:gd name="connsiteY2" fmla="*/ 1882602 h 1882602"/>
                    <a:gd name="connsiteX3" fmla="*/ 67633 w 932596"/>
                    <a:gd name="connsiteY3" fmla="*/ 0 h 1882602"/>
                    <a:gd name="connsiteX0" fmla="*/ 291522 w 1156485"/>
                    <a:gd name="connsiteY0" fmla="*/ 0 h 1882602"/>
                    <a:gd name="connsiteX1" fmla="*/ 804914 w 1156485"/>
                    <a:gd name="connsiteY1" fmla="*/ 1882602 h 1882602"/>
                    <a:gd name="connsiteX2" fmla="*/ 223889 w 1156485"/>
                    <a:gd name="connsiteY2" fmla="*/ 1882602 h 1882602"/>
                    <a:gd name="connsiteX3" fmla="*/ 291522 w 1156485"/>
                    <a:gd name="connsiteY3" fmla="*/ 0 h 1882602"/>
                    <a:gd name="connsiteX0" fmla="*/ 462742 w 1327705"/>
                    <a:gd name="connsiteY0" fmla="*/ 0 h 1882602"/>
                    <a:gd name="connsiteX1" fmla="*/ 976134 w 1327705"/>
                    <a:gd name="connsiteY1" fmla="*/ 1882602 h 1882602"/>
                    <a:gd name="connsiteX2" fmla="*/ 395109 w 1327705"/>
                    <a:gd name="connsiteY2" fmla="*/ 1882602 h 1882602"/>
                    <a:gd name="connsiteX3" fmla="*/ 462742 w 1327705"/>
                    <a:gd name="connsiteY3" fmla="*/ 0 h 1882602"/>
                    <a:gd name="connsiteX0" fmla="*/ 533541 w 1398504"/>
                    <a:gd name="connsiteY0" fmla="*/ 0 h 1882602"/>
                    <a:gd name="connsiteX1" fmla="*/ 1046933 w 1398504"/>
                    <a:gd name="connsiteY1" fmla="*/ 1882602 h 1882602"/>
                    <a:gd name="connsiteX2" fmla="*/ 337338 w 1398504"/>
                    <a:gd name="connsiteY2" fmla="*/ 1824511 h 1882602"/>
                    <a:gd name="connsiteX3" fmla="*/ 533541 w 1398504"/>
                    <a:gd name="connsiteY3" fmla="*/ 0 h 1882602"/>
                    <a:gd name="connsiteX0" fmla="*/ 533541 w 1352892"/>
                    <a:gd name="connsiteY0" fmla="*/ 0 h 1882602"/>
                    <a:gd name="connsiteX1" fmla="*/ 1046933 w 1352892"/>
                    <a:gd name="connsiteY1" fmla="*/ 1882602 h 1882602"/>
                    <a:gd name="connsiteX2" fmla="*/ 337338 w 1352892"/>
                    <a:gd name="connsiteY2" fmla="*/ 1824511 h 1882602"/>
                    <a:gd name="connsiteX3" fmla="*/ 533541 w 1352892"/>
                    <a:gd name="connsiteY3" fmla="*/ 0 h 1882602"/>
                    <a:gd name="connsiteX0" fmla="*/ 550064 w 1354202"/>
                    <a:gd name="connsiteY0" fmla="*/ 0 h 1893260"/>
                    <a:gd name="connsiteX1" fmla="*/ 1035956 w 1354202"/>
                    <a:gd name="connsiteY1" fmla="*/ 1893260 h 1893260"/>
                    <a:gd name="connsiteX2" fmla="*/ 326361 w 1354202"/>
                    <a:gd name="connsiteY2" fmla="*/ 1835169 h 1893260"/>
                    <a:gd name="connsiteX3" fmla="*/ 550064 w 1354202"/>
                    <a:gd name="connsiteY3" fmla="*/ 0 h 1893260"/>
                    <a:gd name="connsiteX0" fmla="*/ 522202 w 1326340"/>
                    <a:gd name="connsiteY0" fmla="*/ 0 h 1893260"/>
                    <a:gd name="connsiteX1" fmla="*/ 1008094 w 1326340"/>
                    <a:gd name="connsiteY1" fmla="*/ 1893260 h 1893260"/>
                    <a:gd name="connsiteX2" fmla="*/ 298499 w 1326340"/>
                    <a:gd name="connsiteY2" fmla="*/ 1835169 h 1893260"/>
                    <a:gd name="connsiteX3" fmla="*/ 522202 w 1326340"/>
                    <a:gd name="connsiteY3" fmla="*/ 0 h 1893260"/>
                    <a:gd name="connsiteX0" fmla="*/ 522200 w 1369954"/>
                    <a:gd name="connsiteY0" fmla="*/ 0 h 1893260"/>
                    <a:gd name="connsiteX1" fmla="*/ 1008092 w 1369954"/>
                    <a:gd name="connsiteY1" fmla="*/ 1893260 h 1893260"/>
                    <a:gd name="connsiteX2" fmla="*/ 298497 w 1369954"/>
                    <a:gd name="connsiteY2" fmla="*/ 1835169 h 1893260"/>
                    <a:gd name="connsiteX3" fmla="*/ 522200 w 1369954"/>
                    <a:gd name="connsiteY3" fmla="*/ 0 h 1893260"/>
                    <a:gd name="connsiteX0" fmla="*/ 522200 w 1369952"/>
                    <a:gd name="connsiteY0" fmla="*/ 0 h 1934412"/>
                    <a:gd name="connsiteX1" fmla="*/ 1008092 w 1369952"/>
                    <a:gd name="connsiteY1" fmla="*/ 1893260 h 1934412"/>
                    <a:gd name="connsiteX2" fmla="*/ 298497 w 1369952"/>
                    <a:gd name="connsiteY2" fmla="*/ 1835169 h 1934412"/>
                    <a:gd name="connsiteX3" fmla="*/ 522200 w 1369952"/>
                    <a:gd name="connsiteY3" fmla="*/ 0 h 1934412"/>
                    <a:gd name="connsiteX0" fmla="*/ 522200 w 1369954"/>
                    <a:gd name="connsiteY0" fmla="*/ 0 h 1954923"/>
                    <a:gd name="connsiteX1" fmla="*/ 1008092 w 1369954"/>
                    <a:gd name="connsiteY1" fmla="*/ 1893260 h 1954923"/>
                    <a:gd name="connsiteX2" fmla="*/ 298497 w 1369954"/>
                    <a:gd name="connsiteY2" fmla="*/ 1835169 h 1954923"/>
                    <a:gd name="connsiteX3" fmla="*/ 522200 w 1369954"/>
                    <a:gd name="connsiteY3" fmla="*/ 0 h 1954923"/>
                    <a:gd name="connsiteX0" fmla="*/ 522200 w 1369952"/>
                    <a:gd name="connsiteY0" fmla="*/ 0 h 1947279"/>
                    <a:gd name="connsiteX1" fmla="*/ 1008092 w 1369952"/>
                    <a:gd name="connsiteY1" fmla="*/ 1893260 h 1947279"/>
                    <a:gd name="connsiteX2" fmla="*/ 298497 w 1369952"/>
                    <a:gd name="connsiteY2" fmla="*/ 1835169 h 1947279"/>
                    <a:gd name="connsiteX3" fmla="*/ 522200 w 1369952"/>
                    <a:gd name="connsiteY3" fmla="*/ 0 h 19472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9952" h="1947279">
                      <a:moveTo>
                        <a:pt x="522200" y="0"/>
                      </a:moveTo>
                      <a:cubicBezTo>
                        <a:pt x="1665006" y="337286"/>
                        <a:pt x="1465058" y="1522596"/>
                        <a:pt x="1008092" y="1893260"/>
                      </a:cubicBezTo>
                      <a:cubicBezTo>
                        <a:pt x="820723" y="2005556"/>
                        <a:pt x="415743" y="1921231"/>
                        <a:pt x="298497" y="1835169"/>
                      </a:cubicBezTo>
                      <a:cubicBezTo>
                        <a:pt x="-218857" y="1620972"/>
                        <a:pt x="-11625" y="447830"/>
                        <a:pt x="522200" y="0"/>
                      </a:cubicBezTo>
                      <a:close/>
                    </a:path>
                  </a:pathLst>
                </a:custGeom>
                <a:solidFill>
                  <a:srgbClr val="ED7D31">
                    <a:lumMod val="40000"/>
                    <a:lumOff val="60000"/>
                  </a:srgbClr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2" name="Rectangle 4">
                <a:extLst>
                  <a:ext uri="{FF2B5EF4-FFF2-40B4-BE49-F238E27FC236}">
                    <a16:creationId xmlns:a16="http://schemas.microsoft.com/office/drawing/2014/main" id="{3463F688-617B-92A0-7E41-00D71D4AA354}"/>
                  </a:ext>
                </a:extLst>
              </p:cNvPr>
              <p:cNvSpPr/>
              <p:nvPr/>
            </p:nvSpPr>
            <p:spPr>
              <a:xfrm rot="20924754">
                <a:off x="6840256" y="1522033"/>
                <a:ext cx="2553772" cy="3186586"/>
              </a:xfrm>
              <a:custGeom>
                <a:avLst/>
                <a:gdLst>
                  <a:gd name="connsiteX0" fmla="*/ 0 w 1733265"/>
                  <a:gd name="connsiteY0" fmla="*/ 0 h 1610436"/>
                  <a:gd name="connsiteX1" fmla="*/ 1733265 w 1733265"/>
                  <a:gd name="connsiteY1" fmla="*/ 0 h 1610436"/>
                  <a:gd name="connsiteX2" fmla="*/ 1733265 w 1733265"/>
                  <a:gd name="connsiteY2" fmla="*/ 1610436 h 1610436"/>
                  <a:gd name="connsiteX3" fmla="*/ 0 w 1733265"/>
                  <a:gd name="connsiteY3" fmla="*/ 1610436 h 1610436"/>
                  <a:gd name="connsiteX4" fmla="*/ 0 w 1733265"/>
                  <a:gd name="connsiteY4" fmla="*/ 0 h 1610436"/>
                  <a:gd name="connsiteX0" fmla="*/ 257175 w 1990440"/>
                  <a:gd name="connsiteY0" fmla="*/ 0 h 2239086"/>
                  <a:gd name="connsiteX1" fmla="*/ 1990440 w 1990440"/>
                  <a:gd name="connsiteY1" fmla="*/ 0 h 2239086"/>
                  <a:gd name="connsiteX2" fmla="*/ 1990440 w 1990440"/>
                  <a:gd name="connsiteY2" fmla="*/ 1610436 h 2239086"/>
                  <a:gd name="connsiteX3" fmla="*/ 0 w 1990440"/>
                  <a:gd name="connsiteY3" fmla="*/ 2239086 h 2239086"/>
                  <a:gd name="connsiteX4" fmla="*/ 257175 w 1990440"/>
                  <a:gd name="connsiteY4" fmla="*/ 0 h 2239086"/>
                  <a:gd name="connsiteX0" fmla="*/ 2105025 w 2105025"/>
                  <a:gd name="connsiteY0" fmla="*/ 0 h 2839161"/>
                  <a:gd name="connsiteX1" fmla="*/ 1990440 w 2105025"/>
                  <a:gd name="connsiteY1" fmla="*/ 600075 h 2839161"/>
                  <a:gd name="connsiteX2" fmla="*/ 1990440 w 2105025"/>
                  <a:gd name="connsiteY2" fmla="*/ 2210511 h 2839161"/>
                  <a:gd name="connsiteX3" fmla="*/ 0 w 2105025"/>
                  <a:gd name="connsiteY3" fmla="*/ 2839161 h 2839161"/>
                  <a:gd name="connsiteX4" fmla="*/ 2105025 w 2105025"/>
                  <a:gd name="connsiteY4" fmla="*/ 0 h 2839161"/>
                  <a:gd name="connsiteX0" fmla="*/ 2105025 w 2105025"/>
                  <a:gd name="connsiteY0" fmla="*/ 70455 h 2909616"/>
                  <a:gd name="connsiteX1" fmla="*/ 1990440 w 2105025"/>
                  <a:gd name="connsiteY1" fmla="*/ 670530 h 2909616"/>
                  <a:gd name="connsiteX2" fmla="*/ 1990440 w 2105025"/>
                  <a:gd name="connsiteY2" fmla="*/ 2280966 h 2909616"/>
                  <a:gd name="connsiteX3" fmla="*/ 0 w 2105025"/>
                  <a:gd name="connsiteY3" fmla="*/ 2909616 h 2909616"/>
                  <a:gd name="connsiteX4" fmla="*/ 2105025 w 2105025"/>
                  <a:gd name="connsiteY4" fmla="*/ 70455 h 2909616"/>
                  <a:gd name="connsiteX0" fmla="*/ 2227317 w 2227317"/>
                  <a:gd name="connsiteY0" fmla="*/ 76154 h 2915315"/>
                  <a:gd name="connsiteX1" fmla="*/ 2112732 w 2227317"/>
                  <a:gd name="connsiteY1" fmla="*/ 676229 h 2915315"/>
                  <a:gd name="connsiteX2" fmla="*/ 2112732 w 2227317"/>
                  <a:gd name="connsiteY2" fmla="*/ 2286665 h 2915315"/>
                  <a:gd name="connsiteX3" fmla="*/ 122292 w 2227317"/>
                  <a:gd name="connsiteY3" fmla="*/ 2915315 h 2915315"/>
                  <a:gd name="connsiteX4" fmla="*/ 2227317 w 2227317"/>
                  <a:gd name="connsiteY4" fmla="*/ 76154 h 2915315"/>
                  <a:gd name="connsiteX0" fmla="*/ 2236514 w 2236514"/>
                  <a:gd name="connsiteY0" fmla="*/ 76154 h 2915315"/>
                  <a:gd name="connsiteX1" fmla="*/ 2121929 w 2236514"/>
                  <a:gd name="connsiteY1" fmla="*/ 676229 h 2915315"/>
                  <a:gd name="connsiteX2" fmla="*/ 2121929 w 2236514"/>
                  <a:gd name="connsiteY2" fmla="*/ 2286665 h 2915315"/>
                  <a:gd name="connsiteX3" fmla="*/ 131489 w 2236514"/>
                  <a:gd name="connsiteY3" fmla="*/ 2915315 h 2915315"/>
                  <a:gd name="connsiteX4" fmla="*/ 2236514 w 2236514"/>
                  <a:gd name="connsiteY4" fmla="*/ 76154 h 2915315"/>
                  <a:gd name="connsiteX0" fmla="*/ 2236514 w 2579129"/>
                  <a:gd name="connsiteY0" fmla="*/ 76154 h 2915315"/>
                  <a:gd name="connsiteX1" fmla="*/ 2121929 w 2579129"/>
                  <a:gd name="connsiteY1" fmla="*/ 676229 h 2915315"/>
                  <a:gd name="connsiteX2" fmla="*/ 2579129 w 2579129"/>
                  <a:gd name="connsiteY2" fmla="*/ 2515265 h 2915315"/>
                  <a:gd name="connsiteX3" fmla="*/ 131489 w 2579129"/>
                  <a:gd name="connsiteY3" fmla="*/ 2915315 h 2915315"/>
                  <a:gd name="connsiteX4" fmla="*/ 2236514 w 2579129"/>
                  <a:gd name="connsiteY4" fmla="*/ 76154 h 2915315"/>
                  <a:gd name="connsiteX0" fmla="*/ 2236514 w 2579129"/>
                  <a:gd name="connsiteY0" fmla="*/ 76154 h 2915315"/>
                  <a:gd name="connsiteX1" fmla="*/ 2579129 w 2579129"/>
                  <a:gd name="connsiteY1" fmla="*/ 2515265 h 2915315"/>
                  <a:gd name="connsiteX2" fmla="*/ 131489 w 2579129"/>
                  <a:gd name="connsiteY2" fmla="*/ 2915315 h 2915315"/>
                  <a:gd name="connsiteX3" fmla="*/ 2236514 w 2579129"/>
                  <a:gd name="connsiteY3" fmla="*/ 76154 h 2915315"/>
                  <a:gd name="connsiteX0" fmla="*/ 2236514 w 2764498"/>
                  <a:gd name="connsiteY0" fmla="*/ 76154 h 2915315"/>
                  <a:gd name="connsiteX1" fmla="*/ 2579129 w 2764498"/>
                  <a:gd name="connsiteY1" fmla="*/ 2515265 h 2915315"/>
                  <a:gd name="connsiteX2" fmla="*/ 131489 w 2764498"/>
                  <a:gd name="connsiteY2" fmla="*/ 2915315 h 2915315"/>
                  <a:gd name="connsiteX3" fmla="*/ 2236514 w 2764498"/>
                  <a:gd name="connsiteY3" fmla="*/ 76154 h 2915315"/>
                  <a:gd name="connsiteX0" fmla="*/ 2236514 w 2846407"/>
                  <a:gd name="connsiteY0" fmla="*/ 76154 h 2915315"/>
                  <a:gd name="connsiteX1" fmla="*/ 2579129 w 2846407"/>
                  <a:gd name="connsiteY1" fmla="*/ 2515265 h 2915315"/>
                  <a:gd name="connsiteX2" fmla="*/ 131489 w 2846407"/>
                  <a:gd name="connsiteY2" fmla="*/ 2915315 h 2915315"/>
                  <a:gd name="connsiteX3" fmla="*/ 2236514 w 2846407"/>
                  <a:gd name="connsiteY3" fmla="*/ 76154 h 2915315"/>
                  <a:gd name="connsiteX0" fmla="*/ 2236514 w 2754522"/>
                  <a:gd name="connsiteY0" fmla="*/ 76154 h 2915315"/>
                  <a:gd name="connsiteX1" fmla="*/ 2579129 w 2754522"/>
                  <a:gd name="connsiteY1" fmla="*/ 2515265 h 2915315"/>
                  <a:gd name="connsiteX2" fmla="*/ 131489 w 2754522"/>
                  <a:gd name="connsiteY2" fmla="*/ 2915315 h 2915315"/>
                  <a:gd name="connsiteX3" fmla="*/ 2236514 w 2754522"/>
                  <a:gd name="connsiteY3" fmla="*/ 76154 h 2915315"/>
                  <a:gd name="connsiteX0" fmla="*/ 2236514 w 2754522"/>
                  <a:gd name="connsiteY0" fmla="*/ 76154 h 2915315"/>
                  <a:gd name="connsiteX1" fmla="*/ 2579129 w 2754522"/>
                  <a:gd name="connsiteY1" fmla="*/ 2515265 h 2915315"/>
                  <a:gd name="connsiteX2" fmla="*/ 131489 w 2754522"/>
                  <a:gd name="connsiteY2" fmla="*/ 2915315 h 2915315"/>
                  <a:gd name="connsiteX3" fmla="*/ 2236514 w 2754522"/>
                  <a:gd name="connsiteY3" fmla="*/ 76154 h 2915315"/>
                  <a:gd name="connsiteX0" fmla="*/ 2236514 w 2754522"/>
                  <a:gd name="connsiteY0" fmla="*/ 76154 h 3040589"/>
                  <a:gd name="connsiteX1" fmla="*/ 2579129 w 2754522"/>
                  <a:gd name="connsiteY1" fmla="*/ 2515265 h 3040589"/>
                  <a:gd name="connsiteX2" fmla="*/ 131489 w 2754522"/>
                  <a:gd name="connsiteY2" fmla="*/ 2915315 h 3040589"/>
                  <a:gd name="connsiteX3" fmla="*/ 2236514 w 2754522"/>
                  <a:gd name="connsiteY3" fmla="*/ 76154 h 3040589"/>
                  <a:gd name="connsiteX0" fmla="*/ 2912859 w 3430867"/>
                  <a:gd name="connsiteY0" fmla="*/ 4169 h 2968604"/>
                  <a:gd name="connsiteX1" fmla="*/ 3255474 w 3430867"/>
                  <a:gd name="connsiteY1" fmla="*/ 2443280 h 2968604"/>
                  <a:gd name="connsiteX2" fmla="*/ 807834 w 3430867"/>
                  <a:gd name="connsiteY2" fmla="*/ 2843330 h 2968604"/>
                  <a:gd name="connsiteX3" fmla="*/ 102991 w 3430867"/>
                  <a:gd name="connsiteY3" fmla="*/ 1802589 h 2968604"/>
                  <a:gd name="connsiteX4" fmla="*/ 2912859 w 3430867"/>
                  <a:gd name="connsiteY4" fmla="*/ 4169 h 2968604"/>
                  <a:gd name="connsiteX0" fmla="*/ 2875610 w 3393618"/>
                  <a:gd name="connsiteY0" fmla="*/ 4169 h 3052316"/>
                  <a:gd name="connsiteX1" fmla="*/ 3218225 w 3393618"/>
                  <a:gd name="connsiteY1" fmla="*/ 2443280 h 3052316"/>
                  <a:gd name="connsiteX2" fmla="*/ 1294454 w 3393618"/>
                  <a:gd name="connsiteY2" fmla="*/ 2962373 h 3052316"/>
                  <a:gd name="connsiteX3" fmla="*/ 65742 w 3393618"/>
                  <a:gd name="connsiteY3" fmla="*/ 1802589 h 3052316"/>
                  <a:gd name="connsiteX4" fmla="*/ 2875610 w 3393618"/>
                  <a:gd name="connsiteY4" fmla="*/ 4169 h 3052316"/>
                  <a:gd name="connsiteX0" fmla="*/ 2049968 w 3241528"/>
                  <a:gd name="connsiteY0" fmla="*/ 3753 h 3216191"/>
                  <a:gd name="connsiteX1" fmla="*/ 3218225 w 3241528"/>
                  <a:gd name="connsiteY1" fmla="*/ 2607155 h 3216191"/>
                  <a:gd name="connsiteX2" fmla="*/ 1294454 w 3241528"/>
                  <a:gd name="connsiteY2" fmla="*/ 3126248 h 3216191"/>
                  <a:gd name="connsiteX3" fmla="*/ 65742 w 3241528"/>
                  <a:gd name="connsiteY3" fmla="*/ 1966464 h 3216191"/>
                  <a:gd name="connsiteX4" fmla="*/ 2049968 w 3241528"/>
                  <a:gd name="connsiteY4" fmla="*/ 3753 h 3216191"/>
                  <a:gd name="connsiteX0" fmla="*/ 2049968 w 3265381"/>
                  <a:gd name="connsiteY0" fmla="*/ 3753 h 3216191"/>
                  <a:gd name="connsiteX1" fmla="*/ 3218225 w 3265381"/>
                  <a:gd name="connsiteY1" fmla="*/ 2607155 h 3216191"/>
                  <a:gd name="connsiteX2" fmla="*/ 1294454 w 3265381"/>
                  <a:gd name="connsiteY2" fmla="*/ 3126248 h 3216191"/>
                  <a:gd name="connsiteX3" fmla="*/ 65742 w 3265381"/>
                  <a:gd name="connsiteY3" fmla="*/ 1966464 h 3216191"/>
                  <a:gd name="connsiteX4" fmla="*/ 2049968 w 3265381"/>
                  <a:gd name="connsiteY4" fmla="*/ 3753 h 3216191"/>
                  <a:gd name="connsiteX0" fmla="*/ 2049968 w 3265381"/>
                  <a:gd name="connsiteY0" fmla="*/ 22933 h 3235371"/>
                  <a:gd name="connsiteX1" fmla="*/ 3218225 w 3265381"/>
                  <a:gd name="connsiteY1" fmla="*/ 2626335 h 3235371"/>
                  <a:gd name="connsiteX2" fmla="*/ 1294454 w 3265381"/>
                  <a:gd name="connsiteY2" fmla="*/ 3145428 h 3235371"/>
                  <a:gd name="connsiteX3" fmla="*/ 65742 w 3265381"/>
                  <a:gd name="connsiteY3" fmla="*/ 1985644 h 3235371"/>
                  <a:gd name="connsiteX4" fmla="*/ 2049968 w 3265381"/>
                  <a:gd name="connsiteY4" fmla="*/ 22933 h 3235371"/>
                  <a:gd name="connsiteX0" fmla="*/ 2049968 w 3265381"/>
                  <a:gd name="connsiteY0" fmla="*/ 24155 h 3236593"/>
                  <a:gd name="connsiteX1" fmla="*/ 3218225 w 3265381"/>
                  <a:gd name="connsiteY1" fmla="*/ 2627557 h 3236593"/>
                  <a:gd name="connsiteX2" fmla="*/ 1294454 w 3265381"/>
                  <a:gd name="connsiteY2" fmla="*/ 3146650 h 3236593"/>
                  <a:gd name="connsiteX3" fmla="*/ 65742 w 3265381"/>
                  <a:gd name="connsiteY3" fmla="*/ 1986866 h 3236593"/>
                  <a:gd name="connsiteX4" fmla="*/ 2049968 w 3265381"/>
                  <a:gd name="connsiteY4" fmla="*/ 24155 h 3236593"/>
                  <a:gd name="connsiteX0" fmla="*/ 2039861 w 3255274"/>
                  <a:gd name="connsiteY0" fmla="*/ 24155 h 3264969"/>
                  <a:gd name="connsiteX1" fmla="*/ 3208118 w 3255274"/>
                  <a:gd name="connsiteY1" fmla="*/ 2627557 h 3264969"/>
                  <a:gd name="connsiteX2" fmla="*/ 1543413 w 3255274"/>
                  <a:gd name="connsiteY2" fmla="*/ 3183402 h 3264969"/>
                  <a:gd name="connsiteX3" fmla="*/ 55635 w 3255274"/>
                  <a:gd name="connsiteY3" fmla="*/ 1986866 h 3264969"/>
                  <a:gd name="connsiteX4" fmla="*/ 2039861 w 3255274"/>
                  <a:gd name="connsiteY4" fmla="*/ 24155 h 3264969"/>
                  <a:gd name="connsiteX0" fmla="*/ 2039861 w 3255274"/>
                  <a:gd name="connsiteY0" fmla="*/ 24155 h 3199048"/>
                  <a:gd name="connsiteX1" fmla="*/ 3208118 w 3255274"/>
                  <a:gd name="connsiteY1" fmla="*/ 2627557 h 3199048"/>
                  <a:gd name="connsiteX2" fmla="*/ 1543413 w 3255274"/>
                  <a:gd name="connsiteY2" fmla="*/ 3183402 h 3199048"/>
                  <a:gd name="connsiteX3" fmla="*/ 55635 w 3255274"/>
                  <a:gd name="connsiteY3" fmla="*/ 1986866 h 3199048"/>
                  <a:gd name="connsiteX4" fmla="*/ 2039861 w 3255274"/>
                  <a:gd name="connsiteY4" fmla="*/ 24155 h 3199048"/>
                  <a:gd name="connsiteX0" fmla="*/ 2039771 w 3255184"/>
                  <a:gd name="connsiteY0" fmla="*/ 24155 h 3199048"/>
                  <a:gd name="connsiteX1" fmla="*/ 3208028 w 3255184"/>
                  <a:gd name="connsiteY1" fmla="*/ 2627557 h 3199048"/>
                  <a:gd name="connsiteX2" fmla="*/ 1543323 w 3255184"/>
                  <a:gd name="connsiteY2" fmla="*/ 3183402 h 3199048"/>
                  <a:gd name="connsiteX3" fmla="*/ 55545 w 3255184"/>
                  <a:gd name="connsiteY3" fmla="*/ 1986866 h 3199048"/>
                  <a:gd name="connsiteX4" fmla="*/ 2039771 w 3255184"/>
                  <a:gd name="connsiteY4" fmla="*/ 24155 h 3199048"/>
                  <a:gd name="connsiteX0" fmla="*/ 1639752 w 2855165"/>
                  <a:gd name="connsiteY0" fmla="*/ 26612 h 3201505"/>
                  <a:gd name="connsiteX1" fmla="*/ 2808009 w 2855165"/>
                  <a:gd name="connsiteY1" fmla="*/ 2630014 h 3201505"/>
                  <a:gd name="connsiteX2" fmla="*/ 1143304 w 2855165"/>
                  <a:gd name="connsiteY2" fmla="*/ 3185859 h 3201505"/>
                  <a:gd name="connsiteX3" fmla="*/ 73796 w 2855165"/>
                  <a:gd name="connsiteY3" fmla="*/ 1820973 h 3201505"/>
                  <a:gd name="connsiteX4" fmla="*/ 1639752 w 2855165"/>
                  <a:gd name="connsiteY4" fmla="*/ 26612 h 3201505"/>
                  <a:gd name="connsiteX0" fmla="*/ 1639752 w 2631563"/>
                  <a:gd name="connsiteY0" fmla="*/ 26612 h 3189772"/>
                  <a:gd name="connsiteX1" fmla="*/ 2537467 w 2631563"/>
                  <a:gd name="connsiteY1" fmla="*/ 2502186 h 3189772"/>
                  <a:gd name="connsiteX2" fmla="*/ 1143304 w 2631563"/>
                  <a:gd name="connsiteY2" fmla="*/ 3185859 h 3189772"/>
                  <a:gd name="connsiteX3" fmla="*/ 73796 w 2631563"/>
                  <a:gd name="connsiteY3" fmla="*/ 1820973 h 3189772"/>
                  <a:gd name="connsiteX4" fmla="*/ 1639752 w 2631563"/>
                  <a:gd name="connsiteY4" fmla="*/ 26612 h 3189772"/>
                  <a:gd name="connsiteX0" fmla="*/ 1639752 w 2631563"/>
                  <a:gd name="connsiteY0" fmla="*/ 26612 h 3196822"/>
                  <a:gd name="connsiteX1" fmla="*/ 2537467 w 2631563"/>
                  <a:gd name="connsiteY1" fmla="*/ 2502186 h 3196822"/>
                  <a:gd name="connsiteX2" fmla="*/ 1143304 w 2631563"/>
                  <a:gd name="connsiteY2" fmla="*/ 3185859 h 3196822"/>
                  <a:gd name="connsiteX3" fmla="*/ 73796 w 2631563"/>
                  <a:gd name="connsiteY3" fmla="*/ 1820973 h 3196822"/>
                  <a:gd name="connsiteX4" fmla="*/ 1639752 w 2631563"/>
                  <a:gd name="connsiteY4" fmla="*/ 26612 h 3196822"/>
                  <a:gd name="connsiteX0" fmla="*/ 1639752 w 2655158"/>
                  <a:gd name="connsiteY0" fmla="*/ 26612 h 3188392"/>
                  <a:gd name="connsiteX1" fmla="*/ 2568625 w 2655158"/>
                  <a:gd name="connsiteY1" fmla="*/ 2345599 h 3188392"/>
                  <a:gd name="connsiteX2" fmla="*/ 1143304 w 2655158"/>
                  <a:gd name="connsiteY2" fmla="*/ 3185859 h 3188392"/>
                  <a:gd name="connsiteX3" fmla="*/ 73796 w 2655158"/>
                  <a:gd name="connsiteY3" fmla="*/ 1820973 h 3188392"/>
                  <a:gd name="connsiteX4" fmla="*/ 1639752 w 2655158"/>
                  <a:gd name="connsiteY4" fmla="*/ 26612 h 3188392"/>
                  <a:gd name="connsiteX0" fmla="*/ 1639752 w 2655158"/>
                  <a:gd name="connsiteY0" fmla="*/ 26612 h 3191196"/>
                  <a:gd name="connsiteX1" fmla="*/ 2568625 w 2655158"/>
                  <a:gd name="connsiteY1" fmla="*/ 2345599 h 3191196"/>
                  <a:gd name="connsiteX2" fmla="*/ 1143304 w 2655158"/>
                  <a:gd name="connsiteY2" fmla="*/ 3185859 h 3191196"/>
                  <a:gd name="connsiteX3" fmla="*/ 73796 w 2655158"/>
                  <a:gd name="connsiteY3" fmla="*/ 1820973 h 3191196"/>
                  <a:gd name="connsiteX4" fmla="*/ 1639752 w 2655158"/>
                  <a:gd name="connsiteY4" fmla="*/ 26612 h 3191196"/>
                  <a:gd name="connsiteX0" fmla="*/ 1639752 w 2655158"/>
                  <a:gd name="connsiteY0" fmla="*/ 26612 h 3187542"/>
                  <a:gd name="connsiteX1" fmla="*/ 2568625 w 2655158"/>
                  <a:gd name="connsiteY1" fmla="*/ 2345599 h 3187542"/>
                  <a:gd name="connsiteX2" fmla="*/ 1143304 w 2655158"/>
                  <a:gd name="connsiteY2" fmla="*/ 3185859 h 3187542"/>
                  <a:gd name="connsiteX3" fmla="*/ 73796 w 2655158"/>
                  <a:gd name="connsiteY3" fmla="*/ 1820973 h 3187542"/>
                  <a:gd name="connsiteX4" fmla="*/ 1639752 w 2655158"/>
                  <a:gd name="connsiteY4" fmla="*/ 26612 h 3187542"/>
                  <a:gd name="connsiteX0" fmla="*/ 1639752 w 2655158"/>
                  <a:gd name="connsiteY0" fmla="*/ 26612 h 3186526"/>
                  <a:gd name="connsiteX1" fmla="*/ 2568625 w 2655158"/>
                  <a:gd name="connsiteY1" fmla="*/ 2345599 h 3186526"/>
                  <a:gd name="connsiteX2" fmla="*/ 1143304 w 2655158"/>
                  <a:gd name="connsiteY2" fmla="*/ 3185859 h 3186526"/>
                  <a:gd name="connsiteX3" fmla="*/ 73796 w 2655158"/>
                  <a:gd name="connsiteY3" fmla="*/ 1820973 h 3186526"/>
                  <a:gd name="connsiteX4" fmla="*/ 1639752 w 2655158"/>
                  <a:gd name="connsiteY4" fmla="*/ 26612 h 3186526"/>
                  <a:gd name="connsiteX0" fmla="*/ 1639752 w 2655158"/>
                  <a:gd name="connsiteY0" fmla="*/ 26612 h 3186518"/>
                  <a:gd name="connsiteX1" fmla="*/ 2568625 w 2655158"/>
                  <a:gd name="connsiteY1" fmla="*/ 2345599 h 3186518"/>
                  <a:gd name="connsiteX2" fmla="*/ 1143304 w 2655158"/>
                  <a:gd name="connsiteY2" fmla="*/ 3185859 h 3186518"/>
                  <a:gd name="connsiteX3" fmla="*/ 73796 w 2655158"/>
                  <a:gd name="connsiteY3" fmla="*/ 1820973 h 3186518"/>
                  <a:gd name="connsiteX4" fmla="*/ 1639752 w 2655158"/>
                  <a:gd name="connsiteY4" fmla="*/ 26612 h 3186518"/>
                  <a:gd name="connsiteX0" fmla="*/ 1639752 w 2655158"/>
                  <a:gd name="connsiteY0" fmla="*/ 26612 h 3186586"/>
                  <a:gd name="connsiteX1" fmla="*/ 2568625 w 2655158"/>
                  <a:gd name="connsiteY1" fmla="*/ 2345599 h 3186586"/>
                  <a:gd name="connsiteX2" fmla="*/ 1143304 w 2655158"/>
                  <a:gd name="connsiteY2" fmla="*/ 3185859 h 3186586"/>
                  <a:gd name="connsiteX3" fmla="*/ 73796 w 2655158"/>
                  <a:gd name="connsiteY3" fmla="*/ 1820973 h 3186586"/>
                  <a:gd name="connsiteX4" fmla="*/ 1639752 w 2655158"/>
                  <a:gd name="connsiteY4" fmla="*/ 26612 h 3186586"/>
                  <a:gd name="connsiteX0" fmla="*/ 1639752 w 2616019"/>
                  <a:gd name="connsiteY0" fmla="*/ 26612 h 3186586"/>
                  <a:gd name="connsiteX1" fmla="*/ 2568625 w 2616019"/>
                  <a:gd name="connsiteY1" fmla="*/ 2345599 h 3186586"/>
                  <a:gd name="connsiteX2" fmla="*/ 1143304 w 2616019"/>
                  <a:gd name="connsiteY2" fmla="*/ 3185859 h 3186586"/>
                  <a:gd name="connsiteX3" fmla="*/ 73796 w 2616019"/>
                  <a:gd name="connsiteY3" fmla="*/ 1820973 h 3186586"/>
                  <a:gd name="connsiteX4" fmla="*/ 1639752 w 2616019"/>
                  <a:gd name="connsiteY4" fmla="*/ 26612 h 3186586"/>
                  <a:gd name="connsiteX0" fmla="*/ 1639752 w 2613222"/>
                  <a:gd name="connsiteY0" fmla="*/ 26612 h 3186586"/>
                  <a:gd name="connsiteX1" fmla="*/ 2568625 w 2613222"/>
                  <a:gd name="connsiteY1" fmla="*/ 2345599 h 3186586"/>
                  <a:gd name="connsiteX2" fmla="*/ 1143304 w 2613222"/>
                  <a:gd name="connsiteY2" fmla="*/ 3185859 h 3186586"/>
                  <a:gd name="connsiteX3" fmla="*/ 73796 w 2613222"/>
                  <a:gd name="connsiteY3" fmla="*/ 1820973 h 3186586"/>
                  <a:gd name="connsiteX4" fmla="*/ 1639752 w 2613222"/>
                  <a:gd name="connsiteY4" fmla="*/ 26612 h 3186586"/>
                  <a:gd name="connsiteX0" fmla="*/ 1580302 w 2553772"/>
                  <a:gd name="connsiteY0" fmla="*/ 26612 h 3186586"/>
                  <a:gd name="connsiteX1" fmla="*/ 2509175 w 2553772"/>
                  <a:gd name="connsiteY1" fmla="*/ 2345599 h 3186586"/>
                  <a:gd name="connsiteX2" fmla="*/ 1083854 w 2553772"/>
                  <a:gd name="connsiteY2" fmla="*/ 3185859 h 3186586"/>
                  <a:gd name="connsiteX3" fmla="*/ 14346 w 2553772"/>
                  <a:gd name="connsiteY3" fmla="*/ 1820973 h 3186586"/>
                  <a:gd name="connsiteX4" fmla="*/ 1580302 w 2553772"/>
                  <a:gd name="connsiteY4" fmla="*/ 26612 h 3186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3772" h="3186586">
                    <a:moveTo>
                      <a:pt x="1580302" y="26612"/>
                    </a:moveTo>
                    <a:cubicBezTo>
                      <a:pt x="2750478" y="254539"/>
                      <a:pt x="2563758" y="2115209"/>
                      <a:pt x="2509175" y="2345599"/>
                    </a:cubicBezTo>
                    <a:cubicBezTo>
                      <a:pt x="2529176" y="2789313"/>
                      <a:pt x="1397388" y="3206387"/>
                      <a:pt x="1083854" y="3185859"/>
                    </a:cubicBezTo>
                    <a:cubicBezTo>
                      <a:pt x="654274" y="3080882"/>
                      <a:pt x="-114394" y="2367959"/>
                      <a:pt x="14346" y="1820973"/>
                    </a:cubicBezTo>
                    <a:cubicBezTo>
                      <a:pt x="88978" y="1248422"/>
                      <a:pt x="763466" y="-214619"/>
                      <a:pt x="1580302" y="2661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0A548224-ABEB-91BE-FEB2-DFAFFEBD6084}"/>
                  </a:ext>
                </a:extLst>
              </p:cNvPr>
              <p:cNvGrpSpPr/>
              <p:nvPr/>
            </p:nvGrpSpPr>
            <p:grpSpPr>
              <a:xfrm flipH="1">
                <a:off x="7276357" y="2531493"/>
                <a:ext cx="733425" cy="904875"/>
                <a:chOff x="3136396" y="2568204"/>
                <a:chExt cx="733425" cy="904875"/>
              </a:xfrm>
            </p:grpSpPr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72368AA7-ECFA-B71B-1C12-936F066414E9}"/>
                    </a:ext>
                  </a:extLst>
                </p:cNvPr>
                <p:cNvSpPr/>
                <p:nvPr/>
              </p:nvSpPr>
              <p:spPr>
                <a:xfrm rot="21237501">
                  <a:off x="3136396" y="2568204"/>
                  <a:ext cx="733425" cy="904875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41625E05-929E-DE02-7804-769889529A0F}"/>
                    </a:ext>
                  </a:extLst>
                </p:cNvPr>
                <p:cNvGrpSpPr/>
                <p:nvPr/>
              </p:nvGrpSpPr>
              <p:grpSpPr>
                <a:xfrm>
                  <a:off x="3242802" y="2684520"/>
                  <a:ext cx="468068" cy="581411"/>
                  <a:chOff x="3242802" y="2684520"/>
                  <a:chExt cx="468068" cy="581411"/>
                </a:xfrm>
              </p:grpSpPr>
              <p:sp>
                <p:nvSpPr>
                  <p:cNvPr id="216" name="Oval 215">
                    <a:extLst>
                      <a:ext uri="{FF2B5EF4-FFF2-40B4-BE49-F238E27FC236}">
                        <a16:creationId xmlns:a16="http://schemas.microsoft.com/office/drawing/2014/main" id="{78C9DD41-752E-A2C2-3A00-F1393B4905DD}"/>
                      </a:ext>
                    </a:extLst>
                  </p:cNvPr>
                  <p:cNvSpPr/>
                  <p:nvPr/>
                </p:nvSpPr>
                <p:spPr>
                  <a:xfrm>
                    <a:off x="3242802" y="2684520"/>
                    <a:ext cx="285750" cy="419100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8575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7" name="Oval 8">
                    <a:extLst>
                      <a:ext uri="{FF2B5EF4-FFF2-40B4-BE49-F238E27FC236}">
                        <a16:creationId xmlns:a16="http://schemas.microsoft.com/office/drawing/2014/main" id="{7481A0CF-D360-1FF7-0290-77DC400A6177}"/>
                      </a:ext>
                    </a:extLst>
                  </p:cNvPr>
                  <p:cNvSpPr/>
                  <p:nvPr/>
                </p:nvSpPr>
                <p:spPr>
                  <a:xfrm rot="21441304">
                    <a:off x="3531864" y="3118252"/>
                    <a:ext cx="179006" cy="147679"/>
                  </a:xfrm>
                  <a:custGeom>
                    <a:avLst/>
                    <a:gdLst>
                      <a:gd name="connsiteX0" fmla="*/ 0 w 285750"/>
                      <a:gd name="connsiteY0" fmla="*/ 209550 h 419100"/>
                      <a:gd name="connsiteX1" fmla="*/ 142875 w 285750"/>
                      <a:gd name="connsiteY1" fmla="*/ 0 h 419100"/>
                      <a:gd name="connsiteX2" fmla="*/ 285750 w 285750"/>
                      <a:gd name="connsiteY2" fmla="*/ 209550 h 419100"/>
                      <a:gd name="connsiteX3" fmla="*/ 142875 w 285750"/>
                      <a:gd name="connsiteY3" fmla="*/ 419100 h 419100"/>
                      <a:gd name="connsiteX4" fmla="*/ 0 w 285750"/>
                      <a:gd name="connsiteY4" fmla="*/ 209550 h 419100"/>
                      <a:gd name="connsiteX0" fmla="*/ 0 w 285750"/>
                      <a:gd name="connsiteY0" fmla="*/ 209550 h 235743"/>
                      <a:gd name="connsiteX1" fmla="*/ 142875 w 285750"/>
                      <a:gd name="connsiteY1" fmla="*/ 0 h 235743"/>
                      <a:gd name="connsiteX2" fmla="*/ 285750 w 285750"/>
                      <a:gd name="connsiteY2" fmla="*/ 209550 h 235743"/>
                      <a:gd name="connsiteX3" fmla="*/ 0 w 285750"/>
                      <a:gd name="connsiteY3" fmla="*/ 209550 h 235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5750" h="235743">
                        <a:moveTo>
                          <a:pt x="0" y="209550"/>
                        </a:moveTo>
                        <a:cubicBezTo>
                          <a:pt x="0" y="93819"/>
                          <a:pt x="63967" y="0"/>
                          <a:pt x="142875" y="0"/>
                        </a:cubicBezTo>
                        <a:cubicBezTo>
                          <a:pt x="221783" y="0"/>
                          <a:pt x="285750" y="93819"/>
                          <a:pt x="285750" y="209550"/>
                        </a:cubicBezTo>
                        <a:cubicBezTo>
                          <a:pt x="261938" y="244475"/>
                          <a:pt x="23812" y="244475"/>
                          <a:pt x="0" y="20955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28575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74" name="Oval 8">
                <a:extLst>
                  <a:ext uri="{FF2B5EF4-FFF2-40B4-BE49-F238E27FC236}">
                    <a16:creationId xmlns:a16="http://schemas.microsoft.com/office/drawing/2014/main" id="{6C3892CF-1F4F-EE81-411A-B5B309FABCA4}"/>
                  </a:ext>
                </a:extLst>
              </p:cNvPr>
              <p:cNvSpPr/>
              <p:nvPr/>
            </p:nvSpPr>
            <p:spPr>
              <a:xfrm rot="10800000">
                <a:off x="7581903" y="3943256"/>
                <a:ext cx="1245557" cy="769491"/>
              </a:xfrm>
              <a:custGeom>
                <a:avLst/>
                <a:gdLst>
                  <a:gd name="connsiteX0" fmla="*/ 0 w 285750"/>
                  <a:gd name="connsiteY0" fmla="*/ 209550 h 419100"/>
                  <a:gd name="connsiteX1" fmla="*/ 142875 w 285750"/>
                  <a:gd name="connsiteY1" fmla="*/ 0 h 419100"/>
                  <a:gd name="connsiteX2" fmla="*/ 285750 w 285750"/>
                  <a:gd name="connsiteY2" fmla="*/ 209550 h 419100"/>
                  <a:gd name="connsiteX3" fmla="*/ 142875 w 285750"/>
                  <a:gd name="connsiteY3" fmla="*/ 419100 h 419100"/>
                  <a:gd name="connsiteX4" fmla="*/ 0 w 285750"/>
                  <a:gd name="connsiteY4" fmla="*/ 209550 h 419100"/>
                  <a:gd name="connsiteX0" fmla="*/ 0 w 285750"/>
                  <a:gd name="connsiteY0" fmla="*/ 209550 h 235743"/>
                  <a:gd name="connsiteX1" fmla="*/ 142875 w 285750"/>
                  <a:gd name="connsiteY1" fmla="*/ 0 h 235743"/>
                  <a:gd name="connsiteX2" fmla="*/ 285750 w 285750"/>
                  <a:gd name="connsiteY2" fmla="*/ 209550 h 235743"/>
                  <a:gd name="connsiteX3" fmla="*/ 0 w 285750"/>
                  <a:gd name="connsiteY3" fmla="*/ 209550 h 235743"/>
                  <a:gd name="connsiteX0" fmla="*/ 0 w 314939"/>
                  <a:gd name="connsiteY0" fmla="*/ 218662 h 240747"/>
                  <a:gd name="connsiteX1" fmla="*/ 172064 w 314939"/>
                  <a:gd name="connsiteY1" fmla="*/ 17 h 240747"/>
                  <a:gd name="connsiteX2" fmla="*/ 314939 w 314939"/>
                  <a:gd name="connsiteY2" fmla="*/ 209567 h 240747"/>
                  <a:gd name="connsiteX3" fmla="*/ 0 w 314939"/>
                  <a:gd name="connsiteY3" fmla="*/ 218662 h 240747"/>
                  <a:gd name="connsiteX0" fmla="*/ 15660 w 330599"/>
                  <a:gd name="connsiteY0" fmla="*/ 218662 h 259673"/>
                  <a:gd name="connsiteX1" fmla="*/ 187724 w 330599"/>
                  <a:gd name="connsiteY1" fmla="*/ 17 h 259673"/>
                  <a:gd name="connsiteX2" fmla="*/ 330599 w 330599"/>
                  <a:gd name="connsiteY2" fmla="*/ 209567 h 259673"/>
                  <a:gd name="connsiteX3" fmla="*/ 15660 w 330599"/>
                  <a:gd name="connsiteY3" fmla="*/ 218662 h 259673"/>
                  <a:gd name="connsiteX0" fmla="*/ 30772 w 345711"/>
                  <a:gd name="connsiteY0" fmla="*/ 219018 h 230820"/>
                  <a:gd name="connsiteX1" fmla="*/ 31405 w 345711"/>
                  <a:gd name="connsiteY1" fmla="*/ 160253 h 230820"/>
                  <a:gd name="connsiteX2" fmla="*/ 202836 w 345711"/>
                  <a:gd name="connsiteY2" fmla="*/ 373 h 230820"/>
                  <a:gd name="connsiteX3" fmla="*/ 345711 w 345711"/>
                  <a:gd name="connsiteY3" fmla="*/ 209923 h 230820"/>
                  <a:gd name="connsiteX4" fmla="*/ 30772 w 345711"/>
                  <a:gd name="connsiteY4" fmla="*/ 219018 h 230820"/>
                  <a:gd name="connsiteX0" fmla="*/ 316960 w 316960"/>
                  <a:gd name="connsiteY0" fmla="*/ 209920 h 218422"/>
                  <a:gd name="connsiteX1" fmla="*/ 2654 w 316960"/>
                  <a:gd name="connsiteY1" fmla="*/ 160250 h 218422"/>
                  <a:gd name="connsiteX2" fmla="*/ 174085 w 316960"/>
                  <a:gd name="connsiteY2" fmla="*/ 370 h 218422"/>
                  <a:gd name="connsiteX3" fmla="*/ 316960 w 316960"/>
                  <a:gd name="connsiteY3" fmla="*/ 209920 h 218422"/>
                  <a:gd name="connsiteX0" fmla="*/ 321245 w 321245"/>
                  <a:gd name="connsiteY0" fmla="*/ 209561 h 236800"/>
                  <a:gd name="connsiteX1" fmla="*/ 2595 w 321245"/>
                  <a:gd name="connsiteY1" fmla="*/ 216435 h 236800"/>
                  <a:gd name="connsiteX2" fmla="*/ 178370 w 321245"/>
                  <a:gd name="connsiteY2" fmla="*/ 11 h 236800"/>
                  <a:gd name="connsiteX3" fmla="*/ 321245 w 321245"/>
                  <a:gd name="connsiteY3" fmla="*/ 209561 h 236800"/>
                  <a:gd name="connsiteX0" fmla="*/ 321170 w 321170"/>
                  <a:gd name="connsiteY0" fmla="*/ 223161 h 250400"/>
                  <a:gd name="connsiteX1" fmla="*/ 2520 w 321170"/>
                  <a:gd name="connsiteY1" fmla="*/ 230035 h 250400"/>
                  <a:gd name="connsiteX2" fmla="*/ 183270 w 321170"/>
                  <a:gd name="connsiteY2" fmla="*/ 8 h 250400"/>
                  <a:gd name="connsiteX3" fmla="*/ 321170 w 321170"/>
                  <a:gd name="connsiteY3" fmla="*/ 223161 h 250400"/>
                  <a:gd name="connsiteX0" fmla="*/ 321170 w 336045"/>
                  <a:gd name="connsiteY0" fmla="*/ 223162 h 289421"/>
                  <a:gd name="connsiteX1" fmla="*/ 2520 w 336045"/>
                  <a:gd name="connsiteY1" fmla="*/ 230036 h 289421"/>
                  <a:gd name="connsiteX2" fmla="*/ 183270 w 336045"/>
                  <a:gd name="connsiteY2" fmla="*/ 9 h 289421"/>
                  <a:gd name="connsiteX3" fmla="*/ 321170 w 336045"/>
                  <a:gd name="connsiteY3" fmla="*/ 223162 h 289421"/>
                  <a:gd name="connsiteX0" fmla="*/ 320350 w 340832"/>
                  <a:gd name="connsiteY0" fmla="*/ 223162 h 249445"/>
                  <a:gd name="connsiteX1" fmla="*/ 307035 w 340832"/>
                  <a:gd name="connsiteY1" fmla="*/ 232595 h 249445"/>
                  <a:gd name="connsiteX2" fmla="*/ 1700 w 340832"/>
                  <a:gd name="connsiteY2" fmla="*/ 230036 h 249445"/>
                  <a:gd name="connsiteX3" fmla="*/ 182450 w 340832"/>
                  <a:gd name="connsiteY3" fmla="*/ 9 h 249445"/>
                  <a:gd name="connsiteX4" fmla="*/ 320350 w 340832"/>
                  <a:gd name="connsiteY4" fmla="*/ 223162 h 249445"/>
                  <a:gd name="connsiteX0" fmla="*/ 182428 w 312397"/>
                  <a:gd name="connsiteY0" fmla="*/ 1 h 261254"/>
                  <a:gd name="connsiteX1" fmla="*/ 307013 w 312397"/>
                  <a:gd name="connsiteY1" fmla="*/ 232587 h 261254"/>
                  <a:gd name="connsiteX2" fmla="*/ 1678 w 312397"/>
                  <a:gd name="connsiteY2" fmla="*/ 230028 h 261254"/>
                  <a:gd name="connsiteX3" fmla="*/ 182428 w 312397"/>
                  <a:gd name="connsiteY3" fmla="*/ 1 h 261254"/>
                  <a:gd name="connsiteX0" fmla="*/ 182428 w 312397"/>
                  <a:gd name="connsiteY0" fmla="*/ 1 h 292025"/>
                  <a:gd name="connsiteX1" fmla="*/ 307013 w 312397"/>
                  <a:gd name="connsiteY1" fmla="*/ 232587 h 292025"/>
                  <a:gd name="connsiteX2" fmla="*/ 1678 w 312397"/>
                  <a:gd name="connsiteY2" fmla="*/ 230028 h 292025"/>
                  <a:gd name="connsiteX3" fmla="*/ 182428 w 312397"/>
                  <a:gd name="connsiteY3" fmla="*/ 1 h 292025"/>
                  <a:gd name="connsiteX0" fmla="*/ 182428 w 314655"/>
                  <a:gd name="connsiteY0" fmla="*/ 150 h 292174"/>
                  <a:gd name="connsiteX1" fmla="*/ 307013 w 314655"/>
                  <a:gd name="connsiteY1" fmla="*/ 232736 h 292174"/>
                  <a:gd name="connsiteX2" fmla="*/ 1678 w 314655"/>
                  <a:gd name="connsiteY2" fmla="*/ 230177 h 292174"/>
                  <a:gd name="connsiteX3" fmla="*/ 182428 w 314655"/>
                  <a:gd name="connsiteY3" fmla="*/ 150 h 292174"/>
                  <a:gd name="connsiteX0" fmla="*/ 138459 w 270686"/>
                  <a:gd name="connsiteY0" fmla="*/ 150 h 288435"/>
                  <a:gd name="connsiteX1" fmla="*/ 263044 w 270686"/>
                  <a:gd name="connsiteY1" fmla="*/ 232736 h 288435"/>
                  <a:gd name="connsiteX2" fmla="*/ 2302 w 270686"/>
                  <a:gd name="connsiteY2" fmla="*/ 218607 h 288435"/>
                  <a:gd name="connsiteX3" fmla="*/ 138459 w 270686"/>
                  <a:gd name="connsiteY3" fmla="*/ 150 h 288435"/>
                  <a:gd name="connsiteX0" fmla="*/ 138459 w 270686"/>
                  <a:gd name="connsiteY0" fmla="*/ 150 h 294752"/>
                  <a:gd name="connsiteX1" fmla="*/ 263044 w 270686"/>
                  <a:gd name="connsiteY1" fmla="*/ 232736 h 294752"/>
                  <a:gd name="connsiteX2" fmla="*/ 2302 w 270686"/>
                  <a:gd name="connsiteY2" fmla="*/ 218607 h 294752"/>
                  <a:gd name="connsiteX3" fmla="*/ 138459 w 270686"/>
                  <a:gd name="connsiteY3" fmla="*/ 150 h 294752"/>
                  <a:gd name="connsiteX0" fmla="*/ 123918 w 256145"/>
                  <a:gd name="connsiteY0" fmla="*/ 150 h 294752"/>
                  <a:gd name="connsiteX1" fmla="*/ 248503 w 256145"/>
                  <a:gd name="connsiteY1" fmla="*/ 232736 h 294752"/>
                  <a:gd name="connsiteX2" fmla="*/ 2625 w 256145"/>
                  <a:gd name="connsiteY2" fmla="*/ 218607 h 294752"/>
                  <a:gd name="connsiteX3" fmla="*/ 123918 w 256145"/>
                  <a:gd name="connsiteY3" fmla="*/ 150 h 294752"/>
                  <a:gd name="connsiteX0" fmla="*/ 123918 w 256145"/>
                  <a:gd name="connsiteY0" fmla="*/ 150 h 305830"/>
                  <a:gd name="connsiteX1" fmla="*/ 248503 w 256145"/>
                  <a:gd name="connsiteY1" fmla="*/ 232736 h 305830"/>
                  <a:gd name="connsiteX2" fmla="*/ 2625 w 256145"/>
                  <a:gd name="connsiteY2" fmla="*/ 218607 h 305830"/>
                  <a:gd name="connsiteX3" fmla="*/ 123918 w 256145"/>
                  <a:gd name="connsiteY3" fmla="*/ 150 h 30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145" h="305830">
                    <a:moveTo>
                      <a:pt x="123918" y="150"/>
                    </a:moveTo>
                    <a:cubicBezTo>
                      <a:pt x="216103" y="-6265"/>
                      <a:pt x="278628" y="194398"/>
                      <a:pt x="248503" y="232736"/>
                    </a:cubicBezTo>
                    <a:cubicBezTo>
                      <a:pt x="186687" y="344703"/>
                      <a:pt x="21705" y="318495"/>
                      <a:pt x="2625" y="218607"/>
                    </a:cubicBezTo>
                    <a:cubicBezTo>
                      <a:pt x="-16455" y="118719"/>
                      <a:pt x="73029" y="-276"/>
                      <a:pt x="123918" y="15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Rectangle 38">
                <a:extLst>
                  <a:ext uri="{FF2B5EF4-FFF2-40B4-BE49-F238E27FC236}">
                    <a16:creationId xmlns:a16="http://schemas.microsoft.com/office/drawing/2014/main" id="{F54C385D-625F-E961-7822-B5FB7E1C4363}"/>
                  </a:ext>
                </a:extLst>
              </p:cNvPr>
              <p:cNvSpPr/>
              <p:nvPr/>
            </p:nvSpPr>
            <p:spPr>
              <a:xfrm>
                <a:off x="7715041" y="1227897"/>
                <a:ext cx="755279" cy="886296"/>
              </a:xfrm>
              <a:custGeom>
                <a:avLst/>
                <a:gdLst>
                  <a:gd name="connsiteX0" fmla="*/ 0 w 158022"/>
                  <a:gd name="connsiteY0" fmla="*/ 0 h 445112"/>
                  <a:gd name="connsiteX1" fmla="*/ 158022 w 158022"/>
                  <a:gd name="connsiteY1" fmla="*/ 0 h 445112"/>
                  <a:gd name="connsiteX2" fmla="*/ 158022 w 158022"/>
                  <a:gd name="connsiteY2" fmla="*/ 445112 h 445112"/>
                  <a:gd name="connsiteX3" fmla="*/ 0 w 158022"/>
                  <a:gd name="connsiteY3" fmla="*/ 445112 h 445112"/>
                  <a:gd name="connsiteX4" fmla="*/ 0 w 158022"/>
                  <a:gd name="connsiteY4" fmla="*/ 0 h 445112"/>
                  <a:gd name="connsiteX0" fmla="*/ 243840 w 401862"/>
                  <a:gd name="connsiteY0" fmla="*/ 0 h 445112"/>
                  <a:gd name="connsiteX1" fmla="*/ 401862 w 401862"/>
                  <a:gd name="connsiteY1" fmla="*/ 0 h 445112"/>
                  <a:gd name="connsiteX2" fmla="*/ 401862 w 401862"/>
                  <a:gd name="connsiteY2" fmla="*/ 445112 h 445112"/>
                  <a:gd name="connsiteX3" fmla="*/ 0 w 401862"/>
                  <a:gd name="connsiteY3" fmla="*/ 437492 h 445112"/>
                  <a:gd name="connsiteX4" fmla="*/ 243840 w 401862"/>
                  <a:gd name="connsiteY4" fmla="*/ 0 h 445112"/>
                  <a:gd name="connsiteX0" fmla="*/ 243840 w 622842"/>
                  <a:gd name="connsiteY0" fmla="*/ 0 h 460352"/>
                  <a:gd name="connsiteX1" fmla="*/ 401862 w 622842"/>
                  <a:gd name="connsiteY1" fmla="*/ 0 h 460352"/>
                  <a:gd name="connsiteX2" fmla="*/ 622842 w 622842"/>
                  <a:gd name="connsiteY2" fmla="*/ 460352 h 460352"/>
                  <a:gd name="connsiteX3" fmla="*/ 0 w 622842"/>
                  <a:gd name="connsiteY3" fmla="*/ 437492 h 460352"/>
                  <a:gd name="connsiteX4" fmla="*/ 243840 w 622842"/>
                  <a:gd name="connsiteY4" fmla="*/ 0 h 460352"/>
                  <a:gd name="connsiteX0" fmla="*/ 190500 w 569502"/>
                  <a:gd name="connsiteY0" fmla="*/ 0 h 460352"/>
                  <a:gd name="connsiteX1" fmla="*/ 348522 w 569502"/>
                  <a:gd name="connsiteY1" fmla="*/ 0 h 460352"/>
                  <a:gd name="connsiteX2" fmla="*/ 569502 w 569502"/>
                  <a:gd name="connsiteY2" fmla="*/ 460352 h 460352"/>
                  <a:gd name="connsiteX3" fmla="*/ 0 w 569502"/>
                  <a:gd name="connsiteY3" fmla="*/ 445112 h 460352"/>
                  <a:gd name="connsiteX4" fmla="*/ 190500 w 569502"/>
                  <a:gd name="connsiteY4" fmla="*/ 0 h 460352"/>
                  <a:gd name="connsiteX0" fmla="*/ 0 w 721902"/>
                  <a:gd name="connsiteY0" fmla="*/ 0 h 460352"/>
                  <a:gd name="connsiteX1" fmla="*/ 500922 w 721902"/>
                  <a:gd name="connsiteY1" fmla="*/ 0 h 460352"/>
                  <a:gd name="connsiteX2" fmla="*/ 721902 w 721902"/>
                  <a:gd name="connsiteY2" fmla="*/ 460352 h 460352"/>
                  <a:gd name="connsiteX3" fmla="*/ 152400 w 721902"/>
                  <a:gd name="connsiteY3" fmla="*/ 445112 h 460352"/>
                  <a:gd name="connsiteX4" fmla="*/ 0 w 721902"/>
                  <a:gd name="connsiteY4" fmla="*/ 0 h 460352"/>
                  <a:gd name="connsiteX0" fmla="*/ 0 w 721902"/>
                  <a:gd name="connsiteY0" fmla="*/ 190 h 460542"/>
                  <a:gd name="connsiteX1" fmla="*/ 221879 w 721902"/>
                  <a:gd name="connsiteY1" fmla="*/ 134057 h 460542"/>
                  <a:gd name="connsiteX2" fmla="*/ 500922 w 721902"/>
                  <a:gd name="connsiteY2" fmla="*/ 190 h 460542"/>
                  <a:gd name="connsiteX3" fmla="*/ 721902 w 721902"/>
                  <a:gd name="connsiteY3" fmla="*/ 460542 h 460542"/>
                  <a:gd name="connsiteX4" fmla="*/ 152400 w 721902"/>
                  <a:gd name="connsiteY4" fmla="*/ 445302 h 460542"/>
                  <a:gd name="connsiteX5" fmla="*/ 0 w 721902"/>
                  <a:gd name="connsiteY5" fmla="*/ 190 h 460542"/>
                  <a:gd name="connsiteX0" fmla="*/ 0 w 721902"/>
                  <a:gd name="connsiteY0" fmla="*/ 190 h 460542"/>
                  <a:gd name="connsiteX1" fmla="*/ 221879 w 721902"/>
                  <a:gd name="connsiteY1" fmla="*/ 134057 h 460542"/>
                  <a:gd name="connsiteX2" fmla="*/ 439962 w 721902"/>
                  <a:gd name="connsiteY2" fmla="*/ 99250 h 460542"/>
                  <a:gd name="connsiteX3" fmla="*/ 721902 w 721902"/>
                  <a:gd name="connsiteY3" fmla="*/ 460542 h 460542"/>
                  <a:gd name="connsiteX4" fmla="*/ 152400 w 721902"/>
                  <a:gd name="connsiteY4" fmla="*/ 445302 h 460542"/>
                  <a:gd name="connsiteX5" fmla="*/ 0 w 721902"/>
                  <a:gd name="connsiteY5" fmla="*/ 190 h 460542"/>
                  <a:gd name="connsiteX0" fmla="*/ 0 w 721902"/>
                  <a:gd name="connsiteY0" fmla="*/ 5101 h 465453"/>
                  <a:gd name="connsiteX1" fmla="*/ 221879 w 721902"/>
                  <a:gd name="connsiteY1" fmla="*/ 138968 h 465453"/>
                  <a:gd name="connsiteX2" fmla="*/ 439962 w 721902"/>
                  <a:gd name="connsiteY2" fmla="*/ 104161 h 465453"/>
                  <a:gd name="connsiteX3" fmla="*/ 557159 w 721902"/>
                  <a:gd name="connsiteY3" fmla="*/ 1808 h 465453"/>
                  <a:gd name="connsiteX4" fmla="*/ 721902 w 721902"/>
                  <a:gd name="connsiteY4" fmla="*/ 465453 h 465453"/>
                  <a:gd name="connsiteX5" fmla="*/ 152400 w 721902"/>
                  <a:gd name="connsiteY5" fmla="*/ 450213 h 465453"/>
                  <a:gd name="connsiteX6" fmla="*/ 0 w 721902"/>
                  <a:gd name="connsiteY6" fmla="*/ 5101 h 465453"/>
                  <a:gd name="connsiteX0" fmla="*/ 0 w 755279"/>
                  <a:gd name="connsiteY0" fmla="*/ 5101 h 465453"/>
                  <a:gd name="connsiteX1" fmla="*/ 221879 w 755279"/>
                  <a:gd name="connsiteY1" fmla="*/ 138968 h 465453"/>
                  <a:gd name="connsiteX2" fmla="*/ 439962 w 755279"/>
                  <a:gd name="connsiteY2" fmla="*/ 104161 h 465453"/>
                  <a:gd name="connsiteX3" fmla="*/ 557159 w 755279"/>
                  <a:gd name="connsiteY3" fmla="*/ 1808 h 465453"/>
                  <a:gd name="connsiteX4" fmla="*/ 755279 w 755279"/>
                  <a:gd name="connsiteY4" fmla="*/ 70389 h 465453"/>
                  <a:gd name="connsiteX5" fmla="*/ 721902 w 755279"/>
                  <a:gd name="connsiteY5" fmla="*/ 465453 h 465453"/>
                  <a:gd name="connsiteX6" fmla="*/ 152400 w 755279"/>
                  <a:gd name="connsiteY6" fmla="*/ 450213 h 465453"/>
                  <a:gd name="connsiteX7" fmla="*/ 0 w 755279"/>
                  <a:gd name="connsiteY7" fmla="*/ 5101 h 465453"/>
                  <a:gd name="connsiteX0" fmla="*/ 0 w 755279"/>
                  <a:gd name="connsiteY0" fmla="*/ 5101 h 465453"/>
                  <a:gd name="connsiteX1" fmla="*/ 221879 w 755279"/>
                  <a:gd name="connsiteY1" fmla="*/ 138968 h 465453"/>
                  <a:gd name="connsiteX2" fmla="*/ 439962 w 755279"/>
                  <a:gd name="connsiteY2" fmla="*/ 104161 h 465453"/>
                  <a:gd name="connsiteX3" fmla="*/ 557159 w 755279"/>
                  <a:gd name="connsiteY3" fmla="*/ 1808 h 465453"/>
                  <a:gd name="connsiteX4" fmla="*/ 755279 w 755279"/>
                  <a:gd name="connsiteY4" fmla="*/ 70389 h 465453"/>
                  <a:gd name="connsiteX5" fmla="*/ 694319 w 755279"/>
                  <a:gd name="connsiteY5" fmla="*/ 298989 h 465453"/>
                  <a:gd name="connsiteX6" fmla="*/ 721902 w 755279"/>
                  <a:gd name="connsiteY6" fmla="*/ 465453 h 465453"/>
                  <a:gd name="connsiteX7" fmla="*/ 152400 w 755279"/>
                  <a:gd name="connsiteY7" fmla="*/ 450213 h 465453"/>
                  <a:gd name="connsiteX8" fmla="*/ 0 w 755279"/>
                  <a:gd name="connsiteY8" fmla="*/ 5101 h 465453"/>
                  <a:gd name="connsiteX0" fmla="*/ 0 w 755279"/>
                  <a:gd name="connsiteY0" fmla="*/ 5101 h 465453"/>
                  <a:gd name="connsiteX1" fmla="*/ 221879 w 755279"/>
                  <a:gd name="connsiteY1" fmla="*/ 138968 h 465453"/>
                  <a:gd name="connsiteX2" fmla="*/ 439962 w 755279"/>
                  <a:gd name="connsiteY2" fmla="*/ 104161 h 465453"/>
                  <a:gd name="connsiteX3" fmla="*/ 557159 w 755279"/>
                  <a:gd name="connsiteY3" fmla="*/ 1808 h 465453"/>
                  <a:gd name="connsiteX4" fmla="*/ 755279 w 755279"/>
                  <a:gd name="connsiteY4" fmla="*/ 70389 h 465453"/>
                  <a:gd name="connsiteX5" fmla="*/ 694319 w 755279"/>
                  <a:gd name="connsiteY5" fmla="*/ 298989 h 465453"/>
                  <a:gd name="connsiteX6" fmla="*/ 721902 w 755279"/>
                  <a:gd name="connsiteY6" fmla="*/ 465453 h 465453"/>
                  <a:gd name="connsiteX7" fmla="*/ 152400 w 755279"/>
                  <a:gd name="connsiteY7" fmla="*/ 450213 h 465453"/>
                  <a:gd name="connsiteX8" fmla="*/ 145679 w 755279"/>
                  <a:gd name="connsiteY8" fmla="*/ 321849 h 465453"/>
                  <a:gd name="connsiteX9" fmla="*/ 0 w 755279"/>
                  <a:gd name="connsiteY9" fmla="*/ 5101 h 465453"/>
                  <a:gd name="connsiteX0" fmla="*/ 0 w 755279"/>
                  <a:gd name="connsiteY0" fmla="*/ 7314 h 467666"/>
                  <a:gd name="connsiteX1" fmla="*/ 221879 w 755279"/>
                  <a:gd name="connsiteY1" fmla="*/ 141181 h 467666"/>
                  <a:gd name="connsiteX2" fmla="*/ 363762 w 755279"/>
                  <a:gd name="connsiteY2" fmla="*/ 22554 h 467666"/>
                  <a:gd name="connsiteX3" fmla="*/ 557159 w 755279"/>
                  <a:gd name="connsiteY3" fmla="*/ 4021 h 467666"/>
                  <a:gd name="connsiteX4" fmla="*/ 755279 w 755279"/>
                  <a:gd name="connsiteY4" fmla="*/ 72602 h 467666"/>
                  <a:gd name="connsiteX5" fmla="*/ 694319 w 755279"/>
                  <a:gd name="connsiteY5" fmla="*/ 301202 h 467666"/>
                  <a:gd name="connsiteX6" fmla="*/ 721902 w 755279"/>
                  <a:gd name="connsiteY6" fmla="*/ 467666 h 467666"/>
                  <a:gd name="connsiteX7" fmla="*/ 152400 w 755279"/>
                  <a:gd name="connsiteY7" fmla="*/ 452426 h 467666"/>
                  <a:gd name="connsiteX8" fmla="*/ 145679 w 755279"/>
                  <a:gd name="connsiteY8" fmla="*/ 324062 h 467666"/>
                  <a:gd name="connsiteX9" fmla="*/ 0 w 755279"/>
                  <a:gd name="connsiteY9" fmla="*/ 7314 h 467666"/>
                  <a:gd name="connsiteX0" fmla="*/ 0 w 755279"/>
                  <a:gd name="connsiteY0" fmla="*/ 191 h 460543"/>
                  <a:gd name="connsiteX1" fmla="*/ 221879 w 755279"/>
                  <a:gd name="connsiteY1" fmla="*/ 134058 h 460543"/>
                  <a:gd name="connsiteX2" fmla="*/ 363762 w 755279"/>
                  <a:gd name="connsiteY2" fmla="*/ 15431 h 460543"/>
                  <a:gd name="connsiteX3" fmla="*/ 526679 w 755279"/>
                  <a:gd name="connsiteY3" fmla="*/ 149298 h 460543"/>
                  <a:gd name="connsiteX4" fmla="*/ 755279 w 755279"/>
                  <a:gd name="connsiteY4" fmla="*/ 65479 h 460543"/>
                  <a:gd name="connsiteX5" fmla="*/ 694319 w 755279"/>
                  <a:gd name="connsiteY5" fmla="*/ 294079 h 460543"/>
                  <a:gd name="connsiteX6" fmla="*/ 721902 w 755279"/>
                  <a:gd name="connsiteY6" fmla="*/ 460543 h 460543"/>
                  <a:gd name="connsiteX7" fmla="*/ 152400 w 755279"/>
                  <a:gd name="connsiteY7" fmla="*/ 445303 h 460543"/>
                  <a:gd name="connsiteX8" fmla="*/ 145679 w 755279"/>
                  <a:gd name="connsiteY8" fmla="*/ 316939 h 460543"/>
                  <a:gd name="connsiteX9" fmla="*/ 0 w 755279"/>
                  <a:gd name="connsiteY9" fmla="*/ 191 h 460543"/>
                  <a:gd name="connsiteX0" fmla="*/ 0 w 755279"/>
                  <a:gd name="connsiteY0" fmla="*/ 191 h 460543"/>
                  <a:gd name="connsiteX1" fmla="*/ 221879 w 755279"/>
                  <a:gd name="connsiteY1" fmla="*/ 134058 h 460543"/>
                  <a:gd name="connsiteX2" fmla="*/ 363762 w 755279"/>
                  <a:gd name="connsiteY2" fmla="*/ 15431 h 460543"/>
                  <a:gd name="connsiteX3" fmla="*/ 526679 w 755279"/>
                  <a:gd name="connsiteY3" fmla="*/ 149298 h 460543"/>
                  <a:gd name="connsiteX4" fmla="*/ 755279 w 755279"/>
                  <a:gd name="connsiteY4" fmla="*/ 65479 h 460543"/>
                  <a:gd name="connsiteX5" fmla="*/ 694319 w 755279"/>
                  <a:gd name="connsiteY5" fmla="*/ 294079 h 460543"/>
                  <a:gd name="connsiteX6" fmla="*/ 721902 w 755279"/>
                  <a:gd name="connsiteY6" fmla="*/ 460543 h 460543"/>
                  <a:gd name="connsiteX7" fmla="*/ 152400 w 755279"/>
                  <a:gd name="connsiteY7" fmla="*/ 445303 h 460543"/>
                  <a:gd name="connsiteX8" fmla="*/ 145679 w 755279"/>
                  <a:gd name="connsiteY8" fmla="*/ 316939 h 460543"/>
                  <a:gd name="connsiteX9" fmla="*/ 0 w 755279"/>
                  <a:gd name="connsiteY9" fmla="*/ 191 h 460543"/>
                  <a:gd name="connsiteX0" fmla="*/ 0 w 755279"/>
                  <a:gd name="connsiteY0" fmla="*/ 191 h 460543"/>
                  <a:gd name="connsiteX1" fmla="*/ 221879 w 755279"/>
                  <a:gd name="connsiteY1" fmla="*/ 134058 h 460543"/>
                  <a:gd name="connsiteX2" fmla="*/ 363762 w 755279"/>
                  <a:gd name="connsiteY2" fmla="*/ 15431 h 460543"/>
                  <a:gd name="connsiteX3" fmla="*/ 526679 w 755279"/>
                  <a:gd name="connsiteY3" fmla="*/ 149298 h 460543"/>
                  <a:gd name="connsiteX4" fmla="*/ 755279 w 755279"/>
                  <a:gd name="connsiteY4" fmla="*/ 65479 h 460543"/>
                  <a:gd name="connsiteX5" fmla="*/ 694319 w 755279"/>
                  <a:gd name="connsiteY5" fmla="*/ 294079 h 460543"/>
                  <a:gd name="connsiteX6" fmla="*/ 721902 w 755279"/>
                  <a:gd name="connsiteY6" fmla="*/ 460543 h 460543"/>
                  <a:gd name="connsiteX7" fmla="*/ 152400 w 755279"/>
                  <a:gd name="connsiteY7" fmla="*/ 445303 h 460543"/>
                  <a:gd name="connsiteX8" fmla="*/ 145679 w 755279"/>
                  <a:gd name="connsiteY8" fmla="*/ 316939 h 460543"/>
                  <a:gd name="connsiteX9" fmla="*/ 0 w 755279"/>
                  <a:gd name="connsiteY9" fmla="*/ 191 h 460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55279" h="460543">
                    <a:moveTo>
                      <a:pt x="0" y="191"/>
                    </a:moveTo>
                    <a:cubicBezTo>
                      <a:pt x="79040" y="-5987"/>
                      <a:pt x="142839" y="140236"/>
                      <a:pt x="221879" y="134058"/>
                    </a:cubicBezTo>
                    <a:cubicBezTo>
                      <a:pt x="269173" y="94516"/>
                      <a:pt x="301228" y="9253"/>
                      <a:pt x="363762" y="15431"/>
                    </a:cubicBezTo>
                    <a:cubicBezTo>
                      <a:pt x="451088" y="-3447"/>
                      <a:pt x="507933" y="130076"/>
                      <a:pt x="526679" y="149298"/>
                    </a:cubicBezTo>
                    <a:cubicBezTo>
                      <a:pt x="557159" y="225498"/>
                      <a:pt x="724799" y="-10721"/>
                      <a:pt x="755279" y="65479"/>
                    </a:cubicBezTo>
                    <a:cubicBezTo>
                      <a:pt x="750199" y="136599"/>
                      <a:pt x="699399" y="222959"/>
                      <a:pt x="694319" y="294079"/>
                    </a:cubicBezTo>
                    <a:lnTo>
                      <a:pt x="721902" y="460543"/>
                    </a:lnTo>
                    <a:lnTo>
                      <a:pt x="152400" y="445303"/>
                    </a:lnTo>
                    <a:cubicBezTo>
                      <a:pt x="134920" y="397435"/>
                      <a:pt x="163159" y="364807"/>
                      <a:pt x="145679" y="316939"/>
                    </a:cubicBezTo>
                    <a:lnTo>
                      <a:pt x="0" y="191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Rectangle 38">
                <a:extLst>
                  <a:ext uri="{FF2B5EF4-FFF2-40B4-BE49-F238E27FC236}">
                    <a16:creationId xmlns:a16="http://schemas.microsoft.com/office/drawing/2014/main" id="{AA707F58-AF38-95C1-6D5E-342020CADAF5}"/>
                  </a:ext>
                </a:extLst>
              </p:cNvPr>
              <p:cNvSpPr/>
              <p:nvPr/>
            </p:nvSpPr>
            <p:spPr>
              <a:xfrm>
                <a:off x="7810245" y="1957425"/>
                <a:ext cx="691679" cy="320886"/>
              </a:xfrm>
              <a:prstGeom prst="rect">
                <a:avLst/>
              </a:prstGeom>
              <a:solidFill>
                <a:sysClr val="window" lastClr="FFFFFF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8A57FCCC-62B7-0A6A-395E-13E81C55458F}"/>
                  </a:ext>
                </a:extLst>
              </p:cNvPr>
              <p:cNvGrpSpPr/>
              <p:nvPr/>
            </p:nvGrpSpPr>
            <p:grpSpPr>
              <a:xfrm>
                <a:off x="8403271" y="5316918"/>
                <a:ext cx="896667" cy="1633337"/>
                <a:chOff x="8403271" y="5316918"/>
                <a:chExt cx="896667" cy="1633337"/>
              </a:xfrm>
            </p:grpSpPr>
            <p:grpSp>
              <p:nvGrpSpPr>
                <p:cNvPr id="203" name="Group 202">
                  <a:extLst>
                    <a:ext uri="{FF2B5EF4-FFF2-40B4-BE49-F238E27FC236}">
                      <a16:creationId xmlns:a16="http://schemas.microsoft.com/office/drawing/2014/main" id="{7E0B6B57-76D5-DB11-D1EA-67D6D226A30B}"/>
                    </a:ext>
                  </a:extLst>
                </p:cNvPr>
                <p:cNvGrpSpPr/>
                <p:nvPr/>
              </p:nvGrpSpPr>
              <p:grpSpPr>
                <a:xfrm>
                  <a:off x="8470320" y="5402921"/>
                  <a:ext cx="695991" cy="1547334"/>
                  <a:chOff x="8470320" y="5402921"/>
                  <a:chExt cx="695991" cy="1547334"/>
                </a:xfrm>
              </p:grpSpPr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D9362CA4-17B7-8454-50A7-81A8914A8706}"/>
                      </a:ext>
                    </a:extLst>
                  </p:cNvPr>
                  <p:cNvGrpSpPr/>
                  <p:nvPr/>
                </p:nvGrpSpPr>
                <p:grpSpPr>
                  <a:xfrm>
                    <a:off x="8470320" y="5402921"/>
                    <a:ext cx="695991" cy="1547334"/>
                    <a:chOff x="5242559" y="3855720"/>
                    <a:chExt cx="1211581" cy="2693599"/>
                  </a:xfrm>
                </p:grpSpPr>
                <p:sp>
                  <p:nvSpPr>
                    <p:cNvPr id="212" name="Rectangle 14">
                      <a:extLst>
                        <a:ext uri="{FF2B5EF4-FFF2-40B4-BE49-F238E27FC236}">
                          <a16:creationId xmlns:a16="http://schemas.microsoft.com/office/drawing/2014/main" id="{07486D4A-809A-0D89-7CBF-7B6222483A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42559" y="3855720"/>
                      <a:ext cx="1211581" cy="2693599"/>
                    </a:xfrm>
                    <a:custGeom>
                      <a:avLst/>
                      <a:gdLst>
                        <a:gd name="connsiteX0" fmla="*/ 0 w 914401"/>
                        <a:gd name="connsiteY0" fmla="*/ 0 h 889775"/>
                        <a:gd name="connsiteX1" fmla="*/ 914401 w 914401"/>
                        <a:gd name="connsiteY1" fmla="*/ 0 h 889775"/>
                        <a:gd name="connsiteX2" fmla="*/ 914401 w 914401"/>
                        <a:gd name="connsiteY2" fmla="*/ 889775 h 889775"/>
                        <a:gd name="connsiteX3" fmla="*/ 0 w 914401"/>
                        <a:gd name="connsiteY3" fmla="*/ 889775 h 889775"/>
                        <a:gd name="connsiteX4" fmla="*/ 0 w 914401"/>
                        <a:gd name="connsiteY4" fmla="*/ 0 h 889775"/>
                        <a:gd name="connsiteX0" fmla="*/ 0 w 914401"/>
                        <a:gd name="connsiteY0" fmla="*/ 0 h 2451875"/>
                        <a:gd name="connsiteX1" fmla="*/ 914401 w 914401"/>
                        <a:gd name="connsiteY1" fmla="*/ 0 h 2451875"/>
                        <a:gd name="connsiteX2" fmla="*/ 914401 w 914401"/>
                        <a:gd name="connsiteY2" fmla="*/ 889775 h 2451875"/>
                        <a:gd name="connsiteX3" fmla="*/ 88900 w 914401"/>
                        <a:gd name="connsiteY3" fmla="*/ 2451875 h 2451875"/>
                        <a:gd name="connsiteX4" fmla="*/ 0 w 914401"/>
                        <a:gd name="connsiteY4" fmla="*/ 0 h 2451875"/>
                        <a:gd name="connsiteX0" fmla="*/ 0 w 914401"/>
                        <a:gd name="connsiteY0" fmla="*/ 0 h 2451875"/>
                        <a:gd name="connsiteX1" fmla="*/ 914401 w 914401"/>
                        <a:gd name="connsiteY1" fmla="*/ 0 h 2451875"/>
                        <a:gd name="connsiteX2" fmla="*/ 850901 w 914401"/>
                        <a:gd name="connsiteY2" fmla="*/ 2413775 h 2451875"/>
                        <a:gd name="connsiteX3" fmla="*/ 88900 w 914401"/>
                        <a:gd name="connsiteY3" fmla="*/ 2451875 h 2451875"/>
                        <a:gd name="connsiteX4" fmla="*/ 0 w 914401"/>
                        <a:gd name="connsiteY4" fmla="*/ 0 h 2451875"/>
                        <a:gd name="connsiteX0" fmla="*/ 0 w 914401"/>
                        <a:gd name="connsiteY0" fmla="*/ 0 h 2462095"/>
                        <a:gd name="connsiteX1" fmla="*/ 914401 w 914401"/>
                        <a:gd name="connsiteY1" fmla="*/ 0 h 2462095"/>
                        <a:gd name="connsiteX2" fmla="*/ 850901 w 914401"/>
                        <a:gd name="connsiteY2" fmla="*/ 2413775 h 2462095"/>
                        <a:gd name="connsiteX3" fmla="*/ 88900 w 914401"/>
                        <a:gd name="connsiteY3" fmla="*/ 2451875 h 2462095"/>
                        <a:gd name="connsiteX4" fmla="*/ 0 w 914401"/>
                        <a:gd name="connsiteY4" fmla="*/ 0 h 2462095"/>
                        <a:gd name="connsiteX0" fmla="*/ 0 w 914401"/>
                        <a:gd name="connsiteY0" fmla="*/ 0 h 2486199"/>
                        <a:gd name="connsiteX1" fmla="*/ 914401 w 914401"/>
                        <a:gd name="connsiteY1" fmla="*/ 0 h 2486199"/>
                        <a:gd name="connsiteX2" fmla="*/ 850901 w 914401"/>
                        <a:gd name="connsiteY2" fmla="*/ 2413775 h 2486199"/>
                        <a:gd name="connsiteX3" fmla="*/ 88900 w 914401"/>
                        <a:gd name="connsiteY3" fmla="*/ 2451875 h 2486199"/>
                        <a:gd name="connsiteX4" fmla="*/ 0 w 914401"/>
                        <a:gd name="connsiteY4" fmla="*/ 0 h 2486199"/>
                        <a:gd name="connsiteX0" fmla="*/ 0 w 914401"/>
                        <a:gd name="connsiteY0" fmla="*/ 0 h 2458239"/>
                        <a:gd name="connsiteX1" fmla="*/ 914401 w 914401"/>
                        <a:gd name="connsiteY1" fmla="*/ 0 h 2458239"/>
                        <a:gd name="connsiteX2" fmla="*/ 850901 w 914401"/>
                        <a:gd name="connsiteY2" fmla="*/ 2413775 h 2458239"/>
                        <a:gd name="connsiteX3" fmla="*/ 25400 w 914401"/>
                        <a:gd name="connsiteY3" fmla="*/ 2388375 h 2458239"/>
                        <a:gd name="connsiteX4" fmla="*/ 0 w 914401"/>
                        <a:gd name="connsiteY4" fmla="*/ 0 h 2458239"/>
                        <a:gd name="connsiteX0" fmla="*/ 0 w 914401"/>
                        <a:gd name="connsiteY0" fmla="*/ 0 h 2472619"/>
                        <a:gd name="connsiteX1" fmla="*/ 914401 w 914401"/>
                        <a:gd name="connsiteY1" fmla="*/ 0 h 2472619"/>
                        <a:gd name="connsiteX2" fmla="*/ 850901 w 914401"/>
                        <a:gd name="connsiteY2" fmla="*/ 2413775 h 2472619"/>
                        <a:gd name="connsiteX3" fmla="*/ 25400 w 914401"/>
                        <a:gd name="connsiteY3" fmla="*/ 2426475 h 2472619"/>
                        <a:gd name="connsiteX4" fmla="*/ 0 w 914401"/>
                        <a:gd name="connsiteY4" fmla="*/ 0 h 2472619"/>
                        <a:gd name="connsiteX0" fmla="*/ 0 w 1112521"/>
                        <a:gd name="connsiteY0" fmla="*/ 7620 h 2472619"/>
                        <a:gd name="connsiteX1" fmla="*/ 1112521 w 1112521"/>
                        <a:gd name="connsiteY1" fmla="*/ 0 h 2472619"/>
                        <a:gd name="connsiteX2" fmla="*/ 1049021 w 1112521"/>
                        <a:gd name="connsiteY2" fmla="*/ 2413775 h 2472619"/>
                        <a:gd name="connsiteX3" fmla="*/ 223520 w 1112521"/>
                        <a:gd name="connsiteY3" fmla="*/ 2426475 h 2472619"/>
                        <a:gd name="connsiteX4" fmla="*/ 0 w 1112521"/>
                        <a:gd name="connsiteY4" fmla="*/ 7620 h 2472619"/>
                        <a:gd name="connsiteX0" fmla="*/ 0 w 960121"/>
                        <a:gd name="connsiteY0" fmla="*/ 0 h 2693599"/>
                        <a:gd name="connsiteX1" fmla="*/ 960121 w 960121"/>
                        <a:gd name="connsiteY1" fmla="*/ 220980 h 2693599"/>
                        <a:gd name="connsiteX2" fmla="*/ 896621 w 960121"/>
                        <a:gd name="connsiteY2" fmla="*/ 2634755 h 2693599"/>
                        <a:gd name="connsiteX3" fmla="*/ 71120 w 960121"/>
                        <a:gd name="connsiteY3" fmla="*/ 2647455 h 2693599"/>
                        <a:gd name="connsiteX4" fmla="*/ 0 w 960121"/>
                        <a:gd name="connsiteY4" fmla="*/ 0 h 2693599"/>
                        <a:gd name="connsiteX0" fmla="*/ 0 w 960121"/>
                        <a:gd name="connsiteY0" fmla="*/ 0 h 2693599"/>
                        <a:gd name="connsiteX1" fmla="*/ 960121 w 960121"/>
                        <a:gd name="connsiteY1" fmla="*/ 220980 h 2693599"/>
                        <a:gd name="connsiteX2" fmla="*/ 896621 w 960121"/>
                        <a:gd name="connsiteY2" fmla="*/ 2634755 h 2693599"/>
                        <a:gd name="connsiteX3" fmla="*/ 71120 w 960121"/>
                        <a:gd name="connsiteY3" fmla="*/ 2647455 h 2693599"/>
                        <a:gd name="connsiteX4" fmla="*/ 0 w 960121"/>
                        <a:gd name="connsiteY4" fmla="*/ 0 h 2693599"/>
                        <a:gd name="connsiteX0" fmla="*/ 0 w 1043941"/>
                        <a:gd name="connsiteY0" fmla="*/ 0 h 2693599"/>
                        <a:gd name="connsiteX1" fmla="*/ 1043941 w 1043941"/>
                        <a:gd name="connsiteY1" fmla="*/ 220980 h 2693599"/>
                        <a:gd name="connsiteX2" fmla="*/ 980441 w 1043941"/>
                        <a:gd name="connsiteY2" fmla="*/ 2634755 h 2693599"/>
                        <a:gd name="connsiteX3" fmla="*/ 154940 w 1043941"/>
                        <a:gd name="connsiteY3" fmla="*/ 2647455 h 2693599"/>
                        <a:gd name="connsiteX4" fmla="*/ 0 w 1043941"/>
                        <a:gd name="connsiteY4" fmla="*/ 0 h 2693599"/>
                        <a:gd name="connsiteX0" fmla="*/ 0 w 1043941"/>
                        <a:gd name="connsiteY0" fmla="*/ 0 h 2693599"/>
                        <a:gd name="connsiteX1" fmla="*/ 1043941 w 1043941"/>
                        <a:gd name="connsiteY1" fmla="*/ 220980 h 2693599"/>
                        <a:gd name="connsiteX2" fmla="*/ 980441 w 1043941"/>
                        <a:gd name="connsiteY2" fmla="*/ 2634755 h 2693599"/>
                        <a:gd name="connsiteX3" fmla="*/ 154940 w 1043941"/>
                        <a:gd name="connsiteY3" fmla="*/ 2647455 h 2693599"/>
                        <a:gd name="connsiteX4" fmla="*/ 0 w 1043941"/>
                        <a:gd name="connsiteY4" fmla="*/ 0 h 2693599"/>
                        <a:gd name="connsiteX0" fmla="*/ 0 w 1043941"/>
                        <a:gd name="connsiteY0" fmla="*/ 0 h 2693599"/>
                        <a:gd name="connsiteX1" fmla="*/ 1043941 w 1043941"/>
                        <a:gd name="connsiteY1" fmla="*/ 220980 h 2693599"/>
                        <a:gd name="connsiteX2" fmla="*/ 980441 w 1043941"/>
                        <a:gd name="connsiteY2" fmla="*/ 2634755 h 2693599"/>
                        <a:gd name="connsiteX3" fmla="*/ 154940 w 1043941"/>
                        <a:gd name="connsiteY3" fmla="*/ 2647455 h 2693599"/>
                        <a:gd name="connsiteX4" fmla="*/ 0 w 1043941"/>
                        <a:gd name="connsiteY4" fmla="*/ 0 h 2693599"/>
                        <a:gd name="connsiteX0" fmla="*/ 0 w 1173481"/>
                        <a:gd name="connsiteY0" fmla="*/ 0 h 2693599"/>
                        <a:gd name="connsiteX1" fmla="*/ 1173481 w 1173481"/>
                        <a:gd name="connsiteY1" fmla="*/ 167640 h 2693599"/>
                        <a:gd name="connsiteX2" fmla="*/ 980441 w 1173481"/>
                        <a:gd name="connsiteY2" fmla="*/ 2634755 h 2693599"/>
                        <a:gd name="connsiteX3" fmla="*/ 154940 w 1173481"/>
                        <a:gd name="connsiteY3" fmla="*/ 2647455 h 2693599"/>
                        <a:gd name="connsiteX4" fmla="*/ 0 w 1173481"/>
                        <a:gd name="connsiteY4" fmla="*/ 0 h 2693599"/>
                        <a:gd name="connsiteX0" fmla="*/ 0 w 1173481"/>
                        <a:gd name="connsiteY0" fmla="*/ 0 h 2693599"/>
                        <a:gd name="connsiteX1" fmla="*/ 1173481 w 1173481"/>
                        <a:gd name="connsiteY1" fmla="*/ 167640 h 2693599"/>
                        <a:gd name="connsiteX2" fmla="*/ 980441 w 1173481"/>
                        <a:gd name="connsiteY2" fmla="*/ 2634755 h 2693599"/>
                        <a:gd name="connsiteX3" fmla="*/ 154940 w 1173481"/>
                        <a:gd name="connsiteY3" fmla="*/ 2647455 h 2693599"/>
                        <a:gd name="connsiteX4" fmla="*/ 0 w 1173481"/>
                        <a:gd name="connsiteY4" fmla="*/ 0 h 2693599"/>
                        <a:gd name="connsiteX0" fmla="*/ 0 w 1211581"/>
                        <a:gd name="connsiteY0" fmla="*/ 0 h 2693599"/>
                        <a:gd name="connsiteX1" fmla="*/ 1211581 w 1211581"/>
                        <a:gd name="connsiteY1" fmla="*/ 167640 h 2693599"/>
                        <a:gd name="connsiteX2" fmla="*/ 980441 w 1211581"/>
                        <a:gd name="connsiteY2" fmla="*/ 2634755 h 2693599"/>
                        <a:gd name="connsiteX3" fmla="*/ 154940 w 1211581"/>
                        <a:gd name="connsiteY3" fmla="*/ 2647455 h 2693599"/>
                        <a:gd name="connsiteX4" fmla="*/ 0 w 1211581"/>
                        <a:gd name="connsiteY4" fmla="*/ 0 h 2693599"/>
                        <a:gd name="connsiteX0" fmla="*/ 0 w 1211581"/>
                        <a:gd name="connsiteY0" fmla="*/ 0 h 2693599"/>
                        <a:gd name="connsiteX1" fmla="*/ 1211581 w 1211581"/>
                        <a:gd name="connsiteY1" fmla="*/ 167640 h 2693599"/>
                        <a:gd name="connsiteX2" fmla="*/ 980441 w 1211581"/>
                        <a:gd name="connsiteY2" fmla="*/ 2634755 h 2693599"/>
                        <a:gd name="connsiteX3" fmla="*/ 154940 w 1211581"/>
                        <a:gd name="connsiteY3" fmla="*/ 2647455 h 2693599"/>
                        <a:gd name="connsiteX4" fmla="*/ 0 w 1211581"/>
                        <a:gd name="connsiteY4" fmla="*/ 0 h 26935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11581" h="2693599">
                          <a:moveTo>
                            <a:pt x="0" y="0"/>
                          </a:moveTo>
                          <a:lnTo>
                            <a:pt x="1211581" y="167640"/>
                          </a:lnTo>
                          <a:cubicBezTo>
                            <a:pt x="712894" y="2559732"/>
                            <a:pt x="1044788" y="1812383"/>
                            <a:pt x="980441" y="2634755"/>
                          </a:cubicBezTo>
                          <a:cubicBezTo>
                            <a:pt x="675641" y="2723655"/>
                            <a:pt x="383540" y="2698255"/>
                            <a:pt x="154940" y="2647455"/>
                          </a:cubicBezTo>
                          <a:cubicBezTo>
                            <a:pt x="131233" y="1764970"/>
                            <a:pt x="610447" y="2665565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ysClr val="window" lastClr="FFFFFF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3" name="Freeform: Shape 212">
                      <a:extLst>
                        <a:ext uri="{FF2B5EF4-FFF2-40B4-BE49-F238E27FC236}">
                          <a16:creationId xmlns:a16="http://schemas.microsoft.com/office/drawing/2014/main" id="{3B9F066F-E2A9-C7D7-8E3E-1667026EF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5910" y="6247891"/>
                      <a:ext cx="834304" cy="298093"/>
                    </a:xfrm>
                    <a:custGeom>
                      <a:avLst/>
                      <a:gdLst>
                        <a:gd name="connsiteX0" fmla="*/ 11730 w 834304"/>
                        <a:gd name="connsiteY0" fmla="*/ 0 h 298093"/>
                        <a:gd name="connsiteX1" fmla="*/ 834304 w 834304"/>
                        <a:gd name="connsiteY1" fmla="*/ 0 h 298093"/>
                        <a:gd name="connsiteX2" fmla="*/ 834083 w 834304"/>
                        <a:gd name="connsiteY2" fmla="*/ 102300 h 298093"/>
                        <a:gd name="connsiteX3" fmla="*/ 826362 w 834304"/>
                        <a:gd name="connsiteY3" fmla="*/ 239249 h 298093"/>
                        <a:gd name="connsiteX4" fmla="*/ 861 w 834304"/>
                        <a:gd name="connsiteY4" fmla="*/ 251949 h 298093"/>
                        <a:gd name="connsiteX5" fmla="*/ 6142 w 834304"/>
                        <a:gd name="connsiteY5" fmla="*/ 46357 h 298093"/>
                        <a:gd name="connsiteX6" fmla="*/ 11730 w 834304"/>
                        <a:gd name="connsiteY6" fmla="*/ 0 h 2980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34304" h="298093">
                          <a:moveTo>
                            <a:pt x="11730" y="0"/>
                          </a:moveTo>
                          <a:lnTo>
                            <a:pt x="834304" y="0"/>
                          </a:lnTo>
                          <a:lnTo>
                            <a:pt x="834083" y="102300"/>
                          </a:lnTo>
                          <a:cubicBezTo>
                            <a:pt x="832858" y="142584"/>
                            <a:pt x="830384" y="187851"/>
                            <a:pt x="826362" y="239249"/>
                          </a:cubicBezTo>
                          <a:cubicBezTo>
                            <a:pt x="521562" y="328149"/>
                            <a:pt x="229461" y="302749"/>
                            <a:pt x="861" y="251949"/>
                          </a:cubicBezTo>
                          <a:cubicBezTo>
                            <a:pt x="-1361" y="169216"/>
                            <a:pt x="836" y="102155"/>
                            <a:pt x="6142" y="46357"/>
                          </a:cubicBezTo>
                          <a:lnTo>
                            <a:pt x="1173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06" name="Group 205">
                    <a:extLst>
                      <a:ext uri="{FF2B5EF4-FFF2-40B4-BE49-F238E27FC236}">
                        <a16:creationId xmlns:a16="http://schemas.microsoft.com/office/drawing/2014/main" id="{018EAB3D-F2D2-C2AC-4935-057688E4000B}"/>
                      </a:ext>
                    </a:extLst>
                  </p:cNvPr>
                  <p:cNvGrpSpPr/>
                  <p:nvPr/>
                </p:nvGrpSpPr>
                <p:grpSpPr>
                  <a:xfrm>
                    <a:off x="8582299" y="5899496"/>
                    <a:ext cx="497407" cy="803726"/>
                    <a:chOff x="3585703" y="4894951"/>
                    <a:chExt cx="903766" cy="1450435"/>
                  </a:xfrm>
                </p:grpSpPr>
                <p:sp>
                  <p:nvSpPr>
                    <p:cNvPr id="207" name="Freeform: Shape 206">
                      <a:extLst>
                        <a:ext uri="{FF2B5EF4-FFF2-40B4-BE49-F238E27FC236}">
                          <a16:creationId xmlns:a16="http://schemas.microsoft.com/office/drawing/2014/main" id="{45F62A5D-B05E-63BC-8940-72CEBC3E5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85703" y="4894951"/>
                      <a:ext cx="903766" cy="302494"/>
                    </a:xfrm>
                    <a:custGeom>
                      <a:avLst/>
                      <a:gdLst>
                        <a:gd name="connsiteX0" fmla="*/ 0 w 877203"/>
                        <a:gd name="connsiteY0" fmla="*/ 0 h 291944"/>
                        <a:gd name="connsiteX1" fmla="*/ 877203 w 877203"/>
                        <a:gd name="connsiteY1" fmla="*/ 64790 h 291944"/>
                        <a:gd name="connsiteX2" fmla="*/ 876876 w 877203"/>
                        <a:gd name="connsiteY2" fmla="*/ 66526 h 291944"/>
                        <a:gd name="connsiteX3" fmla="*/ 849740 w 877203"/>
                        <a:gd name="connsiteY3" fmla="*/ 216773 h 291944"/>
                        <a:gd name="connsiteX4" fmla="*/ 836826 w 877203"/>
                        <a:gd name="connsiteY4" fmla="*/ 291944 h 291944"/>
                        <a:gd name="connsiteX5" fmla="*/ 43200 w 877203"/>
                        <a:gd name="connsiteY5" fmla="*/ 233327 h 291944"/>
                        <a:gd name="connsiteX6" fmla="*/ 28178 w 877203"/>
                        <a:gd name="connsiteY6" fmla="*/ 148511 h 291944"/>
                        <a:gd name="connsiteX7" fmla="*/ 0 w 877203"/>
                        <a:gd name="connsiteY7" fmla="*/ 0 h 291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877203" h="291944">
                          <a:moveTo>
                            <a:pt x="0" y="0"/>
                          </a:moveTo>
                          <a:lnTo>
                            <a:pt x="877203" y="64790"/>
                          </a:lnTo>
                          <a:lnTo>
                            <a:pt x="876876" y="66526"/>
                          </a:lnTo>
                          <a:cubicBezTo>
                            <a:pt x="867182" y="119051"/>
                            <a:pt x="858149" y="169085"/>
                            <a:pt x="849740" y="216773"/>
                          </a:cubicBezTo>
                          <a:lnTo>
                            <a:pt x="836826" y="291944"/>
                          </a:lnTo>
                          <a:lnTo>
                            <a:pt x="43200" y="233327"/>
                          </a:lnTo>
                          <a:lnTo>
                            <a:pt x="28178" y="14851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8" name="Freeform: Shape 207">
                      <a:extLst>
                        <a:ext uri="{FF2B5EF4-FFF2-40B4-BE49-F238E27FC236}">
                          <a16:creationId xmlns:a16="http://schemas.microsoft.com/office/drawing/2014/main" id="{3F5BF7AF-7A83-65A2-E304-BB53755FCC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283" y="5349135"/>
                      <a:ext cx="748822" cy="229512"/>
                    </a:xfrm>
                    <a:custGeom>
                      <a:avLst/>
                      <a:gdLst>
                        <a:gd name="connsiteX0" fmla="*/ 0 w 750968"/>
                        <a:gd name="connsiteY0" fmla="*/ 0 h 229512"/>
                        <a:gd name="connsiteX1" fmla="*/ 750968 w 750968"/>
                        <a:gd name="connsiteY1" fmla="*/ 0 h 229512"/>
                        <a:gd name="connsiteX2" fmla="*/ 736978 w 750968"/>
                        <a:gd name="connsiteY2" fmla="*/ 86545 h 229512"/>
                        <a:gd name="connsiteX3" fmla="*/ 720399 w 750968"/>
                        <a:gd name="connsiteY3" fmla="*/ 197127 h 229512"/>
                        <a:gd name="connsiteX4" fmla="*/ 715983 w 750968"/>
                        <a:gd name="connsiteY4" fmla="*/ 229512 h 229512"/>
                        <a:gd name="connsiteX5" fmla="*/ 32818 w 750968"/>
                        <a:gd name="connsiteY5" fmla="*/ 229512 h 229512"/>
                        <a:gd name="connsiteX6" fmla="*/ 24676 w 750968"/>
                        <a:gd name="connsiteY6" fmla="*/ 164584 h 229512"/>
                        <a:gd name="connsiteX7" fmla="*/ 7118 w 750968"/>
                        <a:gd name="connsiteY7" fmla="*/ 43814 h 229512"/>
                        <a:gd name="connsiteX8" fmla="*/ 0 w 750968"/>
                        <a:gd name="connsiteY8" fmla="*/ 0 h 2295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50968" h="229512">
                          <a:moveTo>
                            <a:pt x="0" y="0"/>
                          </a:moveTo>
                          <a:lnTo>
                            <a:pt x="750968" y="0"/>
                          </a:lnTo>
                          <a:lnTo>
                            <a:pt x="736978" y="86545"/>
                          </a:lnTo>
                          <a:cubicBezTo>
                            <a:pt x="730915" y="125418"/>
                            <a:pt x="725401" y="162231"/>
                            <a:pt x="720399" y="197127"/>
                          </a:cubicBezTo>
                          <a:lnTo>
                            <a:pt x="715983" y="229512"/>
                          </a:lnTo>
                          <a:lnTo>
                            <a:pt x="32818" y="229512"/>
                          </a:lnTo>
                          <a:lnTo>
                            <a:pt x="24676" y="164584"/>
                          </a:lnTo>
                          <a:cubicBezTo>
                            <a:pt x="19515" y="126558"/>
                            <a:pt x="13679" y="86356"/>
                            <a:pt x="7118" y="43814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9" name="Freeform: Shape 208">
                      <a:extLst>
                        <a:ext uri="{FF2B5EF4-FFF2-40B4-BE49-F238E27FC236}">
                          <a16:creationId xmlns:a16="http://schemas.microsoft.com/office/drawing/2014/main" id="{281C1EF0-64FA-FC4F-4998-6D515079B5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06305" y="5706875"/>
                      <a:ext cx="643637" cy="160428"/>
                    </a:xfrm>
                    <a:custGeom>
                      <a:avLst/>
                      <a:gdLst>
                        <a:gd name="connsiteX0" fmla="*/ 0 w 667444"/>
                        <a:gd name="connsiteY0" fmla="*/ 0 h 132229"/>
                        <a:gd name="connsiteX1" fmla="*/ 667444 w 667444"/>
                        <a:gd name="connsiteY1" fmla="*/ 0 h 132229"/>
                        <a:gd name="connsiteX2" fmla="*/ 666772 w 667444"/>
                        <a:gd name="connsiteY2" fmla="*/ 4928 h 132229"/>
                        <a:gd name="connsiteX3" fmla="*/ 656108 w 667444"/>
                        <a:gd name="connsiteY3" fmla="*/ 93378 h 132229"/>
                        <a:gd name="connsiteX4" fmla="*/ 652135 w 667444"/>
                        <a:gd name="connsiteY4" fmla="*/ 132229 h 132229"/>
                        <a:gd name="connsiteX5" fmla="*/ 11938 w 667444"/>
                        <a:gd name="connsiteY5" fmla="*/ 132229 h 132229"/>
                        <a:gd name="connsiteX6" fmla="*/ 7810 w 667444"/>
                        <a:gd name="connsiteY6" fmla="*/ 76638 h 132229"/>
                        <a:gd name="connsiteX7" fmla="*/ 0 w 667444"/>
                        <a:gd name="connsiteY7" fmla="*/ 0 h 132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667444" h="132229">
                          <a:moveTo>
                            <a:pt x="0" y="0"/>
                          </a:moveTo>
                          <a:lnTo>
                            <a:pt x="667444" y="0"/>
                          </a:lnTo>
                          <a:lnTo>
                            <a:pt x="666772" y="4928"/>
                          </a:lnTo>
                          <a:cubicBezTo>
                            <a:pt x="662756" y="36136"/>
                            <a:pt x="659213" y="65571"/>
                            <a:pt x="656108" y="93378"/>
                          </a:cubicBezTo>
                          <a:lnTo>
                            <a:pt x="652135" y="132229"/>
                          </a:lnTo>
                          <a:lnTo>
                            <a:pt x="11938" y="132229"/>
                          </a:lnTo>
                          <a:lnTo>
                            <a:pt x="7810" y="7663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0" name="Freeform: Shape 209">
                      <a:extLst>
                        <a:ext uri="{FF2B5EF4-FFF2-40B4-BE49-F238E27FC236}">
                          <a16:creationId xmlns:a16="http://schemas.microsoft.com/office/drawing/2014/main" id="{62DA0C0D-94F1-CF92-BDD0-A170D8B10E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0777" y="5986860"/>
                      <a:ext cx="659164" cy="132229"/>
                    </a:xfrm>
                    <a:custGeom>
                      <a:avLst/>
                      <a:gdLst>
                        <a:gd name="connsiteX0" fmla="*/ 21921 w 651591"/>
                        <a:gd name="connsiteY0" fmla="*/ 0 h 132229"/>
                        <a:gd name="connsiteX1" fmla="*/ 645255 w 651591"/>
                        <a:gd name="connsiteY1" fmla="*/ 0 h 132229"/>
                        <a:gd name="connsiteX2" fmla="*/ 646998 w 651591"/>
                        <a:gd name="connsiteY2" fmla="*/ 84400 h 132229"/>
                        <a:gd name="connsiteX3" fmla="*/ 651591 w 651591"/>
                        <a:gd name="connsiteY3" fmla="*/ 132229 h 132229"/>
                        <a:gd name="connsiteX4" fmla="*/ 0 w 651591"/>
                        <a:gd name="connsiteY4" fmla="*/ 132229 h 132229"/>
                        <a:gd name="connsiteX5" fmla="*/ 11362 w 651591"/>
                        <a:gd name="connsiteY5" fmla="*/ 86940 h 132229"/>
                        <a:gd name="connsiteX6" fmla="*/ 21921 w 651591"/>
                        <a:gd name="connsiteY6" fmla="*/ 0 h 132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51591" h="132229">
                          <a:moveTo>
                            <a:pt x="21921" y="0"/>
                          </a:moveTo>
                          <a:lnTo>
                            <a:pt x="645255" y="0"/>
                          </a:lnTo>
                          <a:lnTo>
                            <a:pt x="646998" y="84400"/>
                          </a:lnTo>
                          <a:lnTo>
                            <a:pt x="651591" y="132229"/>
                          </a:lnTo>
                          <a:lnTo>
                            <a:pt x="0" y="132229"/>
                          </a:lnTo>
                          <a:lnTo>
                            <a:pt x="11362" y="86940"/>
                          </a:lnTo>
                          <a:lnTo>
                            <a:pt x="21921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1" name="Freeform: Shape 210">
                      <a:extLst>
                        <a:ext uri="{FF2B5EF4-FFF2-40B4-BE49-F238E27FC236}">
                          <a16:creationId xmlns:a16="http://schemas.microsoft.com/office/drawing/2014/main" id="{1F2F339B-2EEB-E39D-DEC3-17101BC8D6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85703" y="6213157"/>
                      <a:ext cx="795601" cy="132229"/>
                    </a:xfrm>
                    <a:custGeom>
                      <a:avLst/>
                      <a:gdLst>
                        <a:gd name="connsiteX0" fmla="*/ 56641 w 753157"/>
                        <a:gd name="connsiteY0" fmla="*/ 0 h 132229"/>
                        <a:gd name="connsiteX1" fmla="*/ 727724 w 753157"/>
                        <a:gd name="connsiteY1" fmla="*/ 0 h 132229"/>
                        <a:gd name="connsiteX2" fmla="*/ 734543 w 753157"/>
                        <a:gd name="connsiteY2" fmla="*/ 40581 h 132229"/>
                        <a:gd name="connsiteX3" fmla="*/ 746300 w 753157"/>
                        <a:gd name="connsiteY3" fmla="*/ 97051 h 132229"/>
                        <a:gd name="connsiteX4" fmla="*/ 753157 w 753157"/>
                        <a:gd name="connsiteY4" fmla="*/ 132229 h 132229"/>
                        <a:gd name="connsiteX5" fmla="*/ 0 w 753157"/>
                        <a:gd name="connsiteY5" fmla="*/ 132229 h 132229"/>
                        <a:gd name="connsiteX6" fmla="*/ 15633 w 753157"/>
                        <a:gd name="connsiteY6" fmla="*/ 96369 h 132229"/>
                        <a:gd name="connsiteX7" fmla="*/ 40636 w 753157"/>
                        <a:gd name="connsiteY7" fmla="*/ 41910 h 132229"/>
                        <a:gd name="connsiteX8" fmla="*/ 56641 w 753157"/>
                        <a:gd name="connsiteY8" fmla="*/ 0 h 132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53157" h="132229">
                          <a:moveTo>
                            <a:pt x="56641" y="0"/>
                          </a:moveTo>
                          <a:lnTo>
                            <a:pt x="727724" y="0"/>
                          </a:lnTo>
                          <a:lnTo>
                            <a:pt x="734543" y="40581"/>
                          </a:lnTo>
                          <a:cubicBezTo>
                            <a:pt x="738312" y="59788"/>
                            <a:pt x="742331" y="78228"/>
                            <a:pt x="746300" y="97051"/>
                          </a:cubicBezTo>
                          <a:lnTo>
                            <a:pt x="753157" y="132229"/>
                          </a:lnTo>
                          <a:lnTo>
                            <a:pt x="0" y="132229"/>
                          </a:lnTo>
                          <a:lnTo>
                            <a:pt x="15633" y="96369"/>
                          </a:lnTo>
                          <a:cubicBezTo>
                            <a:pt x="24076" y="78217"/>
                            <a:pt x="32540" y="60499"/>
                            <a:pt x="40636" y="41910"/>
                          </a:cubicBezTo>
                          <a:lnTo>
                            <a:pt x="56641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204" name="Rectangle 10">
                  <a:extLst>
                    <a:ext uri="{FF2B5EF4-FFF2-40B4-BE49-F238E27FC236}">
                      <a16:creationId xmlns:a16="http://schemas.microsoft.com/office/drawing/2014/main" id="{EDC6D0B1-5703-C701-6FE7-930114E693BE}"/>
                    </a:ext>
                  </a:extLst>
                </p:cNvPr>
                <p:cNvSpPr/>
                <p:nvPr/>
              </p:nvSpPr>
              <p:spPr>
                <a:xfrm rot="5708395">
                  <a:off x="8648839" y="5071350"/>
                  <a:ext cx="405531" cy="896667"/>
                </a:xfrm>
                <a:custGeom>
                  <a:avLst/>
                  <a:gdLst>
                    <a:gd name="connsiteX0" fmla="*/ 0 w 581025"/>
                    <a:gd name="connsiteY0" fmla="*/ 0 h 750986"/>
                    <a:gd name="connsiteX1" fmla="*/ 581025 w 581025"/>
                    <a:gd name="connsiteY1" fmla="*/ 0 h 750986"/>
                    <a:gd name="connsiteX2" fmla="*/ 581025 w 581025"/>
                    <a:gd name="connsiteY2" fmla="*/ 750986 h 750986"/>
                    <a:gd name="connsiteX3" fmla="*/ 0 w 581025"/>
                    <a:gd name="connsiteY3" fmla="*/ 750986 h 750986"/>
                    <a:gd name="connsiteX4" fmla="*/ 0 w 581025"/>
                    <a:gd name="connsiteY4" fmla="*/ 0 h 750986"/>
                    <a:gd name="connsiteX0" fmla="*/ 67633 w 581025"/>
                    <a:gd name="connsiteY0" fmla="*/ 0 h 1882602"/>
                    <a:gd name="connsiteX1" fmla="*/ 581025 w 581025"/>
                    <a:gd name="connsiteY1" fmla="*/ 1131616 h 1882602"/>
                    <a:gd name="connsiteX2" fmla="*/ 581025 w 581025"/>
                    <a:gd name="connsiteY2" fmla="*/ 1882602 h 1882602"/>
                    <a:gd name="connsiteX3" fmla="*/ 0 w 581025"/>
                    <a:gd name="connsiteY3" fmla="*/ 1882602 h 1882602"/>
                    <a:gd name="connsiteX4" fmla="*/ 67633 w 581025"/>
                    <a:gd name="connsiteY4" fmla="*/ 0 h 1882602"/>
                    <a:gd name="connsiteX0" fmla="*/ 67633 w 581025"/>
                    <a:gd name="connsiteY0" fmla="*/ 0 h 1882602"/>
                    <a:gd name="connsiteX1" fmla="*/ 581025 w 581025"/>
                    <a:gd name="connsiteY1" fmla="*/ 1882602 h 1882602"/>
                    <a:gd name="connsiteX2" fmla="*/ 0 w 581025"/>
                    <a:gd name="connsiteY2" fmla="*/ 1882602 h 1882602"/>
                    <a:gd name="connsiteX3" fmla="*/ 67633 w 581025"/>
                    <a:gd name="connsiteY3" fmla="*/ 0 h 1882602"/>
                    <a:gd name="connsiteX0" fmla="*/ 67633 w 749923"/>
                    <a:gd name="connsiteY0" fmla="*/ 0 h 1882602"/>
                    <a:gd name="connsiteX1" fmla="*/ 581025 w 749923"/>
                    <a:gd name="connsiteY1" fmla="*/ 1882602 h 1882602"/>
                    <a:gd name="connsiteX2" fmla="*/ 0 w 749923"/>
                    <a:gd name="connsiteY2" fmla="*/ 1882602 h 1882602"/>
                    <a:gd name="connsiteX3" fmla="*/ 67633 w 749923"/>
                    <a:gd name="connsiteY3" fmla="*/ 0 h 1882602"/>
                    <a:gd name="connsiteX0" fmla="*/ 67633 w 932596"/>
                    <a:gd name="connsiteY0" fmla="*/ 0 h 1882602"/>
                    <a:gd name="connsiteX1" fmla="*/ 581025 w 932596"/>
                    <a:gd name="connsiteY1" fmla="*/ 1882602 h 1882602"/>
                    <a:gd name="connsiteX2" fmla="*/ 0 w 932596"/>
                    <a:gd name="connsiteY2" fmla="*/ 1882602 h 1882602"/>
                    <a:gd name="connsiteX3" fmla="*/ 67633 w 932596"/>
                    <a:gd name="connsiteY3" fmla="*/ 0 h 1882602"/>
                    <a:gd name="connsiteX0" fmla="*/ 291522 w 1156485"/>
                    <a:gd name="connsiteY0" fmla="*/ 0 h 1882602"/>
                    <a:gd name="connsiteX1" fmla="*/ 804914 w 1156485"/>
                    <a:gd name="connsiteY1" fmla="*/ 1882602 h 1882602"/>
                    <a:gd name="connsiteX2" fmla="*/ 223889 w 1156485"/>
                    <a:gd name="connsiteY2" fmla="*/ 1882602 h 1882602"/>
                    <a:gd name="connsiteX3" fmla="*/ 291522 w 1156485"/>
                    <a:gd name="connsiteY3" fmla="*/ 0 h 1882602"/>
                    <a:gd name="connsiteX0" fmla="*/ 462742 w 1327705"/>
                    <a:gd name="connsiteY0" fmla="*/ 0 h 1882602"/>
                    <a:gd name="connsiteX1" fmla="*/ 976134 w 1327705"/>
                    <a:gd name="connsiteY1" fmla="*/ 1882602 h 1882602"/>
                    <a:gd name="connsiteX2" fmla="*/ 395109 w 1327705"/>
                    <a:gd name="connsiteY2" fmla="*/ 1882602 h 1882602"/>
                    <a:gd name="connsiteX3" fmla="*/ 462742 w 1327705"/>
                    <a:gd name="connsiteY3" fmla="*/ 0 h 1882602"/>
                    <a:gd name="connsiteX0" fmla="*/ 533541 w 1398504"/>
                    <a:gd name="connsiteY0" fmla="*/ 0 h 1882602"/>
                    <a:gd name="connsiteX1" fmla="*/ 1046933 w 1398504"/>
                    <a:gd name="connsiteY1" fmla="*/ 1882602 h 1882602"/>
                    <a:gd name="connsiteX2" fmla="*/ 337338 w 1398504"/>
                    <a:gd name="connsiteY2" fmla="*/ 1824511 h 1882602"/>
                    <a:gd name="connsiteX3" fmla="*/ 533541 w 1398504"/>
                    <a:gd name="connsiteY3" fmla="*/ 0 h 1882602"/>
                    <a:gd name="connsiteX0" fmla="*/ 533541 w 1352892"/>
                    <a:gd name="connsiteY0" fmla="*/ 0 h 1882602"/>
                    <a:gd name="connsiteX1" fmla="*/ 1046933 w 1352892"/>
                    <a:gd name="connsiteY1" fmla="*/ 1882602 h 1882602"/>
                    <a:gd name="connsiteX2" fmla="*/ 337338 w 1352892"/>
                    <a:gd name="connsiteY2" fmla="*/ 1824511 h 1882602"/>
                    <a:gd name="connsiteX3" fmla="*/ 533541 w 1352892"/>
                    <a:gd name="connsiteY3" fmla="*/ 0 h 1882602"/>
                    <a:gd name="connsiteX0" fmla="*/ 550064 w 1354202"/>
                    <a:gd name="connsiteY0" fmla="*/ 0 h 1893260"/>
                    <a:gd name="connsiteX1" fmla="*/ 1035956 w 1354202"/>
                    <a:gd name="connsiteY1" fmla="*/ 1893260 h 1893260"/>
                    <a:gd name="connsiteX2" fmla="*/ 326361 w 1354202"/>
                    <a:gd name="connsiteY2" fmla="*/ 1835169 h 1893260"/>
                    <a:gd name="connsiteX3" fmla="*/ 550064 w 1354202"/>
                    <a:gd name="connsiteY3" fmla="*/ 0 h 1893260"/>
                    <a:gd name="connsiteX0" fmla="*/ 522202 w 1326340"/>
                    <a:gd name="connsiteY0" fmla="*/ 0 h 1893260"/>
                    <a:gd name="connsiteX1" fmla="*/ 1008094 w 1326340"/>
                    <a:gd name="connsiteY1" fmla="*/ 1893260 h 1893260"/>
                    <a:gd name="connsiteX2" fmla="*/ 298499 w 1326340"/>
                    <a:gd name="connsiteY2" fmla="*/ 1835169 h 1893260"/>
                    <a:gd name="connsiteX3" fmla="*/ 522202 w 1326340"/>
                    <a:gd name="connsiteY3" fmla="*/ 0 h 1893260"/>
                    <a:gd name="connsiteX0" fmla="*/ 522200 w 1369954"/>
                    <a:gd name="connsiteY0" fmla="*/ 0 h 1893260"/>
                    <a:gd name="connsiteX1" fmla="*/ 1008092 w 1369954"/>
                    <a:gd name="connsiteY1" fmla="*/ 1893260 h 1893260"/>
                    <a:gd name="connsiteX2" fmla="*/ 298497 w 1369954"/>
                    <a:gd name="connsiteY2" fmla="*/ 1835169 h 1893260"/>
                    <a:gd name="connsiteX3" fmla="*/ 522200 w 1369954"/>
                    <a:gd name="connsiteY3" fmla="*/ 0 h 1893260"/>
                    <a:gd name="connsiteX0" fmla="*/ 522200 w 1369952"/>
                    <a:gd name="connsiteY0" fmla="*/ 0 h 1934412"/>
                    <a:gd name="connsiteX1" fmla="*/ 1008092 w 1369952"/>
                    <a:gd name="connsiteY1" fmla="*/ 1893260 h 1934412"/>
                    <a:gd name="connsiteX2" fmla="*/ 298497 w 1369952"/>
                    <a:gd name="connsiteY2" fmla="*/ 1835169 h 1934412"/>
                    <a:gd name="connsiteX3" fmla="*/ 522200 w 1369952"/>
                    <a:gd name="connsiteY3" fmla="*/ 0 h 1934412"/>
                    <a:gd name="connsiteX0" fmla="*/ 522200 w 1369954"/>
                    <a:gd name="connsiteY0" fmla="*/ 0 h 1954923"/>
                    <a:gd name="connsiteX1" fmla="*/ 1008092 w 1369954"/>
                    <a:gd name="connsiteY1" fmla="*/ 1893260 h 1954923"/>
                    <a:gd name="connsiteX2" fmla="*/ 298497 w 1369954"/>
                    <a:gd name="connsiteY2" fmla="*/ 1835169 h 1954923"/>
                    <a:gd name="connsiteX3" fmla="*/ 522200 w 1369954"/>
                    <a:gd name="connsiteY3" fmla="*/ 0 h 1954923"/>
                    <a:gd name="connsiteX0" fmla="*/ 522200 w 1369952"/>
                    <a:gd name="connsiteY0" fmla="*/ 0 h 1947279"/>
                    <a:gd name="connsiteX1" fmla="*/ 1008092 w 1369952"/>
                    <a:gd name="connsiteY1" fmla="*/ 1893260 h 1947279"/>
                    <a:gd name="connsiteX2" fmla="*/ 298497 w 1369952"/>
                    <a:gd name="connsiteY2" fmla="*/ 1835169 h 1947279"/>
                    <a:gd name="connsiteX3" fmla="*/ 522200 w 1369952"/>
                    <a:gd name="connsiteY3" fmla="*/ 0 h 19472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9952" h="1947279">
                      <a:moveTo>
                        <a:pt x="522200" y="0"/>
                      </a:moveTo>
                      <a:cubicBezTo>
                        <a:pt x="1665006" y="337286"/>
                        <a:pt x="1465058" y="1522596"/>
                        <a:pt x="1008092" y="1893260"/>
                      </a:cubicBezTo>
                      <a:cubicBezTo>
                        <a:pt x="820723" y="2005556"/>
                        <a:pt x="415743" y="1921231"/>
                        <a:pt x="298497" y="1835169"/>
                      </a:cubicBezTo>
                      <a:cubicBezTo>
                        <a:pt x="-218857" y="1620972"/>
                        <a:pt x="-11625" y="447830"/>
                        <a:pt x="522200" y="0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72B56E96-A914-B4DE-C94D-268F641DEF69}"/>
                  </a:ext>
                </a:extLst>
              </p:cNvPr>
              <p:cNvGrpSpPr/>
              <p:nvPr/>
            </p:nvGrpSpPr>
            <p:grpSpPr>
              <a:xfrm>
                <a:off x="7361912" y="5289514"/>
                <a:ext cx="896667" cy="1679581"/>
                <a:chOff x="7361912" y="5289514"/>
                <a:chExt cx="896667" cy="1679581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64EF8E16-611F-016D-A828-41959F1C626E}"/>
                    </a:ext>
                  </a:extLst>
                </p:cNvPr>
                <p:cNvGrpSpPr/>
                <p:nvPr/>
              </p:nvGrpSpPr>
              <p:grpSpPr>
                <a:xfrm flipH="1">
                  <a:off x="7479258" y="5421761"/>
                  <a:ext cx="695991" cy="1547334"/>
                  <a:chOff x="8470320" y="5402921"/>
                  <a:chExt cx="695991" cy="1547334"/>
                </a:xfrm>
              </p:grpSpPr>
              <p:grpSp>
                <p:nvGrpSpPr>
                  <p:cNvPr id="194" name="Group 193">
                    <a:extLst>
                      <a:ext uri="{FF2B5EF4-FFF2-40B4-BE49-F238E27FC236}">
                        <a16:creationId xmlns:a16="http://schemas.microsoft.com/office/drawing/2014/main" id="{442830B0-30A2-0BBE-69E1-3009DEA87E10}"/>
                      </a:ext>
                    </a:extLst>
                  </p:cNvPr>
                  <p:cNvGrpSpPr/>
                  <p:nvPr/>
                </p:nvGrpSpPr>
                <p:grpSpPr>
                  <a:xfrm>
                    <a:off x="8470320" y="5402921"/>
                    <a:ext cx="695991" cy="1547334"/>
                    <a:chOff x="5242559" y="3855720"/>
                    <a:chExt cx="1211581" cy="2693599"/>
                  </a:xfrm>
                </p:grpSpPr>
                <p:sp>
                  <p:nvSpPr>
                    <p:cNvPr id="201" name="Rectangle 14">
                      <a:extLst>
                        <a:ext uri="{FF2B5EF4-FFF2-40B4-BE49-F238E27FC236}">
                          <a16:creationId xmlns:a16="http://schemas.microsoft.com/office/drawing/2014/main" id="{50A06A8E-DCF9-E8F0-A257-33097BCD94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42559" y="3855720"/>
                      <a:ext cx="1211581" cy="2693599"/>
                    </a:xfrm>
                    <a:custGeom>
                      <a:avLst/>
                      <a:gdLst>
                        <a:gd name="connsiteX0" fmla="*/ 0 w 914401"/>
                        <a:gd name="connsiteY0" fmla="*/ 0 h 889775"/>
                        <a:gd name="connsiteX1" fmla="*/ 914401 w 914401"/>
                        <a:gd name="connsiteY1" fmla="*/ 0 h 889775"/>
                        <a:gd name="connsiteX2" fmla="*/ 914401 w 914401"/>
                        <a:gd name="connsiteY2" fmla="*/ 889775 h 889775"/>
                        <a:gd name="connsiteX3" fmla="*/ 0 w 914401"/>
                        <a:gd name="connsiteY3" fmla="*/ 889775 h 889775"/>
                        <a:gd name="connsiteX4" fmla="*/ 0 w 914401"/>
                        <a:gd name="connsiteY4" fmla="*/ 0 h 889775"/>
                        <a:gd name="connsiteX0" fmla="*/ 0 w 914401"/>
                        <a:gd name="connsiteY0" fmla="*/ 0 h 2451875"/>
                        <a:gd name="connsiteX1" fmla="*/ 914401 w 914401"/>
                        <a:gd name="connsiteY1" fmla="*/ 0 h 2451875"/>
                        <a:gd name="connsiteX2" fmla="*/ 914401 w 914401"/>
                        <a:gd name="connsiteY2" fmla="*/ 889775 h 2451875"/>
                        <a:gd name="connsiteX3" fmla="*/ 88900 w 914401"/>
                        <a:gd name="connsiteY3" fmla="*/ 2451875 h 2451875"/>
                        <a:gd name="connsiteX4" fmla="*/ 0 w 914401"/>
                        <a:gd name="connsiteY4" fmla="*/ 0 h 2451875"/>
                        <a:gd name="connsiteX0" fmla="*/ 0 w 914401"/>
                        <a:gd name="connsiteY0" fmla="*/ 0 h 2451875"/>
                        <a:gd name="connsiteX1" fmla="*/ 914401 w 914401"/>
                        <a:gd name="connsiteY1" fmla="*/ 0 h 2451875"/>
                        <a:gd name="connsiteX2" fmla="*/ 850901 w 914401"/>
                        <a:gd name="connsiteY2" fmla="*/ 2413775 h 2451875"/>
                        <a:gd name="connsiteX3" fmla="*/ 88900 w 914401"/>
                        <a:gd name="connsiteY3" fmla="*/ 2451875 h 2451875"/>
                        <a:gd name="connsiteX4" fmla="*/ 0 w 914401"/>
                        <a:gd name="connsiteY4" fmla="*/ 0 h 2451875"/>
                        <a:gd name="connsiteX0" fmla="*/ 0 w 914401"/>
                        <a:gd name="connsiteY0" fmla="*/ 0 h 2462095"/>
                        <a:gd name="connsiteX1" fmla="*/ 914401 w 914401"/>
                        <a:gd name="connsiteY1" fmla="*/ 0 h 2462095"/>
                        <a:gd name="connsiteX2" fmla="*/ 850901 w 914401"/>
                        <a:gd name="connsiteY2" fmla="*/ 2413775 h 2462095"/>
                        <a:gd name="connsiteX3" fmla="*/ 88900 w 914401"/>
                        <a:gd name="connsiteY3" fmla="*/ 2451875 h 2462095"/>
                        <a:gd name="connsiteX4" fmla="*/ 0 w 914401"/>
                        <a:gd name="connsiteY4" fmla="*/ 0 h 2462095"/>
                        <a:gd name="connsiteX0" fmla="*/ 0 w 914401"/>
                        <a:gd name="connsiteY0" fmla="*/ 0 h 2486199"/>
                        <a:gd name="connsiteX1" fmla="*/ 914401 w 914401"/>
                        <a:gd name="connsiteY1" fmla="*/ 0 h 2486199"/>
                        <a:gd name="connsiteX2" fmla="*/ 850901 w 914401"/>
                        <a:gd name="connsiteY2" fmla="*/ 2413775 h 2486199"/>
                        <a:gd name="connsiteX3" fmla="*/ 88900 w 914401"/>
                        <a:gd name="connsiteY3" fmla="*/ 2451875 h 2486199"/>
                        <a:gd name="connsiteX4" fmla="*/ 0 w 914401"/>
                        <a:gd name="connsiteY4" fmla="*/ 0 h 2486199"/>
                        <a:gd name="connsiteX0" fmla="*/ 0 w 914401"/>
                        <a:gd name="connsiteY0" fmla="*/ 0 h 2458239"/>
                        <a:gd name="connsiteX1" fmla="*/ 914401 w 914401"/>
                        <a:gd name="connsiteY1" fmla="*/ 0 h 2458239"/>
                        <a:gd name="connsiteX2" fmla="*/ 850901 w 914401"/>
                        <a:gd name="connsiteY2" fmla="*/ 2413775 h 2458239"/>
                        <a:gd name="connsiteX3" fmla="*/ 25400 w 914401"/>
                        <a:gd name="connsiteY3" fmla="*/ 2388375 h 2458239"/>
                        <a:gd name="connsiteX4" fmla="*/ 0 w 914401"/>
                        <a:gd name="connsiteY4" fmla="*/ 0 h 2458239"/>
                        <a:gd name="connsiteX0" fmla="*/ 0 w 914401"/>
                        <a:gd name="connsiteY0" fmla="*/ 0 h 2472619"/>
                        <a:gd name="connsiteX1" fmla="*/ 914401 w 914401"/>
                        <a:gd name="connsiteY1" fmla="*/ 0 h 2472619"/>
                        <a:gd name="connsiteX2" fmla="*/ 850901 w 914401"/>
                        <a:gd name="connsiteY2" fmla="*/ 2413775 h 2472619"/>
                        <a:gd name="connsiteX3" fmla="*/ 25400 w 914401"/>
                        <a:gd name="connsiteY3" fmla="*/ 2426475 h 2472619"/>
                        <a:gd name="connsiteX4" fmla="*/ 0 w 914401"/>
                        <a:gd name="connsiteY4" fmla="*/ 0 h 2472619"/>
                        <a:gd name="connsiteX0" fmla="*/ 0 w 1112521"/>
                        <a:gd name="connsiteY0" fmla="*/ 7620 h 2472619"/>
                        <a:gd name="connsiteX1" fmla="*/ 1112521 w 1112521"/>
                        <a:gd name="connsiteY1" fmla="*/ 0 h 2472619"/>
                        <a:gd name="connsiteX2" fmla="*/ 1049021 w 1112521"/>
                        <a:gd name="connsiteY2" fmla="*/ 2413775 h 2472619"/>
                        <a:gd name="connsiteX3" fmla="*/ 223520 w 1112521"/>
                        <a:gd name="connsiteY3" fmla="*/ 2426475 h 2472619"/>
                        <a:gd name="connsiteX4" fmla="*/ 0 w 1112521"/>
                        <a:gd name="connsiteY4" fmla="*/ 7620 h 2472619"/>
                        <a:gd name="connsiteX0" fmla="*/ 0 w 960121"/>
                        <a:gd name="connsiteY0" fmla="*/ 0 h 2693599"/>
                        <a:gd name="connsiteX1" fmla="*/ 960121 w 960121"/>
                        <a:gd name="connsiteY1" fmla="*/ 220980 h 2693599"/>
                        <a:gd name="connsiteX2" fmla="*/ 896621 w 960121"/>
                        <a:gd name="connsiteY2" fmla="*/ 2634755 h 2693599"/>
                        <a:gd name="connsiteX3" fmla="*/ 71120 w 960121"/>
                        <a:gd name="connsiteY3" fmla="*/ 2647455 h 2693599"/>
                        <a:gd name="connsiteX4" fmla="*/ 0 w 960121"/>
                        <a:gd name="connsiteY4" fmla="*/ 0 h 2693599"/>
                        <a:gd name="connsiteX0" fmla="*/ 0 w 960121"/>
                        <a:gd name="connsiteY0" fmla="*/ 0 h 2693599"/>
                        <a:gd name="connsiteX1" fmla="*/ 960121 w 960121"/>
                        <a:gd name="connsiteY1" fmla="*/ 220980 h 2693599"/>
                        <a:gd name="connsiteX2" fmla="*/ 896621 w 960121"/>
                        <a:gd name="connsiteY2" fmla="*/ 2634755 h 2693599"/>
                        <a:gd name="connsiteX3" fmla="*/ 71120 w 960121"/>
                        <a:gd name="connsiteY3" fmla="*/ 2647455 h 2693599"/>
                        <a:gd name="connsiteX4" fmla="*/ 0 w 960121"/>
                        <a:gd name="connsiteY4" fmla="*/ 0 h 2693599"/>
                        <a:gd name="connsiteX0" fmla="*/ 0 w 1043941"/>
                        <a:gd name="connsiteY0" fmla="*/ 0 h 2693599"/>
                        <a:gd name="connsiteX1" fmla="*/ 1043941 w 1043941"/>
                        <a:gd name="connsiteY1" fmla="*/ 220980 h 2693599"/>
                        <a:gd name="connsiteX2" fmla="*/ 980441 w 1043941"/>
                        <a:gd name="connsiteY2" fmla="*/ 2634755 h 2693599"/>
                        <a:gd name="connsiteX3" fmla="*/ 154940 w 1043941"/>
                        <a:gd name="connsiteY3" fmla="*/ 2647455 h 2693599"/>
                        <a:gd name="connsiteX4" fmla="*/ 0 w 1043941"/>
                        <a:gd name="connsiteY4" fmla="*/ 0 h 2693599"/>
                        <a:gd name="connsiteX0" fmla="*/ 0 w 1043941"/>
                        <a:gd name="connsiteY0" fmla="*/ 0 h 2693599"/>
                        <a:gd name="connsiteX1" fmla="*/ 1043941 w 1043941"/>
                        <a:gd name="connsiteY1" fmla="*/ 220980 h 2693599"/>
                        <a:gd name="connsiteX2" fmla="*/ 980441 w 1043941"/>
                        <a:gd name="connsiteY2" fmla="*/ 2634755 h 2693599"/>
                        <a:gd name="connsiteX3" fmla="*/ 154940 w 1043941"/>
                        <a:gd name="connsiteY3" fmla="*/ 2647455 h 2693599"/>
                        <a:gd name="connsiteX4" fmla="*/ 0 w 1043941"/>
                        <a:gd name="connsiteY4" fmla="*/ 0 h 2693599"/>
                        <a:gd name="connsiteX0" fmla="*/ 0 w 1043941"/>
                        <a:gd name="connsiteY0" fmla="*/ 0 h 2693599"/>
                        <a:gd name="connsiteX1" fmla="*/ 1043941 w 1043941"/>
                        <a:gd name="connsiteY1" fmla="*/ 220980 h 2693599"/>
                        <a:gd name="connsiteX2" fmla="*/ 980441 w 1043941"/>
                        <a:gd name="connsiteY2" fmla="*/ 2634755 h 2693599"/>
                        <a:gd name="connsiteX3" fmla="*/ 154940 w 1043941"/>
                        <a:gd name="connsiteY3" fmla="*/ 2647455 h 2693599"/>
                        <a:gd name="connsiteX4" fmla="*/ 0 w 1043941"/>
                        <a:gd name="connsiteY4" fmla="*/ 0 h 2693599"/>
                        <a:gd name="connsiteX0" fmla="*/ 0 w 1173481"/>
                        <a:gd name="connsiteY0" fmla="*/ 0 h 2693599"/>
                        <a:gd name="connsiteX1" fmla="*/ 1173481 w 1173481"/>
                        <a:gd name="connsiteY1" fmla="*/ 167640 h 2693599"/>
                        <a:gd name="connsiteX2" fmla="*/ 980441 w 1173481"/>
                        <a:gd name="connsiteY2" fmla="*/ 2634755 h 2693599"/>
                        <a:gd name="connsiteX3" fmla="*/ 154940 w 1173481"/>
                        <a:gd name="connsiteY3" fmla="*/ 2647455 h 2693599"/>
                        <a:gd name="connsiteX4" fmla="*/ 0 w 1173481"/>
                        <a:gd name="connsiteY4" fmla="*/ 0 h 2693599"/>
                        <a:gd name="connsiteX0" fmla="*/ 0 w 1173481"/>
                        <a:gd name="connsiteY0" fmla="*/ 0 h 2693599"/>
                        <a:gd name="connsiteX1" fmla="*/ 1173481 w 1173481"/>
                        <a:gd name="connsiteY1" fmla="*/ 167640 h 2693599"/>
                        <a:gd name="connsiteX2" fmla="*/ 980441 w 1173481"/>
                        <a:gd name="connsiteY2" fmla="*/ 2634755 h 2693599"/>
                        <a:gd name="connsiteX3" fmla="*/ 154940 w 1173481"/>
                        <a:gd name="connsiteY3" fmla="*/ 2647455 h 2693599"/>
                        <a:gd name="connsiteX4" fmla="*/ 0 w 1173481"/>
                        <a:gd name="connsiteY4" fmla="*/ 0 h 2693599"/>
                        <a:gd name="connsiteX0" fmla="*/ 0 w 1211581"/>
                        <a:gd name="connsiteY0" fmla="*/ 0 h 2693599"/>
                        <a:gd name="connsiteX1" fmla="*/ 1211581 w 1211581"/>
                        <a:gd name="connsiteY1" fmla="*/ 167640 h 2693599"/>
                        <a:gd name="connsiteX2" fmla="*/ 980441 w 1211581"/>
                        <a:gd name="connsiteY2" fmla="*/ 2634755 h 2693599"/>
                        <a:gd name="connsiteX3" fmla="*/ 154940 w 1211581"/>
                        <a:gd name="connsiteY3" fmla="*/ 2647455 h 2693599"/>
                        <a:gd name="connsiteX4" fmla="*/ 0 w 1211581"/>
                        <a:gd name="connsiteY4" fmla="*/ 0 h 2693599"/>
                        <a:gd name="connsiteX0" fmla="*/ 0 w 1211581"/>
                        <a:gd name="connsiteY0" fmla="*/ 0 h 2693599"/>
                        <a:gd name="connsiteX1" fmla="*/ 1211581 w 1211581"/>
                        <a:gd name="connsiteY1" fmla="*/ 167640 h 2693599"/>
                        <a:gd name="connsiteX2" fmla="*/ 980441 w 1211581"/>
                        <a:gd name="connsiteY2" fmla="*/ 2634755 h 2693599"/>
                        <a:gd name="connsiteX3" fmla="*/ 154940 w 1211581"/>
                        <a:gd name="connsiteY3" fmla="*/ 2647455 h 2693599"/>
                        <a:gd name="connsiteX4" fmla="*/ 0 w 1211581"/>
                        <a:gd name="connsiteY4" fmla="*/ 0 h 26935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11581" h="2693599">
                          <a:moveTo>
                            <a:pt x="0" y="0"/>
                          </a:moveTo>
                          <a:lnTo>
                            <a:pt x="1211581" y="167640"/>
                          </a:lnTo>
                          <a:cubicBezTo>
                            <a:pt x="712894" y="2559732"/>
                            <a:pt x="1044788" y="1812383"/>
                            <a:pt x="980441" y="2634755"/>
                          </a:cubicBezTo>
                          <a:cubicBezTo>
                            <a:pt x="675641" y="2723655"/>
                            <a:pt x="383540" y="2698255"/>
                            <a:pt x="154940" y="2647455"/>
                          </a:cubicBezTo>
                          <a:cubicBezTo>
                            <a:pt x="131233" y="1764970"/>
                            <a:pt x="610447" y="2665565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ysClr val="window" lastClr="FFFFFF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2" name="Freeform: Shape 201">
                      <a:extLst>
                        <a:ext uri="{FF2B5EF4-FFF2-40B4-BE49-F238E27FC236}">
                          <a16:creationId xmlns:a16="http://schemas.microsoft.com/office/drawing/2014/main" id="{A336E664-A297-D3E8-5CF4-DA7C64B289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5910" y="6247891"/>
                      <a:ext cx="834304" cy="298093"/>
                    </a:xfrm>
                    <a:custGeom>
                      <a:avLst/>
                      <a:gdLst>
                        <a:gd name="connsiteX0" fmla="*/ 11730 w 834304"/>
                        <a:gd name="connsiteY0" fmla="*/ 0 h 298093"/>
                        <a:gd name="connsiteX1" fmla="*/ 834304 w 834304"/>
                        <a:gd name="connsiteY1" fmla="*/ 0 h 298093"/>
                        <a:gd name="connsiteX2" fmla="*/ 834083 w 834304"/>
                        <a:gd name="connsiteY2" fmla="*/ 102300 h 298093"/>
                        <a:gd name="connsiteX3" fmla="*/ 826362 w 834304"/>
                        <a:gd name="connsiteY3" fmla="*/ 239249 h 298093"/>
                        <a:gd name="connsiteX4" fmla="*/ 861 w 834304"/>
                        <a:gd name="connsiteY4" fmla="*/ 251949 h 298093"/>
                        <a:gd name="connsiteX5" fmla="*/ 6142 w 834304"/>
                        <a:gd name="connsiteY5" fmla="*/ 46357 h 298093"/>
                        <a:gd name="connsiteX6" fmla="*/ 11730 w 834304"/>
                        <a:gd name="connsiteY6" fmla="*/ 0 h 2980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34304" h="298093">
                          <a:moveTo>
                            <a:pt x="11730" y="0"/>
                          </a:moveTo>
                          <a:lnTo>
                            <a:pt x="834304" y="0"/>
                          </a:lnTo>
                          <a:lnTo>
                            <a:pt x="834083" y="102300"/>
                          </a:lnTo>
                          <a:cubicBezTo>
                            <a:pt x="832858" y="142584"/>
                            <a:pt x="830384" y="187851"/>
                            <a:pt x="826362" y="239249"/>
                          </a:cubicBezTo>
                          <a:cubicBezTo>
                            <a:pt x="521562" y="328149"/>
                            <a:pt x="229461" y="302749"/>
                            <a:pt x="861" y="251949"/>
                          </a:cubicBezTo>
                          <a:cubicBezTo>
                            <a:pt x="-1361" y="169216"/>
                            <a:pt x="836" y="102155"/>
                            <a:pt x="6142" y="46357"/>
                          </a:cubicBezTo>
                          <a:lnTo>
                            <a:pt x="1173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95" name="Group 194">
                    <a:extLst>
                      <a:ext uri="{FF2B5EF4-FFF2-40B4-BE49-F238E27FC236}">
                        <a16:creationId xmlns:a16="http://schemas.microsoft.com/office/drawing/2014/main" id="{1DBA6518-1434-2A6A-9392-13B3966CF422}"/>
                      </a:ext>
                    </a:extLst>
                  </p:cNvPr>
                  <p:cNvGrpSpPr/>
                  <p:nvPr/>
                </p:nvGrpSpPr>
                <p:grpSpPr>
                  <a:xfrm>
                    <a:off x="8582299" y="5899496"/>
                    <a:ext cx="497407" cy="803726"/>
                    <a:chOff x="3585703" y="4894951"/>
                    <a:chExt cx="903766" cy="1450435"/>
                  </a:xfrm>
                </p:grpSpPr>
                <p:sp>
                  <p:nvSpPr>
                    <p:cNvPr id="196" name="Freeform: Shape 195">
                      <a:extLst>
                        <a:ext uri="{FF2B5EF4-FFF2-40B4-BE49-F238E27FC236}">
                          <a16:creationId xmlns:a16="http://schemas.microsoft.com/office/drawing/2014/main" id="{17E846CD-B7AB-5288-ECA7-F6B06F087A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85703" y="4894951"/>
                      <a:ext cx="903766" cy="302494"/>
                    </a:xfrm>
                    <a:custGeom>
                      <a:avLst/>
                      <a:gdLst>
                        <a:gd name="connsiteX0" fmla="*/ 0 w 877203"/>
                        <a:gd name="connsiteY0" fmla="*/ 0 h 291944"/>
                        <a:gd name="connsiteX1" fmla="*/ 877203 w 877203"/>
                        <a:gd name="connsiteY1" fmla="*/ 64790 h 291944"/>
                        <a:gd name="connsiteX2" fmla="*/ 876876 w 877203"/>
                        <a:gd name="connsiteY2" fmla="*/ 66526 h 291944"/>
                        <a:gd name="connsiteX3" fmla="*/ 849740 w 877203"/>
                        <a:gd name="connsiteY3" fmla="*/ 216773 h 291944"/>
                        <a:gd name="connsiteX4" fmla="*/ 836826 w 877203"/>
                        <a:gd name="connsiteY4" fmla="*/ 291944 h 291944"/>
                        <a:gd name="connsiteX5" fmla="*/ 43200 w 877203"/>
                        <a:gd name="connsiteY5" fmla="*/ 233327 h 291944"/>
                        <a:gd name="connsiteX6" fmla="*/ 28178 w 877203"/>
                        <a:gd name="connsiteY6" fmla="*/ 148511 h 291944"/>
                        <a:gd name="connsiteX7" fmla="*/ 0 w 877203"/>
                        <a:gd name="connsiteY7" fmla="*/ 0 h 291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877203" h="291944">
                          <a:moveTo>
                            <a:pt x="0" y="0"/>
                          </a:moveTo>
                          <a:lnTo>
                            <a:pt x="877203" y="64790"/>
                          </a:lnTo>
                          <a:lnTo>
                            <a:pt x="876876" y="66526"/>
                          </a:lnTo>
                          <a:cubicBezTo>
                            <a:pt x="867182" y="119051"/>
                            <a:pt x="858149" y="169085"/>
                            <a:pt x="849740" y="216773"/>
                          </a:cubicBezTo>
                          <a:lnTo>
                            <a:pt x="836826" y="291944"/>
                          </a:lnTo>
                          <a:lnTo>
                            <a:pt x="43200" y="233327"/>
                          </a:lnTo>
                          <a:lnTo>
                            <a:pt x="28178" y="14851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7" name="Freeform: Shape 196">
                      <a:extLst>
                        <a:ext uri="{FF2B5EF4-FFF2-40B4-BE49-F238E27FC236}">
                          <a16:creationId xmlns:a16="http://schemas.microsoft.com/office/drawing/2014/main" id="{7E1ABE25-9FC2-3688-5C89-5CBC3193BC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283" y="5349135"/>
                      <a:ext cx="748822" cy="229512"/>
                    </a:xfrm>
                    <a:custGeom>
                      <a:avLst/>
                      <a:gdLst>
                        <a:gd name="connsiteX0" fmla="*/ 0 w 750968"/>
                        <a:gd name="connsiteY0" fmla="*/ 0 h 229512"/>
                        <a:gd name="connsiteX1" fmla="*/ 750968 w 750968"/>
                        <a:gd name="connsiteY1" fmla="*/ 0 h 229512"/>
                        <a:gd name="connsiteX2" fmla="*/ 736978 w 750968"/>
                        <a:gd name="connsiteY2" fmla="*/ 86545 h 229512"/>
                        <a:gd name="connsiteX3" fmla="*/ 720399 w 750968"/>
                        <a:gd name="connsiteY3" fmla="*/ 197127 h 229512"/>
                        <a:gd name="connsiteX4" fmla="*/ 715983 w 750968"/>
                        <a:gd name="connsiteY4" fmla="*/ 229512 h 229512"/>
                        <a:gd name="connsiteX5" fmla="*/ 32818 w 750968"/>
                        <a:gd name="connsiteY5" fmla="*/ 229512 h 229512"/>
                        <a:gd name="connsiteX6" fmla="*/ 24676 w 750968"/>
                        <a:gd name="connsiteY6" fmla="*/ 164584 h 229512"/>
                        <a:gd name="connsiteX7" fmla="*/ 7118 w 750968"/>
                        <a:gd name="connsiteY7" fmla="*/ 43814 h 229512"/>
                        <a:gd name="connsiteX8" fmla="*/ 0 w 750968"/>
                        <a:gd name="connsiteY8" fmla="*/ 0 h 2295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50968" h="229512">
                          <a:moveTo>
                            <a:pt x="0" y="0"/>
                          </a:moveTo>
                          <a:lnTo>
                            <a:pt x="750968" y="0"/>
                          </a:lnTo>
                          <a:lnTo>
                            <a:pt x="736978" y="86545"/>
                          </a:lnTo>
                          <a:cubicBezTo>
                            <a:pt x="730915" y="125418"/>
                            <a:pt x="725401" y="162231"/>
                            <a:pt x="720399" y="197127"/>
                          </a:cubicBezTo>
                          <a:lnTo>
                            <a:pt x="715983" y="229512"/>
                          </a:lnTo>
                          <a:lnTo>
                            <a:pt x="32818" y="229512"/>
                          </a:lnTo>
                          <a:lnTo>
                            <a:pt x="24676" y="164584"/>
                          </a:lnTo>
                          <a:cubicBezTo>
                            <a:pt x="19515" y="126558"/>
                            <a:pt x="13679" y="86356"/>
                            <a:pt x="7118" y="43814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8" name="Freeform: Shape 197">
                      <a:extLst>
                        <a:ext uri="{FF2B5EF4-FFF2-40B4-BE49-F238E27FC236}">
                          <a16:creationId xmlns:a16="http://schemas.microsoft.com/office/drawing/2014/main" id="{1DF62373-AB48-F5D6-CCE5-0E7B01E48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06305" y="5706875"/>
                      <a:ext cx="643637" cy="160428"/>
                    </a:xfrm>
                    <a:custGeom>
                      <a:avLst/>
                      <a:gdLst>
                        <a:gd name="connsiteX0" fmla="*/ 0 w 667444"/>
                        <a:gd name="connsiteY0" fmla="*/ 0 h 132229"/>
                        <a:gd name="connsiteX1" fmla="*/ 667444 w 667444"/>
                        <a:gd name="connsiteY1" fmla="*/ 0 h 132229"/>
                        <a:gd name="connsiteX2" fmla="*/ 666772 w 667444"/>
                        <a:gd name="connsiteY2" fmla="*/ 4928 h 132229"/>
                        <a:gd name="connsiteX3" fmla="*/ 656108 w 667444"/>
                        <a:gd name="connsiteY3" fmla="*/ 93378 h 132229"/>
                        <a:gd name="connsiteX4" fmla="*/ 652135 w 667444"/>
                        <a:gd name="connsiteY4" fmla="*/ 132229 h 132229"/>
                        <a:gd name="connsiteX5" fmla="*/ 11938 w 667444"/>
                        <a:gd name="connsiteY5" fmla="*/ 132229 h 132229"/>
                        <a:gd name="connsiteX6" fmla="*/ 7810 w 667444"/>
                        <a:gd name="connsiteY6" fmla="*/ 76638 h 132229"/>
                        <a:gd name="connsiteX7" fmla="*/ 0 w 667444"/>
                        <a:gd name="connsiteY7" fmla="*/ 0 h 132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667444" h="132229">
                          <a:moveTo>
                            <a:pt x="0" y="0"/>
                          </a:moveTo>
                          <a:lnTo>
                            <a:pt x="667444" y="0"/>
                          </a:lnTo>
                          <a:lnTo>
                            <a:pt x="666772" y="4928"/>
                          </a:lnTo>
                          <a:cubicBezTo>
                            <a:pt x="662756" y="36136"/>
                            <a:pt x="659213" y="65571"/>
                            <a:pt x="656108" y="93378"/>
                          </a:cubicBezTo>
                          <a:lnTo>
                            <a:pt x="652135" y="132229"/>
                          </a:lnTo>
                          <a:lnTo>
                            <a:pt x="11938" y="132229"/>
                          </a:lnTo>
                          <a:lnTo>
                            <a:pt x="7810" y="7663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9" name="Freeform: Shape 198">
                      <a:extLst>
                        <a:ext uri="{FF2B5EF4-FFF2-40B4-BE49-F238E27FC236}">
                          <a16:creationId xmlns:a16="http://schemas.microsoft.com/office/drawing/2014/main" id="{7D4887B1-91F2-FCC6-2FBC-F2005BFBF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0777" y="5986860"/>
                      <a:ext cx="659164" cy="132229"/>
                    </a:xfrm>
                    <a:custGeom>
                      <a:avLst/>
                      <a:gdLst>
                        <a:gd name="connsiteX0" fmla="*/ 21921 w 651591"/>
                        <a:gd name="connsiteY0" fmla="*/ 0 h 132229"/>
                        <a:gd name="connsiteX1" fmla="*/ 645255 w 651591"/>
                        <a:gd name="connsiteY1" fmla="*/ 0 h 132229"/>
                        <a:gd name="connsiteX2" fmla="*/ 646998 w 651591"/>
                        <a:gd name="connsiteY2" fmla="*/ 84400 h 132229"/>
                        <a:gd name="connsiteX3" fmla="*/ 651591 w 651591"/>
                        <a:gd name="connsiteY3" fmla="*/ 132229 h 132229"/>
                        <a:gd name="connsiteX4" fmla="*/ 0 w 651591"/>
                        <a:gd name="connsiteY4" fmla="*/ 132229 h 132229"/>
                        <a:gd name="connsiteX5" fmla="*/ 11362 w 651591"/>
                        <a:gd name="connsiteY5" fmla="*/ 86940 h 132229"/>
                        <a:gd name="connsiteX6" fmla="*/ 21921 w 651591"/>
                        <a:gd name="connsiteY6" fmla="*/ 0 h 132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51591" h="132229">
                          <a:moveTo>
                            <a:pt x="21921" y="0"/>
                          </a:moveTo>
                          <a:lnTo>
                            <a:pt x="645255" y="0"/>
                          </a:lnTo>
                          <a:lnTo>
                            <a:pt x="646998" y="84400"/>
                          </a:lnTo>
                          <a:lnTo>
                            <a:pt x="651591" y="132229"/>
                          </a:lnTo>
                          <a:lnTo>
                            <a:pt x="0" y="132229"/>
                          </a:lnTo>
                          <a:lnTo>
                            <a:pt x="11362" y="86940"/>
                          </a:lnTo>
                          <a:lnTo>
                            <a:pt x="21921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0" name="Freeform: Shape 199">
                      <a:extLst>
                        <a:ext uri="{FF2B5EF4-FFF2-40B4-BE49-F238E27FC236}">
                          <a16:creationId xmlns:a16="http://schemas.microsoft.com/office/drawing/2014/main" id="{76F57DF2-10A5-45BA-B779-8DB8B1A87E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85703" y="6213157"/>
                      <a:ext cx="795601" cy="132229"/>
                    </a:xfrm>
                    <a:custGeom>
                      <a:avLst/>
                      <a:gdLst>
                        <a:gd name="connsiteX0" fmla="*/ 56641 w 753157"/>
                        <a:gd name="connsiteY0" fmla="*/ 0 h 132229"/>
                        <a:gd name="connsiteX1" fmla="*/ 727724 w 753157"/>
                        <a:gd name="connsiteY1" fmla="*/ 0 h 132229"/>
                        <a:gd name="connsiteX2" fmla="*/ 734543 w 753157"/>
                        <a:gd name="connsiteY2" fmla="*/ 40581 h 132229"/>
                        <a:gd name="connsiteX3" fmla="*/ 746300 w 753157"/>
                        <a:gd name="connsiteY3" fmla="*/ 97051 h 132229"/>
                        <a:gd name="connsiteX4" fmla="*/ 753157 w 753157"/>
                        <a:gd name="connsiteY4" fmla="*/ 132229 h 132229"/>
                        <a:gd name="connsiteX5" fmla="*/ 0 w 753157"/>
                        <a:gd name="connsiteY5" fmla="*/ 132229 h 132229"/>
                        <a:gd name="connsiteX6" fmla="*/ 15633 w 753157"/>
                        <a:gd name="connsiteY6" fmla="*/ 96369 h 132229"/>
                        <a:gd name="connsiteX7" fmla="*/ 40636 w 753157"/>
                        <a:gd name="connsiteY7" fmla="*/ 41910 h 132229"/>
                        <a:gd name="connsiteX8" fmla="*/ 56641 w 753157"/>
                        <a:gd name="connsiteY8" fmla="*/ 0 h 1322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53157" h="132229">
                          <a:moveTo>
                            <a:pt x="56641" y="0"/>
                          </a:moveTo>
                          <a:lnTo>
                            <a:pt x="727724" y="0"/>
                          </a:lnTo>
                          <a:lnTo>
                            <a:pt x="734543" y="40581"/>
                          </a:lnTo>
                          <a:cubicBezTo>
                            <a:pt x="738312" y="59788"/>
                            <a:pt x="742331" y="78228"/>
                            <a:pt x="746300" y="97051"/>
                          </a:cubicBezTo>
                          <a:lnTo>
                            <a:pt x="753157" y="132229"/>
                          </a:lnTo>
                          <a:lnTo>
                            <a:pt x="0" y="132229"/>
                          </a:lnTo>
                          <a:lnTo>
                            <a:pt x="15633" y="96369"/>
                          </a:lnTo>
                          <a:cubicBezTo>
                            <a:pt x="24076" y="78217"/>
                            <a:pt x="32540" y="60499"/>
                            <a:pt x="40636" y="41910"/>
                          </a:cubicBezTo>
                          <a:lnTo>
                            <a:pt x="56641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285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93" name="Rectangle 10">
                  <a:extLst>
                    <a:ext uri="{FF2B5EF4-FFF2-40B4-BE49-F238E27FC236}">
                      <a16:creationId xmlns:a16="http://schemas.microsoft.com/office/drawing/2014/main" id="{BD23A18B-D31F-63EA-0BE4-2F115A249C62}"/>
                    </a:ext>
                  </a:extLst>
                </p:cNvPr>
                <p:cNvSpPr/>
                <p:nvPr/>
              </p:nvSpPr>
              <p:spPr>
                <a:xfrm rot="15891605" flipH="1">
                  <a:off x="7607480" y="5043946"/>
                  <a:ext cx="405531" cy="896667"/>
                </a:xfrm>
                <a:custGeom>
                  <a:avLst/>
                  <a:gdLst>
                    <a:gd name="connsiteX0" fmla="*/ 0 w 581025"/>
                    <a:gd name="connsiteY0" fmla="*/ 0 h 750986"/>
                    <a:gd name="connsiteX1" fmla="*/ 581025 w 581025"/>
                    <a:gd name="connsiteY1" fmla="*/ 0 h 750986"/>
                    <a:gd name="connsiteX2" fmla="*/ 581025 w 581025"/>
                    <a:gd name="connsiteY2" fmla="*/ 750986 h 750986"/>
                    <a:gd name="connsiteX3" fmla="*/ 0 w 581025"/>
                    <a:gd name="connsiteY3" fmla="*/ 750986 h 750986"/>
                    <a:gd name="connsiteX4" fmla="*/ 0 w 581025"/>
                    <a:gd name="connsiteY4" fmla="*/ 0 h 750986"/>
                    <a:gd name="connsiteX0" fmla="*/ 67633 w 581025"/>
                    <a:gd name="connsiteY0" fmla="*/ 0 h 1882602"/>
                    <a:gd name="connsiteX1" fmla="*/ 581025 w 581025"/>
                    <a:gd name="connsiteY1" fmla="*/ 1131616 h 1882602"/>
                    <a:gd name="connsiteX2" fmla="*/ 581025 w 581025"/>
                    <a:gd name="connsiteY2" fmla="*/ 1882602 h 1882602"/>
                    <a:gd name="connsiteX3" fmla="*/ 0 w 581025"/>
                    <a:gd name="connsiteY3" fmla="*/ 1882602 h 1882602"/>
                    <a:gd name="connsiteX4" fmla="*/ 67633 w 581025"/>
                    <a:gd name="connsiteY4" fmla="*/ 0 h 1882602"/>
                    <a:gd name="connsiteX0" fmla="*/ 67633 w 581025"/>
                    <a:gd name="connsiteY0" fmla="*/ 0 h 1882602"/>
                    <a:gd name="connsiteX1" fmla="*/ 581025 w 581025"/>
                    <a:gd name="connsiteY1" fmla="*/ 1882602 h 1882602"/>
                    <a:gd name="connsiteX2" fmla="*/ 0 w 581025"/>
                    <a:gd name="connsiteY2" fmla="*/ 1882602 h 1882602"/>
                    <a:gd name="connsiteX3" fmla="*/ 67633 w 581025"/>
                    <a:gd name="connsiteY3" fmla="*/ 0 h 1882602"/>
                    <a:gd name="connsiteX0" fmla="*/ 67633 w 749923"/>
                    <a:gd name="connsiteY0" fmla="*/ 0 h 1882602"/>
                    <a:gd name="connsiteX1" fmla="*/ 581025 w 749923"/>
                    <a:gd name="connsiteY1" fmla="*/ 1882602 h 1882602"/>
                    <a:gd name="connsiteX2" fmla="*/ 0 w 749923"/>
                    <a:gd name="connsiteY2" fmla="*/ 1882602 h 1882602"/>
                    <a:gd name="connsiteX3" fmla="*/ 67633 w 749923"/>
                    <a:gd name="connsiteY3" fmla="*/ 0 h 1882602"/>
                    <a:gd name="connsiteX0" fmla="*/ 67633 w 932596"/>
                    <a:gd name="connsiteY0" fmla="*/ 0 h 1882602"/>
                    <a:gd name="connsiteX1" fmla="*/ 581025 w 932596"/>
                    <a:gd name="connsiteY1" fmla="*/ 1882602 h 1882602"/>
                    <a:gd name="connsiteX2" fmla="*/ 0 w 932596"/>
                    <a:gd name="connsiteY2" fmla="*/ 1882602 h 1882602"/>
                    <a:gd name="connsiteX3" fmla="*/ 67633 w 932596"/>
                    <a:gd name="connsiteY3" fmla="*/ 0 h 1882602"/>
                    <a:gd name="connsiteX0" fmla="*/ 291522 w 1156485"/>
                    <a:gd name="connsiteY0" fmla="*/ 0 h 1882602"/>
                    <a:gd name="connsiteX1" fmla="*/ 804914 w 1156485"/>
                    <a:gd name="connsiteY1" fmla="*/ 1882602 h 1882602"/>
                    <a:gd name="connsiteX2" fmla="*/ 223889 w 1156485"/>
                    <a:gd name="connsiteY2" fmla="*/ 1882602 h 1882602"/>
                    <a:gd name="connsiteX3" fmla="*/ 291522 w 1156485"/>
                    <a:gd name="connsiteY3" fmla="*/ 0 h 1882602"/>
                    <a:gd name="connsiteX0" fmla="*/ 462742 w 1327705"/>
                    <a:gd name="connsiteY0" fmla="*/ 0 h 1882602"/>
                    <a:gd name="connsiteX1" fmla="*/ 976134 w 1327705"/>
                    <a:gd name="connsiteY1" fmla="*/ 1882602 h 1882602"/>
                    <a:gd name="connsiteX2" fmla="*/ 395109 w 1327705"/>
                    <a:gd name="connsiteY2" fmla="*/ 1882602 h 1882602"/>
                    <a:gd name="connsiteX3" fmla="*/ 462742 w 1327705"/>
                    <a:gd name="connsiteY3" fmla="*/ 0 h 1882602"/>
                    <a:gd name="connsiteX0" fmla="*/ 533541 w 1398504"/>
                    <a:gd name="connsiteY0" fmla="*/ 0 h 1882602"/>
                    <a:gd name="connsiteX1" fmla="*/ 1046933 w 1398504"/>
                    <a:gd name="connsiteY1" fmla="*/ 1882602 h 1882602"/>
                    <a:gd name="connsiteX2" fmla="*/ 337338 w 1398504"/>
                    <a:gd name="connsiteY2" fmla="*/ 1824511 h 1882602"/>
                    <a:gd name="connsiteX3" fmla="*/ 533541 w 1398504"/>
                    <a:gd name="connsiteY3" fmla="*/ 0 h 1882602"/>
                    <a:gd name="connsiteX0" fmla="*/ 533541 w 1352892"/>
                    <a:gd name="connsiteY0" fmla="*/ 0 h 1882602"/>
                    <a:gd name="connsiteX1" fmla="*/ 1046933 w 1352892"/>
                    <a:gd name="connsiteY1" fmla="*/ 1882602 h 1882602"/>
                    <a:gd name="connsiteX2" fmla="*/ 337338 w 1352892"/>
                    <a:gd name="connsiteY2" fmla="*/ 1824511 h 1882602"/>
                    <a:gd name="connsiteX3" fmla="*/ 533541 w 1352892"/>
                    <a:gd name="connsiteY3" fmla="*/ 0 h 1882602"/>
                    <a:gd name="connsiteX0" fmla="*/ 550064 w 1354202"/>
                    <a:gd name="connsiteY0" fmla="*/ 0 h 1893260"/>
                    <a:gd name="connsiteX1" fmla="*/ 1035956 w 1354202"/>
                    <a:gd name="connsiteY1" fmla="*/ 1893260 h 1893260"/>
                    <a:gd name="connsiteX2" fmla="*/ 326361 w 1354202"/>
                    <a:gd name="connsiteY2" fmla="*/ 1835169 h 1893260"/>
                    <a:gd name="connsiteX3" fmla="*/ 550064 w 1354202"/>
                    <a:gd name="connsiteY3" fmla="*/ 0 h 1893260"/>
                    <a:gd name="connsiteX0" fmla="*/ 522202 w 1326340"/>
                    <a:gd name="connsiteY0" fmla="*/ 0 h 1893260"/>
                    <a:gd name="connsiteX1" fmla="*/ 1008094 w 1326340"/>
                    <a:gd name="connsiteY1" fmla="*/ 1893260 h 1893260"/>
                    <a:gd name="connsiteX2" fmla="*/ 298499 w 1326340"/>
                    <a:gd name="connsiteY2" fmla="*/ 1835169 h 1893260"/>
                    <a:gd name="connsiteX3" fmla="*/ 522202 w 1326340"/>
                    <a:gd name="connsiteY3" fmla="*/ 0 h 1893260"/>
                    <a:gd name="connsiteX0" fmla="*/ 522200 w 1369954"/>
                    <a:gd name="connsiteY0" fmla="*/ 0 h 1893260"/>
                    <a:gd name="connsiteX1" fmla="*/ 1008092 w 1369954"/>
                    <a:gd name="connsiteY1" fmla="*/ 1893260 h 1893260"/>
                    <a:gd name="connsiteX2" fmla="*/ 298497 w 1369954"/>
                    <a:gd name="connsiteY2" fmla="*/ 1835169 h 1893260"/>
                    <a:gd name="connsiteX3" fmla="*/ 522200 w 1369954"/>
                    <a:gd name="connsiteY3" fmla="*/ 0 h 1893260"/>
                    <a:gd name="connsiteX0" fmla="*/ 522200 w 1369952"/>
                    <a:gd name="connsiteY0" fmla="*/ 0 h 1934412"/>
                    <a:gd name="connsiteX1" fmla="*/ 1008092 w 1369952"/>
                    <a:gd name="connsiteY1" fmla="*/ 1893260 h 1934412"/>
                    <a:gd name="connsiteX2" fmla="*/ 298497 w 1369952"/>
                    <a:gd name="connsiteY2" fmla="*/ 1835169 h 1934412"/>
                    <a:gd name="connsiteX3" fmla="*/ 522200 w 1369952"/>
                    <a:gd name="connsiteY3" fmla="*/ 0 h 1934412"/>
                    <a:gd name="connsiteX0" fmla="*/ 522200 w 1369954"/>
                    <a:gd name="connsiteY0" fmla="*/ 0 h 1954923"/>
                    <a:gd name="connsiteX1" fmla="*/ 1008092 w 1369954"/>
                    <a:gd name="connsiteY1" fmla="*/ 1893260 h 1954923"/>
                    <a:gd name="connsiteX2" fmla="*/ 298497 w 1369954"/>
                    <a:gd name="connsiteY2" fmla="*/ 1835169 h 1954923"/>
                    <a:gd name="connsiteX3" fmla="*/ 522200 w 1369954"/>
                    <a:gd name="connsiteY3" fmla="*/ 0 h 1954923"/>
                    <a:gd name="connsiteX0" fmla="*/ 522200 w 1369952"/>
                    <a:gd name="connsiteY0" fmla="*/ 0 h 1947279"/>
                    <a:gd name="connsiteX1" fmla="*/ 1008092 w 1369952"/>
                    <a:gd name="connsiteY1" fmla="*/ 1893260 h 1947279"/>
                    <a:gd name="connsiteX2" fmla="*/ 298497 w 1369952"/>
                    <a:gd name="connsiteY2" fmla="*/ 1835169 h 1947279"/>
                    <a:gd name="connsiteX3" fmla="*/ 522200 w 1369952"/>
                    <a:gd name="connsiteY3" fmla="*/ 0 h 19472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9952" h="1947279">
                      <a:moveTo>
                        <a:pt x="522200" y="0"/>
                      </a:moveTo>
                      <a:cubicBezTo>
                        <a:pt x="1665006" y="337286"/>
                        <a:pt x="1465058" y="1522596"/>
                        <a:pt x="1008092" y="1893260"/>
                      </a:cubicBezTo>
                      <a:cubicBezTo>
                        <a:pt x="820723" y="2005556"/>
                        <a:pt x="415743" y="1921231"/>
                        <a:pt x="298497" y="1835169"/>
                      </a:cubicBezTo>
                      <a:cubicBezTo>
                        <a:pt x="-218857" y="1620972"/>
                        <a:pt x="-11625" y="447830"/>
                        <a:pt x="522200" y="0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DDB24D20-5059-260D-D1AE-7A531D04C0F9}"/>
                  </a:ext>
                </a:extLst>
              </p:cNvPr>
              <p:cNvSpPr/>
              <p:nvPr/>
            </p:nvSpPr>
            <p:spPr>
              <a:xfrm rot="2657808">
                <a:off x="9145625" y="6237502"/>
                <a:ext cx="631511" cy="767500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58D16656-2B89-366F-5AFA-09F2981C3865}"/>
                  </a:ext>
                </a:extLst>
              </p:cNvPr>
              <p:cNvSpPr/>
              <p:nvPr/>
            </p:nvSpPr>
            <p:spPr>
              <a:xfrm rot="19243741">
                <a:off x="6849799" y="6181421"/>
                <a:ext cx="631511" cy="767500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B32DE346-9DA2-CB77-E895-A7F3780CC5B0}"/>
                  </a:ext>
                </a:extLst>
              </p:cNvPr>
              <p:cNvSpPr/>
              <p:nvPr/>
            </p:nvSpPr>
            <p:spPr>
              <a:xfrm rot="4461681">
                <a:off x="8692502" y="4615647"/>
                <a:ext cx="229769" cy="696645"/>
              </a:xfrm>
              <a:custGeom>
                <a:avLst/>
                <a:gdLst>
                  <a:gd name="connsiteX0" fmla="*/ 133591 w 229769"/>
                  <a:gd name="connsiteY0" fmla="*/ 0 h 696645"/>
                  <a:gd name="connsiteX1" fmla="*/ 229524 w 229769"/>
                  <a:gd name="connsiteY1" fmla="*/ 656994 h 696645"/>
                  <a:gd name="connsiteX2" fmla="*/ 210073 w 229769"/>
                  <a:gd name="connsiteY2" fmla="*/ 683097 h 696645"/>
                  <a:gd name="connsiteX3" fmla="*/ 118964 w 229769"/>
                  <a:gd name="connsiteY3" fmla="*/ 696401 h 696645"/>
                  <a:gd name="connsiteX4" fmla="*/ 92860 w 229769"/>
                  <a:gd name="connsiteY4" fmla="*/ 676949 h 696645"/>
                  <a:gd name="connsiteX5" fmla="*/ 0 w 229769"/>
                  <a:gd name="connsiteY5" fmla="*/ 40999 h 696645"/>
                  <a:gd name="connsiteX6" fmla="*/ 509 w 229769"/>
                  <a:gd name="connsiteY6" fmla="*/ 40786 h 696645"/>
                  <a:gd name="connsiteX7" fmla="*/ 100620 w 229769"/>
                  <a:gd name="connsiteY7" fmla="*/ 8360 h 696645"/>
                  <a:gd name="connsiteX8" fmla="*/ 133591 w 229769"/>
                  <a:gd name="connsiteY8" fmla="*/ 0 h 696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769" h="696645">
                    <a:moveTo>
                      <a:pt x="133591" y="0"/>
                    </a:moveTo>
                    <a:lnTo>
                      <a:pt x="229524" y="656994"/>
                    </a:lnTo>
                    <a:cubicBezTo>
                      <a:pt x="231361" y="669573"/>
                      <a:pt x="222652" y="681260"/>
                      <a:pt x="210073" y="683097"/>
                    </a:cubicBezTo>
                    <a:lnTo>
                      <a:pt x="118964" y="696401"/>
                    </a:lnTo>
                    <a:cubicBezTo>
                      <a:pt x="106384" y="698237"/>
                      <a:pt x="94697" y="689529"/>
                      <a:pt x="92860" y="676949"/>
                    </a:cubicBezTo>
                    <a:lnTo>
                      <a:pt x="0" y="40999"/>
                    </a:lnTo>
                    <a:lnTo>
                      <a:pt x="509" y="40786"/>
                    </a:lnTo>
                    <a:cubicBezTo>
                      <a:pt x="33581" y="28979"/>
                      <a:pt x="67012" y="18106"/>
                      <a:pt x="100620" y="8360"/>
                    </a:cubicBezTo>
                    <a:lnTo>
                      <a:pt x="133591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3F805099-F857-301B-6342-4AC6C51FAB16}"/>
                  </a:ext>
                </a:extLst>
              </p:cNvPr>
              <p:cNvSpPr/>
              <p:nvPr/>
            </p:nvSpPr>
            <p:spPr>
              <a:xfrm rot="4843698">
                <a:off x="8852496" y="4901347"/>
                <a:ext cx="229769" cy="696645"/>
              </a:xfrm>
              <a:custGeom>
                <a:avLst/>
                <a:gdLst>
                  <a:gd name="connsiteX0" fmla="*/ 133591 w 229769"/>
                  <a:gd name="connsiteY0" fmla="*/ 0 h 696645"/>
                  <a:gd name="connsiteX1" fmla="*/ 229524 w 229769"/>
                  <a:gd name="connsiteY1" fmla="*/ 656994 h 696645"/>
                  <a:gd name="connsiteX2" fmla="*/ 210073 w 229769"/>
                  <a:gd name="connsiteY2" fmla="*/ 683097 h 696645"/>
                  <a:gd name="connsiteX3" fmla="*/ 118964 w 229769"/>
                  <a:gd name="connsiteY3" fmla="*/ 696401 h 696645"/>
                  <a:gd name="connsiteX4" fmla="*/ 92860 w 229769"/>
                  <a:gd name="connsiteY4" fmla="*/ 676949 h 696645"/>
                  <a:gd name="connsiteX5" fmla="*/ 0 w 229769"/>
                  <a:gd name="connsiteY5" fmla="*/ 40999 h 696645"/>
                  <a:gd name="connsiteX6" fmla="*/ 509 w 229769"/>
                  <a:gd name="connsiteY6" fmla="*/ 40786 h 696645"/>
                  <a:gd name="connsiteX7" fmla="*/ 100620 w 229769"/>
                  <a:gd name="connsiteY7" fmla="*/ 8360 h 696645"/>
                  <a:gd name="connsiteX8" fmla="*/ 133591 w 229769"/>
                  <a:gd name="connsiteY8" fmla="*/ 0 h 696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769" h="696645">
                    <a:moveTo>
                      <a:pt x="133591" y="0"/>
                    </a:moveTo>
                    <a:lnTo>
                      <a:pt x="229524" y="656994"/>
                    </a:lnTo>
                    <a:cubicBezTo>
                      <a:pt x="231361" y="669573"/>
                      <a:pt x="222652" y="681260"/>
                      <a:pt x="210073" y="683097"/>
                    </a:cubicBezTo>
                    <a:lnTo>
                      <a:pt x="118964" y="696401"/>
                    </a:lnTo>
                    <a:cubicBezTo>
                      <a:pt x="106384" y="698237"/>
                      <a:pt x="94697" y="689529"/>
                      <a:pt x="92860" y="676949"/>
                    </a:cubicBezTo>
                    <a:lnTo>
                      <a:pt x="0" y="40999"/>
                    </a:lnTo>
                    <a:lnTo>
                      <a:pt x="509" y="40786"/>
                    </a:lnTo>
                    <a:cubicBezTo>
                      <a:pt x="33581" y="28979"/>
                      <a:pt x="67012" y="18106"/>
                      <a:pt x="100620" y="8360"/>
                    </a:cubicBezTo>
                    <a:lnTo>
                      <a:pt x="133591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C245483-4814-DD1D-7A39-F0C26998B59A}"/>
                  </a:ext>
                </a:extLst>
              </p:cNvPr>
              <p:cNvSpPr/>
              <p:nvPr/>
            </p:nvSpPr>
            <p:spPr>
              <a:xfrm rot="16871502" flipH="1">
                <a:off x="7535453" y="4640986"/>
                <a:ext cx="229769" cy="696645"/>
              </a:xfrm>
              <a:custGeom>
                <a:avLst/>
                <a:gdLst>
                  <a:gd name="connsiteX0" fmla="*/ 133591 w 229769"/>
                  <a:gd name="connsiteY0" fmla="*/ 0 h 696645"/>
                  <a:gd name="connsiteX1" fmla="*/ 229524 w 229769"/>
                  <a:gd name="connsiteY1" fmla="*/ 656994 h 696645"/>
                  <a:gd name="connsiteX2" fmla="*/ 210073 w 229769"/>
                  <a:gd name="connsiteY2" fmla="*/ 683097 h 696645"/>
                  <a:gd name="connsiteX3" fmla="*/ 118964 w 229769"/>
                  <a:gd name="connsiteY3" fmla="*/ 696401 h 696645"/>
                  <a:gd name="connsiteX4" fmla="*/ 92860 w 229769"/>
                  <a:gd name="connsiteY4" fmla="*/ 676949 h 696645"/>
                  <a:gd name="connsiteX5" fmla="*/ 0 w 229769"/>
                  <a:gd name="connsiteY5" fmla="*/ 40999 h 696645"/>
                  <a:gd name="connsiteX6" fmla="*/ 509 w 229769"/>
                  <a:gd name="connsiteY6" fmla="*/ 40786 h 696645"/>
                  <a:gd name="connsiteX7" fmla="*/ 100620 w 229769"/>
                  <a:gd name="connsiteY7" fmla="*/ 8360 h 696645"/>
                  <a:gd name="connsiteX8" fmla="*/ 133591 w 229769"/>
                  <a:gd name="connsiteY8" fmla="*/ 0 h 696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769" h="696645">
                    <a:moveTo>
                      <a:pt x="133591" y="0"/>
                    </a:moveTo>
                    <a:lnTo>
                      <a:pt x="229524" y="656994"/>
                    </a:lnTo>
                    <a:cubicBezTo>
                      <a:pt x="231361" y="669573"/>
                      <a:pt x="222652" y="681260"/>
                      <a:pt x="210073" y="683097"/>
                    </a:cubicBezTo>
                    <a:lnTo>
                      <a:pt x="118964" y="696401"/>
                    </a:lnTo>
                    <a:cubicBezTo>
                      <a:pt x="106384" y="698237"/>
                      <a:pt x="94697" y="689529"/>
                      <a:pt x="92860" y="676949"/>
                    </a:cubicBezTo>
                    <a:lnTo>
                      <a:pt x="0" y="40999"/>
                    </a:lnTo>
                    <a:lnTo>
                      <a:pt x="509" y="40786"/>
                    </a:lnTo>
                    <a:cubicBezTo>
                      <a:pt x="33581" y="28979"/>
                      <a:pt x="67012" y="18106"/>
                      <a:pt x="100620" y="8360"/>
                    </a:cubicBezTo>
                    <a:lnTo>
                      <a:pt x="133591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710A4849-40DE-0842-7F96-A74BD8BFD8E2}"/>
                  </a:ext>
                </a:extLst>
              </p:cNvPr>
              <p:cNvSpPr/>
              <p:nvPr/>
            </p:nvSpPr>
            <p:spPr>
              <a:xfrm rot="16871502" flipH="1">
                <a:off x="7388204" y="4929244"/>
                <a:ext cx="229769" cy="696645"/>
              </a:xfrm>
              <a:custGeom>
                <a:avLst/>
                <a:gdLst>
                  <a:gd name="connsiteX0" fmla="*/ 133591 w 229769"/>
                  <a:gd name="connsiteY0" fmla="*/ 0 h 696645"/>
                  <a:gd name="connsiteX1" fmla="*/ 229524 w 229769"/>
                  <a:gd name="connsiteY1" fmla="*/ 656994 h 696645"/>
                  <a:gd name="connsiteX2" fmla="*/ 210073 w 229769"/>
                  <a:gd name="connsiteY2" fmla="*/ 683097 h 696645"/>
                  <a:gd name="connsiteX3" fmla="*/ 118964 w 229769"/>
                  <a:gd name="connsiteY3" fmla="*/ 696401 h 696645"/>
                  <a:gd name="connsiteX4" fmla="*/ 92860 w 229769"/>
                  <a:gd name="connsiteY4" fmla="*/ 676949 h 696645"/>
                  <a:gd name="connsiteX5" fmla="*/ 0 w 229769"/>
                  <a:gd name="connsiteY5" fmla="*/ 40999 h 696645"/>
                  <a:gd name="connsiteX6" fmla="*/ 509 w 229769"/>
                  <a:gd name="connsiteY6" fmla="*/ 40786 h 696645"/>
                  <a:gd name="connsiteX7" fmla="*/ 100620 w 229769"/>
                  <a:gd name="connsiteY7" fmla="*/ 8360 h 696645"/>
                  <a:gd name="connsiteX8" fmla="*/ 133591 w 229769"/>
                  <a:gd name="connsiteY8" fmla="*/ 0 h 696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769" h="696645">
                    <a:moveTo>
                      <a:pt x="133591" y="0"/>
                    </a:moveTo>
                    <a:lnTo>
                      <a:pt x="229524" y="656994"/>
                    </a:lnTo>
                    <a:cubicBezTo>
                      <a:pt x="231361" y="669573"/>
                      <a:pt x="222652" y="681260"/>
                      <a:pt x="210073" y="683097"/>
                    </a:cubicBezTo>
                    <a:lnTo>
                      <a:pt x="118964" y="696401"/>
                    </a:lnTo>
                    <a:cubicBezTo>
                      <a:pt x="106384" y="698237"/>
                      <a:pt x="94697" y="689529"/>
                      <a:pt x="92860" y="676949"/>
                    </a:cubicBezTo>
                    <a:lnTo>
                      <a:pt x="0" y="40999"/>
                    </a:lnTo>
                    <a:lnTo>
                      <a:pt x="509" y="40786"/>
                    </a:lnTo>
                    <a:cubicBezTo>
                      <a:pt x="33581" y="28979"/>
                      <a:pt x="67012" y="18106"/>
                      <a:pt x="100620" y="8360"/>
                    </a:cubicBezTo>
                    <a:lnTo>
                      <a:pt x="133591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0EA150CB-9ACB-C878-79F4-7C0BF4EA09A8}"/>
                  </a:ext>
                </a:extLst>
              </p:cNvPr>
              <p:cNvGrpSpPr/>
              <p:nvPr/>
            </p:nvGrpSpPr>
            <p:grpSpPr>
              <a:xfrm>
                <a:off x="8442217" y="2531946"/>
                <a:ext cx="733425" cy="904875"/>
                <a:chOff x="3136396" y="2568204"/>
                <a:chExt cx="733425" cy="904875"/>
              </a:xfrm>
            </p:grpSpPr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15FC10AB-5BBE-FFD8-29EE-3F91DE10AB13}"/>
                    </a:ext>
                  </a:extLst>
                </p:cNvPr>
                <p:cNvSpPr/>
                <p:nvPr/>
              </p:nvSpPr>
              <p:spPr>
                <a:xfrm rot="21237501">
                  <a:off x="3136396" y="2568204"/>
                  <a:ext cx="733425" cy="904875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BA179A3E-25D9-EB9D-B98E-94B8C0B53C48}"/>
                    </a:ext>
                  </a:extLst>
                </p:cNvPr>
                <p:cNvGrpSpPr/>
                <p:nvPr/>
              </p:nvGrpSpPr>
              <p:grpSpPr>
                <a:xfrm>
                  <a:off x="3242802" y="2684520"/>
                  <a:ext cx="468068" cy="581411"/>
                  <a:chOff x="3242802" y="2684520"/>
                  <a:chExt cx="468068" cy="581411"/>
                </a:xfrm>
              </p:grpSpPr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AD14AE09-3D7A-BA89-CF06-9D528E98E671}"/>
                      </a:ext>
                    </a:extLst>
                  </p:cNvPr>
                  <p:cNvSpPr/>
                  <p:nvPr/>
                </p:nvSpPr>
                <p:spPr>
                  <a:xfrm>
                    <a:off x="3242802" y="2684520"/>
                    <a:ext cx="285750" cy="419100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8575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1" name="Oval 8">
                    <a:extLst>
                      <a:ext uri="{FF2B5EF4-FFF2-40B4-BE49-F238E27FC236}">
                        <a16:creationId xmlns:a16="http://schemas.microsoft.com/office/drawing/2014/main" id="{DF1557D7-2840-2AFF-2DBB-933A167D9C3F}"/>
                      </a:ext>
                    </a:extLst>
                  </p:cNvPr>
                  <p:cNvSpPr/>
                  <p:nvPr/>
                </p:nvSpPr>
                <p:spPr>
                  <a:xfrm rot="21441304">
                    <a:off x="3531864" y="3118252"/>
                    <a:ext cx="179006" cy="147679"/>
                  </a:xfrm>
                  <a:custGeom>
                    <a:avLst/>
                    <a:gdLst>
                      <a:gd name="connsiteX0" fmla="*/ 0 w 285750"/>
                      <a:gd name="connsiteY0" fmla="*/ 209550 h 419100"/>
                      <a:gd name="connsiteX1" fmla="*/ 142875 w 285750"/>
                      <a:gd name="connsiteY1" fmla="*/ 0 h 419100"/>
                      <a:gd name="connsiteX2" fmla="*/ 285750 w 285750"/>
                      <a:gd name="connsiteY2" fmla="*/ 209550 h 419100"/>
                      <a:gd name="connsiteX3" fmla="*/ 142875 w 285750"/>
                      <a:gd name="connsiteY3" fmla="*/ 419100 h 419100"/>
                      <a:gd name="connsiteX4" fmla="*/ 0 w 285750"/>
                      <a:gd name="connsiteY4" fmla="*/ 209550 h 419100"/>
                      <a:gd name="connsiteX0" fmla="*/ 0 w 285750"/>
                      <a:gd name="connsiteY0" fmla="*/ 209550 h 235743"/>
                      <a:gd name="connsiteX1" fmla="*/ 142875 w 285750"/>
                      <a:gd name="connsiteY1" fmla="*/ 0 h 235743"/>
                      <a:gd name="connsiteX2" fmla="*/ 285750 w 285750"/>
                      <a:gd name="connsiteY2" fmla="*/ 209550 h 235743"/>
                      <a:gd name="connsiteX3" fmla="*/ 0 w 285750"/>
                      <a:gd name="connsiteY3" fmla="*/ 209550 h 235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5750" h="235743">
                        <a:moveTo>
                          <a:pt x="0" y="209550"/>
                        </a:moveTo>
                        <a:cubicBezTo>
                          <a:pt x="0" y="93819"/>
                          <a:pt x="63967" y="0"/>
                          <a:pt x="142875" y="0"/>
                        </a:cubicBezTo>
                        <a:cubicBezTo>
                          <a:pt x="221783" y="0"/>
                          <a:pt x="285750" y="93819"/>
                          <a:pt x="285750" y="209550"/>
                        </a:cubicBezTo>
                        <a:cubicBezTo>
                          <a:pt x="261938" y="244475"/>
                          <a:pt x="23812" y="244475"/>
                          <a:pt x="0" y="209550"/>
                        </a:cubicBez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28575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F7707318-2C4E-3F80-3973-63945D08D1FA}"/>
                </a:ext>
              </a:extLst>
            </p:cNvPr>
            <p:cNvSpPr/>
            <p:nvPr/>
          </p:nvSpPr>
          <p:spPr>
            <a:xfrm>
              <a:off x="9567" y="4790270"/>
              <a:ext cx="233970" cy="233970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solidFill>
                <a:srgbClr val="F8CBA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C9FDA164-3332-FA29-0C0D-D39A1185C168}"/>
                </a:ext>
              </a:extLst>
            </p:cNvPr>
            <p:cNvSpPr/>
            <p:nvPr/>
          </p:nvSpPr>
          <p:spPr>
            <a:xfrm>
              <a:off x="365659" y="4779317"/>
              <a:ext cx="233970" cy="233970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solidFill>
                <a:srgbClr val="F8CBA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332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E785F4-130E-64FF-B037-79507BB20E4B}"/>
              </a:ext>
            </a:extLst>
          </p:cNvPr>
          <p:cNvGrpSpPr/>
          <p:nvPr/>
        </p:nvGrpSpPr>
        <p:grpSpPr>
          <a:xfrm>
            <a:off x="5480991" y="1303961"/>
            <a:ext cx="6555017" cy="4992933"/>
            <a:chOff x="5480991" y="1303961"/>
            <a:chExt cx="6555017" cy="49929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12A58D7-2287-F2B6-7B53-39C74919FF0C}"/>
                </a:ext>
              </a:extLst>
            </p:cNvPr>
            <p:cNvGrpSpPr/>
            <p:nvPr/>
          </p:nvGrpSpPr>
          <p:grpSpPr>
            <a:xfrm>
              <a:off x="5480991" y="1303961"/>
              <a:ext cx="1257024" cy="1259041"/>
              <a:chOff x="5480991" y="1303961"/>
              <a:chExt cx="1257024" cy="1259041"/>
            </a:xfrm>
          </p:grpSpPr>
          <p:sp>
            <p:nvSpPr>
              <p:cNvPr id="42" name="Rectangle 30">
                <a:extLst>
                  <a:ext uri="{FF2B5EF4-FFF2-40B4-BE49-F238E27FC236}">
                    <a16:creationId xmlns:a16="http://schemas.microsoft.com/office/drawing/2014/main" id="{2CB6D5E5-4768-0232-6A52-AC474F418480}"/>
                  </a:ext>
                </a:extLst>
              </p:cNvPr>
              <p:cNvSpPr/>
              <p:nvPr/>
            </p:nvSpPr>
            <p:spPr>
              <a:xfrm>
                <a:off x="5480991" y="1303961"/>
                <a:ext cx="1257024" cy="1259041"/>
              </a:xfrm>
              <a:custGeom>
                <a:avLst/>
                <a:gdLst>
                  <a:gd name="connsiteX0" fmla="*/ 0 w 202416"/>
                  <a:gd name="connsiteY0" fmla="*/ 0 h 234781"/>
                  <a:gd name="connsiteX1" fmla="*/ 202416 w 202416"/>
                  <a:gd name="connsiteY1" fmla="*/ 0 h 234781"/>
                  <a:gd name="connsiteX2" fmla="*/ 202416 w 202416"/>
                  <a:gd name="connsiteY2" fmla="*/ 234781 h 234781"/>
                  <a:gd name="connsiteX3" fmla="*/ 0 w 202416"/>
                  <a:gd name="connsiteY3" fmla="*/ 234781 h 234781"/>
                  <a:gd name="connsiteX4" fmla="*/ 0 w 202416"/>
                  <a:gd name="connsiteY4" fmla="*/ 0 h 234781"/>
                  <a:gd name="connsiteX0" fmla="*/ 0 w 935841"/>
                  <a:gd name="connsiteY0" fmla="*/ 0 h 291931"/>
                  <a:gd name="connsiteX1" fmla="*/ 935841 w 935841"/>
                  <a:gd name="connsiteY1" fmla="*/ 57150 h 291931"/>
                  <a:gd name="connsiteX2" fmla="*/ 935841 w 935841"/>
                  <a:gd name="connsiteY2" fmla="*/ 291931 h 291931"/>
                  <a:gd name="connsiteX3" fmla="*/ 733425 w 935841"/>
                  <a:gd name="connsiteY3" fmla="*/ 291931 h 291931"/>
                  <a:gd name="connsiteX4" fmla="*/ 0 w 935841"/>
                  <a:gd name="connsiteY4" fmla="*/ 0 h 291931"/>
                  <a:gd name="connsiteX0" fmla="*/ 9005 w 944846"/>
                  <a:gd name="connsiteY0" fmla="*/ 523038 h 814969"/>
                  <a:gd name="connsiteX1" fmla="*/ 944846 w 944846"/>
                  <a:gd name="connsiteY1" fmla="*/ 580188 h 814969"/>
                  <a:gd name="connsiteX2" fmla="*/ 944846 w 944846"/>
                  <a:gd name="connsiteY2" fmla="*/ 814969 h 814969"/>
                  <a:gd name="connsiteX3" fmla="*/ 742430 w 944846"/>
                  <a:gd name="connsiteY3" fmla="*/ 814969 h 814969"/>
                  <a:gd name="connsiteX4" fmla="*/ 9005 w 944846"/>
                  <a:gd name="connsiteY4" fmla="*/ 523038 h 814969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525" h="969077">
                    <a:moveTo>
                      <a:pt x="5427" y="677146"/>
                    </a:moveTo>
                    <a:cubicBezTo>
                      <a:pt x="-92201" y="-523004"/>
                      <a:pt x="1162721" y="115171"/>
                      <a:pt x="941268" y="734296"/>
                    </a:cubicBezTo>
                    <a:lnTo>
                      <a:pt x="941268" y="969077"/>
                    </a:lnTo>
                    <a:lnTo>
                      <a:pt x="738852" y="969077"/>
                    </a:lnTo>
                    <a:cubicBezTo>
                      <a:pt x="656302" y="-242658"/>
                      <a:pt x="49877" y="250581"/>
                      <a:pt x="5427" y="677146"/>
                    </a:cubicBezTo>
                    <a:close/>
                  </a:path>
                </a:pathLst>
              </a:custGeom>
              <a:solidFill>
                <a:srgbClr val="7A6D5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AFF9423-6427-87FC-89F1-F4E92CE40C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0883" y="1328086"/>
                <a:ext cx="205675" cy="267109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3AF1B75-9D22-7FD1-CB25-FBC3A4113DFC}"/>
                </a:ext>
              </a:extLst>
            </p:cNvPr>
            <p:cNvGrpSpPr/>
            <p:nvPr/>
          </p:nvGrpSpPr>
          <p:grpSpPr>
            <a:xfrm flipH="1">
              <a:off x="6761921" y="1421447"/>
              <a:ext cx="1865548" cy="1301716"/>
              <a:chOff x="3863903" y="1584489"/>
              <a:chExt cx="1912929" cy="1334777"/>
            </a:xfrm>
          </p:grpSpPr>
          <p:sp>
            <p:nvSpPr>
              <p:cNvPr id="40" name="Rectangle 30">
                <a:extLst>
                  <a:ext uri="{FF2B5EF4-FFF2-40B4-BE49-F238E27FC236}">
                    <a16:creationId xmlns:a16="http://schemas.microsoft.com/office/drawing/2014/main" id="{0F166A23-0BC1-7BC4-3FC9-6A3CED4BCE26}"/>
                  </a:ext>
                </a:extLst>
              </p:cNvPr>
              <p:cNvSpPr/>
              <p:nvPr/>
            </p:nvSpPr>
            <p:spPr>
              <a:xfrm rot="16909301">
                <a:off x="4152979" y="1295413"/>
                <a:ext cx="1334777" cy="1912929"/>
              </a:xfrm>
              <a:custGeom>
                <a:avLst/>
                <a:gdLst>
                  <a:gd name="connsiteX0" fmla="*/ 0 w 202416"/>
                  <a:gd name="connsiteY0" fmla="*/ 0 h 234781"/>
                  <a:gd name="connsiteX1" fmla="*/ 202416 w 202416"/>
                  <a:gd name="connsiteY1" fmla="*/ 0 h 234781"/>
                  <a:gd name="connsiteX2" fmla="*/ 202416 w 202416"/>
                  <a:gd name="connsiteY2" fmla="*/ 234781 h 234781"/>
                  <a:gd name="connsiteX3" fmla="*/ 0 w 202416"/>
                  <a:gd name="connsiteY3" fmla="*/ 234781 h 234781"/>
                  <a:gd name="connsiteX4" fmla="*/ 0 w 202416"/>
                  <a:gd name="connsiteY4" fmla="*/ 0 h 234781"/>
                  <a:gd name="connsiteX0" fmla="*/ 0 w 935841"/>
                  <a:gd name="connsiteY0" fmla="*/ 0 h 291931"/>
                  <a:gd name="connsiteX1" fmla="*/ 935841 w 935841"/>
                  <a:gd name="connsiteY1" fmla="*/ 57150 h 291931"/>
                  <a:gd name="connsiteX2" fmla="*/ 935841 w 935841"/>
                  <a:gd name="connsiteY2" fmla="*/ 291931 h 291931"/>
                  <a:gd name="connsiteX3" fmla="*/ 733425 w 935841"/>
                  <a:gd name="connsiteY3" fmla="*/ 291931 h 291931"/>
                  <a:gd name="connsiteX4" fmla="*/ 0 w 935841"/>
                  <a:gd name="connsiteY4" fmla="*/ 0 h 291931"/>
                  <a:gd name="connsiteX0" fmla="*/ 9005 w 944846"/>
                  <a:gd name="connsiteY0" fmla="*/ 523038 h 814969"/>
                  <a:gd name="connsiteX1" fmla="*/ 944846 w 944846"/>
                  <a:gd name="connsiteY1" fmla="*/ 580188 h 814969"/>
                  <a:gd name="connsiteX2" fmla="*/ 944846 w 944846"/>
                  <a:gd name="connsiteY2" fmla="*/ 814969 h 814969"/>
                  <a:gd name="connsiteX3" fmla="*/ 742430 w 944846"/>
                  <a:gd name="connsiteY3" fmla="*/ 814969 h 814969"/>
                  <a:gd name="connsiteX4" fmla="*/ 9005 w 944846"/>
                  <a:gd name="connsiteY4" fmla="*/ 523038 h 814969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1235975"/>
                  <a:gd name="connsiteX1" fmla="*/ 941268 w 967525"/>
                  <a:gd name="connsiteY1" fmla="*/ 734296 h 1235975"/>
                  <a:gd name="connsiteX2" fmla="*/ 941268 w 967525"/>
                  <a:gd name="connsiteY2" fmla="*/ 969077 h 1235975"/>
                  <a:gd name="connsiteX3" fmla="*/ 347071 w 967525"/>
                  <a:gd name="connsiteY3" fmla="*/ 1235975 h 1235975"/>
                  <a:gd name="connsiteX4" fmla="*/ 5427 w 967525"/>
                  <a:gd name="connsiteY4" fmla="*/ 677146 h 1235975"/>
                  <a:gd name="connsiteX0" fmla="*/ 5427 w 967525"/>
                  <a:gd name="connsiteY0" fmla="*/ 677146 h 1331591"/>
                  <a:gd name="connsiteX1" fmla="*/ 941268 w 967525"/>
                  <a:gd name="connsiteY1" fmla="*/ 734296 h 1331591"/>
                  <a:gd name="connsiteX2" fmla="*/ 511110 w 967525"/>
                  <a:gd name="connsiteY2" fmla="*/ 1331591 h 1331591"/>
                  <a:gd name="connsiteX3" fmla="*/ 347071 w 967525"/>
                  <a:gd name="connsiteY3" fmla="*/ 1235975 h 1331591"/>
                  <a:gd name="connsiteX4" fmla="*/ 5427 w 967525"/>
                  <a:gd name="connsiteY4" fmla="*/ 677146 h 1331591"/>
                  <a:gd name="connsiteX0" fmla="*/ 6867 w 699630"/>
                  <a:gd name="connsiteY0" fmla="*/ 528498 h 1182943"/>
                  <a:gd name="connsiteX1" fmla="*/ 666922 w 699630"/>
                  <a:gd name="connsiteY1" fmla="*/ 1081284 h 1182943"/>
                  <a:gd name="connsiteX2" fmla="*/ 512550 w 699630"/>
                  <a:gd name="connsiteY2" fmla="*/ 1182943 h 1182943"/>
                  <a:gd name="connsiteX3" fmla="*/ 348511 w 699630"/>
                  <a:gd name="connsiteY3" fmla="*/ 1087327 h 1182943"/>
                  <a:gd name="connsiteX4" fmla="*/ 6867 w 699630"/>
                  <a:gd name="connsiteY4" fmla="*/ 528498 h 1182943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192714 w 937820"/>
                  <a:gd name="connsiteY3" fmla="*/ 1260990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192714 w 937820"/>
                  <a:gd name="connsiteY3" fmla="*/ 1260990 h 1344032"/>
                  <a:gd name="connsiteX4" fmla="*/ 4141 w 937820"/>
                  <a:gd name="connsiteY4" fmla="*/ 689587 h 1344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7820" h="1344032">
                    <a:moveTo>
                      <a:pt x="4141" y="689587"/>
                    </a:moveTo>
                    <a:cubicBezTo>
                      <a:pt x="-93487" y="-510563"/>
                      <a:pt x="1576632" y="-27411"/>
                      <a:pt x="664196" y="1242373"/>
                    </a:cubicBezTo>
                    <a:lnTo>
                      <a:pt x="509824" y="1344032"/>
                    </a:lnTo>
                    <a:lnTo>
                      <a:pt x="192714" y="1260990"/>
                    </a:lnTo>
                    <a:cubicBezTo>
                      <a:pt x="1525738" y="-208107"/>
                      <a:pt x="-14502" y="101063"/>
                      <a:pt x="4141" y="689587"/>
                    </a:cubicBezTo>
                    <a:close/>
                  </a:path>
                </a:pathLst>
              </a:custGeom>
              <a:solidFill>
                <a:srgbClr val="7A6D5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4B80A93-F3BA-964A-22BB-1C45C3D0C1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3044" y="1614364"/>
                <a:ext cx="501038" cy="171758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FEAF200-4D91-5325-3F5B-595AE5EB5722}"/>
                </a:ext>
              </a:extLst>
            </p:cNvPr>
            <p:cNvGrpSpPr/>
            <p:nvPr/>
          </p:nvGrpSpPr>
          <p:grpSpPr>
            <a:xfrm rot="15169958">
              <a:off x="5849921" y="1805837"/>
              <a:ext cx="620797" cy="516226"/>
              <a:chOff x="5605051" y="2976973"/>
              <a:chExt cx="447253" cy="371915"/>
            </a:xfrm>
          </p:grpSpPr>
          <p:sp>
            <p:nvSpPr>
              <p:cNvPr id="38" name="Isosceles Triangle 86">
                <a:extLst>
                  <a:ext uri="{FF2B5EF4-FFF2-40B4-BE49-F238E27FC236}">
                    <a16:creationId xmlns:a16="http://schemas.microsoft.com/office/drawing/2014/main" id="{614D75DE-F74B-6161-3AF1-0FACF9EC99B8}"/>
                  </a:ext>
                </a:extLst>
              </p:cNvPr>
              <p:cNvSpPr/>
              <p:nvPr/>
            </p:nvSpPr>
            <p:spPr>
              <a:xfrm rot="4747940">
                <a:off x="5645865" y="2942449"/>
                <a:ext cx="371915" cy="440963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solidFill>
                <a:srgbClr val="2F2626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Isosceles Triangle 86">
                <a:extLst>
                  <a:ext uri="{FF2B5EF4-FFF2-40B4-BE49-F238E27FC236}">
                    <a16:creationId xmlns:a16="http://schemas.microsoft.com/office/drawing/2014/main" id="{79DD2F74-71AE-DAB0-11C4-85C86206BACF}"/>
                  </a:ext>
                </a:extLst>
              </p:cNvPr>
              <p:cNvSpPr/>
              <p:nvPr/>
            </p:nvSpPr>
            <p:spPr>
              <a:xfrm rot="4747940">
                <a:off x="5632592" y="2996755"/>
                <a:ext cx="296688" cy="351770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3476A6-B792-0AF8-3836-03F3F59694A2}"/>
                </a:ext>
              </a:extLst>
            </p:cNvPr>
            <p:cNvGrpSpPr/>
            <p:nvPr/>
          </p:nvGrpSpPr>
          <p:grpSpPr>
            <a:xfrm rot="20529722">
              <a:off x="7220161" y="2033737"/>
              <a:ext cx="620799" cy="516226"/>
              <a:chOff x="5526117" y="2976011"/>
              <a:chExt cx="447254" cy="371915"/>
            </a:xfrm>
          </p:grpSpPr>
          <p:sp>
            <p:nvSpPr>
              <p:cNvPr id="36" name="Isosceles Triangle 86">
                <a:extLst>
                  <a:ext uri="{FF2B5EF4-FFF2-40B4-BE49-F238E27FC236}">
                    <a16:creationId xmlns:a16="http://schemas.microsoft.com/office/drawing/2014/main" id="{6B66B1CC-7CBB-A671-B9C8-9FEE625B1C5C}"/>
                  </a:ext>
                </a:extLst>
              </p:cNvPr>
              <p:cNvSpPr/>
              <p:nvPr/>
            </p:nvSpPr>
            <p:spPr>
              <a:xfrm rot="4747940">
                <a:off x="5566932" y="2941487"/>
                <a:ext cx="371915" cy="440963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solidFill>
                <a:srgbClr val="2F2626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Isosceles Triangle 86">
                <a:extLst>
                  <a:ext uri="{FF2B5EF4-FFF2-40B4-BE49-F238E27FC236}">
                    <a16:creationId xmlns:a16="http://schemas.microsoft.com/office/drawing/2014/main" id="{1B49FC3C-1BD2-DD78-F199-C04E0A3DAB24}"/>
                  </a:ext>
                </a:extLst>
              </p:cNvPr>
              <p:cNvSpPr/>
              <p:nvPr/>
            </p:nvSpPr>
            <p:spPr>
              <a:xfrm rot="4747940">
                <a:off x="5553658" y="2995793"/>
                <a:ext cx="296688" cy="351770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solidFill>
                <a:srgbClr val="E6D2C2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Rectangle 58">
              <a:extLst>
                <a:ext uri="{FF2B5EF4-FFF2-40B4-BE49-F238E27FC236}">
                  <a16:creationId xmlns:a16="http://schemas.microsoft.com/office/drawing/2014/main" id="{0F3B3A45-E524-132C-9B94-BD303381609B}"/>
                </a:ext>
              </a:extLst>
            </p:cNvPr>
            <p:cNvSpPr/>
            <p:nvPr/>
          </p:nvSpPr>
          <p:spPr>
            <a:xfrm>
              <a:off x="7703622" y="4163805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adFill>
              <a:gsLst>
                <a:gs pos="0">
                  <a:srgbClr val="E6D2C2"/>
                </a:gs>
                <a:gs pos="16000">
                  <a:srgbClr val="8F6E57"/>
                </a:gs>
              </a:gsLst>
              <a:lin ang="14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58">
              <a:extLst>
                <a:ext uri="{FF2B5EF4-FFF2-40B4-BE49-F238E27FC236}">
                  <a16:creationId xmlns:a16="http://schemas.microsoft.com/office/drawing/2014/main" id="{C6363A84-D7F5-F63D-C90B-D3A9B9F6331D}"/>
                </a:ext>
              </a:extLst>
            </p:cNvPr>
            <p:cNvSpPr/>
            <p:nvPr/>
          </p:nvSpPr>
          <p:spPr>
            <a:xfrm>
              <a:off x="9826858" y="4163805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adFill>
              <a:gsLst>
                <a:gs pos="0">
                  <a:srgbClr val="E6D2C2"/>
                </a:gs>
                <a:gs pos="16000">
                  <a:srgbClr val="8F6E57"/>
                </a:gs>
              </a:gsLst>
              <a:lin ang="14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57">
              <a:extLst>
                <a:ext uri="{FF2B5EF4-FFF2-40B4-BE49-F238E27FC236}">
                  <a16:creationId xmlns:a16="http://schemas.microsoft.com/office/drawing/2014/main" id="{724198AB-893A-D0FC-0E99-B8B1D8EC1BFD}"/>
                </a:ext>
              </a:extLst>
            </p:cNvPr>
            <p:cNvSpPr/>
            <p:nvPr/>
          </p:nvSpPr>
          <p:spPr>
            <a:xfrm>
              <a:off x="10939244" y="3004445"/>
              <a:ext cx="1096764" cy="919489"/>
            </a:xfrm>
            <a:custGeom>
              <a:avLst/>
              <a:gdLst>
                <a:gd name="connsiteX0" fmla="*/ 0 w 149525"/>
                <a:gd name="connsiteY0" fmla="*/ 0 h 264822"/>
                <a:gd name="connsiteX1" fmla="*/ 149525 w 149525"/>
                <a:gd name="connsiteY1" fmla="*/ 0 h 264822"/>
                <a:gd name="connsiteX2" fmla="*/ 149525 w 149525"/>
                <a:gd name="connsiteY2" fmla="*/ 264822 h 264822"/>
                <a:gd name="connsiteX3" fmla="*/ 0 w 149525"/>
                <a:gd name="connsiteY3" fmla="*/ 264822 h 264822"/>
                <a:gd name="connsiteX4" fmla="*/ 0 w 149525"/>
                <a:gd name="connsiteY4" fmla="*/ 0 h 264822"/>
                <a:gd name="connsiteX0" fmla="*/ 0 w 644825"/>
                <a:gd name="connsiteY0" fmla="*/ 247650 h 512472"/>
                <a:gd name="connsiteX1" fmla="*/ 644825 w 644825"/>
                <a:gd name="connsiteY1" fmla="*/ 0 h 512472"/>
                <a:gd name="connsiteX2" fmla="*/ 149525 w 644825"/>
                <a:gd name="connsiteY2" fmla="*/ 512472 h 512472"/>
                <a:gd name="connsiteX3" fmla="*/ 0 w 644825"/>
                <a:gd name="connsiteY3" fmla="*/ 512472 h 512472"/>
                <a:gd name="connsiteX4" fmla="*/ 0 w 644825"/>
                <a:gd name="connsiteY4" fmla="*/ 2476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766925"/>
                <a:gd name="connsiteY0" fmla="*/ 95250 h 531581"/>
                <a:gd name="connsiteX1" fmla="*/ 682925 w 766925"/>
                <a:gd name="connsiteY1" fmla="*/ 0 h 531581"/>
                <a:gd name="connsiteX2" fmla="*/ 187625 w 766925"/>
                <a:gd name="connsiteY2" fmla="*/ 512472 h 531581"/>
                <a:gd name="connsiteX3" fmla="*/ 38100 w 766925"/>
                <a:gd name="connsiteY3" fmla="*/ 512472 h 531581"/>
                <a:gd name="connsiteX4" fmla="*/ 0 w 766925"/>
                <a:gd name="connsiteY4" fmla="*/ 95250 h 531581"/>
                <a:gd name="connsiteX0" fmla="*/ 0 w 682980"/>
                <a:gd name="connsiteY0" fmla="*/ 95250 h 512472"/>
                <a:gd name="connsiteX1" fmla="*/ 682925 w 682980"/>
                <a:gd name="connsiteY1" fmla="*/ 0 h 512472"/>
                <a:gd name="connsiteX2" fmla="*/ 38100 w 682980"/>
                <a:gd name="connsiteY2" fmla="*/ 512472 h 512472"/>
                <a:gd name="connsiteX3" fmla="*/ 0 w 682980"/>
                <a:gd name="connsiteY3" fmla="*/ 95250 h 512472"/>
                <a:gd name="connsiteX0" fmla="*/ 0 w 682980"/>
                <a:gd name="connsiteY0" fmla="*/ 95250 h 512472"/>
                <a:gd name="connsiteX1" fmla="*/ 682925 w 682980"/>
                <a:gd name="connsiteY1" fmla="*/ 0 h 512472"/>
                <a:gd name="connsiteX2" fmla="*/ 38100 w 682980"/>
                <a:gd name="connsiteY2" fmla="*/ 512472 h 512472"/>
                <a:gd name="connsiteX3" fmla="*/ 0 w 682980"/>
                <a:gd name="connsiteY3" fmla="*/ 95250 h 512472"/>
                <a:gd name="connsiteX0" fmla="*/ 0 w 774290"/>
                <a:gd name="connsiteY0" fmla="*/ 95250 h 512472"/>
                <a:gd name="connsiteX1" fmla="*/ 682925 w 774290"/>
                <a:gd name="connsiteY1" fmla="*/ 0 h 512472"/>
                <a:gd name="connsiteX2" fmla="*/ 38100 w 774290"/>
                <a:gd name="connsiteY2" fmla="*/ 512472 h 512472"/>
                <a:gd name="connsiteX3" fmla="*/ 0 w 774290"/>
                <a:gd name="connsiteY3" fmla="*/ 95250 h 512472"/>
                <a:gd name="connsiteX0" fmla="*/ 0 w 790162"/>
                <a:gd name="connsiteY0" fmla="*/ 95250 h 662445"/>
                <a:gd name="connsiteX1" fmla="*/ 682925 w 790162"/>
                <a:gd name="connsiteY1" fmla="*/ 0 h 662445"/>
                <a:gd name="connsiteX2" fmla="*/ 38100 w 790162"/>
                <a:gd name="connsiteY2" fmla="*/ 512472 h 662445"/>
                <a:gd name="connsiteX3" fmla="*/ 0 w 790162"/>
                <a:gd name="connsiteY3" fmla="*/ 95250 h 662445"/>
                <a:gd name="connsiteX0" fmla="*/ 0 w 790162"/>
                <a:gd name="connsiteY0" fmla="*/ 95250 h 662445"/>
                <a:gd name="connsiteX1" fmla="*/ 682925 w 790162"/>
                <a:gd name="connsiteY1" fmla="*/ 0 h 662445"/>
                <a:gd name="connsiteX2" fmla="*/ 38100 w 790162"/>
                <a:gd name="connsiteY2" fmla="*/ 512472 h 662445"/>
                <a:gd name="connsiteX3" fmla="*/ 0 w 790162"/>
                <a:gd name="connsiteY3" fmla="*/ 95250 h 66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162" h="662445">
                  <a:moveTo>
                    <a:pt x="0" y="95250"/>
                  </a:moveTo>
                  <a:cubicBezTo>
                    <a:pt x="541967" y="349250"/>
                    <a:pt x="512433" y="136525"/>
                    <a:pt x="682925" y="0"/>
                  </a:cubicBezTo>
                  <a:cubicBezTo>
                    <a:pt x="1060750" y="450537"/>
                    <a:pt x="342421" y="906172"/>
                    <a:pt x="38100" y="512472"/>
                  </a:cubicBezTo>
                  <a:lnTo>
                    <a:pt x="0" y="95250"/>
                  </a:lnTo>
                  <a:close/>
                </a:path>
              </a:pathLst>
            </a:custGeom>
            <a:gradFill>
              <a:gsLst>
                <a:gs pos="0">
                  <a:srgbClr val="E6D2C2"/>
                </a:gs>
                <a:gs pos="16000">
                  <a:srgbClr val="8F6E57"/>
                </a:gs>
              </a:gsLst>
              <a:lin ang="96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EDBF530-C053-4AFE-AF8B-4E9FF88CC00F}"/>
                </a:ext>
              </a:extLst>
            </p:cNvPr>
            <p:cNvSpPr/>
            <p:nvPr/>
          </p:nvSpPr>
          <p:spPr>
            <a:xfrm rot="10964509">
              <a:off x="6193039" y="3380155"/>
              <a:ext cx="476002" cy="951907"/>
            </a:xfrm>
            <a:prstGeom prst="triangle">
              <a:avLst/>
            </a:prstGeom>
            <a:solidFill>
              <a:srgbClr val="8F6E5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F127D751-17B8-8CE1-96B7-BD0EA59E1D23}"/>
                </a:ext>
              </a:extLst>
            </p:cNvPr>
            <p:cNvSpPr/>
            <p:nvPr/>
          </p:nvSpPr>
          <p:spPr>
            <a:xfrm rot="11370344">
              <a:off x="6073442" y="3377703"/>
              <a:ext cx="279134" cy="951907"/>
            </a:xfrm>
            <a:prstGeom prst="triangle">
              <a:avLst/>
            </a:prstGeom>
            <a:solidFill>
              <a:srgbClr val="8F6E5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6B31E23A-AE83-0556-25A6-8CB2B8B4C6E5}"/>
                </a:ext>
              </a:extLst>
            </p:cNvPr>
            <p:cNvSpPr/>
            <p:nvPr/>
          </p:nvSpPr>
          <p:spPr>
            <a:xfrm rot="19050832">
              <a:off x="6987239" y="1479206"/>
              <a:ext cx="3951950" cy="4172891"/>
            </a:xfrm>
            <a:custGeom>
              <a:avLst/>
              <a:gdLst>
                <a:gd name="connsiteX0" fmla="*/ 0 w 348343"/>
                <a:gd name="connsiteY0" fmla="*/ 0 h 769257"/>
                <a:gd name="connsiteX1" fmla="*/ 348343 w 348343"/>
                <a:gd name="connsiteY1" fmla="*/ 0 h 769257"/>
                <a:gd name="connsiteX2" fmla="*/ 348343 w 348343"/>
                <a:gd name="connsiteY2" fmla="*/ 769257 h 769257"/>
                <a:gd name="connsiteX3" fmla="*/ 0 w 348343"/>
                <a:gd name="connsiteY3" fmla="*/ 769257 h 769257"/>
                <a:gd name="connsiteX4" fmla="*/ 0 w 348343"/>
                <a:gd name="connsiteY4" fmla="*/ 0 h 769257"/>
                <a:gd name="connsiteX0" fmla="*/ 0 w 2119010"/>
                <a:gd name="connsiteY0" fmla="*/ 0 h 2725580"/>
                <a:gd name="connsiteX1" fmla="*/ 348343 w 2119010"/>
                <a:gd name="connsiteY1" fmla="*/ 0 h 2725580"/>
                <a:gd name="connsiteX2" fmla="*/ 2119010 w 2119010"/>
                <a:gd name="connsiteY2" fmla="*/ 2725580 h 2725580"/>
                <a:gd name="connsiteX3" fmla="*/ 0 w 2119010"/>
                <a:gd name="connsiteY3" fmla="*/ 769257 h 2725580"/>
                <a:gd name="connsiteX4" fmla="*/ 0 w 2119010"/>
                <a:gd name="connsiteY4" fmla="*/ 0 h 2725580"/>
                <a:gd name="connsiteX0" fmla="*/ 0 w 2187138"/>
                <a:gd name="connsiteY0" fmla="*/ 0 h 2725580"/>
                <a:gd name="connsiteX1" fmla="*/ 348343 w 2187138"/>
                <a:gd name="connsiteY1" fmla="*/ 0 h 2725580"/>
                <a:gd name="connsiteX2" fmla="*/ 2119010 w 2187138"/>
                <a:gd name="connsiteY2" fmla="*/ 2725580 h 2725580"/>
                <a:gd name="connsiteX3" fmla="*/ 0 w 2187138"/>
                <a:gd name="connsiteY3" fmla="*/ 769257 h 2725580"/>
                <a:gd name="connsiteX4" fmla="*/ 0 w 2187138"/>
                <a:gd name="connsiteY4" fmla="*/ 0 h 2725580"/>
                <a:gd name="connsiteX0" fmla="*/ 0 w 2165134"/>
                <a:gd name="connsiteY0" fmla="*/ 0 h 2725580"/>
                <a:gd name="connsiteX1" fmla="*/ 348343 w 2165134"/>
                <a:gd name="connsiteY1" fmla="*/ 0 h 2725580"/>
                <a:gd name="connsiteX2" fmla="*/ 2119010 w 2165134"/>
                <a:gd name="connsiteY2" fmla="*/ 2725580 h 2725580"/>
                <a:gd name="connsiteX3" fmla="*/ 0 w 2165134"/>
                <a:gd name="connsiteY3" fmla="*/ 769257 h 2725580"/>
                <a:gd name="connsiteX4" fmla="*/ 0 w 2165134"/>
                <a:gd name="connsiteY4" fmla="*/ 0 h 2725580"/>
                <a:gd name="connsiteX0" fmla="*/ 0 w 2165350"/>
                <a:gd name="connsiteY0" fmla="*/ 0 h 2725580"/>
                <a:gd name="connsiteX1" fmla="*/ 348343 w 2165350"/>
                <a:gd name="connsiteY1" fmla="*/ 0 h 2725580"/>
                <a:gd name="connsiteX2" fmla="*/ 2119010 w 2165350"/>
                <a:gd name="connsiteY2" fmla="*/ 2725580 h 2725580"/>
                <a:gd name="connsiteX3" fmla="*/ 0 w 2165350"/>
                <a:gd name="connsiteY3" fmla="*/ 769257 h 2725580"/>
                <a:gd name="connsiteX4" fmla="*/ 0 w 2165350"/>
                <a:gd name="connsiteY4" fmla="*/ 0 h 2725580"/>
                <a:gd name="connsiteX0" fmla="*/ 0 w 2235513"/>
                <a:gd name="connsiteY0" fmla="*/ 0 h 2725580"/>
                <a:gd name="connsiteX1" fmla="*/ 348343 w 2235513"/>
                <a:gd name="connsiteY1" fmla="*/ 0 h 2725580"/>
                <a:gd name="connsiteX2" fmla="*/ 2119010 w 2235513"/>
                <a:gd name="connsiteY2" fmla="*/ 2725580 h 2725580"/>
                <a:gd name="connsiteX3" fmla="*/ 0 w 2235513"/>
                <a:gd name="connsiteY3" fmla="*/ 769257 h 2725580"/>
                <a:gd name="connsiteX4" fmla="*/ 0 w 2235513"/>
                <a:gd name="connsiteY4" fmla="*/ 0 h 2725580"/>
                <a:gd name="connsiteX0" fmla="*/ 552876 w 2788389"/>
                <a:gd name="connsiteY0" fmla="*/ 0 h 2725580"/>
                <a:gd name="connsiteX1" fmla="*/ 901219 w 2788389"/>
                <a:gd name="connsiteY1" fmla="*/ 0 h 2725580"/>
                <a:gd name="connsiteX2" fmla="*/ 2671886 w 2788389"/>
                <a:gd name="connsiteY2" fmla="*/ 2725580 h 2725580"/>
                <a:gd name="connsiteX3" fmla="*/ 0 w 2788389"/>
                <a:gd name="connsiteY3" fmla="*/ 577797 h 2725580"/>
                <a:gd name="connsiteX4" fmla="*/ 552876 w 2788389"/>
                <a:gd name="connsiteY4" fmla="*/ 0 h 2725580"/>
                <a:gd name="connsiteX0" fmla="*/ 556008 w 2791521"/>
                <a:gd name="connsiteY0" fmla="*/ 0 h 2725580"/>
                <a:gd name="connsiteX1" fmla="*/ 904351 w 2791521"/>
                <a:gd name="connsiteY1" fmla="*/ 0 h 2725580"/>
                <a:gd name="connsiteX2" fmla="*/ 2675018 w 2791521"/>
                <a:gd name="connsiteY2" fmla="*/ 2725580 h 2725580"/>
                <a:gd name="connsiteX3" fmla="*/ 0 w 2791521"/>
                <a:gd name="connsiteY3" fmla="*/ 1032938 h 2725580"/>
                <a:gd name="connsiteX4" fmla="*/ 3132 w 2791521"/>
                <a:gd name="connsiteY4" fmla="*/ 577797 h 2725580"/>
                <a:gd name="connsiteX5" fmla="*/ 556008 w 2791521"/>
                <a:gd name="connsiteY5" fmla="*/ 0 h 2725580"/>
                <a:gd name="connsiteX0" fmla="*/ 572387 w 2807900"/>
                <a:gd name="connsiteY0" fmla="*/ 0 h 2725580"/>
                <a:gd name="connsiteX1" fmla="*/ 920730 w 2807900"/>
                <a:gd name="connsiteY1" fmla="*/ 0 h 2725580"/>
                <a:gd name="connsiteX2" fmla="*/ 2691397 w 2807900"/>
                <a:gd name="connsiteY2" fmla="*/ 2725580 h 2725580"/>
                <a:gd name="connsiteX3" fmla="*/ 0 w 2807900"/>
                <a:gd name="connsiteY3" fmla="*/ 1043770 h 2725580"/>
                <a:gd name="connsiteX4" fmla="*/ 19511 w 2807900"/>
                <a:gd name="connsiteY4" fmla="*/ 577797 h 2725580"/>
                <a:gd name="connsiteX5" fmla="*/ 572387 w 2807900"/>
                <a:gd name="connsiteY5" fmla="*/ 0 h 2725580"/>
                <a:gd name="connsiteX0" fmla="*/ 775285 w 3010798"/>
                <a:gd name="connsiteY0" fmla="*/ 0 h 2747207"/>
                <a:gd name="connsiteX1" fmla="*/ 1123628 w 3010798"/>
                <a:gd name="connsiteY1" fmla="*/ 0 h 2747207"/>
                <a:gd name="connsiteX2" fmla="*/ 2894295 w 3010798"/>
                <a:gd name="connsiteY2" fmla="*/ 2725580 h 2747207"/>
                <a:gd name="connsiteX3" fmla="*/ 188835 w 3010798"/>
                <a:gd name="connsiteY3" fmla="*/ 1421761 h 2747207"/>
                <a:gd name="connsiteX4" fmla="*/ 202898 w 3010798"/>
                <a:gd name="connsiteY4" fmla="*/ 1043770 h 2747207"/>
                <a:gd name="connsiteX5" fmla="*/ 222409 w 3010798"/>
                <a:gd name="connsiteY5" fmla="*/ 577797 h 2747207"/>
                <a:gd name="connsiteX6" fmla="*/ 775285 w 3010798"/>
                <a:gd name="connsiteY6" fmla="*/ 0 h 2747207"/>
                <a:gd name="connsiteX0" fmla="*/ 789524 w 3025037"/>
                <a:gd name="connsiteY0" fmla="*/ 0 h 2747207"/>
                <a:gd name="connsiteX1" fmla="*/ 1137867 w 3025037"/>
                <a:gd name="connsiteY1" fmla="*/ 0 h 2747207"/>
                <a:gd name="connsiteX2" fmla="*/ 2908534 w 3025037"/>
                <a:gd name="connsiteY2" fmla="*/ 2725580 h 2747207"/>
                <a:gd name="connsiteX3" fmla="*/ 203074 w 3025037"/>
                <a:gd name="connsiteY3" fmla="*/ 1421761 h 2747207"/>
                <a:gd name="connsiteX4" fmla="*/ 248632 w 3025037"/>
                <a:gd name="connsiteY4" fmla="*/ 1230994 h 2747207"/>
                <a:gd name="connsiteX5" fmla="*/ 217137 w 3025037"/>
                <a:gd name="connsiteY5" fmla="*/ 1043770 h 2747207"/>
                <a:gd name="connsiteX6" fmla="*/ 236648 w 3025037"/>
                <a:gd name="connsiteY6" fmla="*/ 577797 h 2747207"/>
                <a:gd name="connsiteX7" fmla="*/ 789524 w 3025037"/>
                <a:gd name="connsiteY7" fmla="*/ 0 h 2747207"/>
                <a:gd name="connsiteX0" fmla="*/ 789524 w 3025037"/>
                <a:gd name="connsiteY0" fmla="*/ 0 h 2756483"/>
                <a:gd name="connsiteX1" fmla="*/ 1137867 w 3025037"/>
                <a:gd name="connsiteY1" fmla="*/ 0 h 2756483"/>
                <a:gd name="connsiteX2" fmla="*/ 2908534 w 3025037"/>
                <a:gd name="connsiteY2" fmla="*/ 2725580 h 2756483"/>
                <a:gd name="connsiteX3" fmla="*/ 490932 w 3025037"/>
                <a:gd name="connsiteY3" fmla="*/ 1375415 h 2756483"/>
                <a:gd name="connsiteX4" fmla="*/ 203074 w 3025037"/>
                <a:gd name="connsiteY4" fmla="*/ 1421761 h 2756483"/>
                <a:gd name="connsiteX5" fmla="*/ 248632 w 3025037"/>
                <a:gd name="connsiteY5" fmla="*/ 1230994 h 2756483"/>
                <a:gd name="connsiteX6" fmla="*/ 217137 w 3025037"/>
                <a:gd name="connsiteY6" fmla="*/ 1043770 h 2756483"/>
                <a:gd name="connsiteX7" fmla="*/ 236648 w 3025037"/>
                <a:gd name="connsiteY7" fmla="*/ 577797 h 2756483"/>
                <a:gd name="connsiteX8" fmla="*/ 789524 w 3025037"/>
                <a:gd name="connsiteY8" fmla="*/ 0 h 2756483"/>
                <a:gd name="connsiteX0" fmla="*/ 789524 w 3025037"/>
                <a:gd name="connsiteY0" fmla="*/ 0 h 2759942"/>
                <a:gd name="connsiteX1" fmla="*/ 1137867 w 3025037"/>
                <a:gd name="connsiteY1" fmla="*/ 0 h 2759942"/>
                <a:gd name="connsiteX2" fmla="*/ 2908534 w 3025037"/>
                <a:gd name="connsiteY2" fmla="*/ 2725580 h 2759942"/>
                <a:gd name="connsiteX3" fmla="*/ 405296 w 3025037"/>
                <a:gd name="connsiteY3" fmla="*/ 1574682 h 2759942"/>
                <a:gd name="connsiteX4" fmla="*/ 490932 w 3025037"/>
                <a:gd name="connsiteY4" fmla="*/ 1375415 h 2759942"/>
                <a:gd name="connsiteX5" fmla="*/ 203074 w 3025037"/>
                <a:gd name="connsiteY5" fmla="*/ 1421761 h 2759942"/>
                <a:gd name="connsiteX6" fmla="*/ 248632 w 3025037"/>
                <a:gd name="connsiteY6" fmla="*/ 1230994 h 2759942"/>
                <a:gd name="connsiteX7" fmla="*/ 217137 w 3025037"/>
                <a:gd name="connsiteY7" fmla="*/ 1043770 h 2759942"/>
                <a:gd name="connsiteX8" fmla="*/ 236648 w 3025037"/>
                <a:gd name="connsiteY8" fmla="*/ 577797 h 2759942"/>
                <a:gd name="connsiteX9" fmla="*/ 789524 w 3025037"/>
                <a:gd name="connsiteY9" fmla="*/ 0 h 2759942"/>
                <a:gd name="connsiteX0" fmla="*/ 789524 w 3025037"/>
                <a:gd name="connsiteY0" fmla="*/ 0 h 2762751"/>
                <a:gd name="connsiteX1" fmla="*/ 1137867 w 3025037"/>
                <a:gd name="connsiteY1" fmla="*/ 0 h 2762751"/>
                <a:gd name="connsiteX2" fmla="*/ 2908534 w 3025037"/>
                <a:gd name="connsiteY2" fmla="*/ 2725580 h 2762751"/>
                <a:gd name="connsiteX3" fmla="*/ 648088 w 3025037"/>
                <a:gd name="connsiteY3" fmla="*/ 1499977 h 2762751"/>
                <a:gd name="connsiteX4" fmla="*/ 405296 w 3025037"/>
                <a:gd name="connsiteY4" fmla="*/ 1574682 h 2762751"/>
                <a:gd name="connsiteX5" fmla="*/ 490932 w 3025037"/>
                <a:gd name="connsiteY5" fmla="*/ 1375415 h 2762751"/>
                <a:gd name="connsiteX6" fmla="*/ 203074 w 3025037"/>
                <a:gd name="connsiteY6" fmla="*/ 1421761 h 2762751"/>
                <a:gd name="connsiteX7" fmla="*/ 248632 w 3025037"/>
                <a:gd name="connsiteY7" fmla="*/ 1230994 h 2762751"/>
                <a:gd name="connsiteX8" fmla="*/ 217137 w 3025037"/>
                <a:gd name="connsiteY8" fmla="*/ 1043770 h 2762751"/>
                <a:gd name="connsiteX9" fmla="*/ 236648 w 3025037"/>
                <a:gd name="connsiteY9" fmla="*/ 577797 h 2762751"/>
                <a:gd name="connsiteX10" fmla="*/ 789524 w 3025037"/>
                <a:gd name="connsiteY10" fmla="*/ 0 h 2762751"/>
                <a:gd name="connsiteX0" fmla="*/ 789524 w 3025037"/>
                <a:gd name="connsiteY0" fmla="*/ 0 h 2765395"/>
                <a:gd name="connsiteX1" fmla="*/ 1137867 w 3025037"/>
                <a:gd name="connsiteY1" fmla="*/ 0 h 2765395"/>
                <a:gd name="connsiteX2" fmla="*/ 2908534 w 3025037"/>
                <a:gd name="connsiteY2" fmla="*/ 2725580 h 2765395"/>
                <a:gd name="connsiteX3" fmla="*/ 516796 w 3025037"/>
                <a:gd name="connsiteY3" fmla="*/ 1657430 h 2765395"/>
                <a:gd name="connsiteX4" fmla="*/ 648088 w 3025037"/>
                <a:gd name="connsiteY4" fmla="*/ 1499977 h 2765395"/>
                <a:gd name="connsiteX5" fmla="*/ 405296 w 3025037"/>
                <a:gd name="connsiteY5" fmla="*/ 1574682 h 2765395"/>
                <a:gd name="connsiteX6" fmla="*/ 490932 w 3025037"/>
                <a:gd name="connsiteY6" fmla="*/ 1375415 h 2765395"/>
                <a:gd name="connsiteX7" fmla="*/ 203074 w 3025037"/>
                <a:gd name="connsiteY7" fmla="*/ 1421761 h 2765395"/>
                <a:gd name="connsiteX8" fmla="*/ 248632 w 3025037"/>
                <a:gd name="connsiteY8" fmla="*/ 1230994 h 2765395"/>
                <a:gd name="connsiteX9" fmla="*/ 217137 w 3025037"/>
                <a:gd name="connsiteY9" fmla="*/ 1043770 h 2765395"/>
                <a:gd name="connsiteX10" fmla="*/ 236648 w 3025037"/>
                <a:gd name="connsiteY10" fmla="*/ 577797 h 2765395"/>
                <a:gd name="connsiteX11" fmla="*/ 789524 w 3025037"/>
                <a:gd name="connsiteY11" fmla="*/ 0 h 2765395"/>
                <a:gd name="connsiteX0" fmla="*/ 789524 w 3025037"/>
                <a:gd name="connsiteY0" fmla="*/ 0 h 2777690"/>
                <a:gd name="connsiteX1" fmla="*/ 1137867 w 3025037"/>
                <a:gd name="connsiteY1" fmla="*/ 0 h 2777690"/>
                <a:gd name="connsiteX2" fmla="*/ 2908534 w 3025037"/>
                <a:gd name="connsiteY2" fmla="*/ 2725580 h 2777690"/>
                <a:gd name="connsiteX3" fmla="*/ 441106 w 3025037"/>
                <a:gd name="connsiteY3" fmla="*/ 1852890 h 2777690"/>
                <a:gd name="connsiteX4" fmla="*/ 516796 w 3025037"/>
                <a:gd name="connsiteY4" fmla="*/ 1657430 h 2777690"/>
                <a:gd name="connsiteX5" fmla="*/ 648088 w 3025037"/>
                <a:gd name="connsiteY5" fmla="*/ 1499977 h 2777690"/>
                <a:gd name="connsiteX6" fmla="*/ 405296 w 3025037"/>
                <a:gd name="connsiteY6" fmla="*/ 1574682 h 2777690"/>
                <a:gd name="connsiteX7" fmla="*/ 490932 w 3025037"/>
                <a:gd name="connsiteY7" fmla="*/ 1375415 h 2777690"/>
                <a:gd name="connsiteX8" fmla="*/ 203074 w 3025037"/>
                <a:gd name="connsiteY8" fmla="*/ 1421761 h 2777690"/>
                <a:gd name="connsiteX9" fmla="*/ 248632 w 3025037"/>
                <a:gd name="connsiteY9" fmla="*/ 1230994 h 2777690"/>
                <a:gd name="connsiteX10" fmla="*/ 217137 w 3025037"/>
                <a:gd name="connsiteY10" fmla="*/ 1043770 h 2777690"/>
                <a:gd name="connsiteX11" fmla="*/ 236648 w 3025037"/>
                <a:gd name="connsiteY11" fmla="*/ 577797 h 2777690"/>
                <a:gd name="connsiteX12" fmla="*/ 789524 w 3025037"/>
                <a:gd name="connsiteY12" fmla="*/ 0 h 2777690"/>
                <a:gd name="connsiteX0" fmla="*/ 789524 w 3025037"/>
                <a:gd name="connsiteY0" fmla="*/ 0 h 2786386"/>
                <a:gd name="connsiteX1" fmla="*/ 1137867 w 3025037"/>
                <a:gd name="connsiteY1" fmla="*/ 0 h 2786386"/>
                <a:gd name="connsiteX2" fmla="*/ 2908534 w 3025037"/>
                <a:gd name="connsiteY2" fmla="*/ 2725580 h 2786386"/>
                <a:gd name="connsiteX3" fmla="*/ 646184 w 3025037"/>
                <a:gd name="connsiteY3" fmla="*/ 1840516 h 2786386"/>
                <a:gd name="connsiteX4" fmla="*/ 441106 w 3025037"/>
                <a:gd name="connsiteY4" fmla="*/ 1852890 h 2786386"/>
                <a:gd name="connsiteX5" fmla="*/ 516796 w 3025037"/>
                <a:gd name="connsiteY5" fmla="*/ 1657430 h 2786386"/>
                <a:gd name="connsiteX6" fmla="*/ 648088 w 3025037"/>
                <a:gd name="connsiteY6" fmla="*/ 1499977 h 2786386"/>
                <a:gd name="connsiteX7" fmla="*/ 405296 w 3025037"/>
                <a:gd name="connsiteY7" fmla="*/ 1574682 h 2786386"/>
                <a:gd name="connsiteX8" fmla="*/ 490932 w 3025037"/>
                <a:gd name="connsiteY8" fmla="*/ 1375415 h 2786386"/>
                <a:gd name="connsiteX9" fmla="*/ 203074 w 3025037"/>
                <a:gd name="connsiteY9" fmla="*/ 1421761 h 2786386"/>
                <a:gd name="connsiteX10" fmla="*/ 248632 w 3025037"/>
                <a:gd name="connsiteY10" fmla="*/ 1230994 h 2786386"/>
                <a:gd name="connsiteX11" fmla="*/ 217137 w 3025037"/>
                <a:gd name="connsiteY11" fmla="*/ 1043770 h 2786386"/>
                <a:gd name="connsiteX12" fmla="*/ 236648 w 3025037"/>
                <a:gd name="connsiteY12" fmla="*/ 577797 h 2786386"/>
                <a:gd name="connsiteX13" fmla="*/ 789524 w 3025037"/>
                <a:gd name="connsiteY13" fmla="*/ 0 h 2786386"/>
                <a:gd name="connsiteX0" fmla="*/ 789524 w 3025037"/>
                <a:gd name="connsiteY0" fmla="*/ 0 h 2804095"/>
                <a:gd name="connsiteX1" fmla="*/ 1137867 w 3025037"/>
                <a:gd name="connsiteY1" fmla="*/ 0 h 2804095"/>
                <a:gd name="connsiteX2" fmla="*/ 2908534 w 3025037"/>
                <a:gd name="connsiteY2" fmla="*/ 2725580 h 2804095"/>
                <a:gd name="connsiteX3" fmla="*/ 999392 w 3025037"/>
                <a:gd name="connsiteY3" fmla="*/ 2054225 h 2804095"/>
                <a:gd name="connsiteX4" fmla="*/ 646184 w 3025037"/>
                <a:gd name="connsiteY4" fmla="*/ 1840516 h 2804095"/>
                <a:gd name="connsiteX5" fmla="*/ 441106 w 3025037"/>
                <a:gd name="connsiteY5" fmla="*/ 1852890 h 2804095"/>
                <a:gd name="connsiteX6" fmla="*/ 516796 w 3025037"/>
                <a:gd name="connsiteY6" fmla="*/ 1657430 h 2804095"/>
                <a:gd name="connsiteX7" fmla="*/ 648088 w 3025037"/>
                <a:gd name="connsiteY7" fmla="*/ 1499977 h 2804095"/>
                <a:gd name="connsiteX8" fmla="*/ 405296 w 3025037"/>
                <a:gd name="connsiteY8" fmla="*/ 1574682 h 2804095"/>
                <a:gd name="connsiteX9" fmla="*/ 490932 w 3025037"/>
                <a:gd name="connsiteY9" fmla="*/ 1375415 h 2804095"/>
                <a:gd name="connsiteX10" fmla="*/ 203074 w 3025037"/>
                <a:gd name="connsiteY10" fmla="*/ 1421761 h 2804095"/>
                <a:gd name="connsiteX11" fmla="*/ 248632 w 3025037"/>
                <a:gd name="connsiteY11" fmla="*/ 1230994 h 2804095"/>
                <a:gd name="connsiteX12" fmla="*/ 217137 w 3025037"/>
                <a:gd name="connsiteY12" fmla="*/ 1043770 h 2804095"/>
                <a:gd name="connsiteX13" fmla="*/ 236648 w 3025037"/>
                <a:gd name="connsiteY13" fmla="*/ 577797 h 2804095"/>
                <a:gd name="connsiteX14" fmla="*/ 789524 w 3025037"/>
                <a:gd name="connsiteY14" fmla="*/ 0 h 2804095"/>
                <a:gd name="connsiteX0" fmla="*/ 789524 w 3025037"/>
                <a:gd name="connsiteY0" fmla="*/ 0 h 2918711"/>
                <a:gd name="connsiteX1" fmla="*/ 1137867 w 3025037"/>
                <a:gd name="connsiteY1" fmla="*/ 0 h 2918711"/>
                <a:gd name="connsiteX2" fmla="*/ 2908534 w 3025037"/>
                <a:gd name="connsiteY2" fmla="*/ 2725580 h 2918711"/>
                <a:gd name="connsiteX3" fmla="*/ 999392 w 3025037"/>
                <a:gd name="connsiteY3" fmla="*/ 2054225 h 2918711"/>
                <a:gd name="connsiteX4" fmla="*/ 646184 w 3025037"/>
                <a:gd name="connsiteY4" fmla="*/ 1840516 h 2918711"/>
                <a:gd name="connsiteX5" fmla="*/ 441106 w 3025037"/>
                <a:gd name="connsiteY5" fmla="*/ 1852890 h 2918711"/>
                <a:gd name="connsiteX6" fmla="*/ 516796 w 3025037"/>
                <a:gd name="connsiteY6" fmla="*/ 1657430 h 2918711"/>
                <a:gd name="connsiteX7" fmla="*/ 648088 w 3025037"/>
                <a:gd name="connsiteY7" fmla="*/ 1499977 h 2918711"/>
                <a:gd name="connsiteX8" fmla="*/ 405296 w 3025037"/>
                <a:gd name="connsiteY8" fmla="*/ 1574682 h 2918711"/>
                <a:gd name="connsiteX9" fmla="*/ 490932 w 3025037"/>
                <a:gd name="connsiteY9" fmla="*/ 1375415 h 2918711"/>
                <a:gd name="connsiteX10" fmla="*/ 203074 w 3025037"/>
                <a:gd name="connsiteY10" fmla="*/ 1421761 h 2918711"/>
                <a:gd name="connsiteX11" fmla="*/ 248632 w 3025037"/>
                <a:gd name="connsiteY11" fmla="*/ 1230994 h 2918711"/>
                <a:gd name="connsiteX12" fmla="*/ 217137 w 3025037"/>
                <a:gd name="connsiteY12" fmla="*/ 1043770 h 2918711"/>
                <a:gd name="connsiteX13" fmla="*/ 236648 w 3025037"/>
                <a:gd name="connsiteY13" fmla="*/ 577797 h 2918711"/>
                <a:gd name="connsiteX14" fmla="*/ 789524 w 3025037"/>
                <a:gd name="connsiteY14" fmla="*/ 0 h 2918711"/>
                <a:gd name="connsiteX0" fmla="*/ 789524 w 3025037"/>
                <a:gd name="connsiteY0" fmla="*/ 0 h 2975590"/>
                <a:gd name="connsiteX1" fmla="*/ 1137867 w 3025037"/>
                <a:gd name="connsiteY1" fmla="*/ 0 h 2975590"/>
                <a:gd name="connsiteX2" fmla="*/ 2908534 w 3025037"/>
                <a:gd name="connsiteY2" fmla="*/ 2725580 h 2975590"/>
                <a:gd name="connsiteX3" fmla="*/ 999392 w 3025037"/>
                <a:gd name="connsiteY3" fmla="*/ 2054225 h 2975590"/>
                <a:gd name="connsiteX4" fmla="*/ 646184 w 3025037"/>
                <a:gd name="connsiteY4" fmla="*/ 1840516 h 2975590"/>
                <a:gd name="connsiteX5" fmla="*/ 441106 w 3025037"/>
                <a:gd name="connsiteY5" fmla="*/ 1852890 h 2975590"/>
                <a:gd name="connsiteX6" fmla="*/ 516796 w 3025037"/>
                <a:gd name="connsiteY6" fmla="*/ 1657430 h 2975590"/>
                <a:gd name="connsiteX7" fmla="*/ 648088 w 3025037"/>
                <a:gd name="connsiteY7" fmla="*/ 1499977 h 2975590"/>
                <a:gd name="connsiteX8" fmla="*/ 405296 w 3025037"/>
                <a:gd name="connsiteY8" fmla="*/ 1574682 h 2975590"/>
                <a:gd name="connsiteX9" fmla="*/ 490932 w 3025037"/>
                <a:gd name="connsiteY9" fmla="*/ 1375415 h 2975590"/>
                <a:gd name="connsiteX10" fmla="*/ 203074 w 3025037"/>
                <a:gd name="connsiteY10" fmla="*/ 1421761 h 2975590"/>
                <a:gd name="connsiteX11" fmla="*/ 248632 w 3025037"/>
                <a:gd name="connsiteY11" fmla="*/ 1230994 h 2975590"/>
                <a:gd name="connsiteX12" fmla="*/ 217137 w 3025037"/>
                <a:gd name="connsiteY12" fmla="*/ 1043770 h 2975590"/>
                <a:gd name="connsiteX13" fmla="*/ 236648 w 3025037"/>
                <a:gd name="connsiteY13" fmla="*/ 577797 h 2975590"/>
                <a:gd name="connsiteX14" fmla="*/ 789524 w 3025037"/>
                <a:gd name="connsiteY14" fmla="*/ 0 h 2975590"/>
                <a:gd name="connsiteX0" fmla="*/ 789524 w 3025037"/>
                <a:gd name="connsiteY0" fmla="*/ 0 h 3006355"/>
                <a:gd name="connsiteX1" fmla="*/ 1137867 w 3025037"/>
                <a:gd name="connsiteY1" fmla="*/ 0 h 3006355"/>
                <a:gd name="connsiteX2" fmla="*/ 2908534 w 3025037"/>
                <a:gd name="connsiteY2" fmla="*/ 2725580 h 3006355"/>
                <a:gd name="connsiteX3" fmla="*/ 999392 w 3025037"/>
                <a:gd name="connsiteY3" fmla="*/ 2054225 h 3006355"/>
                <a:gd name="connsiteX4" fmla="*/ 646184 w 3025037"/>
                <a:gd name="connsiteY4" fmla="*/ 1840516 h 3006355"/>
                <a:gd name="connsiteX5" fmla="*/ 441106 w 3025037"/>
                <a:gd name="connsiteY5" fmla="*/ 1852890 h 3006355"/>
                <a:gd name="connsiteX6" fmla="*/ 516796 w 3025037"/>
                <a:gd name="connsiteY6" fmla="*/ 1657430 h 3006355"/>
                <a:gd name="connsiteX7" fmla="*/ 648088 w 3025037"/>
                <a:gd name="connsiteY7" fmla="*/ 1499977 h 3006355"/>
                <a:gd name="connsiteX8" fmla="*/ 405296 w 3025037"/>
                <a:gd name="connsiteY8" fmla="*/ 1574682 h 3006355"/>
                <a:gd name="connsiteX9" fmla="*/ 490932 w 3025037"/>
                <a:gd name="connsiteY9" fmla="*/ 1375415 h 3006355"/>
                <a:gd name="connsiteX10" fmla="*/ 203074 w 3025037"/>
                <a:gd name="connsiteY10" fmla="*/ 1421761 h 3006355"/>
                <a:gd name="connsiteX11" fmla="*/ 248632 w 3025037"/>
                <a:gd name="connsiteY11" fmla="*/ 1230994 h 3006355"/>
                <a:gd name="connsiteX12" fmla="*/ 217137 w 3025037"/>
                <a:gd name="connsiteY12" fmla="*/ 1043770 h 3006355"/>
                <a:gd name="connsiteX13" fmla="*/ 236648 w 3025037"/>
                <a:gd name="connsiteY13" fmla="*/ 577797 h 3006355"/>
                <a:gd name="connsiteX14" fmla="*/ 789524 w 3025037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47179" h="3006355">
                  <a:moveTo>
                    <a:pt x="611666" y="0"/>
                  </a:moveTo>
                  <a:lnTo>
                    <a:pt x="960009" y="0"/>
                  </a:lnTo>
                  <a:cubicBezTo>
                    <a:pt x="623037" y="1082783"/>
                    <a:pt x="3445569" y="1359105"/>
                    <a:pt x="2730676" y="2725580"/>
                  </a:cubicBezTo>
                  <a:cubicBezTo>
                    <a:pt x="2284688" y="3262925"/>
                    <a:pt x="1136918" y="3023558"/>
                    <a:pt x="821534" y="2054225"/>
                  </a:cubicBezTo>
                  <a:cubicBezTo>
                    <a:pt x="567924" y="1877699"/>
                    <a:pt x="688086" y="1842666"/>
                    <a:pt x="468326" y="1840516"/>
                  </a:cubicBezTo>
                  <a:cubicBezTo>
                    <a:pt x="365284" y="1809646"/>
                    <a:pt x="283844" y="1899739"/>
                    <a:pt x="263248" y="1852890"/>
                  </a:cubicBezTo>
                  <a:cubicBezTo>
                    <a:pt x="242652" y="1806041"/>
                    <a:pt x="335492" y="1694099"/>
                    <a:pt x="338938" y="1657430"/>
                  </a:cubicBezTo>
                  <a:cubicBezTo>
                    <a:pt x="342384" y="1620761"/>
                    <a:pt x="536592" y="1501558"/>
                    <a:pt x="470230" y="1499977"/>
                  </a:cubicBezTo>
                  <a:cubicBezTo>
                    <a:pt x="403868" y="1498396"/>
                    <a:pt x="233259" y="1617685"/>
                    <a:pt x="227438" y="1574682"/>
                  </a:cubicBezTo>
                  <a:cubicBezTo>
                    <a:pt x="221617" y="1531679"/>
                    <a:pt x="392801" y="1387083"/>
                    <a:pt x="313074" y="1375415"/>
                  </a:cubicBezTo>
                  <a:cubicBezTo>
                    <a:pt x="233347" y="1363747"/>
                    <a:pt x="43083" y="1470415"/>
                    <a:pt x="25216" y="1421761"/>
                  </a:cubicBezTo>
                  <a:cubicBezTo>
                    <a:pt x="-50577" y="1341362"/>
                    <a:pt x="68430" y="1293992"/>
                    <a:pt x="70774" y="1230994"/>
                  </a:cubicBezTo>
                  <a:cubicBezTo>
                    <a:pt x="263228" y="1045041"/>
                    <a:pt x="141587" y="1070141"/>
                    <a:pt x="39279" y="1043770"/>
                  </a:cubicBezTo>
                  <a:cubicBezTo>
                    <a:pt x="237404" y="876663"/>
                    <a:pt x="52286" y="733121"/>
                    <a:pt x="58790" y="577797"/>
                  </a:cubicBezTo>
                  <a:lnTo>
                    <a:pt x="611666" y="0"/>
                  </a:lnTo>
                  <a:close/>
                </a:path>
              </a:pathLst>
            </a:custGeom>
            <a:solidFill>
              <a:srgbClr val="8F6E5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252">
              <a:extLst>
                <a:ext uri="{FF2B5EF4-FFF2-40B4-BE49-F238E27FC236}">
                  <a16:creationId xmlns:a16="http://schemas.microsoft.com/office/drawing/2014/main" id="{54E90FB0-09CF-FEF7-1F20-F243E64C1790}"/>
                </a:ext>
              </a:extLst>
            </p:cNvPr>
            <p:cNvSpPr/>
            <p:nvPr/>
          </p:nvSpPr>
          <p:spPr>
            <a:xfrm rot="1263240">
              <a:off x="5781296" y="1955380"/>
              <a:ext cx="1792057" cy="2117296"/>
            </a:xfrm>
            <a:custGeom>
              <a:avLst/>
              <a:gdLst>
                <a:gd name="connsiteX0" fmla="*/ 0 w 1090827"/>
                <a:gd name="connsiteY0" fmla="*/ 628137 h 1256273"/>
                <a:gd name="connsiteX1" fmla="*/ 545414 w 1090827"/>
                <a:gd name="connsiteY1" fmla="*/ 0 h 1256273"/>
                <a:gd name="connsiteX2" fmla="*/ 1090828 w 1090827"/>
                <a:gd name="connsiteY2" fmla="*/ 628137 h 1256273"/>
                <a:gd name="connsiteX3" fmla="*/ 545414 w 1090827"/>
                <a:gd name="connsiteY3" fmla="*/ 1256274 h 1256273"/>
                <a:gd name="connsiteX4" fmla="*/ 0 w 1090827"/>
                <a:gd name="connsiteY4" fmla="*/ 628137 h 1256273"/>
                <a:gd name="connsiteX0" fmla="*/ 0 w 1110068"/>
                <a:gd name="connsiteY0" fmla="*/ 628137 h 1265137"/>
                <a:gd name="connsiteX1" fmla="*/ 545414 w 1110068"/>
                <a:gd name="connsiteY1" fmla="*/ 0 h 1265137"/>
                <a:gd name="connsiteX2" fmla="*/ 1090828 w 1110068"/>
                <a:gd name="connsiteY2" fmla="*/ 628137 h 1265137"/>
                <a:gd name="connsiteX3" fmla="*/ 900526 w 1110068"/>
                <a:gd name="connsiteY3" fmla="*/ 972658 h 1265137"/>
                <a:gd name="connsiteX4" fmla="*/ 545414 w 1110068"/>
                <a:gd name="connsiteY4" fmla="*/ 1256274 h 1265137"/>
                <a:gd name="connsiteX5" fmla="*/ 0 w 1110068"/>
                <a:gd name="connsiteY5" fmla="*/ 628137 h 1265137"/>
                <a:gd name="connsiteX0" fmla="*/ 0 w 1110068"/>
                <a:gd name="connsiteY0" fmla="*/ 628137 h 1265137"/>
                <a:gd name="connsiteX1" fmla="*/ 545414 w 1110068"/>
                <a:gd name="connsiteY1" fmla="*/ 0 h 1265137"/>
                <a:gd name="connsiteX2" fmla="*/ 1090828 w 1110068"/>
                <a:gd name="connsiteY2" fmla="*/ 628137 h 1265137"/>
                <a:gd name="connsiteX3" fmla="*/ 900526 w 1110068"/>
                <a:gd name="connsiteY3" fmla="*/ 972658 h 1265137"/>
                <a:gd name="connsiteX4" fmla="*/ 545414 w 1110068"/>
                <a:gd name="connsiteY4" fmla="*/ 1256274 h 1265137"/>
                <a:gd name="connsiteX5" fmla="*/ 0 w 1110068"/>
                <a:gd name="connsiteY5" fmla="*/ 628137 h 1265137"/>
                <a:gd name="connsiteX0" fmla="*/ 7632 w 1117700"/>
                <a:gd name="connsiteY0" fmla="*/ 628137 h 1257153"/>
                <a:gd name="connsiteX1" fmla="*/ 553046 w 1117700"/>
                <a:gd name="connsiteY1" fmla="*/ 0 h 1257153"/>
                <a:gd name="connsiteX2" fmla="*/ 1098460 w 1117700"/>
                <a:gd name="connsiteY2" fmla="*/ 628137 h 1257153"/>
                <a:gd name="connsiteX3" fmla="*/ 908158 w 1117700"/>
                <a:gd name="connsiteY3" fmla="*/ 972658 h 1257153"/>
                <a:gd name="connsiteX4" fmla="*/ 553046 w 1117700"/>
                <a:gd name="connsiteY4" fmla="*/ 1256274 h 1257153"/>
                <a:gd name="connsiteX5" fmla="*/ 254770 w 1117700"/>
                <a:gd name="connsiteY5" fmla="*/ 1046089 h 1257153"/>
                <a:gd name="connsiteX6" fmla="*/ 7632 w 1117700"/>
                <a:gd name="connsiteY6" fmla="*/ 628137 h 1257153"/>
                <a:gd name="connsiteX0" fmla="*/ 2611 w 1112679"/>
                <a:gd name="connsiteY0" fmla="*/ 628137 h 1257153"/>
                <a:gd name="connsiteX1" fmla="*/ 548025 w 1112679"/>
                <a:gd name="connsiteY1" fmla="*/ 0 h 1257153"/>
                <a:gd name="connsiteX2" fmla="*/ 1093439 w 1112679"/>
                <a:gd name="connsiteY2" fmla="*/ 628137 h 1257153"/>
                <a:gd name="connsiteX3" fmla="*/ 903137 w 1112679"/>
                <a:gd name="connsiteY3" fmla="*/ 972658 h 1257153"/>
                <a:gd name="connsiteX4" fmla="*/ 548025 w 1112679"/>
                <a:gd name="connsiteY4" fmla="*/ 1256274 h 1257153"/>
                <a:gd name="connsiteX5" fmla="*/ 249749 w 1112679"/>
                <a:gd name="connsiteY5" fmla="*/ 1046089 h 1257153"/>
                <a:gd name="connsiteX6" fmla="*/ 2611 w 1112679"/>
                <a:gd name="connsiteY6" fmla="*/ 628137 h 1257153"/>
                <a:gd name="connsiteX0" fmla="*/ 2611 w 1093957"/>
                <a:gd name="connsiteY0" fmla="*/ 628137 h 1257153"/>
                <a:gd name="connsiteX1" fmla="*/ 548025 w 1093957"/>
                <a:gd name="connsiteY1" fmla="*/ 0 h 1257153"/>
                <a:gd name="connsiteX2" fmla="*/ 1093439 w 1093957"/>
                <a:gd name="connsiteY2" fmla="*/ 628137 h 1257153"/>
                <a:gd name="connsiteX3" fmla="*/ 903137 w 1093957"/>
                <a:gd name="connsiteY3" fmla="*/ 972658 h 1257153"/>
                <a:gd name="connsiteX4" fmla="*/ 548025 w 1093957"/>
                <a:gd name="connsiteY4" fmla="*/ 1256274 h 1257153"/>
                <a:gd name="connsiteX5" fmla="*/ 249749 w 1093957"/>
                <a:gd name="connsiteY5" fmla="*/ 1046089 h 1257153"/>
                <a:gd name="connsiteX6" fmla="*/ 2611 w 1093957"/>
                <a:gd name="connsiteY6" fmla="*/ 628137 h 1257153"/>
                <a:gd name="connsiteX0" fmla="*/ 2611 w 1094286"/>
                <a:gd name="connsiteY0" fmla="*/ 628137 h 1257153"/>
                <a:gd name="connsiteX1" fmla="*/ 548025 w 1094286"/>
                <a:gd name="connsiteY1" fmla="*/ 0 h 1257153"/>
                <a:gd name="connsiteX2" fmla="*/ 1093439 w 1094286"/>
                <a:gd name="connsiteY2" fmla="*/ 628137 h 1257153"/>
                <a:gd name="connsiteX3" fmla="*/ 903137 w 1094286"/>
                <a:gd name="connsiteY3" fmla="*/ 972658 h 1257153"/>
                <a:gd name="connsiteX4" fmla="*/ 548025 w 1094286"/>
                <a:gd name="connsiteY4" fmla="*/ 1256274 h 1257153"/>
                <a:gd name="connsiteX5" fmla="*/ 249749 w 1094286"/>
                <a:gd name="connsiteY5" fmla="*/ 1046089 h 1257153"/>
                <a:gd name="connsiteX6" fmla="*/ 2611 w 1094286"/>
                <a:gd name="connsiteY6" fmla="*/ 628137 h 1257153"/>
                <a:gd name="connsiteX0" fmla="*/ 2005 w 1064414"/>
                <a:gd name="connsiteY0" fmla="*/ 635265 h 1257156"/>
                <a:gd name="connsiteX1" fmla="*/ 518153 w 1064414"/>
                <a:gd name="connsiteY1" fmla="*/ 3 h 1257156"/>
                <a:gd name="connsiteX2" fmla="*/ 1063567 w 1064414"/>
                <a:gd name="connsiteY2" fmla="*/ 628140 h 1257156"/>
                <a:gd name="connsiteX3" fmla="*/ 873265 w 1064414"/>
                <a:gd name="connsiteY3" fmla="*/ 972661 h 1257156"/>
                <a:gd name="connsiteX4" fmla="*/ 518153 w 1064414"/>
                <a:gd name="connsiteY4" fmla="*/ 1256277 h 1257156"/>
                <a:gd name="connsiteX5" fmla="*/ 219877 w 1064414"/>
                <a:gd name="connsiteY5" fmla="*/ 1046092 h 1257156"/>
                <a:gd name="connsiteX6" fmla="*/ 2005 w 1064414"/>
                <a:gd name="connsiteY6" fmla="*/ 635265 h 1257156"/>
                <a:gd name="connsiteX0" fmla="*/ 3166 w 1065575"/>
                <a:gd name="connsiteY0" fmla="*/ 637233 h 1259124"/>
                <a:gd name="connsiteX1" fmla="*/ 519314 w 1065575"/>
                <a:gd name="connsiteY1" fmla="*/ 1971 h 1259124"/>
                <a:gd name="connsiteX2" fmla="*/ 1064728 w 1065575"/>
                <a:gd name="connsiteY2" fmla="*/ 630108 h 1259124"/>
                <a:gd name="connsiteX3" fmla="*/ 874426 w 1065575"/>
                <a:gd name="connsiteY3" fmla="*/ 974629 h 1259124"/>
                <a:gd name="connsiteX4" fmla="*/ 519314 w 1065575"/>
                <a:gd name="connsiteY4" fmla="*/ 1258245 h 1259124"/>
                <a:gd name="connsiteX5" fmla="*/ 221038 w 1065575"/>
                <a:gd name="connsiteY5" fmla="*/ 1048060 h 1259124"/>
                <a:gd name="connsiteX6" fmla="*/ 3166 w 1065575"/>
                <a:gd name="connsiteY6" fmla="*/ 637233 h 1259124"/>
                <a:gd name="connsiteX0" fmla="*/ 5870 w 1068279"/>
                <a:gd name="connsiteY0" fmla="*/ 637233 h 1259037"/>
                <a:gd name="connsiteX1" fmla="*/ 522018 w 1068279"/>
                <a:gd name="connsiteY1" fmla="*/ 1971 h 1259037"/>
                <a:gd name="connsiteX2" fmla="*/ 1067432 w 1068279"/>
                <a:gd name="connsiteY2" fmla="*/ 630108 h 1259037"/>
                <a:gd name="connsiteX3" fmla="*/ 877130 w 1068279"/>
                <a:gd name="connsiteY3" fmla="*/ 974629 h 1259037"/>
                <a:gd name="connsiteX4" fmla="*/ 522018 w 1068279"/>
                <a:gd name="connsiteY4" fmla="*/ 1258245 h 1259037"/>
                <a:gd name="connsiteX5" fmla="*/ 261711 w 1068279"/>
                <a:gd name="connsiteY5" fmla="*/ 1044903 h 1259037"/>
                <a:gd name="connsiteX6" fmla="*/ 5870 w 1068279"/>
                <a:gd name="connsiteY6" fmla="*/ 637233 h 1259037"/>
                <a:gd name="connsiteX0" fmla="*/ 6776 w 1069185"/>
                <a:gd name="connsiteY0" fmla="*/ 637233 h 1259037"/>
                <a:gd name="connsiteX1" fmla="*/ 522924 w 1069185"/>
                <a:gd name="connsiteY1" fmla="*/ 1971 h 1259037"/>
                <a:gd name="connsiteX2" fmla="*/ 1068338 w 1069185"/>
                <a:gd name="connsiteY2" fmla="*/ 630108 h 1259037"/>
                <a:gd name="connsiteX3" fmla="*/ 878036 w 1069185"/>
                <a:gd name="connsiteY3" fmla="*/ 974629 h 1259037"/>
                <a:gd name="connsiteX4" fmla="*/ 522924 w 1069185"/>
                <a:gd name="connsiteY4" fmla="*/ 1258245 h 1259037"/>
                <a:gd name="connsiteX5" fmla="*/ 262617 w 1069185"/>
                <a:gd name="connsiteY5" fmla="*/ 1044903 h 1259037"/>
                <a:gd name="connsiteX6" fmla="*/ 6776 w 1069185"/>
                <a:gd name="connsiteY6" fmla="*/ 637233 h 1259037"/>
                <a:gd name="connsiteX0" fmla="*/ 6776 w 1069185"/>
                <a:gd name="connsiteY0" fmla="*/ 637320 h 1259124"/>
                <a:gd name="connsiteX1" fmla="*/ 522924 w 1069185"/>
                <a:gd name="connsiteY1" fmla="*/ 2058 h 1259124"/>
                <a:gd name="connsiteX2" fmla="*/ 1068338 w 1069185"/>
                <a:gd name="connsiteY2" fmla="*/ 630195 h 1259124"/>
                <a:gd name="connsiteX3" fmla="*/ 878036 w 1069185"/>
                <a:gd name="connsiteY3" fmla="*/ 974716 h 1259124"/>
                <a:gd name="connsiteX4" fmla="*/ 522924 w 1069185"/>
                <a:gd name="connsiteY4" fmla="*/ 1258332 h 1259124"/>
                <a:gd name="connsiteX5" fmla="*/ 262617 w 1069185"/>
                <a:gd name="connsiteY5" fmla="*/ 1044990 h 1259124"/>
                <a:gd name="connsiteX6" fmla="*/ 6776 w 1069185"/>
                <a:gd name="connsiteY6" fmla="*/ 637320 h 1259124"/>
                <a:gd name="connsiteX0" fmla="*/ 696 w 1063105"/>
                <a:gd name="connsiteY0" fmla="*/ 637320 h 1259124"/>
                <a:gd name="connsiteX1" fmla="*/ 516844 w 1063105"/>
                <a:gd name="connsiteY1" fmla="*/ 2058 h 1259124"/>
                <a:gd name="connsiteX2" fmla="*/ 1062258 w 1063105"/>
                <a:gd name="connsiteY2" fmla="*/ 630195 h 1259124"/>
                <a:gd name="connsiteX3" fmla="*/ 871956 w 1063105"/>
                <a:gd name="connsiteY3" fmla="*/ 974716 h 1259124"/>
                <a:gd name="connsiteX4" fmla="*/ 516844 w 1063105"/>
                <a:gd name="connsiteY4" fmla="*/ 1258332 h 1259124"/>
                <a:gd name="connsiteX5" fmla="*/ 256537 w 1063105"/>
                <a:gd name="connsiteY5" fmla="*/ 1044990 h 1259124"/>
                <a:gd name="connsiteX6" fmla="*/ 696 w 1063105"/>
                <a:gd name="connsiteY6" fmla="*/ 637320 h 1259124"/>
                <a:gd name="connsiteX0" fmla="*/ 696 w 1063105"/>
                <a:gd name="connsiteY0" fmla="*/ 637320 h 1259124"/>
                <a:gd name="connsiteX1" fmla="*/ 516844 w 1063105"/>
                <a:gd name="connsiteY1" fmla="*/ 2058 h 1259124"/>
                <a:gd name="connsiteX2" fmla="*/ 1062258 w 1063105"/>
                <a:gd name="connsiteY2" fmla="*/ 630195 h 1259124"/>
                <a:gd name="connsiteX3" fmla="*/ 871956 w 1063105"/>
                <a:gd name="connsiteY3" fmla="*/ 974716 h 1259124"/>
                <a:gd name="connsiteX4" fmla="*/ 516844 w 1063105"/>
                <a:gd name="connsiteY4" fmla="*/ 1258332 h 1259124"/>
                <a:gd name="connsiteX5" fmla="*/ 256537 w 1063105"/>
                <a:gd name="connsiteY5" fmla="*/ 1044990 h 1259124"/>
                <a:gd name="connsiteX6" fmla="*/ 696 w 1063105"/>
                <a:gd name="connsiteY6" fmla="*/ 637320 h 1259124"/>
                <a:gd name="connsiteX0" fmla="*/ 696 w 1063105"/>
                <a:gd name="connsiteY0" fmla="*/ 637320 h 1259124"/>
                <a:gd name="connsiteX1" fmla="*/ 516844 w 1063105"/>
                <a:gd name="connsiteY1" fmla="*/ 2058 h 1259124"/>
                <a:gd name="connsiteX2" fmla="*/ 1062258 w 1063105"/>
                <a:gd name="connsiteY2" fmla="*/ 630195 h 1259124"/>
                <a:gd name="connsiteX3" fmla="*/ 871956 w 1063105"/>
                <a:gd name="connsiteY3" fmla="*/ 974716 h 1259124"/>
                <a:gd name="connsiteX4" fmla="*/ 516844 w 1063105"/>
                <a:gd name="connsiteY4" fmla="*/ 1258332 h 1259124"/>
                <a:gd name="connsiteX5" fmla="*/ 256537 w 1063105"/>
                <a:gd name="connsiteY5" fmla="*/ 1044990 h 1259124"/>
                <a:gd name="connsiteX6" fmla="*/ 696 w 1063105"/>
                <a:gd name="connsiteY6" fmla="*/ 637320 h 1259124"/>
                <a:gd name="connsiteX0" fmla="*/ 3300 w 1065709"/>
                <a:gd name="connsiteY0" fmla="*/ 637320 h 1259124"/>
                <a:gd name="connsiteX1" fmla="*/ 519448 w 1065709"/>
                <a:gd name="connsiteY1" fmla="*/ 2058 h 1259124"/>
                <a:gd name="connsiteX2" fmla="*/ 1064862 w 1065709"/>
                <a:gd name="connsiteY2" fmla="*/ 630195 h 1259124"/>
                <a:gd name="connsiteX3" fmla="*/ 874560 w 1065709"/>
                <a:gd name="connsiteY3" fmla="*/ 974716 h 1259124"/>
                <a:gd name="connsiteX4" fmla="*/ 519448 w 1065709"/>
                <a:gd name="connsiteY4" fmla="*/ 1258332 h 1259124"/>
                <a:gd name="connsiteX5" fmla="*/ 259141 w 1065709"/>
                <a:gd name="connsiteY5" fmla="*/ 1044990 h 1259124"/>
                <a:gd name="connsiteX6" fmla="*/ 3300 w 1065709"/>
                <a:gd name="connsiteY6" fmla="*/ 637320 h 125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709" h="1259124">
                  <a:moveTo>
                    <a:pt x="3300" y="637320"/>
                  </a:moveTo>
                  <a:cubicBezTo>
                    <a:pt x="22509" y="383466"/>
                    <a:pt x="68034" y="35621"/>
                    <a:pt x="519448" y="2058"/>
                  </a:cubicBezTo>
                  <a:cubicBezTo>
                    <a:pt x="970862" y="-31505"/>
                    <a:pt x="1072540" y="352612"/>
                    <a:pt x="1064862" y="630195"/>
                  </a:cubicBezTo>
                  <a:cubicBezTo>
                    <a:pt x="1073801" y="877723"/>
                    <a:pt x="1012134" y="856588"/>
                    <a:pt x="874560" y="974716"/>
                  </a:cubicBezTo>
                  <a:cubicBezTo>
                    <a:pt x="783658" y="1079406"/>
                    <a:pt x="622018" y="1246620"/>
                    <a:pt x="519448" y="1258332"/>
                  </a:cubicBezTo>
                  <a:cubicBezTo>
                    <a:pt x="416878" y="1270044"/>
                    <a:pt x="350043" y="1149680"/>
                    <a:pt x="259141" y="1044990"/>
                  </a:cubicBezTo>
                  <a:cubicBezTo>
                    <a:pt x="46093" y="946471"/>
                    <a:pt x="-15909" y="891174"/>
                    <a:pt x="3300" y="63732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6D2C2"/>
                </a:gs>
                <a:gs pos="16000">
                  <a:srgbClr val="8F6E57"/>
                </a:gs>
              </a:gsLst>
              <a:lin ang="6600000" scaled="0"/>
              <a:tileRect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58">
              <a:extLst>
                <a:ext uri="{FF2B5EF4-FFF2-40B4-BE49-F238E27FC236}">
                  <a16:creationId xmlns:a16="http://schemas.microsoft.com/office/drawing/2014/main" id="{F43E5A8B-6EB3-304B-FFEF-D4B278C3D937}"/>
                </a:ext>
              </a:extLst>
            </p:cNvPr>
            <p:cNvSpPr/>
            <p:nvPr/>
          </p:nvSpPr>
          <p:spPr>
            <a:xfrm>
              <a:off x="8361167" y="4333496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adFill>
              <a:gsLst>
                <a:gs pos="0">
                  <a:srgbClr val="E6D2C2"/>
                </a:gs>
                <a:gs pos="16000">
                  <a:srgbClr val="8F6E57"/>
                </a:gs>
              </a:gsLst>
              <a:lin ang="14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58">
              <a:extLst>
                <a:ext uri="{FF2B5EF4-FFF2-40B4-BE49-F238E27FC236}">
                  <a16:creationId xmlns:a16="http://schemas.microsoft.com/office/drawing/2014/main" id="{5ECE50C5-3D9D-921C-324C-CC269ADFC4D3}"/>
                </a:ext>
              </a:extLst>
            </p:cNvPr>
            <p:cNvSpPr/>
            <p:nvPr/>
          </p:nvSpPr>
          <p:spPr>
            <a:xfrm rot="21407044">
              <a:off x="10350666" y="4349764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adFill>
              <a:gsLst>
                <a:gs pos="0">
                  <a:srgbClr val="E6D2C2"/>
                </a:gs>
                <a:gs pos="16000">
                  <a:srgbClr val="8F6E57"/>
                </a:gs>
              </a:gsLst>
              <a:lin ang="14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FA03773-F486-B9DE-B3EC-F9412DF57B4D}"/>
                </a:ext>
              </a:extLst>
            </p:cNvPr>
            <p:cNvSpPr/>
            <p:nvPr/>
          </p:nvSpPr>
          <p:spPr>
            <a:xfrm>
              <a:off x="10615836" y="6179238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A06ACC-E769-9BB6-7C96-2DEEDC7D6A0C}"/>
                </a:ext>
              </a:extLst>
            </p:cNvPr>
            <p:cNvSpPr/>
            <p:nvPr/>
          </p:nvSpPr>
          <p:spPr>
            <a:xfrm>
              <a:off x="10047920" y="5988356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DAC34B4-9BF1-DF25-9F67-C1C545A5588D}"/>
                </a:ext>
              </a:extLst>
            </p:cNvPr>
            <p:cNvSpPr/>
            <p:nvPr/>
          </p:nvSpPr>
          <p:spPr>
            <a:xfrm>
              <a:off x="8582700" y="6162970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6C44B4-2D49-61DF-E95B-7C83120013F2}"/>
                </a:ext>
              </a:extLst>
            </p:cNvPr>
            <p:cNvSpPr/>
            <p:nvPr/>
          </p:nvSpPr>
          <p:spPr>
            <a:xfrm>
              <a:off x="7926587" y="5998999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76">
              <a:extLst>
                <a:ext uri="{FF2B5EF4-FFF2-40B4-BE49-F238E27FC236}">
                  <a16:creationId xmlns:a16="http://schemas.microsoft.com/office/drawing/2014/main" id="{29C313D5-D168-E42C-E3B2-99F05487AB9F}"/>
                </a:ext>
              </a:extLst>
            </p:cNvPr>
            <p:cNvSpPr/>
            <p:nvPr/>
          </p:nvSpPr>
          <p:spPr>
            <a:xfrm rot="1834178">
              <a:off x="6264296" y="3527333"/>
              <a:ext cx="318799" cy="213174"/>
            </a:xfrm>
            <a:custGeom>
              <a:avLst/>
              <a:gdLst>
                <a:gd name="connsiteX0" fmla="*/ 0 w 229677"/>
                <a:gd name="connsiteY0" fmla="*/ 136517 h 273033"/>
                <a:gd name="connsiteX1" fmla="*/ 114839 w 229677"/>
                <a:gd name="connsiteY1" fmla="*/ 0 h 273033"/>
                <a:gd name="connsiteX2" fmla="*/ 229678 w 229677"/>
                <a:gd name="connsiteY2" fmla="*/ 136517 h 273033"/>
                <a:gd name="connsiteX3" fmla="*/ 114839 w 229677"/>
                <a:gd name="connsiteY3" fmla="*/ 273034 h 273033"/>
                <a:gd name="connsiteX4" fmla="*/ 0 w 229677"/>
                <a:gd name="connsiteY4" fmla="*/ 136517 h 273033"/>
                <a:gd name="connsiteX0" fmla="*/ 0 w 229678"/>
                <a:gd name="connsiteY0" fmla="*/ 136517 h 153581"/>
                <a:gd name="connsiteX1" fmla="*/ 114839 w 229678"/>
                <a:gd name="connsiteY1" fmla="*/ 0 h 153581"/>
                <a:gd name="connsiteX2" fmla="*/ 229678 w 229678"/>
                <a:gd name="connsiteY2" fmla="*/ 136517 h 153581"/>
                <a:gd name="connsiteX3" fmla="*/ 0 w 229678"/>
                <a:gd name="connsiteY3" fmla="*/ 136517 h 153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78" h="153581">
                  <a:moveTo>
                    <a:pt x="0" y="136517"/>
                  </a:moveTo>
                  <a:cubicBezTo>
                    <a:pt x="0" y="61121"/>
                    <a:pt x="51415" y="0"/>
                    <a:pt x="114839" y="0"/>
                  </a:cubicBezTo>
                  <a:cubicBezTo>
                    <a:pt x="178263" y="0"/>
                    <a:pt x="229678" y="61121"/>
                    <a:pt x="229678" y="136517"/>
                  </a:cubicBezTo>
                  <a:cubicBezTo>
                    <a:pt x="210538" y="159270"/>
                    <a:pt x="19140" y="159270"/>
                    <a:pt x="0" y="136517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BF4CF6D-ECE8-F257-DE14-31CA87DF2368}"/>
                </a:ext>
              </a:extLst>
            </p:cNvPr>
            <p:cNvSpPr/>
            <p:nvPr/>
          </p:nvSpPr>
          <p:spPr>
            <a:xfrm>
              <a:off x="8275315" y="4267310"/>
              <a:ext cx="916024" cy="301193"/>
            </a:xfrm>
            <a:prstGeom prst="ellipse">
              <a:avLst/>
            </a:prstGeom>
            <a:solidFill>
              <a:srgbClr val="8F6E5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A0BC81E-F680-175C-24CE-8678CEDADF88}"/>
                </a:ext>
              </a:extLst>
            </p:cNvPr>
            <p:cNvSpPr/>
            <p:nvPr/>
          </p:nvSpPr>
          <p:spPr>
            <a:xfrm>
              <a:off x="10108434" y="4141817"/>
              <a:ext cx="916024" cy="301193"/>
            </a:xfrm>
            <a:prstGeom prst="ellipse">
              <a:avLst/>
            </a:prstGeom>
            <a:solidFill>
              <a:srgbClr val="8F6E5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07CF0F2-B06B-5337-05A2-C510BF89C1F3}"/>
                </a:ext>
              </a:extLst>
            </p:cNvPr>
            <p:cNvSpPr/>
            <p:nvPr/>
          </p:nvSpPr>
          <p:spPr>
            <a:xfrm>
              <a:off x="10998392" y="3289394"/>
              <a:ext cx="576666" cy="664349"/>
            </a:xfrm>
            <a:prstGeom prst="ellipse">
              <a:avLst/>
            </a:prstGeom>
            <a:solidFill>
              <a:srgbClr val="8F6E5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2098A1-7BAD-10A6-FD60-D526376A142E}"/>
                </a:ext>
              </a:extLst>
            </p:cNvPr>
            <p:cNvSpPr/>
            <p:nvPr/>
          </p:nvSpPr>
          <p:spPr>
            <a:xfrm rot="1508920">
              <a:off x="6314100" y="3726729"/>
              <a:ext cx="203662" cy="233840"/>
            </a:xfrm>
            <a:custGeom>
              <a:avLst/>
              <a:gdLst>
                <a:gd name="connsiteX0" fmla="*/ 3695 w 121115"/>
                <a:gd name="connsiteY0" fmla="*/ 0 h 139061"/>
                <a:gd name="connsiteX1" fmla="*/ 13220 w 121115"/>
                <a:gd name="connsiteY1" fmla="*/ 133350 h 139061"/>
                <a:gd name="connsiteX2" fmla="*/ 111645 w 121115"/>
                <a:gd name="connsiteY2" fmla="*/ 114300 h 139061"/>
                <a:gd name="connsiteX3" fmla="*/ 111645 w 121115"/>
                <a:gd name="connsiteY3" fmla="*/ 111125 h 1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115" h="139061">
                  <a:moveTo>
                    <a:pt x="3695" y="0"/>
                  </a:moveTo>
                  <a:cubicBezTo>
                    <a:pt x="-539" y="57150"/>
                    <a:pt x="-4772" y="114300"/>
                    <a:pt x="13220" y="133350"/>
                  </a:cubicBezTo>
                  <a:cubicBezTo>
                    <a:pt x="31212" y="152400"/>
                    <a:pt x="95241" y="118004"/>
                    <a:pt x="111645" y="114300"/>
                  </a:cubicBezTo>
                  <a:cubicBezTo>
                    <a:pt x="128049" y="110596"/>
                    <a:pt x="119847" y="110860"/>
                    <a:pt x="111645" y="111125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E3860C2-C803-8764-43BD-ABF242984D5B}"/>
                </a:ext>
              </a:extLst>
            </p:cNvPr>
            <p:cNvSpPr/>
            <p:nvPr/>
          </p:nvSpPr>
          <p:spPr>
            <a:xfrm rot="1405774" flipH="1">
              <a:off x="6136274" y="3633445"/>
              <a:ext cx="203662" cy="233840"/>
            </a:xfrm>
            <a:custGeom>
              <a:avLst/>
              <a:gdLst>
                <a:gd name="connsiteX0" fmla="*/ 3695 w 121115"/>
                <a:gd name="connsiteY0" fmla="*/ 0 h 139061"/>
                <a:gd name="connsiteX1" fmla="*/ 13220 w 121115"/>
                <a:gd name="connsiteY1" fmla="*/ 133350 h 139061"/>
                <a:gd name="connsiteX2" fmla="*/ 111645 w 121115"/>
                <a:gd name="connsiteY2" fmla="*/ 114300 h 139061"/>
                <a:gd name="connsiteX3" fmla="*/ 111645 w 121115"/>
                <a:gd name="connsiteY3" fmla="*/ 111125 h 1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115" h="139061">
                  <a:moveTo>
                    <a:pt x="3695" y="0"/>
                  </a:moveTo>
                  <a:cubicBezTo>
                    <a:pt x="-539" y="57150"/>
                    <a:pt x="-4772" y="114300"/>
                    <a:pt x="13220" y="133350"/>
                  </a:cubicBezTo>
                  <a:cubicBezTo>
                    <a:pt x="31212" y="152400"/>
                    <a:pt x="95241" y="118004"/>
                    <a:pt x="111645" y="114300"/>
                  </a:cubicBezTo>
                  <a:cubicBezTo>
                    <a:pt x="128049" y="110596"/>
                    <a:pt x="119847" y="110860"/>
                    <a:pt x="111645" y="111125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15ED950-289A-AF6E-38CA-6B0BCB306F16}"/>
                </a:ext>
              </a:extLst>
            </p:cNvPr>
            <p:cNvGrpSpPr/>
            <p:nvPr/>
          </p:nvGrpSpPr>
          <p:grpSpPr>
            <a:xfrm>
              <a:off x="6759739" y="2781983"/>
              <a:ext cx="388064" cy="461319"/>
              <a:chOff x="5182044" y="3170837"/>
              <a:chExt cx="298691" cy="355075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5DE4D10-1CC1-C81A-7BEC-C4F25E2DD53B}"/>
                  </a:ext>
                </a:extLst>
              </p:cNvPr>
              <p:cNvSpPr/>
              <p:nvPr/>
            </p:nvSpPr>
            <p:spPr>
              <a:xfrm rot="1316444">
                <a:off x="5182044" y="3170837"/>
                <a:ext cx="298691" cy="355075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116992E-322C-F7B4-D675-24E15453BE70}"/>
                  </a:ext>
                </a:extLst>
              </p:cNvPr>
              <p:cNvSpPr/>
              <p:nvPr/>
            </p:nvSpPr>
            <p:spPr>
              <a:xfrm rot="1316444">
                <a:off x="5197838" y="3283481"/>
                <a:ext cx="174928" cy="207949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FD94C6B-039D-17FF-FD48-B5140DC8CA0E}"/>
                  </a:ext>
                </a:extLst>
              </p:cNvPr>
              <p:cNvSpPr/>
              <p:nvPr/>
            </p:nvSpPr>
            <p:spPr>
              <a:xfrm rot="1316444">
                <a:off x="5209109" y="3361416"/>
                <a:ext cx="90715" cy="10783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AA0A13E-AC1A-8B41-0521-D663FA41CCCD}"/>
                  </a:ext>
                </a:extLst>
              </p:cNvPr>
              <p:cNvSpPr/>
              <p:nvPr/>
            </p:nvSpPr>
            <p:spPr>
              <a:xfrm rot="1316444" flipH="1" flipV="1">
                <a:off x="5257944" y="3288423"/>
                <a:ext cx="45719" cy="5434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6B08AB6-39B0-EE79-AD84-613CDF6B5FCB}"/>
                </a:ext>
              </a:extLst>
            </p:cNvPr>
            <p:cNvGrpSpPr/>
            <p:nvPr/>
          </p:nvGrpSpPr>
          <p:grpSpPr>
            <a:xfrm>
              <a:off x="6193944" y="2549563"/>
              <a:ext cx="388064" cy="461319"/>
              <a:chOff x="5182044" y="3170837"/>
              <a:chExt cx="298691" cy="355075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0F71CF-090D-99DF-0BB5-DD8AC9F3F809}"/>
                  </a:ext>
                </a:extLst>
              </p:cNvPr>
              <p:cNvSpPr/>
              <p:nvPr/>
            </p:nvSpPr>
            <p:spPr>
              <a:xfrm rot="1316444">
                <a:off x="5182044" y="3170837"/>
                <a:ext cx="298691" cy="355075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9A5830-E704-1A73-452F-9470C6E7C37A}"/>
                  </a:ext>
                </a:extLst>
              </p:cNvPr>
              <p:cNvSpPr/>
              <p:nvPr/>
            </p:nvSpPr>
            <p:spPr>
              <a:xfrm rot="1316444">
                <a:off x="5197838" y="3283481"/>
                <a:ext cx="174928" cy="207949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034BFFC-E69B-53E7-B503-FAA45442D7D3}"/>
                  </a:ext>
                </a:extLst>
              </p:cNvPr>
              <p:cNvSpPr/>
              <p:nvPr/>
            </p:nvSpPr>
            <p:spPr>
              <a:xfrm rot="1316444">
                <a:off x="5209109" y="3361416"/>
                <a:ext cx="90715" cy="10783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93B6038-58B7-7457-4459-AE26EB7C7BD0}"/>
                  </a:ext>
                </a:extLst>
              </p:cNvPr>
              <p:cNvSpPr/>
              <p:nvPr/>
            </p:nvSpPr>
            <p:spPr>
              <a:xfrm rot="1316444" flipH="1" flipV="1">
                <a:off x="5257944" y="3288423"/>
                <a:ext cx="45719" cy="54349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5E6E722-9A91-46AB-8D93-AF6BAFF4A014}"/>
              </a:ext>
            </a:extLst>
          </p:cNvPr>
          <p:cNvGrpSpPr/>
          <p:nvPr/>
        </p:nvGrpSpPr>
        <p:grpSpPr>
          <a:xfrm>
            <a:off x="-1478332" y="1357189"/>
            <a:ext cx="6555017" cy="4992933"/>
            <a:chOff x="754008" y="2047879"/>
            <a:chExt cx="6555017" cy="499293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EF7D804-5175-045D-31DF-2AE4058204AA}"/>
                </a:ext>
              </a:extLst>
            </p:cNvPr>
            <p:cNvGrpSpPr/>
            <p:nvPr/>
          </p:nvGrpSpPr>
          <p:grpSpPr>
            <a:xfrm>
              <a:off x="754008" y="2047879"/>
              <a:ext cx="6555017" cy="4992933"/>
              <a:chOff x="5480991" y="1303961"/>
              <a:chExt cx="6555017" cy="4992933"/>
            </a:xfrm>
          </p:grpSpPr>
          <p:sp>
            <p:nvSpPr>
              <p:cNvPr id="84" name="Rectangle 30">
                <a:extLst>
                  <a:ext uri="{FF2B5EF4-FFF2-40B4-BE49-F238E27FC236}">
                    <a16:creationId xmlns:a16="http://schemas.microsoft.com/office/drawing/2014/main" id="{CB03B5D3-2D47-6AB5-0704-FDAB5EC69EBC}"/>
                  </a:ext>
                </a:extLst>
              </p:cNvPr>
              <p:cNvSpPr/>
              <p:nvPr/>
            </p:nvSpPr>
            <p:spPr>
              <a:xfrm>
                <a:off x="5480991" y="1303961"/>
                <a:ext cx="1257024" cy="1259041"/>
              </a:xfrm>
              <a:custGeom>
                <a:avLst/>
                <a:gdLst>
                  <a:gd name="connsiteX0" fmla="*/ 0 w 202416"/>
                  <a:gd name="connsiteY0" fmla="*/ 0 h 234781"/>
                  <a:gd name="connsiteX1" fmla="*/ 202416 w 202416"/>
                  <a:gd name="connsiteY1" fmla="*/ 0 h 234781"/>
                  <a:gd name="connsiteX2" fmla="*/ 202416 w 202416"/>
                  <a:gd name="connsiteY2" fmla="*/ 234781 h 234781"/>
                  <a:gd name="connsiteX3" fmla="*/ 0 w 202416"/>
                  <a:gd name="connsiteY3" fmla="*/ 234781 h 234781"/>
                  <a:gd name="connsiteX4" fmla="*/ 0 w 202416"/>
                  <a:gd name="connsiteY4" fmla="*/ 0 h 234781"/>
                  <a:gd name="connsiteX0" fmla="*/ 0 w 935841"/>
                  <a:gd name="connsiteY0" fmla="*/ 0 h 291931"/>
                  <a:gd name="connsiteX1" fmla="*/ 935841 w 935841"/>
                  <a:gd name="connsiteY1" fmla="*/ 57150 h 291931"/>
                  <a:gd name="connsiteX2" fmla="*/ 935841 w 935841"/>
                  <a:gd name="connsiteY2" fmla="*/ 291931 h 291931"/>
                  <a:gd name="connsiteX3" fmla="*/ 733425 w 935841"/>
                  <a:gd name="connsiteY3" fmla="*/ 291931 h 291931"/>
                  <a:gd name="connsiteX4" fmla="*/ 0 w 935841"/>
                  <a:gd name="connsiteY4" fmla="*/ 0 h 291931"/>
                  <a:gd name="connsiteX0" fmla="*/ 9005 w 944846"/>
                  <a:gd name="connsiteY0" fmla="*/ 523038 h 814969"/>
                  <a:gd name="connsiteX1" fmla="*/ 944846 w 944846"/>
                  <a:gd name="connsiteY1" fmla="*/ 580188 h 814969"/>
                  <a:gd name="connsiteX2" fmla="*/ 944846 w 944846"/>
                  <a:gd name="connsiteY2" fmla="*/ 814969 h 814969"/>
                  <a:gd name="connsiteX3" fmla="*/ 742430 w 944846"/>
                  <a:gd name="connsiteY3" fmla="*/ 814969 h 814969"/>
                  <a:gd name="connsiteX4" fmla="*/ 9005 w 944846"/>
                  <a:gd name="connsiteY4" fmla="*/ 523038 h 814969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525" h="969077">
                    <a:moveTo>
                      <a:pt x="5427" y="677146"/>
                    </a:moveTo>
                    <a:cubicBezTo>
                      <a:pt x="-92201" y="-523004"/>
                      <a:pt x="1162721" y="115171"/>
                      <a:pt x="941268" y="734296"/>
                    </a:cubicBezTo>
                    <a:lnTo>
                      <a:pt x="941268" y="969077"/>
                    </a:lnTo>
                    <a:lnTo>
                      <a:pt x="738852" y="969077"/>
                    </a:lnTo>
                    <a:cubicBezTo>
                      <a:pt x="656302" y="-242658"/>
                      <a:pt x="49877" y="250581"/>
                      <a:pt x="5427" y="677146"/>
                    </a:cubicBezTo>
                    <a:close/>
                  </a:path>
                </a:pathLst>
              </a:custGeom>
              <a:solidFill>
                <a:srgbClr val="7A6D5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Rectangle 30">
                <a:extLst>
                  <a:ext uri="{FF2B5EF4-FFF2-40B4-BE49-F238E27FC236}">
                    <a16:creationId xmlns:a16="http://schemas.microsoft.com/office/drawing/2014/main" id="{1E65B221-5089-6FD7-1FB0-6C80D2BD6844}"/>
                  </a:ext>
                </a:extLst>
              </p:cNvPr>
              <p:cNvSpPr/>
              <p:nvPr/>
            </p:nvSpPr>
            <p:spPr>
              <a:xfrm rot="4690699" flipH="1">
                <a:off x="7043837" y="1139531"/>
                <a:ext cx="1301716" cy="1865548"/>
              </a:xfrm>
              <a:custGeom>
                <a:avLst/>
                <a:gdLst>
                  <a:gd name="connsiteX0" fmla="*/ 0 w 202416"/>
                  <a:gd name="connsiteY0" fmla="*/ 0 h 234781"/>
                  <a:gd name="connsiteX1" fmla="*/ 202416 w 202416"/>
                  <a:gd name="connsiteY1" fmla="*/ 0 h 234781"/>
                  <a:gd name="connsiteX2" fmla="*/ 202416 w 202416"/>
                  <a:gd name="connsiteY2" fmla="*/ 234781 h 234781"/>
                  <a:gd name="connsiteX3" fmla="*/ 0 w 202416"/>
                  <a:gd name="connsiteY3" fmla="*/ 234781 h 234781"/>
                  <a:gd name="connsiteX4" fmla="*/ 0 w 202416"/>
                  <a:gd name="connsiteY4" fmla="*/ 0 h 234781"/>
                  <a:gd name="connsiteX0" fmla="*/ 0 w 935841"/>
                  <a:gd name="connsiteY0" fmla="*/ 0 h 291931"/>
                  <a:gd name="connsiteX1" fmla="*/ 935841 w 935841"/>
                  <a:gd name="connsiteY1" fmla="*/ 57150 h 291931"/>
                  <a:gd name="connsiteX2" fmla="*/ 935841 w 935841"/>
                  <a:gd name="connsiteY2" fmla="*/ 291931 h 291931"/>
                  <a:gd name="connsiteX3" fmla="*/ 733425 w 935841"/>
                  <a:gd name="connsiteY3" fmla="*/ 291931 h 291931"/>
                  <a:gd name="connsiteX4" fmla="*/ 0 w 935841"/>
                  <a:gd name="connsiteY4" fmla="*/ 0 h 291931"/>
                  <a:gd name="connsiteX0" fmla="*/ 9005 w 944846"/>
                  <a:gd name="connsiteY0" fmla="*/ 523038 h 814969"/>
                  <a:gd name="connsiteX1" fmla="*/ 944846 w 944846"/>
                  <a:gd name="connsiteY1" fmla="*/ 580188 h 814969"/>
                  <a:gd name="connsiteX2" fmla="*/ 944846 w 944846"/>
                  <a:gd name="connsiteY2" fmla="*/ 814969 h 814969"/>
                  <a:gd name="connsiteX3" fmla="*/ 742430 w 944846"/>
                  <a:gd name="connsiteY3" fmla="*/ 814969 h 814969"/>
                  <a:gd name="connsiteX4" fmla="*/ 9005 w 944846"/>
                  <a:gd name="connsiteY4" fmla="*/ 523038 h 814969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1235975"/>
                  <a:gd name="connsiteX1" fmla="*/ 941268 w 967525"/>
                  <a:gd name="connsiteY1" fmla="*/ 734296 h 1235975"/>
                  <a:gd name="connsiteX2" fmla="*/ 941268 w 967525"/>
                  <a:gd name="connsiteY2" fmla="*/ 969077 h 1235975"/>
                  <a:gd name="connsiteX3" fmla="*/ 347071 w 967525"/>
                  <a:gd name="connsiteY3" fmla="*/ 1235975 h 1235975"/>
                  <a:gd name="connsiteX4" fmla="*/ 5427 w 967525"/>
                  <a:gd name="connsiteY4" fmla="*/ 677146 h 1235975"/>
                  <a:gd name="connsiteX0" fmla="*/ 5427 w 967525"/>
                  <a:gd name="connsiteY0" fmla="*/ 677146 h 1331591"/>
                  <a:gd name="connsiteX1" fmla="*/ 941268 w 967525"/>
                  <a:gd name="connsiteY1" fmla="*/ 734296 h 1331591"/>
                  <a:gd name="connsiteX2" fmla="*/ 511110 w 967525"/>
                  <a:gd name="connsiteY2" fmla="*/ 1331591 h 1331591"/>
                  <a:gd name="connsiteX3" fmla="*/ 347071 w 967525"/>
                  <a:gd name="connsiteY3" fmla="*/ 1235975 h 1331591"/>
                  <a:gd name="connsiteX4" fmla="*/ 5427 w 967525"/>
                  <a:gd name="connsiteY4" fmla="*/ 677146 h 1331591"/>
                  <a:gd name="connsiteX0" fmla="*/ 6867 w 699630"/>
                  <a:gd name="connsiteY0" fmla="*/ 528498 h 1182943"/>
                  <a:gd name="connsiteX1" fmla="*/ 666922 w 699630"/>
                  <a:gd name="connsiteY1" fmla="*/ 1081284 h 1182943"/>
                  <a:gd name="connsiteX2" fmla="*/ 512550 w 699630"/>
                  <a:gd name="connsiteY2" fmla="*/ 1182943 h 1182943"/>
                  <a:gd name="connsiteX3" fmla="*/ 348511 w 699630"/>
                  <a:gd name="connsiteY3" fmla="*/ 1087327 h 1182943"/>
                  <a:gd name="connsiteX4" fmla="*/ 6867 w 699630"/>
                  <a:gd name="connsiteY4" fmla="*/ 528498 h 1182943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192714 w 937820"/>
                  <a:gd name="connsiteY3" fmla="*/ 1260990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192714 w 937820"/>
                  <a:gd name="connsiteY3" fmla="*/ 1260990 h 1344032"/>
                  <a:gd name="connsiteX4" fmla="*/ 4141 w 937820"/>
                  <a:gd name="connsiteY4" fmla="*/ 689587 h 1344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7820" h="1344032">
                    <a:moveTo>
                      <a:pt x="4141" y="689587"/>
                    </a:moveTo>
                    <a:cubicBezTo>
                      <a:pt x="-93487" y="-510563"/>
                      <a:pt x="1576632" y="-27411"/>
                      <a:pt x="664196" y="1242373"/>
                    </a:cubicBezTo>
                    <a:lnTo>
                      <a:pt x="509824" y="1344032"/>
                    </a:lnTo>
                    <a:lnTo>
                      <a:pt x="192714" y="1260990"/>
                    </a:lnTo>
                    <a:cubicBezTo>
                      <a:pt x="1525738" y="-208107"/>
                      <a:pt x="-14502" y="101063"/>
                      <a:pt x="4141" y="689587"/>
                    </a:cubicBezTo>
                    <a:close/>
                  </a:path>
                </a:pathLst>
              </a:custGeom>
              <a:solidFill>
                <a:srgbClr val="7A6D5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00789E7-DA20-DA96-5EC2-85D6971655E0}"/>
                  </a:ext>
                </a:extLst>
              </p:cNvPr>
              <p:cNvGrpSpPr/>
              <p:nvPr/>
            </p:nvGrpSpPr>
            <p:grpSpPr>
              <a:xfrm rot="15169958">
                <a:off x="5849921" y="1805837"/>
                <a:ext cx="620797" cy="516226"/>
                <a:chOff x="5605051" y="2976973"/>
                <a:chExt cx="447253" cy="371915"/>
              </a:xfrm>
            </p:grpSpPr>
            <p:sp>
              <p:nvSpPr>
                <p:cNvPr id="80" name="Isosceles Triangle 86">
                  <a:extLst>
                    <a:ext uri="{FF2B5EF4-FFF2-40B4-BE49-F238E27FC236}">
                      <a16:creationId xmlns:a16="http://schemas.microsoft.com/office/drawing/2014/main" id="{28E6AB0B-2B5C-A79F-3146-3FF8E7A2A66C}"/>
                    </a:ext>
                  </a:extLst>
                </p:cNvPr>
                <p:cNvSpPr/>
                <p:nvPr/>
              </p:nvSpPr>
              <p:spPr>
                <a:xfrm rot="4747940">
                  <a:off x="5645865" y="2942449"/>
                  <a:ext cx="371915" cy="440963"/>
                </a:xfrm>
                <a:custGeom>
                  <a:avLst/>
                  <a:gdLst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1915" h="440963">
                      <a:moveTo>
                        <a:pt x="0" y="440963"/>
                      </a:moveTo>
                      <a:cubicBezTo>
                        <a:pt x="61986" y="293975"/>
                        <a:pt x="66149" y="77694"/>
                        <a:pt x="185958" y="0"/>
                      </a:cubicBezTo>
                      <a:cubicBezTo>
                        <a:pt x="323725" y="122741"/>
                        <a:pt x="309929" y="293975"/>
                        <a:pt x="371915" y="440963"/>
                      </a:cubicBezTo>
                      <a:lnTo>
                        <a:pt x="0" y="440963"/>
                      </a:lnTo>
                      <a:close/>
                    </a:path>
                  </a:pathLst>
                </a:custGeom>
                <a:solidFill>
                  <a:srgbClr val="2F2626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Isosceles Triangle 86">
                  <a:extLst>
                    <a:ext uri="{FF2B5EF4-FFF2-40B4-BE49-F238E27FC236}">
                      <a16:creationId xmlns:a16="http://schemas.microsoft.com/office/drawing/2014/main" id="{C82A3110-5DCC-F8AD-4FE4-BC6BEEE00D0E}"/>
                    </a:ext>
                  </a:extLst>
                </p:cNvPr>
                <p:cNvSpPr/>
                <p:nvPr/>
              </p:nvSpPr>
              <p:spPr>
                <a:xfrm rot="4747940">
                  <a:off x="5632592" y="2996755"/>
                  <a:ext cx="296688" cy="351770"/>
                </a:xfrm>
                <a:custGeom>
                  <a:avLst/>
                  <a:gdLst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1915" h="440963">
                      <a:moveTo>
                        <a:pt x="0" y="440963"/>
                      </a:moveTo>
                      <a:cubicBezTo>
                        <a:pt x="61986" y="293975"/>
                        <a:pt x="66149" y="77694"/>
                        <a:pt x="185958" y="0"/>
                      </a:cubicBezTo>
                      <a:cubicBezTo>
                        <a:pt x="323725" y="122741"/>
                        <a:pt x="309929" y="293975"/>
                        <a:pt x="371915" y="440963"/>
                      </a:cubicBezTo>
                      <a:lnTo>
                        <a:pt x="0" y="440963"/>
                      </a:lnTo>
                      <a:close/>
                    </a:path>
                  </a:pathLst>
                </a:custGeom>
                <a:solidFill>
                  <a:srgbClr val="E6D2C2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7FDA9257-93AA-02BC-C298-0523DE70A6EE}"/>
                  </a:ext>
                </a:extLst>
              </p:cNvPr>
              <p:cNvGrpSpPr/>
              <p:nvPr/>
            </p:nvGrpSpPr>
            <p:grpSpPr>
              <a:xfrm rot="20529722">
                <a:off x="7220161" y="2033737"/>
                <a:ext cx="620799" cy="516226"/>
                <a:chOff x="5526117" y="2976011"/>
                <a:chExt cx="447254" cy="371915"/>
              </a:xfrm>
            </p:grpSpPr>
            <p:sp>
              <p:nvSpPr>
                <p:cNvPr id="78" name="Isosceles Triangle 86">
                  <a:extLst>
                    <a:ext uri="{FF2B5EF4-FFF2-40B4-BE49-F238E27FC236}">
                      <a16:creationId xmlns:a16="http://schemas.microsoft.com/office/drawing/2014/main" id="{F7CC969D-515F-A15C-A19F-BF4BF1C424A8}"/>
                    </a:ext>
                  </a:extLst>
                </p:cNvPr>
                <p:cNvSpPr/>
                <p:nvPr/>
              </p:nvSpPr>
              <p:spPr>
                <a:xfrm rot="4747940">
                  <a:off x="5566932" y="2941487"/>
                  <a:ext cx="371915" cy="440963"/>
                </a:xfrm>
                <a:custGeom>
                  <a:avLst/>
                  <a:gdLst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1915" h="440963">
                      <a:moveTo>
                        <a:pt x="0" y="440963"/>
                      </a:moveTo>
                      <a:cubicBezTo>
                        <a:pt x="61986" y="293975"/>
                        <a:pt x="66149" y="77694"/>
                        <a:pt x="185958" y="0"/>
                      </a:cubicBezTo>
                      <a:cubicBezTo>
                        <a:pt x="323725" y="122741"/>
                        <a:pt x="309929" y="293975"/>
                        <a:pt x="371915" y="440963"/>
                      </a:cubicBezTo>
                      <a:lnTo>
                        <a:pt x="0" y="440963"/>
                      </a:lnTo>
                      <a:close/>
                    </a:path>
                  </a:pathLst>
                </a:custGeom>
                <a:solidFill>
                  <a:srgbClr val="2F2626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Isosceles Triangle 86">
                  <a:extLst>
                    <a:ext uri="{FF2B5EF4-FFF2-40B4-BE49-F238E27FC236}">
                      <a16:creationId xmlns:a16="http://schemas.microsoft.com/office/drawing/2014/main" id="{0CDFF726-DBA0-2487-9530-1495A745F8B0}"/>
                    </a:ext>
                  </a:extLst>
                </p:cNvPr>
                <p:cNvSpPr/>
                <p:nvPr/>
              </p:nvSpPr>
              <p:spPr>
                <a:xfrm rot="4747940">
                  <a:off x="5553658" y="2995793"/>
                  <a:ext cx="296688" cy="351770"/>
                </a:xfrm>
                <a:custGeom>
                  <a:avLst/>
                  <a:gdLst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  <a:gd name="connsiteX0" fmla="*/ 0 w 371915"/>
                    <a:gd name="connsiteY0" fmla="*/ 440963 h 440963"/>
                    <a:gd name="connsiteX1" fmla="*/ 185958 w 371915"/>
                    <a:gd name="connsiteY1" fmla="*/ 0 h 440963"/>
                    <a:gd name="connsiteX2" fmla="*/ 371915 w 371915"/>
                    <a:gd name="connsiteY2" fmla="*/ 440963 h 440963"/>
                    <a:gd name="connsiteX3" fmla="*/ 0 w 371915"/>
                    <a:gd name="connsiteY3" fmla="*/ 440963 h 440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1915" h="440963">
                      <a:moveTo>
                        <a:pt x="0" y="440963"/>
                      </a:moveTo>
                      <a:cubicBezTo>
                        <a:pt x="61986" y="293975"/>
                        <a:pt x="66149" y="77694"/>
                        <a:pt x="185958" y="0"/>
                      </a:cubicBezTo>
                      <a:cubicBezTo>
                        <a:pt x="323725" y="122741"/>
                        <a:pt x="309929" y="293975"/>
                        <a:pt x="371915" y="440963"/>
                      </a:cubicBezTo>
                      <a:lnTo>
                        <a:pt x="0" y="440963"/>
                      </a:lnTo>
                      <a:close/>
                    </a:path>
                  </a:pathLst>
                </a:custGeom>
                <a:solidFill>
                  <a:srgbClr val="E6D2C2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9" name="Rectangle 58">
                <a:extLst>
                  <a:ext uri="{FF2B5EF4-FFF2-40B4-BE49-F238E27FC236}">
                    <a16:creationId xmlns:a16="http://schemas.microsoft.com/office/drawing/2014/main" id="{77F7AE90-17FE-CB11-99E0-52A311D5C3F3}"/>
                  </a:ext>
                </a:extLst>
              </p:cNvPr>
              <p:cNvSpPr/>
              <p:nvPr/>
            </p:nvSpPr>
            <p:spPr>
              <a:xfrm>
                <a:off x="7703622" y="4163805"/>
                <a:ext cx="634604" cy="1947130"/>
              </a:xfrm>
              <a:custGeom>
                <a:avLst/>
                <a:gdLst>
                  <a:gd name="connsiteX0" fmla="*/ 0 w 266700"/>
                  <a:gd name="connsiteY0" fmla="*/ 0 h 1402808"/>
                  <a:gd name="connsiteX1" fmla="*/ 266700 w 266700"/>
                  <a:gd name="connsiteY1" fmla="*/ 0 h 1402808"/>
                  <a:gd name="connsiteX2" fmla="*/ 266700 w 266700"/>
                  <a:gd name="connsiteY2" fmla="*/ 1402808 h 1402808"/>
                  <a:gd name="connsiteX3" fmla="*/ 0 w 266700"/>
                  <a:gd name="connsiteY3" fmla="*/ 1402808 h 1402808"/>
                  <a:gd name="connsiteX4" fmla="*/ 0 w 266700"/>
                  <a:gd name="connsiteY4" fmla="*/ 0 h 1402808"/>
                  <a:gd name="connsiteX0" fmla="*/ 0 w 390525"/>
                  <a:gd name="connsiteY0" fmla="*/ 0 h 1402808"/>
                  <a:gd name="connsiteX1" fmla="*/ 390525 w 390525"/>
                  <a:gd name="connsiteY1" fmla="*/ 0 h 1402808"/>
                  <a:gd name="connsiteX2" fmla="*/ 266700 w 390525"/>
                  <a:gd name="connsiteY2" fmla="*/ 1402808 h 1402808"/>
                  <a:gd name="connsiteX3" fmla="*/ 0 w 390525"/>
                  <a:gd name="connsiteY3" fmla="*/ 1402808 h 1402808"/>
                  <a:gd name="connsiteX4" fmla="*/ 0 w 390525"/>
                  <a:gd name="connsiteY4" fmla="*/ 0 h 1402808"/>
                  <a:gd name="connsiteX0" fmla="*/ 66675 w 390525"/>
                  <a:gd name="connsiteY0" fmla="*/ 0 h 1412333"/>
                  <a:gd name="connsiteX1" fmla="*/ 390525 w 390525"/>
                  <a:gd name="connsiteY1" fmla="*/ 9525 h 1412333"/>
                  <a:gd name="connsiteX2" fmla="*/ 266700 w 390525"/>
                  <a:gd name="connsiteY2" fmla="*/ 1412333 h 1412333"/>
                  <a:gd name="connsiteX3" fmla="*/ 0 w 390525"/>
                  <a:gd name="connsiteY3" fmla="*/ 1412333 h 1412333"/>
                  <a:gd name="connsiteX4" fmla="*/ 66675 w 390525"/>
                  <a:gd name="connsiteY4" fmla="*/ 0 h 1412333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66675 w 457200"/>
                  <a:gd name="connsiteY3" fmla="*/ 1402808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1402808">
                    <a:moveTo>
                      <a:pt x="0" y="19050"/>
                    </a:moveTo>
                    <a:lnTo>
                      <a:pt x="457200" y="0"/>
                    </a:lnTo>
                    <a:lnTo>
                      <a:pt x="333375" y="1402808"/>
                    </a:lnTo>
                    <a:lnTo>
                      <a:pt x="171450" y="1393283"/>
                    </a:lnTo>
                    <a:lnTo>
                      <a:pt x="0" y="19050"/>
                    </a:lnTo>
                    <a:close/>
                  </a:path>
                </a:pathLst>
              </a:custGeom>
              <a:gradFill>
                <a:gsLst>
                  <a:gs pos="0">
                    <a:srgbClr val="E6D2C2"/>
                  </a:gs>
                  <a:gs pos="16000">
                    <a:srgbClr val="8F6E57"/>
                  </a:gs>
                </a:gsLst>
                <a:lin ang="1440000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Rectangle 58">
                <a:extLst>
                  <a:ext uri="{FF2B5EF4-FFF2-40B4-BE49-F238E27FC236}">
                    <a16:creationId xmlns:a16="http://schemas.microsoft.com/office/drawing/2014/main" id="{C2AA3FCF-1F50-2B69-A753-E1AA2C5F249F}"/>
                  </a:ext>
                </a:extLst>
              </p:cNvPr>
              <p:cNvSpPr/>
              <p:nvPr/>
            </p:nvSpPr>
            <p:spPr>
              <a:xfrm>
                <a:off x="9826858" y="4163805"/>
                <a:ext cx="634604" cy="1947130"/>
              </a:xfrm>
              <a:custGeom>
                <a:avLst/>
                <a:gdLst>
                  <a:gd name="connsiteX0" fmla="*/ 0 w 266700"/>
                  <a:gd name="connsiteY0" fmla="*/ 0 h 1402808"/>
                  <a:gd name="connsiteX1" fmla="*/ 266700 w 266700"/>
                  <a:gd name="connsiteY1" fmla="*/ 0 h 1402808"/>
                  <a:gd name="connsiteX2" fmla="*/ 266700 w 266700"/>
                  <a:gd name="connsiteY2" fmla="*/ 1402808 h 1402808"/>
                  <a:gd name="connsiteX3" fmla="*/ 0 w 266700"/>
                  <a:gd name="connsiteY3" fmla="*/ 1402808 h 1402808"/>
                  <a:gd name="connsiteX4" fmla="*/ 0 w 266700"/>
                  <a:gd name="connsiteY4" fmla="*/ 0 h 1402808"/>
                  <a:gd name="connsiteX0" fmla="*/ 0 w 390525"/>
                  <a:gd name="connsiteY0" fmla="*/ 0 h 1402808"/>
                  <a:gd name="connsiteX1" fmla="*/ 390525 w 390525"/>
                  <a:gd name="connsiteY1" fmla="*/ 0 h 1402808"/>
                  <a:gd name="connsiteX2" fmla="*/ 266700 w 390525"/>
                  <a:gd name="connsiteY2" fmla="*/ 1402808 h 1402808"/>
                  <a:gd name="connsiteX3" fmla="*/ 0 w 390525"/>
                  <a:gd name="connsiteY3" fmla="*/ 1402808 h 1402808"/>
                  <a:gd name="connsiteX4" fmla="*/ 0 w 390525"/>
                  <a:gd name="connsiteY4" fmla="*/ 0 h 1402808"/>
                  <a:gd name="connsiteX0" fmla="*/ 66675 w 390525"/>
                  <a:gd name="connsiteY0" fmla="*/ 0 h 1412333"/>
                  <a:gd name="connsiteX1" fmla="*/ 390525 w 390525"/>
                  <a:gd name="connsiteY1" fmla="*/ 9525 h 1412333"/>
                  <a:gd name="connsiteX2" fmla="*/ 266700 w 390525"/>
                  <a:gd name="connsiteY2" fmla="*/ 1412333 h 1412333"/>
                  <a:gd name="connsiteX3" fmla="*/ 0 w 390525"/>
                  <a:gd name="connsiteY3" fmla="*/ 1412333 h 1412333"/>
                  <a:gd name="connsiteX4" fmla="*/ 66675 w 390525"/>
                  <a:gd name="connsiteY4" fmla="*/ 0 h 1412333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66675 w 457200"/>
                  <a:gd name="connsiteY3" fmla="*/ 1402808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1402808">
                    <a:moveTo>
                      <a:pt x="0" y="19050"/>
                    </a:moveTo>
                    <a:lnTo>
                      <a:pt x="457200" y="0"/>
                    </a:lnTo>
                    <a:lnTo>
                      <a:pt x="333375" y="1402808"/>
                    </a:lnTo>
                    <a:lnTo>
                      <a:pt x="171450" y="1393283"/>
                    </a:lnTo>
                    <a:lnTo>
                      <a:pt x="0" y="19050"/>
                    </a:lnTo>
                    <a:close/>
                  </a:path>
                </a:pathLst>
              </a:custGeom>
              <a:gradFill>
                <a:gsLst>
                  <a:gs pos="0">
                    <a:srgbClr val="E6D2C2"/>
                  </a:gs>
                  <a:gs pos="16000">
                    <a:srgbClr val="8F6E57"/>
                  </a:gs>
                </a:gsLst>
                <a:lin ang="1440000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Rectangle 57">
                <a:extLst>
                  <a:ext uri="{FF2B5EF4-FFF2-40B4-BE49-F238E27FC236}">
                    <a16:creationId xmlns:a16="http://schemas.microsoft.com/office/drawing/2014/main" id="{3890A3B6-09B8-D1F8-3130-A42252DE744D}"/>
                  </a:ext>
                </a:extLst>
              </p:cNvPr>
              <p:cNvSpPr/>
              <p:nvPr/>
            </p:nvSpPr>
            <p:spPr>
              <a:xfrm>
                <a:off x="10939244" y="3004445"/>
                <a:ext cx="1096764" cy="919489"/>
              </a:xfrm>
              <a:custGeom>
                <a:avLst/>
                <a:gdLst>
                  <a:gd name="connsiteX0" fmla="*/ 0 w 149525"/>
                  <a:gd name="connsiteY0" fmla="*/ 0 h 264822"/>
                  <a:gd name="connsiteX1" fmla="*/ 149525 w 149525"/>
                  <a:gd name="connsiteY1" fmla="*/ 0 h 264822"/>
                  <a:gd name="connsiteX2" fmla="*/ 149525 w 149525"/>
                  <a:gd name="connsiteY2" fmla="*/ 264822 h 264822"/>
                  <a:gd name="connsiteX3" fmla="*/ 0 w 149525"/>
                  <a:gd name="connsiteY3" fmla="*/ 264822 h 264822"/>
                  <a:gd name="connsiteX4" fmla="*/ 0 w 149525"/>
                  <a:gd name="connsiteY4" fmla="*/ 0 h 264822"/>
                  <a:gd name="connsiteX0" fmla="*/ 0 w 644825"/>
                  <a:gd name="connsiteY0" fmla="*/ 247650 h 512472"/>
                  <a:gd name="connsiteX1" fmla="*/ 644825 w 644825"/>
                  <a:gd name="connsiteY1" fmla="*/ 0 h 512472"/>
                  <a:gd name="connsiteX2" fmla="*/ 149525 w 644825"/>
                  <a:gd name="connsiteY2" fmla="*/ 512472 h 512472"/>
                  <a:gd name="connsiteX3" fmla="*/ 0 w 644825"/>
                  <a:gd name="connsiteY3" fmla="*/ 512472 h 512472"/>
                  <a:gd name="connsiteX4" fmla="*/ 0 w 644825"/>
                  <a:gd name="connsiteY4" fmla="*/ 247650 h 512472"/>
                  <a:gd name="connsiteX0" fmla="*/ 0 w 682925"/>
                  <a:gd name="connsiteY0" fmla="*/ 95250 h 512472"/>
                  <a:gd name="connsiteX1" fmla="*/ 682925 w 682925"/>
                  <a:gd name="connsiteY1" fmla="*/ 0 h 512472"/>
                  <a:gd name="connsiteX2" fmla="*/ 187625 w 682925"/>
                  <a:gd name="connsiteY2" fmla="*/ 512472 h 512472"/>
                  <a:gd name="connsiteX3" fmla="*/ 38100 w 682925"/>
                  <a:gd name="connsiteY3" fmla="*/ 512472 h 512472"/>
                  <a:gd name="connsiteX4" fmla="*/ 0 w 682925"/>
                  <a:gd name="connsiteY4" fmla="*/ 95250 h 512472"/>
                  <a:gd name="connsiteX0" fmla="*/ 0 w 682925"/>
                  <a:gd name="connsiteY0" fmla="*/ 95250 h 512472"/>
                  <a:gd name="connsiteX1" fmla="*/ 682925 w 682925"/>
                  <a:gd name="connsiteY1" fmla="*/ 0 h 512472"/>
                  <a:gd name="connsiteX2" fmla="*/ 187625 w 682925"/>
                  <a:gd name="connsiteY2" fmla="*/ 512472 h 512472"/>
                  <a:gd name="connsiteX3" fmla="*/ 38100 w 682925"/>
                  <a:gd name="connsiteY3" fmla="*/ 512472 h 512472"/>
                  <a:gd name="connsiteX4" fmla="*/ 0 w 682925"/>
                  <a:gd name="connsiteY4" fmla="*/ 95250 h 512472"/>
                  <a:gd name="connsiteX0" fmla="*/ 0 w 682925"/>
                  <a:gd name="connsiteY0" fmla="*/ 95250 h 512472"/>
                  <a:gd name="connsiteX1" fmla="*/ 682925 w 682925"/>
                  <a:gd name="connsiteY1" fmla="*/ 0 h 512472"/>
                  <a:gd name="connsiteX2" fmla="*/ 187625 w 682925"/>
                  <a:gd name="connsiteY2" fmla="*/ 512472 h 512472"/>
                  <a:gd name="connsiteX3" fmla="*/ 38100 w 682925"/>
                  <a:gd name="connsiteY3" fmla="*/ 512472 h 512472"/>
                  <a:gd name="connsiteX4" fmla="*/ 0 w 682925"/>
                  <a:gd name="connsiteY4" fmla="*/ 95250 h 512472"/>
                  <a:gd name="connsiteX0" fmla="*/ 0 w 682925"/>
                  <a:gd name="connsiteY0" fmla="*/ 95250 h 512472"/>
                  <a:gd name="connsiteX1" fmla="*/ 682925 w 682925"/>
                  <a:gd name="connsiteY1" fmla="*/ 0 h 512472"/>
                  <a:gd name="connsiteX2" fmla="*/ 187625 w 682925"/>
                  <a:gd name="connsiteY2" fmla="*/ 512472 h 512472"/>
                  <a:gd name="connsiteX3" fmla="*/ 38100 w 682925"/>
                  <a:gd name="connsiteY3" fmla="*/ 512472 h 512472"/>
                  <a:gd name="connsiteX4" fmla="*/ 0 w 682925"/>
                  <a:gd name="connsiteY4" fmla="*/ 95250 h 512472"/>
                  <a:gd name="connsiteX0" fmla="*/ 0 w 766925"/>
                  <a:gd name="connsiteY0" fmla="*/ 95250 h 531581"/>
                  <a:gd name="connsiteX1" fmla="*/ 682925 w 766925"/>
                  <a:gd name="connsiteY1" fmla="*/ 0 h 531581"/>
                  <a:gd name="connsiteX2" fmla="*/ 187625 w 766925"/>
                  <a:gd name="connsiteY2" fmla="*/ 512472 h 531581"/>
                  <a:gd name="connsiteX3" fmla="*/ 38100 w 766925"/>
                  <a:gd name="connsiteY3" fmla="*/ 512472 h 531581"/>
                  <a:gd name="connsiteX4" fmla="*/ 0 w 766925"/>
                  <a:gd name="connsiteY4" fmla="*/ 95250 h 531581"/>
                  <a:gd name="connsiteX0" fmla="*/ 0 w 682980"/>
                  <a:gd name="connsiteY0" fmla="*/ 95250 h 512472"/>
                  <a:gd name="connsiteX1" fmla="*/ 682925 w 682980"/>
                  <a:gd name="connsiteY1" fmla="*/ 0 h 512472"/>
                  <a:gd name="connsiteX2" fmla="*/ 38100 w 682980"/>
                  <a:gd name="connsiteY2" fmla="*/ 512472 h 512472"/>
                  <a:gd name="connsiteX3" fmla="*/ 0 w 682980"/>
                  <a:gd name="connsiteY3" fmla="*/ 95250 h 512472"/>
                  <a:gd name="connsiteX0" fmla="*/ 0 w 682980"/>
                  <a:gd name="connsiteY0" fmla="*/ 95250 h 512472"/>
                  <a:gd name="connsiteX1" fmla="*/ 682925 w 682980"/>
                  <a:gd name="connsiteY1" fmla="*/ 0 h 512472"/>
                  <a:gd name="connsiteX2" fmla="*/ 38100 w 682980"/>
                  <a:gd name="connsiteY2" fmla="*/ 512472 h 512472"/>
                  <a:gd name="connsiteX3" fmla="*/ 0 w 682980"/>
                  <a:gd name="connsiteY3" fmla="*/ 95250 h 512472"/>
                  <a:gd name="connsiteX0" fmla="*/ 0 w 774290"/>
                  <a:gd name="connsiteY0" fmla="*/ 95250 h 512472"/>
                  <a:gd name="connsiteX1" fmla="*/ 682925 w 774290"/>
                  <a:gd name="connsiteY1" fmla="*/ 0 h 512472"/>
                  <a:gd name="connsiteX2" fmla="*/ 38100 w 774290"/>
                  <a:gd name="connsiteY2" fmla="*/ 512472 h 512472"/>
                  <a:gd name="connsiteX3" fmla="*/ 0 w 774290"/>
                  <a:gd name="connsiteY3" fmla="*/ 95250 h 512472"/>
                  <a:gd name="connsiteX0" fmla="*/ 0 w 790162"/>
                  <a:gd name="connsiteY0" fmla="*/ 95250 h 662445"/>
                  <a:gd name="connsiteX1" fmla="*/ 682925 w 790162"/>
                  <a:gd name="connsiteY1" fmla="*/ 0 h 662445"/>
                  <a:gd name="connsiteX2" fmla="*/ 38100 w 790162"/>
                  <a:gd name="connsiteY2" fmla="*/ 512472 h 662445"/>
                  <a:gd name="connsiteX3" fmla="*/ 0 w 790162"/>
                  <a:gd name="connsiteY3" fmla="*/ 95250 h 662445"/>
                  <a:gd name="connsiteX0" fmla="*/ 0 w 790162"/>
                  <a:gd name="connsiteY0" fmla="*/ 95250 h 662445"/>
                  <a:gd name="connsiteX1" fmla="*/ 682925 w 790162"/>
                  <a:gd name="connsiteY1" fmla="*/ 0 h 662445"/>
                  <a:gd name="connsiteX2" fmla="*/ 38100 w 790162"/>
                  <a:gd name="connsiteY2" fmla="*/ 512472 h 662445"/>
                  <a:gd name="connsiteX3" fmla="*/ 0 w 790162"/>
                  <a:gd name="connsiteY3" fmla="*/ 95250 h 66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0162" h="662445">
                    <a:moveTo>
                      <a:pt x="0" y="95250"/>
                    </a:moveTo>
                    <a:cubicBezTo>
                      <a:pt x="541967" y="349250"/>
                      <a:pt x="512433" y="136525"/>
                      <a:pt x="682925" y="0"/>
                    </a:cubicBezTo>
                    <a:cubicBezTo>
                      <a:pt x="1060750" y="450537"/>
                      <a:pt x="342421" y="906172"/>
                      <a:pt x="38100" y="512472"/>
                    </a:cubicBezTo>
                    <a:lnTo>
                      <a:pt x="0" y="95250"/>
                    </a:lnTo>
                    <a:close/>
                  </a:path>
                </a:pathLst>
              </a:custGeom>
              <a:gradFill>
                <a:gsLst>
                  <a:gs pos="0">
                    <a:srgbClr val="E6D2C2"/>
                  </a:gs>
                  <a:gs pos="16000">
                    <a:srgbClr val="8F6E57"/>
                  </a:gs>
                </a:gsLst>
                <a:lin ang="960000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F4057D2A-1CEB-24B1-17C5-E491A4639522}"/>
                  </a:ext>
                </a:extLst>
              </p:cNvPr>
              <p:cNvSpPr/>
              <p:nvPr/>
            </p:nvSpPr>
            <p:spPr>
              <a:xfrm rot="10964509">
                <a:off x="6193039" y="3380155"/>
                <a:ext cx="476002" cy="951907"/>
              </a:xfrm>
              <a:prstGeom prst="triangle">
                <a:avLst/>
              </a:prstGeom>
              <a:solidFill>
                <a:srgbClr val="8F6E57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17CF9514-EEF9-841B-E887-1D2D29552E55}"/>
                  </a:ext>
                </a:extLst>
              </p:cNvPr>
              <p:cNvSpPr/>
              <p:nvPr/>
            </p:nvSpPr>
            <p:spPr>
              <a:xfrm rot="11370344">
                <a:off x="6073442" y="3377703"/>
                <a:ext cx="279134" cy="951907"/>
              </a:xfrm>
              <a:prstGeom prst="triangle">
                <a:avLst/>
              </a:prstGeom>
              <a:solidFill>
                <a:srgbClr val="8F6E57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Rectangle 3">
                <a:extLst>
                  <a:ext uri="{FF2B5EF4-FFF2-40B4-BE49-F238E27FC236}">
                    <a16:creationId xmlns:a16="http://schemas.microsoft.com/office/drawing/2014/main" id="{069C597C-1AFC-4A41-BFF3-7C392CA7A5F1}"/>
                  </a:ext>
                </a:extLst>
              </p:cNvPr>
              <p:cNvSpPr/>
              <p:nvPr/>
            </p:nvSpPr>
            <p:spPr>
              <a:xfrm rot="19050832">
                <a:off x="6987239" y="1479206"/>
                <a:ext cx="3951950" cy="4172891"/>
              </a:xfrm>
              <a:custGeom>
                <a:avLst/>
                <a:gdLst>
                  <a:gd name="connsiteX0" fmla="*/ 0 w 348343"/>
                  <a:gd name="connsiteY0" fmla="*/ 0 h 769257"/>
                  <a:gd name="connsiteX1" fmla="*/ 348343 w 348343"/>
                  <a:gd name="connsiteY1" fmla="*/ 0 h 769257"/>
                  <a:gd name="connsiteX2" fmla="*/ 348343 w 348343"/>
                  <a:gd name="connsiteY2" fmla="*/ 769257 h 769257"/>
                  <a:gd name="connsiteX3" fmla="*/ 0 w 348343"/>
                  <a:gd name="connsiteY3" fmla="*/ 769257 h 769257"/>
                  <a:gd name="connsiteX4" fmla="*/ 0 w 348343"/>
                  <a:gd name="connsiteY4" fmla="*/ 0 h 769257"/>
                  <a:gd name="connsiteX0" fmla="*/ 0 w 2119010"/>
                  <a:gd name="connsiteY0" fmla="*/ 0 h 2725580"/>
                  <a:gd name="connsiteX1" fmla="*/ 348343 w 2119010"/>
                  <a:gd name="connsiteY1" fmla="*/ 0 h 2725580"/>
                  <a:gd name="connsiteX2" fmla="*/ 2119010 w 2119010"/>
                  <a:gd name="connsiteY2" fmla="*/ 2725580 h 2725580"/>
                  <a:gd name="connsiteX3" fmla="*/ 0 w 2119010"/>
                  <a:gd name="connsiteY3" fmla="*/ 769257 h 2725580"/>
                  <a:gd name="connsiteX4" fmla="*/ 0 w 2119010"/>
                  <a:gd name="connsiteY4" fmla="*/ 0 h 2725580"/>
                  <a:gd name="connsiteX0" fmla="*/ 0 w 2187138"/>
                  <a:gd name="connsiteY0" fmla="*/ 0 h 2725580"/>
                  <a:gd name="connsiteX1" fmla="*/ 348343 w 2187138"/>
                  <a:gd name="connsiteY1" fmla="*/ 0 h 2725580"/>
                  <a:gd name="connsiteX2" fmla="*/ 2119010 w 2187138"/>
                  <a:gd name="connsiteY2" fmla="*/ 2725580 h 2725580"/>
                  <a:gd name="connsiteX3" fmla="*/ 0 w 2187138"/>
                  <a:gd name="connsiteY3" fmla="*/ 769257 h 2725580"/>
                  <a:gd name="connsiteX4" fmla="*/ 0 w 2187138"/>
                  <a:gd name="connsiteY4" fmla="*/ 0 h 2725580"/>
                  <a:gd name="connsiteX0" fmla="*/ 0 w 2165134"/>
                  <a:gd name="connsiteY0" fmla="*/ 0 h 2725580"/>
                  <a:gd name="connsiteX1" fmla="*/ 348343 w 2165134"/>
                  <a:gd name="connsiteY1" fmla="*/ 0 h 2725580"/>
                  <a:gd name="connsiteX2" fmla="*/ 2119010 w 2165134"/>
                  <a:gd name="connsiteY2" fmla="*/ 2725580 h 2725580"/>
                  <a:gd name="connsiteX3" fmla="*/ 0 w 2165134"/>
                  <a:gd name="connsiteY3" fmla="*/ 769257 h 2725580"/>
                  <a:gd name="connsiteX4" fmla="*/ 0 w 2165134"/>
                  <a:gd name="connsiteY4" fmla="*/ 0 h 2725580"/>
                  <a:gd name="connsiteX0" fmla="*/ 0 w 2165350"/>
                  <a:gd name="connsiteY0" fmla="*/ 0 h 2725580"/>
                  <a:gd name="connsiteX1" fmla="*/ 348343 w 2165350"/>
                  <a:gd name="connsiteY1" fmla="*/ 0 h 2725580"/>
                  <a:gd name="connsiteX2" fmla="*/ 2119010 w 2165350"/>
                  <a:gd name="connsiteY2" fmla="*/ 2725580 h 2725580"/>
                  <a:gd name="connsiteX3" fmla="*/ 0 w 2165350"/>
                  <a:gd name="connsiteY3" fmla="*/ 769257 h 2725580"/>
                  <a:gd name="connsiteX4" fmla="*/ 0 w 2165350"/>
                  <a:gd name="connsiteY4" fmla="*/ 0 h 2725580"/>
                  <a:gd name="connsiteX0" fmla="*/ 0 w 2235513"/>
                  <a:gd name="connsiteY0" fmla="*/ 0 h 2725580"/>
                  <a:gd name="connsiteX1" fmla="*/ 348343 w 2235513"/>
                  <a:gd name="connsiteY1" fmla="*/ 0 h 2725580"/>
                  <a:gd name="connsiteX2" fmla="*/ 2119010 w 2235513"/>
                  <a:gd name="connsiteY2" fmla="*/ 2725580 h 2725580"/>
                  <a:gd name="connsiteX3" fmla="*/ 0 w 2235513"/>
                  <a:gd name="connsiteY3" fmla="*/ 769257 h 2725580"/>
                  <a:gd name="connsiteX4" fmla="*/ 0 w 2235513"/>
                  <a:gd name="connsiteY4" fmla="*/ 0 h 2725580"/>
                  <a:gd name="connsiteX0" fmla="*/ 552876 w 2788389"/>
                  <a:gd name="connsiteY0" fmla="*/ 0 h 2725580"/>
                  <a:gd name="connsiteX1" fmla="*/ 901219 w 2788389"/>
                  <a:gd name="connsiteY1" fmla="*/ 0 h 2725580"/>
                  <a:gd name="connsiteX2" fmla="*/ 2671886 w 2788389"/>
                  <a:gd name="connsiteY2" fmla="*/ 2725580 h 2725580"/>
                  <a:gd name="connsiteX3" fmla="*/ 0 w 2788389"/>
                  <a:gd name="connsiteY3" fmla="*/ 577797 h 2725580"/>
                  <a:gd name="connsiteX4" fmla="*/ 552876 w 2788389"/>
                  <a:gd name="connsiteY4" fmla="*/ 0 h 2725580"/>
                  <a:gd name="connsiteX0" fmla="*/ 556008 w 2791521"/>
                  <a:gd name="connsiteY0" fmla="*/ 0 h 2725580"/>
                  <a:gd name="connsiteX1" fmla="*/ 904351 w 2791521"/>
                  <a:gd name="connsiteY1" fmla="*/ 0 h 2725580"/>
                  <a:gd name="connsiteX2" fmla="*/ 2675018 w 2791521"/>
                  <a:gd name="connsiteY2" fmla="*/ 2725580 h 2725580"/>
                  <a:gd name="connsiteX3" fmla="*/ 0 w 2791521"/>
                  <a:gd name="connsiteY3" fmla="*/ 1032938 h 2725580"/>
                  <a:gd name="connsiteX4" fmla="*/ 3132 w 2791521"/>
                  <a:gd name="connsiteY4" fmla="*/ 577797 h 2725580"/>
                  <a:gd name="connsiteX5" fmla="*/ 556008 w 2791521"/>
                  <a:gd name="connsiteY5" fmla="*/ 0 h 2725580"/>
                  <a:gd name="connsiteX0" fmla="*/ 572387 w 2807900"/>
                  <a:gd name="connsiteY0" fmla="*/ 0 h 2725580"/>
                  <a:gd name="connsiteX1" fmla="*/ 920730 w 2807900"/>
                  <a:gd name="connsiteY1" fmla="*/ 0 h 2725580"/>
                  <a:gd name="connsiteX2" fmla="*/ 2691397 w 2807900"/>
                  <a:gd name="connsiteY2" fmla="*/ 2725580 h 2725580"/>
                  <a:gd name="connsiteX3" fmla="*/ 0 w 2807900"/>
                  <a:gd name="connsiteY3" fmla="*/ 1043770 h 2725580"/>
                  <a:gd name="connsiteX4" fmla="*/ 19511 w 2807900"/>
                  <a:gd name="connsiteY4" fmla="*/ 577797 h 2725580"/>
                  <a:gd name="connsiteX5" fmla="*/ 572387 w 2807900"/>
                  <a:gd name="connsiteY5" fmla="*/ 0 h 2725580"/>
                  <a:gd name="connsiteX0" fmla="*/ 775285 w 3010798"/>
                  <a:gd name="connsiteY0" fmla="*/ 0 h 2747207"/>
                  <a:gd name="connsiteX1" fmla="*/ 1123628 w 3010798"/>
                  <a:gd name="connsiteY1" fmla="*/ 0 h 2747207"/>
                  <a:gd name="connsiteX2" fmla="*/ 2894295 w 3010798"/>
                  <a:gd name="connsiteY2" fmla="*/ 2725580 h 2747207"/>
                  <a:gd name="connsiteX3" fmla="*/ 188835 w 3010798"/>
                  <a:gd name="connsiteY3" fmla="*/ 1421761 h 2747207"/>
                  <a:gd name="connsiteX4" fmla="*/ 202898 w 3010798"/>
                  <a:gd name="connsiteY4" fmla="*/ 1043770 h 2747207"/>
                  <a:gd name="connsiteX5" fmla="*/ 222409 w 3010798"/>
                  <a:gd name="connsiteY5" fmla="*/ 577797 h 2747207"/>
                  <a:gd name="connsiteX6" fmla="*/ 775285 w 3010798"/>
                  <a:gd name="connsiteY6" fmla="*/ 0 h 2747207"/>
                  <a:gd name="connsiteX0" fmla="*/ 789524 w 3025037"/>
                  <a:gd name="connsiteY0" fmla="*/ 0 h 2747207"/>
                  <a:gd name="connsiteX1" fmla="*/ 1137867 w 3025037"/>
                  <a:gd name="connsiteY1" fmla="*/ 0 h 2747207"/>
                  <a:gd name="connsiteX2" fmla="*/ 2908534 w 3025037"/>
                  <a:gd name="connsiteY2" fmla="*/ 2725580 h 2747207"/>
                  <a:gd name="connsiteX3" fmla="*/ 203074 w 3025037"/>
                  <a:gd name="connsiteY3" fmla="*/ 1421761 h 2747207"/>
                  <a:gd name="connsiteX4" fmla="*/ 248632 w 3025037"/>
                  <a:gd name="connsiteY4" fmla="*/ 1230994 h 2747207"/>
                  <a:gd name="connsiteX5" fmla="*/ 217137 w 3025037"/>
                  <a:gd name="connsiteY5" fmla="*/ 1043770 h 2747207"/>
                  <a:gd name="connsiteX6" fmla="*/ 236648 w 3025037"/>
                  <a:gd name="connsiteY6" fmla="*/ 577797 h 2747207"/>
                  <a:gd name="connsiteX7" fmla="*/ 789524 w 3025037"/>
                  <a:gd name="connsiteY7" fmla="*/ 0 h 2747207"/>
                  <a:gd name="connsiteX0" fmla="*/ 789524 w 3025037"/>
                  <a:gd name="connsiteY0" fmla="*/ 0 h 2756483"/>
                  <a:gd name="connsiteX1" fmla="*/ 1137867 w 3025037"/>
                  <a:gd name="connsiteY1" fmla="*/ 0 h 2756483"/>
                  <a:gd name="connsiteX2" fmla="*/ 2908534 w 3025037"/>
                  <a:gd name="connsiteY2" fmla="*/ 2725580 h 2756483"/>
                  <a:gd name="connsiteX3" fmla="*/ 490932 w 3025037"/>
                  <a:gd name="connsiteY3" fmla="*/ 1375415 h 2756483"/>
                  <a:gd name="connsiteX4" fmla="*/ 203074 w 3025037"/>
                  <a:gd name="connsiteY4" fmla="*/ 1421761 h 2756483"/>
                  <a:gd name="connsiteX5" fmla="*/ 248632 w 3025037"/>
                  <a:gd name="connsiteY5" fmla="*/ 1230994 h 2756483"/>
                  <a:gd name="connsiteX6" fmla="*/ 217137 w 3025037"/>
                  <a:gd name="connsiteY6" fmla="*/ 1043770 h 2756483"/>
                  <a:gd name="connsiteX7" fmla="*/ 236648 w 3025037"/>
                  <a:gd name="connsiteY7" fmla="*/ 577797 h 2756483"/>
                  <a:gd name="connsiteX8" fmla="*/ 789524 w 3025037"/>
                  <a:gd name="connsiteY8" fmla="*/ 0 h 2756483"/>
                  <a:gd name="connsiteX0" fmla="*/ 789524 w 3025037"/>
                  <a:gd name="connsiteY0" fmla="*/ 0 h 2759942"/>
                  <a:gd name="connsiteX1" fmla="*/ 1137867 w 3025037"/>
                  <a:gd name="connsiteY1" fmla="*/ 0 h 2759942"/>
                  <a:gd name="connsiteX2" fmla="*/ 2908534 w 3025037"/>
                  <a:gd name="connsiteY2" fmla="*/ 2725580 h 2759942"/>
                  <a:gd name="connsiteX3" fmla="*/ 405296 w 3025037"/>
                  <a:gd name="connsiteY3" fmla="*/ 1574682 h 2759942"/>
                  <a:gd name="connsiteX4" fmla="*/ 490932 w 3025037"/>
                  <a:gd name="connsiteY4" fmla="*/ 1375415 h 2759942"/>
                  <a:gd name="connsiteX5" fmla="*/ 203074 w 3025037"/>
                  <a:gd name="connsiteY5" fmla="*/ 1421761 h 2759942"/>
                  <a:gd name="connsiteX6" fmla="*/ 248632 w 3025037"/>
                  <a:gd name="connsiteY6" fmla="*/ 1230994 h 2759942"/>
                  <a:gd name="connsiteX7" fmla="*/ 217137 w 3025037"/>
                  <a:gd name="connsiteY7" fmla="*/ 1043770 h 2759942"/>
                  <a:gd name="connsiteX8" fmla="*/ 236648 w 3025037"/>
                  <a:gd name="connsiteY8" fmla="*/ 577797 h 2759942"/>
                  <a:gd name="connsiteX9" fmla="*/ 789524 w 3025037"/>
                  <a:gd name="connsiteY9" fmla="*/ 0 h 2759942"/>
                  <a:gd name="connsiteX0" fmla="*/ 789524 w 3025037"/>
                  <a:gd name="connsiteY0" fmla="*/ 0 h 2762751"/>
                  <a:gd name="connsiteX1" fmla="*/ 1137867 w 3025037"/>
                  <a:gd name="connsiteY1" fmla="*/ 0 h 2762751"/>
                  <a:gd name="connsiteX2" fmla="*/ 2908534 w 3025037"/>
                  <a:gd name="connsiteY2" fmla="*/ 2725580 h 2762751"/>
                  <a:gd name="connsiteX3" fmla="*/ 648088 w 3025037"/>
                  <a:gd name="connsiteY3" fmla="*/ 1499977 h 2762751"/>
                  <a:gd name="connsiteX4" fmla="*/ 405296 w 3025037"/>
                  <a:gd name="connsiteY4" fmla="*/ 1574682 h 2762751"/>
                  <a:gd name="connsiteX5" fmla="*/ 490932 w 3025037"/>
                  <a:gd name="connsiteY5" fmla="*/ 1375415 h 2762751"/>
                  <a:gd name="connsiteX6" fmla="*/ 203074 w 3025037"/>
                  <a:gd name="connsiteY6" fmla="*/ 1421761 h 2762751"/>
                  <a:gd name="connsiteX7" fmla="*/ 248632 w 3025037"/>
                  <a:gd name="connsiteY7" fmla="*/ 1230994 h 2762751"/>
                  <a:gd name="connsiteX8" fmla="*/ 217137 w 3025037"/>
                  <a:gd name="connsiteY8" fmla="*/ 1043770 h 2762751"/>
                  <a:gd name="connsiteX9" fmla="*/ 236648 w 3025037"/>
                  <a:gd name="connsiteY9" fmla="*/ 577797 h 2762751"/>
                  <a:gd name="connsiteX10" fmla="*/ 789524 w 3025037"/>
                  <a:gd name="connsiteY10" fmla="*/ 0 h 2762751"/>
                  <a:gd name="connsiteX0" fmla="*/ 789524 w 3025037"/>
                  <a:gd name="connsiteY0" fmla="*/ 0 h 2765395"/>
                  <a:gd name="connsiteX1" fmla="*/ 1137867 w 3025037"/>
                  <a:gd name="connsiteY1" fmla="*/ 0 h 2765395"/>
                  <a:gd name="connsiteX2" fmla="*/ 2908534 w 3025037"/>
                  <a:gd name="connsiteY2" fmla="*/ 2725580 h 2765395"/>
                  <a:gd name="connsiteX3" fmla="*/ 516796 w 3025037"/>
                  <a:gd name="connsiteY3" fmla="*/ 1657430 h 2765395"/>
                  <a:gd name="connsiteX4" fmla="*/ 648088 w 3025037"/>
                  <a:gd name="connsiteY4" fmla="*/ 1499977 h 2765395"/>
                  <a:gd name="connsiteX5" fmla="*/ 405296 w 3025037"/>
                  <a:gd name="connsiteY5" fmla="*/ 1574682 h 2765395"/>
                  <a:gd name="connsiteX6" fmla="*/ 490932 w 3025037"/>
                  <a:gd name="connsiteY6" fmla="*/ 1375415 h 2765395"/>
                  <a:gd name="connsiteX7" fmla="*/ 203074 w 3025037"/>
                  <a:gd name="connsiteY7" fmla="*/ 1421761 h 2765395"/>
                  <a:gd name="connsiteX8" fmla="*/ 248632 w 3025037"/>
                  <a:gd name="connsiteY8" fmla="*/ 1230994 h 2765395"/>
                  <a:gd name="connsiteX9" fmla="*/ 217137 w 3025037"/>
                  <a:gd name="connsiteY9" fmla="*/ 1043770 h 2765395"/>
                  <a:gd name="connsiteX10" fmla="*/ 236648 w 3025037"/>
                  <a:gd name="connsiteY10" fmla="*/ 577797 h 2765395"/>
                  <a:gd name="connsiteX11" fmla="*/ 789524 w 3025037"/>
                  <a:gd name="connsiteY11" fmla="*/ 0 h 2765395"/>
                  <a:gd name="connsiteX0" fmla="*/ 789524 w 3025037"/>
                  <a:gd name="connsiteY0" fmla="*/ 0 h 2777690"/>
                  <a:gd name="connsiteX1" fmla="*/ 1137867 w 3025037"/>
                  <a:gd name="connsiteY1" fmla="*/ 0 h 2777690"/>
                  <a:gd name="connsiteX2" fmla="*/ 2908534 w 3025037"/>
                  <a:gd name="connsiteY2" fmla="*/ 2725580 h 2777690"/>
                  <a:gd name="connsiteX3" fmla="*/ 441106 w 3025037"/>
                  <a:gd name="connsiteY3" fmla="*/ 1852890 h 2777690"/>
                  <a:gd name="connsiteX4" fmla="*/ 516796 w 3025037"/>
                  <a:gd name="connsiteY4" fmla="*/ 1657430 h 2777690"/>
                  <a:gd name="connsiteX5" fmla="*/ 648088 w 3025037"/>
                  <a:gd name="connsiteY5" fmla="*/ 1499977 h 2777690"/>
                  <a:gd name="connsiteX6" fmla="*/ 405296 w 3025037"/>
                  <a:gd name="connsiteY6" fmla="*/ 1574682 h 2777690"/>
                  <a:gd name="connsiteX7" fmla="*/ 490932 w 3025037"/>
                  <a:gd name="connsiteY7" fmla="*/ 1375415 h 2777690"/>
                  <a:gd name="connsiteX8" fmla="*/ 203074 w 3025037"/>
                  <a:gd name="connsiteY8" fmla="*/ 1421761 h 2777690"/>
                  <a:gd name="connsiteX9" fmla="*/ 248632 w 3025037"/>
                  <a:gd name="connsiteY9" fmla="*/ 1230994 h 2777690"/>
                  <a:gd name="connsiteX10" fmla="*/ 217137 w 3025037"/>
                  <a:gd name="connsiteY10" fmla="*/ 1043770 h 2777690"/>
                  <a:gd name="connsiteX11" fmla="*/ 236648 w 3025037"/>
                  <a:gd name="connsiteY11" fmla="*/ 577797 h 2777690"/>
                  <a:gd name="connsiteX12" fmla="*/ 789524 w 3025037"/>
                  <a:gd name="connsiteY12" fmla="*/ 0 h 2777690"/>
                  <a:gd name="connsiteX0" fmla="*/ 789524 w 3025037"/>
                  <a:gd name="connsiteY0" fmla="*/ 0 h 2786386"/>
                  <a:gd name="connsiteX1" fmla="*/ 1137867 w 3025037"/>
                  <a:gd name="connsiteY1" fmla="*/ 0 h 2786386"/>
                  <a:gd name="connsiteX2" fmla="*/ 2908534 w 3025037"/>
                  <a:gd name="connsiteY2" fmla="*/ 2725580 h 2786386"/>
                  <a:gd name="connsiteX3" fmla="*/ 646184 w 3025037"/>
                  <a:gd name="connsiteY3" fmla="*/ 1840516 h 2786386"/>
                  <a:gd name="connsiteX4" fmla="*/ 441106 w 3025037"/>
                  <a:gd name="connsiteY4" fmla="*/ 1852890 h 2786386"/>
                  <a:gd name="connsiteX5" fmla="*/ 516796 w 3025037"/>
                  <a:gd name="connsiteY5" fmla="*/ 1657430 h 2786386"/>
                  <a:gd name="connsiteX6" fmla="*/ 648088 w 3025037"/>
                  <a:gd name="connsiteY6" fmla="*/ 1499977 h 2786386"/>
                  <a:gd name="connsiteX7" fmla="*/ 405296 w 3025037"/>
                  <a:gd name="connsiteY7" fmla="*/ 1574682 h 2786386"/>
                  <a:gd name="connsiteX8" fmla="*/ 490932 w 3025037"/>
                  <a:gd name="connsiteY8" fmla="*/ 1375415 h 2786386"/>
                  <a:gd name="connsiteX9" fmla="*/ 203074 w 3025037"/>
                  <a:gd name="connsiteY9" fmla="*/ 1421761 h 2786386"/>
                  <a:gd name="connsiteX10" fmla="*/ 248632 w 3025037"/>
                  <a:gd name="connsiteY10" fmla="*/ 1230994 h 2786386"/>
                  <a:gd name="connsiteX11" fmla="*/ 217137 w 3025037"/>
                  <a:gd name="connsiteY11" fmla="*/ 1043770 h 2786386"/>
                  <a:gd name="connsiteX12" fmla="*/ 236648 w 3025037"/>
                  <a:gd name="connsiteY12" fmla="*/ 577797 h 2786386"/>
                  <a:gd name="connsiteX13" fmla="*/ 789524 w 3025037"/>
                  <a:gd name="connsiteY13" fmla="*/ 0 h 2786386"/>
                  <a:gd name="connsiteX0" fmla="*/ 789524 w 3025037"/>
                  <a:gd name="connsiteY0" fmla="*/ 0 h 2804095"/>
                  <a:gd name="connsiteX1" fmla="*/ 1137867 w 3025037"/>
                  <a:gd name="connsiteY1" fmla="*/ 0 h 2804095"/>
                  <a:gd name="connsiteX2" fmla="*/ 2908534 w 3025037"/>
                  <a:gd name="connsiteY2" fmla="*/ 2725580 h 2804095"/>
                  <a:gd name="connsiteX3" fmla="*/ 999392 w 3025037"/>
                  <a:gd name="connsiteY3" fmla="*/ 2054225 h 2804095"/>
                  <a:gd name="connsiteX4" fmla="*/ 646184 w 3025037"/>
                  <a:gd name="connsiteY4" fmla="*/ 1840516 h 2804095"/>
                  <a:gd name="connsiteX5" fmla="*/ 441106 w 3025037"/>
                  <a:gd name="connsiteY5" fmla="*/ 1852890 h 2804095"/>
                  <a:gd name="connsiteX6" fmla="*/ 516796 w 3025037"/>
                  <a:gd name="connsiteY6" fmla="*/ 1657430 h 2804095"/>
                  <a:gd name="connsiteX7" fmla="*/ 648088 w 3025037"/>
                  <a:gd name="connsiteY7" fmla="*/ 1499977 h 2804095"/>
                  <a:gd name="connsiteX8" fmla="*/ 405296 w 3025037"/>
                  <a:gd name="connsiteY8" fmla="*/ 1574682 h 2804095"/>
                  <a:gd name="connsiteX9" fmla="*/ 490932 w 3025037"/>
                  <a:gd name="connsiteY9" fmla="*/ 1375415 h 2804095"/>
                  <a:gd name="connsiteX10" fmla="*/ 203074 w 3025037"/>
                  <a:gd name="connsiteY10" fmla="*/ 1421761 h 2804095"/>
                  <a:gd name="connsiteX11" fmla="*/ 248632 w 3025037"/>
                  <a:gd name="connsiteY11" fmla="*/ 1230994 h 2804095"/>
                  <a:gd name="connsiteX12" fmla="*/ 217137 w 3025037"/>
                  <a:gd name="connsiteY12" fmla="*/ 1043770 h 2804095"/>
                  <a:gd name="connsiteX13" fmla="*/ 236648 w 3025037"/>
                  <a:gd name="connsiteY13" fmla="*/ 577797 h 2804095"/>
                  <a:gd name="connsiteX14" fmla="*/ 789524 w 3025037"/>
                  <a:gd name="connsiteY14" fmla="*/ 0 h 2804095"/>
                  <a:gd name="connsiteX0" fmla="*/ 789524 w 3025037"/>
                  <a:gd name="connsiteY0" fmla="*/ 0 h 2918711"/>
                  <a:gd name="connsiteX1" fmla="*/ 1137867 w 3025037"/>
                  <a:gd name="connsiteY1" fmla="*/ 0 h 2918711"/>
                  <a:gd name="connsiteX2" fmla="*/ 2908534 w 3025037"/>
                  <a:gd name="connsiteY2" fmla="*/ 2725580 h 2918711"/>
                  <a:gd name="connsiteX3" fmla="*/ 999392 w 3025037"/>
                  <a:gd name="connsiteY3" fmla="*/ 2054225 h 2918711"/>
                  <a:gd name="connsiteX4" fmla="*/ 646184 w 3025037"/>
                  <a:gd name="connsiteY4" fmla="*/ 1840516 h 2918711"/>
                  <a:gd name="connsiteX5" fmla="*/ 441106 w 3025037"/>
                  <a:gd name="connsiteY5" fmla="*/ 1852890 h 2918711"/>
                  <a:gd name="connsiteX6" fmla="*/ 516796 w 3025037"/>
                  <a:gd name="connsiteY6" fmla="*/ 1657430 h 2918711"/>
                  <a:gd name="connsiteX7" fmla="*/ 648088 w 3025037"/>
                  <a:gd name="connsiteY7" fmla="*/ 1499977 h 2918711"/>
                  <a:gd name="connsiteX8" fmla="*/ 405296 w 3025037"/>
                  <a:gd name="connsiteY8" fmla="*/ 1574682 h 2918711"/>
                  <a:gd name="connsiteX9" fmla="*/ 490932 w 3025037"/>
                  <a:gd name="connsiteY9" fmla="*/ 1375415 h 2918711"/>
                  <a:gd name="connsiteX10" fmla="*/ 203074 w 3025037"/>
                  <a:gd name="connsiteY10" fmla="*/ 1421761 h 2918711"/>
                  <a:gd name="connsiteX11" fmla="*/ 248632 w 3025037"/>
                  <a:gd name="connsiteY11" fmla="*/ 1230994 h 2918711"/>
                  <a:gd name="connsiteX12" fmla="*/ 217137 w 3025037"/>
                  <a:gd name="connsiteY12" fmla="*/ 1043770 h 2918711"/>
                  <a:gd name="connsiteX13" fmla="*/ 236648 w 3025037"/>
                  <a:gd name="connsiteY13" fmla="*/ 577797 h 2918711"/>
                  <a:gd name="connsiteX14" fmla="*/ 789524 w 3025037"/>
                  <a:gd name="connsiteY14" fmla="*/ 0 h 2918711"/>
                  <a:gd name="connsiteX0" fmla="*/ 789524 w 3025037"/>
                  <a:gd name="connsiteY0" fmla="*/ 0 h 2975590"/>
                  <a:gd name="connsiteX1" fmla="*/ 1137867 w 3025037"/>
                  <a:gd name="connsiteY1" fmla="*/ 0 h 2975590"/>
                  <a:gd name="connsiteX2" fmla="*/ 2908534 w 3025037"/>
                  <a:gd name="connsiteY2" fmla="*/ 2725580 h 2975590"/>
                  <a:gd name="connsiteX3" fmla="*/ 999392 w 3025037"/>
                  <a:gd name="connsiteY3" fmla="*/ 2054225 h 2975590"/>
                  <a:gd name="connsiteX4" fmla="*/ 646184 w 3025037"/>
                  <a:gd name="connsiteY4" fmla="*/ 1840516 h 2975590"/>
                  <a:gd name="connsiteX5" fmla="*/ 441106 w 3025037"/>
                  <a:gd name="connsiteY5" fmla="*/ 1852890 h 2975590"/>
                  <a:gd name="connsiteX6" fmla="*/ 516796 w 3025037"/>
                  <a:gd name="connsiteY6" fmla="*/ 1657430 h 2975590"/>
                  <a:gd name="connsiteX7" fmla="*/ 648088 w 3025037"/>
                  <a:gd name="connsiteY7" fmla="*/ 1499977 h 2975590"/>
                  <a:gd name="connsiteX8" fmla="*/ 405296 w 3025037"/>
                  <a:gd name="connsiteY8" fmla="*/ 1574682 h 2975590"/>
                  <a:gd name="connsiteX9" fmla="*/ 490932 w 3025037"/>
                  <a:gd name="connsiteY9" fmla="*/ 1375415 h 2975590"/>
                  <a:gd name="connsiteX10" fmla="*/ 203074 w 3025037"/>
                  <a:gd name="connsiteY10" fmla="*/ 1421761 h 2975590"/>
                  <a:gd name="connsiteX11" fmla="*/ 248632 w 3025037"/>
                  <a:gd name="connsiteY11" fmla="*/ 1230994 h 2975590"/>
                  <a:gd name="connsiteX12" fmla="*/ 217137 w 3025037"/>
                  <a:gd name="connsiteY12" fmla="*/ 1043770 h 2975590"/>
                  <a:gd name="connsiteX13" fmla="*/ 236648 w 3025037"/>
                  <a:gd name="connsiteY13" fmla="*/ 577797 h 2975590"/>
                  <a:gd name="connsiteX14" fmla="*/ 789524 w 3025037"/>
                  <a:gd name="connsiteY14" fmla="*/ 0 h 2975590"/>
                  <a:gd name="connsiteX0" fmla="*/ 789524 w 3025037"/>
                  <a:gd name="connsiteY0" fmla="*/ 0 h 3006355"/>
                  <a:gd name="connsiteX1" fmla="*/ 1137867 w 3025037"/>
                  <a:gd name="connsiteY1" fmla="*/ 0 h 3006355"/>
                  <a:gd name="connsiteX2" fmla="*/ 2908534 w 3025037"/>
                  <a:gd name="connsiteY2" fmla="*/ 2725580 h 3006355"/>
                  <a:gd name="connsiteX3" fmla="*/ 999392 w 3025037"/>
                  <a:gd name="connsiteY3" fmla="*/ 2054225 h 3006355"/>
                  <a:gd name="connsiteX4" fmla="*/ 646184 w 3025037"/>
                  <a:gd name="connsiteY4" fmla="*/ 1840516 h 3006355"/>
                  <a:gd name="connsiteX5" fmla="*/ 441106 w 3025037"/>
                  <a:gd name="connsiteY5" fmla="*/ 1852890 h 3006355"/>
                  <a:gd name="connsiteX6" fmla="*/ 516796 w 3025037"/>
                  <a:gd name="connsiteY6" fmla="*/ 1657430 h 3006355"/>
                  <a:gd name="connsiteX7" fmla="*/ 648088 w 3025037"/>
                  <a:gd name="connsiteY7" fmla="*/ 1499977 h 3006355"/>
                  <a:gd name="connsiteX8" fmla="*/ 405296 w 3025037"/>
                  <a:gd name="connsiteY8" fmla="*/ 1574682 h 3006355"/>
                  <a:gd name="connsiteX9" fmla="*/ 490932 w 3025037"/>
                  <a:gd name="connsiteY9" fmla="*/ 1375415 h 3006355"/>
                  <a:gd name="connsiteX10" fmla="*/ 203074 w 3025037"/>
                  <a:gd name="connsiteY10" fmla="*/ 1421761 h 3006355"/>
                  <a:gd name="connsiteX11" fmla="*/ 248632 w 3025037"/>
                  <a:gd name="connsiteY11" fmla="*/ 1230994 h 3006355"/>
                  <a:gd name="connsiteX12" fmla="*/ 217137 w 3025037"/>
                  <a:gd name="connsiteY12" fmla="*/ 1043770 h 3006355"/>
                  <a:gd name="connsiteX13" fmla="*/ 236648 w 3025037"/>
                  <a:gd name="connsiteY13" fmla="*/ 577797 h 3006355"/>
                  <a:gd name="connsiteX14" fmla="*/ 789524 w 3025037"/>
                  <a:gd name="connsiteY14" fmla="*/ 0 h 3006355"/>
                  <a:gd name="connsiteX0" fmla="*/ 611666 w 2847179"/>
                  <a:gd name="connsiteY0" fmla="*/ 0 h 3006355"/>
                  <a:gd name="connsiteX1" fmla="*/ 960009 w 2847179"/>
                  <a:gd name="connsiteY1" fmla="*/ 0 h 3006355"/>
                  <a:gd name="connsiteX2" fmla="*/ 2730676 w 2847179"/>
                  <a:gd name="connsiteY2" fmla="*/ 2725580 h 3006355"/>
                  <a:gd name="connsiteX3" fmla="*/ 821534 w 2847179"/>
                  <a:gd name="connsiteY3" fmla="*/ 2054225 h 3006355"/>
                  <a:gd name="connsiteX4" fmla="*/ 468326 w 2847179"/>
                  <a:gd name="connsiteY4" fmla="*/ 1840516 h 3006355"/>
                  <a:gd name="connsiteX5" fmla="*/ 263248 w 2847179"/>
                  <a:gd name="connsiteY5" fmla="*/ 1852890 h 3006355"/>
                  <a:gd name="connsiteX6" fmla="*/ 338938 w 2847179"/>
                  <a:gd name="connsiteY6" fmla="*/ 1657430 h 3006355"/>
                  <a:gd name="connsiteX7" fmla="*/ 470230 w 2847179"/>
                  <a:gd name="connsiteY7" fmla="*/ 1499977 h 3006355"/>
                  <a:gd name="connsiteX8" fmla="*/ 227438 w 2847179"/>
                  <a:gd name="connsiteY8" fmla="*/ 1574682 h 3006355"/>
                  <a:gd name="connsiteX9" fmla="*/ 313074 w 2847179"/>
                  <a:gd name="connsiteY9" fmla="*/ 1375415 h 3006355"/>
                  <a:gd name="connsiteX10" fmla="*/ 25216 w 2847179"/>
                  <a:gd name="connsiteY10" fmla="*/ 1421761 h 3006355"/>
                  <a:gd name="connsiteX11" fmla="*/ 70774 w 2847179"/>
                  <a:gd name="connsiteY11" fmla="*/ 1230994 h 3006355"/>
                  <a:gd name="connsiteX12" fmla="*/ 39279 w 2847179"/>
                  <a:gd name="connsiteY12" fmla="*/ 1043770 h 3006355"/>
                  <a:gd name="connsiteX13" fmla="*/ 58790 w 2847179"/>
                  <a:gd name="connsiteY13" fmla="*/ 577797 h 3006355"/>
                  <a:gd name="connsiteX14" fmla="*/ 611666 w 2847179"/>
                  <a:gd name="connsiteY14" fmla="*/ 0 h 3006355"/>
                  <a:gd name="connsiteX0" fmla="*/ 611666 w 2847179"/>
                  <a:gd name="connsiteY0" fmla="*/ 0 h 3006355"/>
                  <a:gd name="connsiteX1" fmla="*/ 960009 w 2847179"/>
                  <a:gd name="connsiteY1" fmla="*/ 0 h 3006355"/>
                  <a:gd name="connsiteX2" fmla="*/ 2730676 w 2847179"/>
                  <a:gd name="connsiteY2" fmla="*/ 2725580 h 3006355"/>
                  <a:gd name="connsiteX3" fmla="*/ 821534 w 2847179"/>
                  <a:gd name="connsiteY3" fmla="*/ 2054225 h 3006355"/>
                  <a:gd name="connsiteX4" fmla="*/ 468326 w 2847179"/>
                  <a:gd name="connsiteY4" fmla="*/ 1840516 h 3006355"/>
                  <a:gd name="connsiteX5" fmla="*/ 263248 w 2847179"/>
                  <a:gd name="connsiteY5" fmla="*/ 1852890 h 3006355"/>
                  <a:gd name="connsiteX6" fmla="*/ 338938 w 2847179"/>
                  <a:gd name="connsiteY6" fmla="*/ 1657430 h 3006355"/>
                  <a:gd name="connsiteX7" fmla="*/ 470230 w 2847179"/>
                  <a:gd name="connsiteY7" fmla="*/ 1499977 h 3006355"/>
                  <a:gd name="connsiteX8" fmla="*/ 227438 w 2847179"/>
                  <a:gd name="connsiteY8" fmla="*/ 1574682 h 3006355"/>
                  <a:gd name="connsiteX9" fmla="*/ 313074 w 2847179"/>
                  <a:gd name="connsiteY9" fmla="*/ 1375415 h 3006355"/>
                  <a:gd name="connsiteX10" fmla="*/ 25216 w 2847179"/>
                  <a:gd name="connsiteY10" fmla="*/ 1421761 h 3006355"/>
                  <a:gd name="connsiteX11" fmla="*/ 70774 w 2847179"/>
                  <a:gd name="connsiteY11" fmla="*/ 1230994 h 3006355"/>
                  <a:gd name="connsiteX12" fmla="*/ 39279 w 2847179"/>
                  <a:gd name="connsiteY12" fmla="*/ 1043770 h 3006355"/>
                  <a:gd name="connsiteX13" fmla="*/ 58790 w 2847179"/>
                  <a:gd name="connsiteY13" fmla="*/ 577797 h 3006355"/>
                  <a:gd name="connsiteX14" fmla="*/ 611666 w 2847179"/>
                  <a:gd name="connsiteY14" fmla="*/ 0 h 3006355"/>
                  <a:gd name="connsiteX0" fmla="*/ 611666 w 2847179"/>
                  <a:gd name="connsiteY0" fmla="*/ 0 h 3006355"/>
                  <a:gd name="connsiteX1" fmla="*/ 960009 w 2847179"/>
                  <a:gd name="connsiteY1" fmla="*/ 0 h 3006355"/>
                  <a:gd name="connsiteX2" fmla="*/ 2730676 w 2847179"/>
                  <a:gd name="connsiteY2" fmla="*/ 2725580 h 3006355"/>
                  <a:gd name="connsiteX3" fmla="*/ 821534 w 2847179"/>
                  <a:gd name="connsiteY3" fmla="*/ 2054225 h 3006355"/>
                  <a:gd name="connsiteX4" fmla="*/ 468326 w 2847179"/>
                  <a:gd name="connsiteY4" fmla="*/ 1840516 h 3006355"/>
                  <a:gd name="connsiteX5" fmla="*/ 263248 w 2847179"/>
                  <a:gd name="connsiteY5" fmla="*/ 1852890 h 3006355"/>
                  <a:gd name="connsiteX6" fmla="*/ 338938 w 2847179"/>
                  <a:gd name="connsiteY6" fmla="*/ 1657430 h 3006355"/>
                  <a:gd name="connsiteX7" fmla="*/ 470230 w 2847179"/>
                  <a:gd name="connsiteY7" fmla="*/ 1499977 h 3006355"/>
                  <a:gd name="connsiteX8" fmla="*/ 227438 w 2847179"/>
                  <a:gd name="connsiteY8" fmla="*/ 1574682 h 3006355"/>
                  <a:gd name="connsiteX9" fmla="*/ 313074 w 2847179"/>
                  <a:gd name="connsiteY9" fmla="*/ 1375415 h 3006355"/>
                  <a:gd name="connsiteX10" fmla="*/ 25216 w 2847179"/>
                  <a:gd name="connsiteY10" fmla="*/ 1421761 h 3006355"/>
                  <a:gd name="connsiteX11" fmla="*/ 70774 w 2847179"/>
                  <a:gd name="connsiteY11" fmla="*/ 1230994 h 3006355"/>
                  <a:gd name="connsiteX12" fmla="*/ 39279 w 2847179"/>
                  <a:gd name="connsiteY12" fmla="*/ 1043770 h 3006355"/>
                  <a:gd name="connsiteX13" fmla="*/ 58790 w 2847179"/>
                  <a:gd name="connsiteY13" fmla="*/ 577797 h 3006355"/>
                  <a:gd name="connsiteX14" fmla="*/ 611666 w 2847179"/>
                  <a:gd name="connsiteY14" fmla="*/ 0 h 3006355"/>
                  <a:gd name="connsiteX0" fmla="*/ 611666 w 2847179"/>
                  <a:gd name="connsiteY0" fmla="*/ 0 h 3006355"/>
                  <a:gd name="connsiteX1" fmla="*/ 960009 w 2847179"/>
                  <a:gd name="connsiteY1" fmla="*/ 0 h 3006355"/>
                  <a:gd name="connsiteX2" fmla="*/ 2730676 w 2847179"/>
                  <a:gd name="connsiteY2" fmla="*/ 2725580 h 3006355"/>
                  <a:gd name="connsiteX3" fmla="*/ 821534 w 2847179"/>
                  <a:gd name="connsiteY3" fmla="*/ 2054225 h 3006355"/>
                  <a:gd name="connsiteX4" fmla="*/ 468326 w 2847179"/>
                  <a:gd name="connsiteY4" fmla="*/ 1840516 h 3006355"/>
                  <a:gd name="connsiteX5" fmla="*/ 263248 w 2847179"/>
                  <a:gd name="connsiteY5" fmla="*/ 1852890 h 3006355"/>
                  <a:gd name="connsiteX6" fmla="*/ 338938 w 2847179"/>
                  <a:gd name="connsiteY6" fmla="*/ 1657430 h 3006355"/>
                  <a:gd name="connsiteX7" fmla="*/ 470230 w 2847179"/>
                  <a:gd name="connsiteY7" fmla="*/ 1499977 h 3006355"/>
                  <a:gd name="connsiteX8" fmla="*/ 227438 w 2847179"/>
                  <a:gd name="connsiteY8" fmla="*/ 1574682 h 3006355"/>
                  <a:gd name="connsiteX9" fmla="*/ 313074 w 2847179"/>
                  <a:gd name="connsiteY9" fmla="*/ 1375415 h 3006355"/>
                  <a:gd name="connsiteX10" fmla="*/ 25216 w 2847179"/>
                  <a:gd name="connsiteY10" fmla="*/ 1421761 h 3006355"/>
                  <a:gd name="connsiteX11" fmla="*/ 70774 w 2847179"/>
                  <a:gd name="connsiteY11" fmla="*/ 1230994 h 3006355"/>
                  <a:gd name="connsiteX12" fmla="*/ 39279 w 2847179"/>
                  <a:gd name="connsiteY12" fmla="*/ 1043770 h 3006355"/>
                  <a:gd name="connsiteX13" fmla="*/ 58790 w 2847179"/>
                  <a:gd name="connsiteY13" fmla="*/ 577797 h 3006355"/>
                  <a:gd name="connsiteX14" fmla="*/ 611666 w 2847179"/>
                  <a:gd name="connsiteY14" fmla="*/ 0 h 3006355"/>
                  <a:gd name="connsiteX0" fmla="*/ 611666 w 2847179"/>
                  <a:gd name="connsiteY0" fmla="*/ 0 h 3006355"/>
                  <a:gd name="connsiteX1" fmla="*/ 960009 w 2847179"/>
                  <a:gd name="connsiteY1" fmla="*/ 0 h 3006355"/>
                  <a:gd name="connsiteX2" fmla="*/ 2730676 w 2847179"/>
                  <a:gd name="connsiteY2" fmla="*/ 2725580 h 3006355"/>
                  <a:gd name="connsiteX3" fmla="*/ 821534 w 2847179"/>
                  <a:gd name="connsiteY3" fmla="*/ 2054225 h 3006355"/>
                  <a:gd name="connsiteX4" fmla="*/ 468326 w 2847179"/>
                  <a:gd name="connsiteY4" fmla="*/ 1840516 h 3006355"/>
                  <a:gd name="connsiteX5" fmla="*/ 263248 w 2847179"/>
                  <a:gd name="connsiteY5" fmla="*/ 1852890 h 3006355"/>
                  <a:gd name="connsiteX6" fmla="*/ 338938 w 2847179"/>
                  <a:gd name="connsiteY6" fmla="*/ 1657430 h 3006355"/>
                  <a:gd name="connsiteX7" fmla="*/ 470230 w 2847179"/>
                  <a:gd name="connsiteY7" fmla="*/ 1499977 h 3006355"/>
                  <a:gd name="connsiteX8" fmla="*/ 227438 w 2847179"/>
                  <a:gd name="connsiteY8" fmla="*/ 1574682 h 3006355"/>
                  <a:gd name="connsiteX9" fmla="*/ 313074 w 2847179"/>
                  <a:gd name="connsiteY9" fmla="*/ 1375415 h 3006355"/>
                  <a:gd name="connsiteX10" fmla="*/ 25216 w 2847179"/>
                  <a:gd name="connsiteY10" fmla="*/ 1421761 h 3006355"/>
                  <a:gd name="connsiteX11" fmla="*/ 70774 w 2847179"/>
                  <a:gd name="connsiteY11" fmla="*/ 1230994 h 3006355"/>
                  <a:gd name="connsiteX12" fmla="*/ 39279 w 2847179"/>
                  <a:gd name="connsiteY12" fmla="*/ 1043770 h 3006355"/>
                  <a:gd name="connsiteX13" fmla="*/ 58790 w 2847179"/>
                  <a:gd name="connsiteY13" fmla="*/ 577797 h 3006355"/>
                  <a:gd name="connsiteX14" fmla="*/ 611666 w 2847179"/>
                  <a:gd name="connsiteY14" fmla="*/ 0 h 3006355"/>
                  <a:gd name="connsiteX0" fmla="*/ 611666 w 2847179"/>
                  <a:gd name="connsiteY0" fmla="*/ 0 h 3006355"/>
                  <a:gd name="connsiteX1" fmla="*/ 960009 w 2847179"/>
                  <a:gd name="connsiteY1" fmla="*/ 0 h 3006355"/>
                  <a:gd name="connsiteX2" fmla="*/ 2730676 w 2847179"/>
                  <a:gd name="connsiteY2" fmla="*/ 2725580 h 3006355"/>
                  <a:gd name="connsiteX3" fmla="*/ 821534 w 2847179"/>
                  <a:gd name="connsiteY3" fmla="*/ 2054225 h 3006355"/>
                  <a:gd name="connsiteX4" fmla="*/ 468326 w 2847179"/>
                  <a:gd name="connsiteY4" fmla="*/ 1840516 h 3006355"/>
                  <a:gd name="connsiteX5" fmla="*/ 263248 w 2847179"/>
                  <a:gd name="connsiteY5" fmla="*/ 1852890 h 3006355"/>
                  <a:gd name="connsiteX6" fmla="*/ 338938 w 2847179"/>
                  <a:gd name="connsiteY6" fmla="*/ 1657430 h 3006355"/>
                  <a:gd name="connsiteX7" fmla="*/ 470230 w 2847179"/>
                  <a:gd name="connsiteY7" fmla="*/ 1499977 h 3006355"/>
                  <a:gd name="connsiteX8" fmla="*/ 227438 w 2847179"/>
                  <a:gd name="connsiteY8" fmla="*/ 1574682 h 3006355"/>
                  <a:gd name="connsiteX9" fmla="*/ 313074 w 2847179"/>
                  <a:gd name="connsiteY9" fmla="*/ 1375415 h 3006355"/>
                  <a:gd name="connsiteX10" fmla="*/ 25216 w 2847179"/>
                  <a:gd name="connsiteY10" fmla="*/ 1421761 h 3006355"/>
                  <a:gd name="connsiteX11" fmla="*/ 70774 w 2847179"/>
                  <a:gd name="connsiteY11" fmla="*/ 1230994 h 3006355"/>
                  <a:gd name="connsiteX12" fmla="*/ 39279 w 2847179"/>
                  <a:gd name="connsiteY12" fmla="*/ 1043770 h 3006355"/>
                  <a:gd name="connsiteX13" fmla="*/ 58790 w 2847179"/>
                  <a:gd name="connsiteY13" fmla="*/ 577797 h 3006355"/>
                  <a:gd name="connsiteX14" fmla="*/ 611666 w 2847179"/>
                  <a:gd name="connsiteY14" fmla="*/ 0 h 3006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47179" h="3006355">
                    <a:moveTo>
                      <a:pt x="611666" y="0"/>
                    </a:moveTo>
                    <a:lnTo>
                      <a:pt x="960009" y="0"/>
                    </a:lnTo>
                    <a:cubicBezTo>
                      <a:pt x="623037" y="1082783"/>
                      <a:pt x="3445569" y="1359105"/>
                      <a:pt x="2730676" y="2725580"/>
                    </a:cubicBezTo>
                    <a:cubicBezTo>
                      <a:pt x="2284688" y="3262925"/>
                      <a:pt x="1136918" y="3023558"/>
                      <a:pt x="821534" y="2054225"/>
                    </a:cubicBezTo>
                    <a:cubicBezTo>
                      <a:pt x="567924" y="1877699"/>
                      <a:pt x="688086" y="1842666"/>
                      <a:pt x="468326" y="1840516"/>
                    </a:cubicBezTo>
                    <a:cubicBezTo>
                      <a:pt x="365284" y="1809646"/>
                      <a:pt x="283844" y="1899739"/>
                      <a:pt x="263248" y="1852890"/>
                    </a:cubicBezTo>
                    <a:cubicBezTo>
                      <a:pt x="242652" y="1806041"/>
                      <a:pt x="335492" y="1694099"/>
                      <a:pt x="338938" y="1657430"/>
                    </a:cubicBezTo>
                    <a:cubicBezTo>
                      <a:pt x="342384" y="1620761"/>
                      <a:pt x="536592" y="1501558"/>
                      <a:pt x="470230" y="1499977"/>
                    </a:cubicBezTo>
                    <a:cubicBezTo>
                      <a:pt x="403868" y="1498396"/>
                      <a:pt x="233259" y="1617685"/>
                      <a:pt x="227438" y="1574682"/>
                    </a:cubicBezTo>
                    <a:cubicBezTo>
                      <a:pt x="221617" y="1531679"/>
                      <a:pt x="392801" y="1387083"/>
                      <a:pt x="313074" y="1375415"/>
                    </a:cubicBezTo>
                    <a:cubicBezTo>
                      <a:pt x="233347" y="1363747"/>
                      <a:pt x="43083" y="1470415"/>
                      <a:pt x="25216" y="1421761"/>
                    </a:cubicBezTo>
                    <a:cubicBezTo>
                      <a:pt x="-50577" y="1341362"/>
                      <a:pt x="68430" y="1293992"/>
                      <a:pt x="70774" y="1230994"/>
                    </a:cubicBezTo>
                    <a:cubicBezTo>
                      <a:pt x="263228" y="1045041"/>
                      <a:pt x="141587" y="1070141"/>
                      <a:pt x="39279" y="1043770"/>
                    </a:cubicBezTo>
                    <a:cubicBezTo>
                      <a:pt x="237404" y="876663"/>
                      <a:pt x="52286" y="733121"/>
                      <a:pt x="58790" y="577797"/>
                    </a:cubicBezTo>
                    <a:lnTo>
                      <a:pt x="611666" y="0"/>
                    </a:lnTo>
                    <a:close/>
                  </a:path>
                </a:pathLst>
              </a:custGeom>
              <a:solidFill>
                <a:srgbClr val="8F6E57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252">
                <a:extLst>
                  <a:ext uri="{FF2B5EF4-FFF2-40B4-BE49-F238E27FC236}">
                    <a16:creationId xmlns:a16="http://schemas.microsoft.com/office/drawing/2014/main" id="{98BA06CD-08E2-4CC7-352B-F69E0464EC56}"/>
                  </a:ext>
                </a:extLst>
              </p:cNvPr>
              <p:cNvSpPr/>
              <p:nvPr/>
            </p:nvSpPr>
            <p:spPr>
              <a:xfrm rot="1263240">
                <a:off x="5781296" y="1955380"/>
                <a:ext cx="1792057" cy="2117296"/>
              </a:xfrm>
              <a:custGeom>
                <a:avLst/>
                <a:gdLst>
                  <a:gd name="connsiteX0" fmla="*/ 0 w 1090827"/>
                  <a:gd name="connsiteY0" fmla="*/ 628137 h 1256273"/>
                  <a:gd name="connsiteX1" fmla="*/ 545414 w 1090827"/>
                  <a:gd name="connsiteY1" fmla="*/ 0 h 1256273"/>
                  <a:gd name="connsiteX2" fmla="*/ 1090828 w 1090827"/>
                  <a:gd name="connsiteY2" fmla="*/ 628137 h 1256273"/>
                  <a:gd name="connsiteX3" fmla="*/ 545414 w 1090827"/>
                  <a:gd name="connsiteY3" fmla="*/ 1256274 h 1256273"/>
                  <a:gd name="connsiteX4" fmla="*/ 0 w 1090827"/>
                  <a:gd name="connsiteY4" fmla="*/ 628137 h 1256273"/>
                  <a:gd name="connsiteX0" fmla="*/ 0 w 1110068"/>
                  <a:gd name="connsiteY0" fmla="*/ 628137 h 1265137"/>
                  <a:gd name="connsiteX1" fmla="*/ 545414 w 1110068"/>
                  <a:gd name="connsiteY1" fmla="*/ 0 h 1265137"/>
                  <a:gd name="connsiteX2" fmla="*/ 1090828 w 1110068"/>
                  <a:gd name="connsiteY2" fmla="*/ 628137 h 1265137"/>
                  <a:gd name="connsiteX3" fmla="*/ 900526 w 1110068"/>
                  <a:gd name="connsiteY3" fmla="*/ 972658 h 1265137"/>
                  <a:gd name="connsiteX4" fmla="*/ 545414 w 1110068"/>
                  <a:gd name="connsiteY4" fmla="*/ 1256274 h 1265137"/>
                  <a:gd name="connsiteX5" fmla="*/ 0 w 1110068"/>
                  <a:gd name="connsiteY5" fmla="*/ 628137 h 1265137"/>
                  <a:gd name="connsiteX0" fmla="*/ 0 w 1110068"/>
                  <a:gd name="connsiteY0" fmla="*/ 628137 h 1265137"/>
                  <a:gd name="connsiteX1" fmla="*/ 545414 w 1110068"/>
                  <a:gd name="connsiteY1" fmla="*/ 0 h 1265137"/>
                  <a:gd name="connsiteX2" fmla="*/ 1090828 w 1110068"/>
                  <a:gd name="connsiteY2" fmla="*/ 628137 h 1265137"/>
                  <a:gd name="connsiteX3" fmla="*/ 900526 w 1110068"/>
                  <a:gd name="connsiteY3" fmla="*/ 972658 h 1265137"/>
                  <a:gd name="connsiteX4" fmla="*/ 545414 w 1110068"/>
                  <a:gd name="connsiteY4" fmla="*/ 1256274 h 1265137"/>
                  <a:gd name="connsiteX5" fmla="*/ 0 w 1110068"/>
                  <a:gd name="connsiteY5" fmla="*/ 628137 h 1265137"/>
                  <a:gd name="connsiteX0" fmla="*/ 7632 w 1117700"/>
                  <a:gd name="connsiteY0" fmla="*/ 628137 h 1257153"/>
                  <a:gd name="connsiteX1" fmla="*/ 553046 w 1117700"/>
                  <a:gd name="connsiteY1" fmla="*/ 0 h 1257153"/>
                  <a:gd name="connsiteX2" fmla="*/ 1098460 w 1117700"/>
                  <a:gd name="connsiteY2" fmla="*/ 628137 h 1257153"/>
                  <a:gd name="connsiteX3" fmla="*/ 908158 w 1117700"/>
                  <a:gd name="connsiteY3" fmla="*/ 972658 h 1257153"/>
                  <a:gd name="connsiteX4" fmla="*/ 553046 w 1117700"/>
                  <a:gd name="connsiteY4" fmla="*/ 1256274 h 1257153"/>
                  <a:gd name="connsiteX5" fmla="*/ 254770 w 1117700"/>
                  <a:gd name="connsiteY5" fmla="*/ 1046089 h 1257153"/>
                  <a:gd name="connsiteX6" fmla="*/ 7632 w 1117700"/>
                  <a:gd name="connsiteY6" fmla="*/ 628137 h 1257153"/>
                  <a:gd name="connsiteX0" fmla="*/ 2611 w 1112679"/>
                  <a:gd name="connsiteY0" fmla="*/ 628137 h 1257153"/>
                  <a:gd name="connsiteX1" fmla="*/ 548025 w 1112679"/>
                  <a:gd name="connsiteY1" fmla="*/ 0 h 1257153"/>
                  <a:gd name="connsiteX2" fmla="*/ 1093439 w 1112679"/>
                  <a:gd name="connsiteY2" fmla="*/ 628137 h 1257153"/>
                  <a:gd name="connsiteX3" fmla="*/ 903137 w 1112679"/>
                  <a:gd name="connsiteY3" fmla="*/ 972658 h 1257153"/>
                  <a:gd name="connsiteX4" fmla="*/ 548025 w 1112679"/>
                  <a:gd name="connsiteY4" fmla="*/ 1256274 h 1257153"/>
                  <a:gd name="connsiteX5" fmla="*/ 249749 w 1112679"/>
                  <a:gd name="connsiteY5" fmla="*/ 1046089 h 1257153"/>
                  <a:gd name="connsiteX6" fmla="*/ 2611 w 1112679"/>
                  <a:gd name="connsiteY6" fmla="*/ 628137 h 1257153"/>
                  <a:gd name="connsiteX0" fmla="*/ 2611 w 1093957"/>
                  <a:gd name="connsiteY0" fmla="*/ 628137 h 1257153"/>
                  <a:gd name="connsiteX1" fmla="*/ 548025 w 1093957"/>
                  <a:gd name="connsiteY1" fmla="*/ 0 h 1257153"/>
                  <a:gd name="connsiteX2" fmla="*/ 1093439 w 1093957"/>
                  <a:gd name="connsiteY2" fmla="*/ 628137 h 1257153"/>
                  <a:gd name="connsiteX3" fmla="*/ 903137 w 1093957"/>
                  <a:gd name="connsiteY3" fmla="*/ 972658 h 1257153"/>
                  <a:gd name="connsiteX4" fmla="*/ 548025 w 1093957"/>
                  <a:gd name="connsiteY4" fmla="*/ 1256274 h 1257153"/>
                  <a:gd name="connsiteX5" fmla="*/ 249749 w 1093957"/>
                  <a:gd name="connsiteY5" fmla="*/ 1046089 h 1257153"/>
                  <a:gd name="connsiteX6" fmla="*/ 2611 w 1093957"/>
                  <a:gd name="connsiteY6" fmla="*/ 628137 h 1257153"/>
                  <a:gd name="connsiteX0" fmla="*/ 2611 w 1094286"/>
                  <a:gd name="connsiteY0" fmla="*/ 628137 h 1257153"/>
                  <a:gd name="connsiteX1" fmla="*/ 548025 w 1094286"/>
                  <a:gd name="connsiteY1" fmla="*/ 0 h 1257153"/>
                  <a:gd name="connsiteX2" fmla="*/ 1093439 w 1094286"/>
                  <a:gd name="connsiteY2" fmla="*/ 628137 h 1257153"/>
                  <a:gd name="connsiteX3" fmla="*/ 903137 w 1094286"/>
                  <a:gd name="connsiteY3" fmla="*/ 972658 h 1257153"/>
                  <a:gd name="connsiteX4" fmla="*/ 548025 w 1094286"/>
                  <a:gd name="connsiteY4" fmla="*/ 1256274 h 1257153"/>
                  <a:gd name="connsiteX5" fmla="*/ 249749 w 1094286"/>
                  <a:gd name="connsiteY5" fmla="*/ 1046089 h 1257153"/>
                  <a:gd name="connsiteX6" fmla="*/ 2611 w 1094286"/>
                  <a:gd name="connsiteY6" fmla="*/ 628137 h 1257153"/>
                  <a:gd name="connsiteX0" fmla="*/ 2005 w 1064414"/>
                  <a:gd name="connsiteY0" fmla="*/ 635265 h 1257156"/>
                  <a:gd name="connsiteX1" fmla="*/ 518153 w 1064414"/>
                  <a:gd name="connsiteY1" fmla="*/ 3 h 1257156"/>
                  <a:gd name="connsiteX2" fmla="*/ 1063567 w 1064414"/>
                  <a:gd name="connsiteY2" fmla="*/ 628140 h 1257156"/>
                  <a:gd name="connsiteX3" fmla="*/ 873265 w 1064414"/>
                  <a:gd name="connsiteY3" fmla="*/ 972661 h 1257156"/>
                  <a:gd name="connsiteX4" fmla="*/ 518153 w 1064414"/>
                  <a:gd name="connsiteY4" fmla="*/ 1256277 h 1257156"/>
                  <a:gd name="connsiteX5" fmla="*/ 219877 w 1064414"/>
                  <a:gd name="connsiteY5" fmla="*/ 1046092 h 1257156"/>
                  <a:gd name="connsiteX6" fmla="*/ 2005 w 1064414"/>
                  <a:gd name="connsiteY6" fmla="*/ 635265 h 1257156"/>
                  <a:gd name="connsiteX0" fmla="*/ 3166 w 1065575"/>
                  <a:gd name="connsiteY0" fmla="*/ 637233 h 1259124"/>
                  <a:gd name="connsiteX1" fmla="*/ 519314 w 1065575"/>
                  <a:gd name="connsiteY1" fmla="*/ 1971 h 1259124"/>
                  <a:gd name="connsiteX2" fmla="*/ 1064728 w 1065575"/>
                  <a:gd name="connsiteY2" fmla="*/ 630108 h 1259124"/>
                  <a:gd name="connsiteX3" fmla="*/ 874426 w 1065575"/>
                  <a:gd name="connsiteY3" fmla="*/ 974629 h 1259124"/>
                  <a:gd name="connsiteX4" fmla="*/ 519314 w 1065575"/>
                  <a:gd name="connsiteY4" fmla="*/ 1258245 h 1259124"/>
                  <a:gd name="connsiteX5" fmla="*/ 221038 w 1065575"/>
                  <a:gd name="connsiteY5" fmla="*/ 1048060 h 1259124"/>
                  <a:gd name="connsiteX6" fmla="*/ 3166 w 1065575"/>
                  <a:gd name="connsiteY6" fmla="*/ 637233 h 1259124"/>
                  <a:gd name="connsiteX0" fmla="*/ 5870 w 1068279"/>
                  <a:gd name="connsiteY0" fmla="*/ 637233 h 1259037"/>
                  <a:gd name="connsiteX1" fmla="*/ 522018 w 1068279"/>
                  <a:gd name="connsiteY1" fmla="*/ 1971 h 1259037"/>
                  <a:gd name="connsiteX2" fmla="*/ 1067432 w 1068279"/>
                  <a:gd name="connsiteY2" fmla="*/ 630108 h 1259037"/>
                  <a:gd name="connsiteX3" fmla="*/ 877130 w 1068279"/>
                  <a:gd name="connsiteY3" fmla="*/ 974629 h 1259037"/>
                  <a:gd name="connsiteX4" fmla="*/ 522018 w 1068279"/>
                  <a:gd name="connsiteY4" fmla="*/ 1258245 h 1259037"/>
                  <a:gd name="connsiteX5" fmla="*/ 261711 w 1068279"/>
                  <a:gd name="connsiteY5" fmla="*/ 1044903 h 1259037"/>
                  <a:gd name="connsiteX6" fmla="*/ 5870 w 1068279"/>
                  <a:gd name="connsiteY6" fmla="*/ 637233 h 1259037"/>
                  <a:gd name="connsiteX0" fmla="*/ 6776 w 1069185"/>
                  <a:gd name="connsiteY0" fmla="*/ 637233 h 1259037"/>
                  <a:gd name="connsiteX1" fmla="*/ 522924 w 1069185"/>
                  <a:gd name="connsiteY1" fmla="*/ 1971 h 1259037"/>
                  <a:gd name="connsiteX2" fmla="*/ 1068338 w 1069185"/>
                  <a:gd name="connsiteY2" fmla="*/ 630108 h 1259037"/>
                  <a:gd name="connsiteX3" fmla="*/ 878036 w 1069185"/>
                  <a:gd name="connsiteY3" fmla="*/ 974629 h 1259037"/>
                  <a:gd name="connsiteX4" fmla="*/ 522924 w 1069185"/>
                  <a:gd name="connsiteY4" fmla="*/ 1258245 h 1259037"/>
                  <a:gd name="connsiteX5" fmla="*/ 262617 w 1069185"/>
                  <a:gd name="connsiteY5" fmla="*/ 1044903 h 1259037"/>
                  <a:gd name="connsiteX6" fmla="*/ 6776 w 1069185"/>
                  <a:gd name="connsiteY6" fmla="*/ 637233 h 1259037"/>
                  <a:gd name="connsiteX0" fmla="*/ 6776 w 1069185"/>
                  <a:gd name="connsiteY0" fmla="*/ 637320 h 1259124"/>
                  <a:gd name="connsiteX1" fmla="*/ 522924 w 1069185"/>
                  <a:gd name="connsiteY1" fmla="*/ 2058 h 1259124"/>
                  <a:gd name="connsiteX2" fmla="*/ 1068338 w 1069185"/>
                  <a:gd name="connsiteY2" fmla="*/ 630195 h 1259124"/>
                  <a:gd name="connsiteX3" fmla="*/ 878036 w 1069185"/>
                  <a:gd name="connsiteY3" fmla="*/ 974716 h 1259124"/>
                  <a:gd name="connsiteX4" fmla="*/ 522924 w 1069185"/>
                  <a:gd name="connsiteY4" fmla="*/ 1258332 h 1259124"/>
                  <a:gd name="connsiteX5" fmla="*/ 262617 w 1069185"/>
                  <a:gd name="connsiteY5" fmla="*/ 1044990 h 1259124"/>
                  <a:gd name="connsiteX6" fmla="*/ 6776 w 1069185"/>
                  <a:gd name="connsiteY6" fmla="*/ 637320 h 1259124"/>
                  <a:gd name="connsiteX0" fmla="*/ 696 w 1063105"/>
                  <a:gd name="connsiteY0" fmla="*/ 637320 h 1259124"/>
                  <a:gd name="connsiteX1" fmla="*/ 516844 w 1063105"/>
                  <a:gd name="connsiteY1" fmla="*/ 2058 h 1259124"/>
                  <a:gd name="connsiteX2" fmla="*/ 1062258 w 1063105"/>
                  <a:gd name="connsiteY2" fmla="*/ 630195 h 1259124"/>
                  <a:gd name="connsiteX3" fmla="*/ 871956 w 1063105"/>
                  <a:gd name="connsiteY3" fmla="*/ 974716 h 1259124"/>
                  <a:gd name="connsiteX4" fmla="*/ 516844 w 1063105"/>
                  <a:gd name="connsiteY4" fmla="*/ 1258332 h 1259124"/>
                  <a:gd name="connsiteX5" fmla="*/ 256537 w 1063105"/>
                  <a:gd name="connsiteY5" fmla="*/ 1044990 h 1259124"/>
                  <a:gd name="connsiteX6" fmla="*/ 696 w 1063105"/>
                  <a:gd name="connsiteY6" fmla="*/ 637320 h 1259124"/>
                  <a:gd name="connsiteX0" fmla="*/ 696 w 1063105"/>
                  <a:gd name="connsiteY0" fmla="*/ 637320 h 1259124"/>
                  <a:gd name="connsiteX1" fmla="*/ 516844 w 1063105"/>
                  <a:gd name="connsiteY1" fmla="*/ 2058 h 1259124"/>
                  <a:gd name="connsiteX2" fmla="*/ 1062258 w 1063105"/>
                  <a:gd name="connsiteY2" fmla="*/ 630195 h 1259124"/>
                  <a:gd name="connsiteX3" fmla="*/ 871956 w 1063105"/>
                  <a:gd name="connsiteY3" fmla="*/ 974716 h 1259124"/>
                  <a:gd name="connsiteX4" fmla="*/ 516844 w 1063105"/>
                  <a:gd name="connsiteY4" fmla="*/ 1258332 h 1259124"/>
                  <a:gd name="connsiteX5" fmla="*/ 256537 w 1063105"/>
                  <a:gd name="connsiteY5" fmla="*/ 1044990 h 1259124"/>
                  <a:gd name="connsiteX6" fmla="*/ 696 w 1063105"/>
                  <a:gd name="connsiteY6" fmla="*/ 637320 h 1259124"/>
                  <a:gd name="connsiteX0" fmla="*/ 696 w 1063105"/>
                  <a:gd name="connsiteY0" fmla="*/ 637320 h 1259124"/>
                  <a:gd name="connsiteX1" fmla="*/ 516844 w 1063105"/>
                  <a:gd name="connsiteY1" fmla="*/ 2058 h 1259124"/>
                  <a:gd name="connsiteX2" fmla="*/ 1062258 w 1063105"/>
                  <a:gd name="connsiteY2" fmla="*/ 630195 h 1259124"/>
                  <a:gd name="connsiteX3" fmla="*/ 871956 w 1063105"/>
                  <a:gd name="connsiteY3" fmla="*/ 974716 h 1259124"/>
                  <a:gd name="connsiteX4" fmla="*/ 516844 w 1063105"/>
                  <a:gd name="connsiteY4" fmla="*/ 1258332 h 1259124"/>
                  <a:gd name="connsiteX5" fmla="*/ 256537 w 1063105"/>
                  <a:gd name="connsiteY5" fmla="*/ 1044990 h 1259124"/>
                  <a:gd name="connsiteX6" fmla="*/ 696 w 1063105"/>
                  <a:gd name="connsiteY6" fmla="*/ 637320 h 1259124"/>
                  <a:gd name="connsiteX0" fmla="*/ 3300 w 1065709"/>
                  <a:gd name="connsiteY0" fmla="*/ 637320 h 1259124"/>
                  <a:gd name="connsiteX1" fmla="*/ 519448 w 1065709"/>
                  <a:gd name="connsiteY1" fmla="*/ 2058 h 1259124"/>
                  <a:gd name="connsiteX2" fmla="*/ 1064862 w 1065709"/>
                  <a:gd name="connsiteY2" fmla="*/ 630195 h 1259124"/>
                  <a:gd name="connsiteX3" fmla="*/ 874560 w 1065709"/>
                  <a:gd name="connsiteY3" fmla="*/ 974716 h 1259124"/>
                  <a:gd name="connsiteX4" fmla="*/ 519448 w 1065709"/>
                  <a:gd name="connsiteY4" fmla="*/ 1258332 h 1259124"/>
                  <a:gd name="connsiteX5" fmla="*/ 259141 w 1065709"/>
                  <a:gd name="connsiteY5" fmla="*/ 1044990 h 1259124"/>
                  <a:gd name="connsiteX6" fmla="*/ 3300 w 1065709"/>
                  <a:gd name="connsiteY6" fmla="*/ 637320 h 12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65709" h="1259124">
                    <a:moveTo>
                      <a:pt x="3300" y="637320"/>
                    </a:moveTo>
                    <a:cubicBezTo>
                      <a:pt x="22509" y="383466"/>
                      <a:pt x="68034" y="35621"/>
                      <a:pt x="519448" y="2058"/>
                    </a:cubicBezTo>
                    <a:cubicBezTo>
                      <a:pt x="970862" y="-31505"/>
                      <a:pt x="1072540" y="352612"/>
                      <a:pt x="1064862" y="630195"/>
                    </a:cubicBezTo>
                    <a:cubicBezTo>
                      <a:pt x="1073801" y="877723"/>
                      <a:pt x="1012134" y="856588"/>
                      <a:pt x="874560" y="974716"/>
                    </a:cubicBezTo>
                    <a:cubicBezTo>
                      <a:pt x="783658" y="1079406"/>
                      <a:pt x="622018" y="1246620"/>
                      <a:pt x="519448" y="1258332"/>
                    </a:cubicBezTo>
                    <a:cubicBezTo>
                      <a:pt x="416878" y="1270044"/>
                      <a:pt x="350043" y="1149680"/>
                      <a:pt x="259141" y="1044990"/>
                    </a:cubicBezTo>
                    <a:cubicBezTo>
                      <a:pt x="46093" y="946471"/>
                      <a:pt x="-15909" y="891174"/>
                      <a:pt x="3300" y="6373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6D2C2"/>
                  </a:gs>
                  <a:gs pos="16000">
                    <a:srgbClr val="8F6E57"/>
                  </a:gs>
                </a:gsLst>
                <a:lin ang="6600000" scaled="0"/>
                <a:tileRect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58">
                <a:extLst>
                  <a:ext uri="{FF2B5EF4-FFF2-40B4-BE49-F238E27FC236}">
                    <a16:creationId xmlns:a16="http://schemas.microsoft.com/office/drawing/2014/main" id="{9821A350-5F80-7769-6BB7-1C4EC328D518}"/>
                  </a:ext>
                </a:extLst>
              </p:cNvPr>
              <p:cNvSpPr/>
              <p:nvPr/>
            </p:nvSpPr>
            <p:spPr>
              <a:xfrm>
                <a:off x="8361167" y="4333496"/>
                <a:ext cx="634604" cy="1947130"/>
              </a:xfrm>
              <a:custGeom>
                <a:avLst/>
                <a:gdLst>
                  <a:gd name="connsiteX0" fmla="*/ 0 w 266700"/>
                  <a:gd name="connsiteY0" fmla="*/ 0 h 1402808"/>
                  <a:gd name="connsiteX1" fmla="*/ 266700 w 266700"/>
                  <a:gd name="connsiteY1" fmla="*/ 0 h 1402808"/>
                  <a:gd name="connsiteX2" fmla="*/ 266700 w 266700"/>
                  <a:gd name="connsiteY2" fmla="*/ 1402808 h 1402808"/>
                  <a:gd name="connsiteX3" fmla="*/ 0 w 266700"/>
                  <a:gd name="connsiteY3" fmla="*/ 1402808 h 1402808"/>
                  <a:gd name="connsiteX4" fmla="*/ 0 w 266700"/>
                  <a:gd name="connsiteY4" fmla="*/ 0 h 1402808"/>
                  <a:gd name="connsiteX0" fmla="*/ 0 w 390525"/>
                  <a:gd name="connsiteY0" fmla="*/ 0 h 1402808"/>
                  <a:gd name="connsiteX1" fmla="*/ 390525 w 390525"/>
                  <a:gd name="connsiteY1" fmla="*/ 0 h 1402808"/>
                  <a:gd name="connsiteX2" fmla="*/ 266700 w 390525"/>
                  <a:gd name="connsiteY2" fmla="*/ 1402808 h 1402808"/>
                  <a:gd name="connsiteX3" fmla="*/ 0 w 390525"/>
                  <a:gd name="connsiteY3" fmla="*/ 1402808 h 1402808"/>
                  <a:gd name="connsiteX4" fmla="*/ 0 w 390525"/>
                  <a:gd name="connsiteY4" fmla="*/ 0 h 1402808"/>
                  <a:gd name="connsiteX0" fmla="*/ 66675 w 390525"/>
                  <a:gd name="connsiteY0" fmla="*/ 0 h 1412333"/>
                  <a:gd name="connsiteX1" fmla="*/ 390525 w 390525"/>
                  <a:gd name="connsiteY1" fmla="*/ 9525 h 1412333"/>
                  <a:gd name="connsiteX2" fmla="*/ 266700 w 390525"/>
                  <a:gd name="connsiteY2" fmla="*/ 1412333 h 1412333"/>
                  <a:gd name="connsiteX3" fmla="*/ 0 w 390525"/>
                  <a:gd name="connsiteY3" fmla="*/ 1412333 h 1412333"/>
                  <a:gd name="connsiteX4" fmla="*/ 66675 w 390525"/>
                  <a:gd name="connsiteY4" fmla="*/ 0 h 1412333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66675 w 457200"/>
                  <a:gd name="connsiteY3" fmla="*/ 1402808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1402808">
                    <a:moveTo>
                      <a:pt x="0" y="19050"/>
                    </a:moveTo>
                    <a:lnTo>
                      <a:pt x="457200" y="0"/>
                    </a:lnTo>
                    <a:lnTo>
                      <a:pt x="333375" y="1402808"/>
                    </a:lnTo>
                    <a:lnTo>
                      <a:pt x="171450" y="1393283"/>
                    </a:lnTo>
                    <a:lnTo>
                      <a:pt x="0" y="19050"/>
                    </a:lnTo>
                    <a:close/>
                  </a:path>
                </a:pathLst>
              </a:custGeom>
              <a:gradFill>
                <a:gsLst>
                  <a:gs pos="0">
                    <a:srgbClr val="E6D2C2"/>
                  </a:gs>
                  <a:gs pos="16000">
                    <a:srgbClr val="8F6E57"/>
                  </a:gs>
                </a:gsLst>
                <a:lin ang="1440000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 58">
                <a:extLst>
                  <a:ext uri="{FF2B5EF4-FFF2-40B4-BE49-F238E27FC236}">
                    <a16:creationId xmlns:a16="http://schemas.microsoft.com/office/drawing/2014/main" id="{2034C07F-48DD-521F-8927-B7A2531516C1}"/>
                  </a:ext>
                </a:extLst>
              </p:cNvPr>
              <p:cNvSpPr/>
              <p:nvPr/>
            </p:nvSpPr>
            <p:spPr>
              <a:xfrm rot="21407044">
                <a:off x="10350666" y="4349764"/>
                <a:ext cx="634604" cy="1947130"/>
              </a:xfrm>
              <a:custGeom>
                <a:avLst/>
                <a:gdLst>
                  <a:gd name="connsiteX0" fmla="*/ 0 w 266700"/>
                  <a:gd name="connsiteY0" fmla="*/ 0 h 1402808"/>
                  <a:gd name="connsiteX1" fmla="*/ 266700 w 266700"/>
                  <a:gd name="connsiteY1" fmla="*/ 0 h 1402808"/>
                  <a:gd name="connsiteX2" fmla="*/ 266700 w 266700"/>
                  <a:gd name="connsiteY2" fmla="*/ 1402808 h 1402808"/>
                  <a:gd name="connsiteX3" fmla="*/ 0 w 266700"/>
                  <a:gd name="connsiteY3" fmla="*/ 1402808 h 1402808"/>
                  <a:gd name="connsiteX4" fmla="*/ 0 w 266700"/>
                  <a:gd name="connsiteY4" fmla="*/ 0 h 1402808"/>
                  <a:gd name="connsiteX0" fmla="*/ 0 w 390525"/>
                  <a:gd name="connsiteY0" fmla="*/ 0 h 1402808"/>
                  <a:gd name="connsiteX1" fmla="*/ 390525 w 390525"/>
                  <a:gd name="connsiteY1" fmla="*/ 0 h 1402808"/>
                  <a:gd name="connsiteX2" fmla="*/ 266700 w 390525"/>
                  <a:gd name="connsiteY2" fmla="*/ 1402808 h 1402808"/>
                  <a:gd name="connsiteX3" fmla="*/ 0 w 390525"/>
                  <a:gd name="connsiteY3" fmla="*/ 1402808 h 1402808"/>
                  <a:gd name="connsiteX4" fmla="*/ 0 w 390525"/>
                  <a:gd name="connsiteY4" fmla="*/ 0 h 1402808"/>
                  <a:gd name="connsiteX0" fmla="*/ 66675 w 390525"/>
                  <a:gd name="connsiteY0" fmla="*/ 0 h 1412333"/>
                  <a:gd name="connsiteX1" fmla="*/ 390525 w 390525"/>
                  <a:gd name="connsiteY1" fmla="*/ 9525 h 1412333"/>
                  <a:gd name="connsiteX2" fmla="*/ 266700 w 390525"/>
                  <a:gd name="connsiteY2" fmla="*/ 1412333 h 1412333"/>
                  <a:gd name="connsiteX3" fmla="*/ 0 w 390525"/>
                  <a:gd name="connsiteY3" fmla="*/ 1412333 h 1412333"/>
                  <a:gd name="connsiteX4" fmla="*/ 66675 w 390525"/>
                  <a:gd name="connsiteY4" fmla="*/ 0 h 1412333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66675 w 457200"/>
                  <a:gd name="connsiteY3" fmla="*/ 1402808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  <a:gd name="connsiteX0" fmla="*/ 0 w 457200"/>
                  <a:gd name="connsiteY0" fmla="*/ 19050 h 1402808"/>
                  <a:gd name="connsiteX1" fmla="*/ 457200 w 457200"/>
                  <a:gd name="connsiteY1" fmla="*/ 0 h 1402808"/>
                  <a:gd name="connsiteX2" fmla="*/ 333375 w 457200"/>
                  <a:gd name="connsiteY2" fmla="*/ 1402808 h 1402808"/>
                  <a:gd name="connsiteX3" fmla="*/ 171450 w 457200"/>
                  <a:gd name="connsiteY3" fmla="*/ 1393283 h 1402808"/>
                  <a:gd name="connsiteX4" fmla="*/ 0 w 457200"/>
                  <a:gd name="connsiteY4" fmla="*/ 19050 h 1402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1402808">
                    <a:moveTo>
                      <a:pt x="0" y="19050"/>
                    </a:moveTo>
                    <a:lnTo>
                      <a:pt x="457200" y="0"/>
                    </a:lnTo>
                    <a:lnTo>
                      <a:pt x="333375" y="1402808"/>
                    </a:lnTo>
                    <a:lnTo>
                      <a:pt x="171450" y="1393283"/>
                    </a:lnTo>
                    <a:lnTo>
                      <a:pt x="0" y="19050"/>
                    </a:lnTo>
                    <a:close/>
                  </a:path>
                </a:pathLst>
              </a:custGeom>
              <a:gradFill>
                <a:gsLst>
                  <a:gs pos="0">
                    <a:srgbClr val="E6D2C2"/>
                  </a:gs>
                  <a:gs pos="16000">
                    <a:srgbClr val="8F6E57"/>
                  </a:gs>
                </a:gsLst>
                <a:lin ang="1440000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03E210B-D3DD-B9FD-66CA-AB5EF65794CB}"/>
                  </a:ext>
                </a:extLst>
              </p:cNvPr>
              <p:cNvSpPr/>
              <p:nvPr/>
            </p:nvSpPr>
            <p:spPr>
              <a:xfrm>
                <a:off x="10615836" y="6179238"/>
                <a:ext cx="249006" cy="111936"/>
              </a:xfrm>
              <a:custGeom>
                <a:avLst/>
                <a:gdLst>
                  <a:gd name="connsiteX0" fmla="*/ 0 w 179396"/>
                  <a:gd name="connsiteY0" fmla="*/ 0 h 80644"/>
                  <a:gd name="connsiteX1" fmla="*/ 179396 w 179396"/>
                  <a:gd name="connsiteY1" fmla="*/ 0 h 80644"/>
                  <a:gd name="connsiteX2" fmla="*/ 176822 w 179396"/>
                  <a:gd name="connsiteY2" fmla="*/ 80644 h 80644"/>
                  <a:gd name="connsiteX3" fmla="*/ 14618 w 179396"/>
                  <a:gd name="connsiteY3" fmla="*/ 80218 h 80644"/>
                  <a:gd name="connsiteX4" fmla="*/ 0 w 179396"/>
                  <a:gd name="connsiteY4" fmla="*/ 0 h 80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396" h="80644">
                    <a:moveTo>
                      <a:pt x="0" y="0"/>
                    </a:moveTo>
                    <a:lnTo>
                      <a:pt x="179396" y="0"/>
                    </a:lnTo>
                    <a:lnTo>
                      <a:pt x="176822" y="80644"/>
                    </a:lnTo>
                    <a:lnTo>
                      <a:pt x="14618" y="80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51D236B1-F15F-32D3-7A2E-DA28A45B4F53}"/>
                  </a:ext>
                </a:extLst>
              </p:cNvPr>
              <p:cNvSpPr/>
              <p:nvPr/>
            </p:nvSpPr>
            <p:spPr>
              <a:xfrm>
                <a:off x="10047920" y="5988356"/>
                <a:ext cx="249006" cy="111936"/>
              </a:xfrm>
              <a:custGeom>
                <a:avLst/>
                <a:gdLst>
                  <a:gd name="connsiteX0" fmla="*/ 0 w 179396"/>
                  <a:gd name="connsiteY0" fmla="*/ 0 h 80644"/>
                  <a:gd name="connsiteX1" fmla="*/ 179396 w 179396"/>
                  <a:gd name="connsiteY1" fmla="*/ 0 h 80644"/>
                  <a:gd name="connsiteX2" fmla="*/ 176822 w 179396"/>
                  <a:gd name="connsiteY2" fmla="*/ 80644 h 80644"/>
                  <a:gd name="connsiteX3" fmla="*/ 14618 w 179396"/>
                  <a:gd name="connsiteY3" fmla="*/ 80218 h 80644"/>
                  <a:gd name="connsiteX4" fmla="*/ 0 w 179396"/>
                  <a:gd name="connsiteY4" fmla="*/ 0 h 80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396" h="80644">
                    <a:moveTo>
                      <a:pt x="0" y="0"/>
                    </a:moveTo>
                    <a:lnTo>
                      <a:pt x="179396" y="0"/>
                    </a:lnTo>
                    <a:lnTo>
                      <a:pt x="176822" y="80644"/>
                    </a:lnTo>
                    <a:lnTo>
                      <a:pt x="14618" y="80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F01B262-CA37-95DD-C9B3-A658E918AA60}"/>
                  </a:ext>
                </a:extLst>
              </p:cNvPr>
              <p:cNvSpPr/>
              <p:nvPr/>
            </p:nvSpPr>
            <p:spPr>
              <a:xfrm>
                <a:off x="8582700" y="6162970"/>
                <a:ext cx="249006" cy="111936"/>
              </a:xfrm>
              <a:custGeom>
                <a:avLst/>
                <a:gdLst>
                  <a:gd name="connsiteX0" fmla="*/ 0 w 179396"/>
                  <a:gd name="connsiteY0" fmla="*/ 0 h 80644"/>
                  <a:gd name="connsiteX1" fmla="*/ 179396 w 179396"/>
                  <a:gd name="connsiteY1" fmla="*/ 0 h 80644"/>
                  <a:gd name="connsiteX2" fmla="*/ 176822 w 179396"/>
                  <a:gd name="connsiteY2" fmla="*/ 80644 h 80644"/>
                  <a:gd name="connsiteX3" fmla="*/ 14618 w 179396"/>
                  <a:gd name="connsiteY3" fmla="*/ 80218 h 80644"/>
                  <a:gd name="connsiteX4" fmla="*/ 0 w 179396"/>
                  <a:gd name="connsiteY4" fmla="*/ 0 h 80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396" h="80644">
                    <a:moveTo>
                      <a:pt x="0" y="0"/>
                    </a:moveTo>
                    <a:lnTo>
                      <a:pt x="179396" y="0"/>
                    </a:lnTo>
                    <a:lnTo>
                      <a:pt x="176822" y="80644"/>
                    </a:lnTo>
                    <a:lnTo>
                      <a:pt x="14618" y="80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DFF0062-3B45-9304-C082-A5A6F99AC702}"/>
                  </a:ext>
                </a:extLst>
              </p:cNvPr>
              <p:cNvSpPr/>
              <p:nvPr/>
            </p:nvSpPr>
            <p:spPr>
              <a:xfrm>
                <a:off x="7926587" y="5998999"/>
                <a:ext cx="249006" cy="111936"/>
              </a:xfrm>
              <a:custGeom>
                <a:avLst/>
                <a:gdLst>
                  <a:gd name="connsiteX0" fmla="*/ 0 w 179396"/>
                  <a:gd name="connsiteY0" fmla="*/ 0 h 80644"/>
                  <a:gd name="connsiteX1" fmla="*/ 179396 w 179396"/>
                  <a:gd name="connsiteY1" fmla="*/ 0 h 80644"/>
                  <a:gd name="connsiteX2" fmla="*/ 176822 w 179396"/>
                  <a:gd name="connsiteY2" fmla="*/ 80644 h 80644"/>
                  <a:gd name="connsiteX3" fmla="*/ 14618 w 179396"/>
                  <a:gd name="connsiteY3" fmla="*/ 80218 h 80644"/>
                  <a:gd name="connsiteX4" fmla="*/ 0 w 179396"/>
                  <a:gd name="connsiteY4" fmla="*/ 0 h 80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396" h="80644">
                    <a:moveTo>
                      <a:pt x="0" y="0"/>
                    </a:moveTo>
                    <a:lnTo>
                      <a:pt x="179396" y="0"/>
                    </a:lnTo>
                    <a:lnTo>
                      <a:pt x="176822" y="80644"/>
                    </a:lnTo>
                    <a:lnTo>
                      <a:pt x="14618" y="80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76">
                <a:extLst>
                  <a:ext uri="{FF2B5EF4-FFF2-40B4-BE49-F238E27FC236}">
                    <a16:creationId xmlns:a16="http://schemas.microsoft.com/office/drawing/2014/main" id="{A2E60CC5-D18F-149C-0C38-7A0D351AC886}"/>
                  </a:ext>
                </a:extLst>
              </p:cNvPr>
              <p:cNvSpPr/>
              <p:nvPr/>
            </p:nvSpPr>
            <p:spPr>
              <a:xfrm rot="1834178">
                <a:off x="6264296" y="3527333"/>
                <a:ext cx="318799" cy="213174"/>
              </a:xfrm>
              <a:custGeom>
                <a:avLst/>
                <a:gdLst>
                  <a:gd name="connsiteX0" fmla="*/ 0 w 229677"/>
                  <a:gd name="connsiteY0" fmla="*/ 136517 h 273033"/>
                  <a:gd name="connsiteX1" fmla="*/ 114839 w 229677"/>
                  <a:gd name="connsiteY1" fmla="*/ 0 h 273033"/>
                  <a:gd name="connsiteX2" fmla="*/ 229678 w 229677"/>
                  <a:gd name="connsiteY2" fmla="*/ 136517 h 273033"/>
                  <a:gd name="connsiteX3" fmla="*/ 114839 w 229677"/>
                  <a:gd name="connsiteY3" fmla="*/ 273034 h 273033"/>
                  <a:gd name="connsiteX4" fmla="*/ 0 w 229677"/>
                  <a:gd name="connsiteY4" fmla="*/ 136517 h 273033"/>
                  <a:gd name="connsiteX0" fmla="*/ 0 w 229678"/>
                  <a:gd name="connsiteY0" fmla="*/ 136517 h 153581"/>
                  <a:gd name="connsiteX1" fmla="*/ 114839 w 229678"/>
                  <a:gd name="connsiteY1" fmla="*/ 0 h 153581"/>
                  <a:gd name="connsiteX2" fmla="*/ 229678 w 229678"/>
                  <a:gd name="connsiteY2" fmla="*/ 136517 h 153581"/>
                  <a:gd name="connsiteX3" fmla="*/ 0 w 229678"/>
                  <a:gd name="connsiteY3" fmla="*/ 136517 h 153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9678" h="153581">
                    <a:moveTo>
                      <a:pt x="0" y="136517"/>
                    </a:moveTo>
                    <a:cubicBezTo>
                      <a:pt x="0" y="61121"/>
                      <a:pt x="51415" y="0"/>
                      <a:pt x="114839" y="0"/>
                    </a:cubicBezTo>
                    <a:cubicBezTo>
                      <a:pt x="178263" y="0"/>
                      <a:pt x="229678" y="61121"/>
                      <a:pt x="229678" y="136517"/>
                    </a:cubicBezTo>
                    <a:cubicBezTo>
                      <a:pt x="210538" y="159270"/>
                      <a:pt x="19140" y="159270"/>
                      <a:pt x="0" y="136517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7700A98-A1F2-B353-C39A-91C707A6EE87}"/>
                  </a:ext>
                </a:extLst>
              </p:cNvPr>
              <p:cNvSpPr/>
              <p:nvPr/>
            </p:nvSpPr>
            <p:spPr>
              <a:xfrm>
                <a:off x="8275315" y="4267310"/>
                <a:ext cx="916024" cy="301193"/>
              </a:xfrm>
              <a:prstGeom prst="ellipse">
                <a:avLst/>
              </a:prstGeom>
              <a:solidFill>
                <a:srgbClr val="8F6E57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8012F40-79A6-9C45-F3DC-829ACE75447F}"/>
                  </a:ext>
                </a:extLst>
              </p:cNvPr>
              <p:cNvSpPr/>
              <p:nvPr/>
            </p:nvSpPr>
            <p:spPr>
              <a:xfrm>
                <a:off x="10108434" y="4141817"/>
                <a:ext cx="916024" cy="301193"/>
              </a:xfrm>
              <a:prstGeom prst="ellipse">
                <a:avLst/>
              </a:prstGeom>
              <a:solidFill>
                <a:srgbClr val="8F6E57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9FAEB9C-51E3-11BB-AA5E-01684876C011}"/>
                  </a:ext>
                </a:extLst>
              </p:cNvPr>
              <p:cNvSpPr/>
              <p:nvPr/>
            </p:nvSpPr>
            <p:spPr>
              <a:xfrm>
                <a:off x="10998392" y="3289394"/>
                <a:ext cx="576666" cy="664349"/>
              </a:xfrm>
              <a:prstGeom prst="ellipse">
                <a:avLst/>
              </a:prstGeom>
              <a:solidFill>
                <a:srgbClr val="8F6E57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640ADA1E-A900-515A-8BCE-069B9FF07419}"/>
                  </a:ext>
                </a:extLst>
              </p:cNvPr>
              <p:cNvGrpSpPr/>
              <p:nvPr/>
            </p:nvGrpSpPr>
            <p:grpSpPr>
              <a:xfrm>
                <a:off x="6759739" y="2781983"/>
                <a:ext cx="388064" cy="461319"/>
                <a:chOff x="5182044" y="3170837"/>
                <a:chExt cx="298691" cy="355075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4E856D25-6F7B-B35E-09A7-7E603E7B7A8D}"/>
                    </a:ext>
                  </a:extLst>
                </p:cNvPr>
                <p:cNvSpPr/>
                <p:nvPr/>
              </p:nvSpPr>
              <p:spPr>
                <a:xfrm rot="1316444">
                  <a:off x="5182044" y="3170837"/>
                  <a:ext cx="298691" cy="35507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5526A909-CC73-06CD-3AA1-81725A2014B4}"/>
                    </a:ext>
                  </a:extLst>
                </p:cNvPr>
                <p:cNvSpPr/>
                <p:nvPr/>
              </p:nvSpPr>
              <p:spPr>
                <a:xfrm rot="1316444">
                  <a:off x="5197838" y="3283481"/>
                  <a:ext cx="174928" cy="20794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D62B9BC7-F310-BBB7-CB48-8C68307D2001}"/>
                    </a:ext>
                  </a:extLst>
                </p:cNvPr>
                <p:cNvSpPr/>
                <p:nvPr/>
              </p:nvSpPr>
              <p:spPr>
                <a:xfrm rot="1316444">
                  <a:off x="5209109" y="3361416"/>
                  <a:ext cx="90715" cy="10783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84BA54C6-9FEE-3407-0208-8A6569C6F0BE}"/>
                    </a:ext>
                  </a:extLst>
                </p:cNvPr>
                <p:cNvSpPr/>
                <p:nvPr/>
              </p:nvSpPr>
              <p:spPr>
                <a:xfrm rot="1316444" flipH="1" flipV="1">
                  <a:off x="5257944" y="3288423"/>
                  <a:ext cx="45719" cy="5434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F70C9C96-85A7-2B0B-A51B-99B663935638}"/>
                  </a:ext>
                </a:extLst>
              </p:cNvPr>
              <p:cNvGrpSpPr/>
              <p:nvPr/>
            </p:nvGrpSpPr>
            <p:grpSpPr>
              <a:xfrm>
                <a:off x="6193944" y="2549563"/>
                <a:ext cx="388064" cy="461319"/>
                <a:chOff x="5182044" y="3170837"/>
                <a:chExt cx="298691" cy="355075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C001086C-36BD-2F2E-2BE4-F9615F7D6B5A}"/>
                    </a:ext>
                  </a:extLst>
                </p:cNvPr>
                <p:cNvSpPr/>
                <p:nvPr/>
              </p:nvSpPr>
              <p:spPr>
                <a:xfrm rot="1316444">
                  <a:off x="5182044" y="3170837"/>
                  <a:ext cx="298691" cy="35507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0D588A26-AFDB-69EB-70E8-005B757F822B}"/>
                    </a:ext>
                  </a:extLst>
                </p:cNvPr>
                <p:cNvSpPr/>
                <p:nvPr/>
              </p:nvSpPr>
              <p:spPr>
                <a:xfrm rot="1316444">
                  <a:off x="5197838" y="3283481"/>
                  <a:ext cx="174928" cy="20794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57E4BE1F-ABF1-35D2-EAEE-BE4BE06F2958}"/>
                    </a:ext>
                  </a:extLst>
                </p:cNvPr>
                <p:cNvSpPr/>
                <p:nvPr/>
              </p:nvSpPr>
              <p:spPr>
                <a:xfrm rot="1316444">
                  <a:off x="5209109" y="3361416"/>
                  <a:ext cx="90715" cy="10783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CDE56718-A9FF-030A-3B15-36B2F4356850}"/>
                    </a:ext>
                  </a:extLst>
                </p:cNvPr>
                <p:cNvSpPr/>
                <p:nvPr/>
              </p:nvSpPr>
              <p:spPr>
                <a:xfrm rot="1316444" flipH="1" flipV="1">
                  <a:off x="5257944" y="3288423"/>
                  <a:ext cx="45719" cy="5434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1233874-302E-E973-4108-7993E08DD248}"/>
                </a:ext>
              </a:extLst>
            </p:cNvPr>
            <p:cNvCxnSpPr>
              <a:cxnSpLocks/>
            </p:cNvCxnSpPr>
            <p:nvPr/>
          </p:nvCxnSpPr>
          <p:spPr>
            <a:xfrm>
              <a:off x="1133900" y="2072004"/>
              <a:ext cx="205675" cy="267109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AD1EEE9-6B68-0062-7D1F-2D867F997EA8}"/>
                </a:ext>
              </a:extLst>
            </p:cNvPr>
            <p:cNvCxnSpPr>
              <a:cxnSpLocks/>
            </p:cNvCxnSpPr>
            <p:nvPr/>
          </p:nvCxnSpPr>
          <p:spPr>
            <a:xfrm>
              <a:off x="2837309" y="2194500"/>
              <a:ext cx="488628" cy="167504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6F0265C-A11C-8DED-8FEB-CCFC53F205EA}"/>
                </a:ext>
              </a:extLst>
            </p:cNvPr>
            <p:cNvSpPr/>
            <p:nvPr/>
          </p:nvSpPr>
          <p:spPr>
            <a:xfrm rot="1508920">
              <a:off x="1587117" y="4470647"/>
              <a:ext cx="203662" cy="233840"/>
            </a:xfrm>
            <a:custGeom>
              <a:avLst/>
              <a:gdLst>
                <a:gd name="connsiteX0" fmla="*/ 3695 w 121115"/>
                <a:gd name="connsiteY0" fmla="*/ 0 h 139061"/>
                <a:gd name="connsiteX1" fmla="*/ 13220 w 121115"/>
                <a:gd name="connsiteY1" fmla="*/ 133350 h 139061"/>
                <a:gd name="connsiteX2" fmla="*/ 111645 w 121115"/>
                <a:gd name="connsiteY2" fmla="*/ 114300 h 139061"/>
                <a:gd name="connsiteX3" fmla="*/ 111645 w 121115"/>
                <a:gd name="connsiteY3" fmla="*/ 111125 h 1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115" h="139061">
                  <a:moveTo>
                    <a:pt x="3695" y="0"/>
                  </a:moveTo>
                  <a:cubicBezTo>
                    <a:pt x="-539" y="57150"/>
                    <a:pt x="-4772" y="114300"/>
                    <a:pt x="13220" y="133350"/>
                  </a:cubicBezTo>
                  <a:cubicBezTo>
                    <a:pt x="31212" y="152400"/>
                    <a:pt x="95241" y="118004"/>
                    <a:pt x="111645" y="114300"/>
                  </a:cubicBezTo>
                  <a:cubicBezTo>
                    <a:pt x="128049" y="110596"/>
                    <a:pt x="119847" y="110860"/>
                    <a:pt x="111645" y="111125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327AB7F-9BBE-6A74-E23F-507E363CE67E}"/>
                </a:ext>
              </a:extLst>
            </p:cNvPr>
            <p:cNvSpPr/>
            <p:nvPr/>
          </p:nvSpPr>
          <p:spPr>
            <a:xfrm rot="1405774" flipH="1">
              <a:off x="1409291" y="4377363"/>
              <a:ext cx="203662" cy="233840"/>
            </a:xfrm>
            <a:custGeom>
              <a:avLst/>
              <a:gdLst>
                <a:gd name="connsiteX0" fmla="*/ 3695 w 121115"/>
                <a:gd name="connsiteY0" fmla="*/ 0 h 139061"/>
                <a:gd name="connsiteX1" fmla="*/ 13220 w 121115"/>
                <a:gd name="connsiteY1" fmla="*/ 133350 h 139061"/>
                <a:gd name="connsiteX2" fmla="*/ 111645 w 121115"/>
                <a:gd name="connsiteY2" fmla="*/ 114300 h 139061"/>
                <a:gd name="connsiteX3" fmla="*/ 111645 w 121115"/>
                <a:gd name="connsiteY3" fmla="*/ 111125 h 1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115" h="139061">
                  <a:moveTo>
                    <a:pt x="3695" y="0"/>
                  </a:moveTo>
                  <a:cubicBezTo>
                    <a:pt x="-539" y="57150"/>
                    <a:pt x="-4772" y="114300"/>
                    <a:pt x="13220" y="133350"/>
                  </a:cubicBezTo>
                  <a:cubicBezTo>
                    <a:pt x="31212" y="152400"/>
                    <a:pt x="95241" y="118004"/>
                    <a:pt x="111645" y="114300"/>
                  </a:cubicBezTo>
                  <a:cubicBezTo>
                    <a:pt x="128049" y="110596"/>
                    <a:pt x="119847" y="110860"/>
                    <a:pt x="111645" y="111125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7E7FE97-06CD-7DBA-412B-16CB6CA48D89}"/>
              </a:ext>
            </a:extLst>
          </p:cNvPr>
          <p:cNvGrpSpPr/>
          <p:nvPr/>
        </p:nvGrpSpPr>
        <p:grpSpPr>
          <a:xfrm>
            <a:off x="1269773" y="1891967"/>
            <a:ext cx="6555017" cy="4992933"/>
            <a:chOff x="5480991" y="1303961"/>
            <a:chExt cx="6555017" cy="4992933"/>
          </a:xfrm>
          <a:solidFill>
            <a:schemeClr val="bg1"/>
          </a:solidFill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462967C-A305-2653-8A3A-48808A535537}"/>
                </a:ext>
              </a:extLst>
            </p:cNvPr>
            <p:cNvGrpSpPr/>
            <p:nvPr/>
          </p:nvGrpSpPr>
          <p:grpSpPr>
            <a:xfrm>
              <a:off x="5480991" y="1303961"/>
              <a:ext cx="1257024" cy="1259041"/>
              <a:chOff x="5480991" y="1303961"/>
              <a:chExt cx="1257024" cy="1259041"/>
            </a:xfrm>
            <a:grpFill/>
          </p:grpSpPr>
          <p:sp>
            <p:nvSpPr>
              <p:cNvPr id="131" name="Rectangle 30">
                <a:extLst>
                  <a:ext uri="{FF2B5EF4-FFF2-40B4-BE49-F238E27FC236}">
                    <a16:creationId xmlns:a16="http://schemas.microsoft.com/office/drawing/2014/main" id="{7FF7E9AE-C77A-D6AB-9D0C-6E47810B0BD1}"/>
                  </a:ext>
                </a:extLst>
              </p:cNvPr>
              <p:cNvSpPr/>
              <p:nvPr/>
            </p:nvSpPr>
            <p:spPr>
              <a:xfrm>
                <a:off x="5480991" y="1303961"/>
                <a:ext cx="1257024" cy="1259041"/>
              </a:xfrm>
              <a:custGeom>
                <a:avLst/>
                <a:gdLst>
                  <a:gd name="connsiteX0" fmla="*/ 0 w 202416"/>
                  <a:gd name="connsiteY0" fmla="*/ 0 h 234781"/>
                  <a:gd name="connsiteX1" fmla="*/ 202416 w 202416"/>
                  <a:gd name="connsiteY1" fmla="*/ 0 h 234781"/>
                  <a:gd name="connsiteX2" fmla="*/ 202416 w 202416"/>
                  <a:gd name="connsiteY2" fmla="*/ 234781 h 234781"/>
                  <a:gd name="connsiteX3" fmla="*/ 0 w 202416"/>
                  <a:gd name="connsiteY3" fmla="*/ 234781 h 234781"/>
                  <a:gd name="connsiteX4" fmla="*/ 0 w 202416"/>
                  <a:gd name="connsiteY4" fmla="*/ 0 h 234781"/>
                  <a:gd name="connsiteX0" fmla="*/ 0 w 935841"/>
                  <a:gd name="connsiteY0" fmla="*/ 0 h 291931"/>
                  <a:gd name="connsiteX1" fmla="*/ 935841 w 935841"/>
                  <a:gd name="connsiteY1" fmla="*/ 57150 h 291931"/>
                  <a:gd name="connsiteX2" fmla="*/ 935841 w 935841"/>
                  <a:gd name="connsiteY2" fmla="*/ 291931 h 291931"/>
                  <a:gd name="connsiteX3" fmla="*/ 733425 w 935841"/>
                  <a:gd name="connsiteY3" fmla="*/ 291931 h 291931"/>
                  <a:gd name="connsiteX4" fmla="*/ 0 w 935841"/>
                  <a:gd name="connsiteY4" fmla="*/ 0 h 291931"/>
                  <a:gd name="connsiteX0" fmla="*/ 9005 w 944846"/>
                  <a:gd name="connsiteY0" fmla="*/ 523038 h 814969"/>
                  <a:gd name="connsiteX1" fmla="*/ 944846 w 944846"/>
                  <a:gd name="connsiteY1" fmla="*/ 580188 h 814969"/>
                  <a:gd name="connsiteX2" fmla="*/ 944846 w 944846"/>
                  <a:gd name="connsiteY2" fmla="*/ 814969 h 814969"/>
                  <a:gd name="connsiteX3" fmla="*/ 742430 w 944846"/>
                  <a:gd name="connsiteY3" fmla="*/ 814969 h 814969"/>
                  <a:gd name="connsiteX4" fmla="*/ 9005 w 944846"/>
                  <a:gd name="connsiteY4" fmla="*/ 523038 h 814969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525" h="969077">
                    <a:moveTo>
                      <a:pt x="5427" y="677146"/>
                    </a:moveTo>
                    <a:cubicBezTo>
                      <a:pt x="-92201" y="-523004"/>
                      <a:pt x="1162721" y="115171"/>
                      <a:pt x="941268" y="734296"/>
                    </a:cubicBezTo>
                    <a:lnTo>
                      <a:pt x="941268" y="969077"/>
                    </a:lnTo>
                    <a:lnTo>
                      <a:pt x="738852" y="969077"/>
                    </a:lnTo>
                    <a:cubicBezTo>
                      <a:pt x="656302" y="-242658"/>
                      <a:pt x="49877" y="250581"/>
                      <a:pt x="5427" y="677146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A15DA245-FE51-6440-BA65-A51DF03761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0883" y="1328086"/>
                <a:ext cx="205675" cy="267109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CCF0EB0-4ADC-7F36-2535-967965C57E87}"/>
                </a:ext>
              </a:extLst>
            </p:cNvPr>
            <p:cNvGrpSpPr/>
            <p:nvPr/>
          </p:nvGrpSpPr>
          <p:grpSpPr>
            <a:xfrm flipH="1">
              <a:off x="6761921" y="1421447"/>
              <a:ext cx="1865548" cy="1301716"/>
              <a:chOff x="3863903" y="1584489"/>
              <a:chExt cx="1912929" cy="1334777"/>
            </a:xfrm>
            <a:grpFill/>
          </p:grpSpPr>
          <p:sp>
            <p:nvSpPr>
              <p:cNvPr id="129" name="Rectangle 30">
                <a:extLst>
                  <a:ext uri="{FF2B5EF4-FFF2-40B4-BE49-F238E27FC236}">
                    <a16:creationId xmlns:a16="http://schemas.microsoft.com/office/drawing/2014/main" id="{25F85C2A-EAB6-0DEA-6CA8-A0A5C1C5A9EF}"/>
                  </a:ext>
                </a:extLst>
              </p:cNvPr>
              <p:cNvSpPr/>
              <p:nvPr/>
            </p:nvSpPr>
            <p:spPr>
              <a:xfrm rot="16909301">
                <a:off x="4152979" y="1295413"/>
                <a:ext cx="1334777" cy="1912929"/>
              </a:xfrm>
              <a:custGeom>
                <a:avLst/>
                <a:gdLst>
                  <a:gd name="connsiteX0" fmla="*/ 0 w 202416"/>
                  <a:gd name="connsiteY0" fmla="*/ 0 h 234781"/>
                  <a:gd name="connsiteX1" fmla="*/ 202416 w 202416"/>
                  <a:gd name="connsiteY1" fmla="*/ 0 h 234781"/>
                  <a:gd name="connsiteX2" fmla="*/ 202416 w 202416"/>
                  <a:gd name="connsiteY2" fmla="*/ 234781 h 234781"/>
                  <a:gd name="connsiteX3" fmla="*/ 0 w 202416"/>
                  <a:gd name="connsiteY3" fmla="*/ 234781 h 234781"/>
                  <a:gd name="connsiteX4" fmla="*/ 0 w 202416"/>
                  <a:gd name="connsiteY4" fmla="*/ 0 h 234781"/>
                  <a:gd name="connsiteX0" fmla="*/ 0 w 935841"/>
                  <a:gd name="connsiteY0" fmla="*/ 0 h 291931"/>
                  <a:gd name="connsiteX1" fmla="*/ 935841 w 935841"/>
                  <a:gd name="connsiteY1" fmla="*/ 57150 h 291931"/>
                  <a:gd name="connsiteX2" fmla="*/ 935841 w 935841"/>
                  <a:gd name="connsiteY2" fmla="*/ 291931 h 291931"/>
                  <a:gd name="connsiteX3" fmla="*/ 733425 w 935841"/>
                  <a:gd name="connsiteY3" fmla="*/ 291931 h 291931"/>
                  <a:gd name="connsiteX4" fmla="*/ 0 w 935841"/>
                  <a:gd name="connsiteY4" fmla="*/ 0 h 291931"/>
                  <a:gd name="connsiteX0" fmla="*/ 9005 w 944846"/>
                  <a:gd name="connsiteY0" fmla="*/ 523038 h 814969"/>
                  <a:gd name="connsiteX1" fmla="*/ 944846 w 944846"/>
                  <a:gd name="connsiteY1" fmla="*/ 580188 h 814969"/>
                  <a:gd name="connsiteX2" fmla="*/ 944846 w 944846"/>
                  <a:gd name="connsiteY2" fmla="*/ 814969 h 814969"/>
                  <a:gd name="connsiteX3" fmla="*/ 742430 w 944846"/>
                  <a:gd name="connsiteY3" fmla="*/ 814969 h 814969"/>
                  <a:gd name="connsiteX4" fmla="*/ 9005 w 944846"/>
                  <a:gd name="connsiteY4" fmla="*/ 523038 h 814969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969077"/>
                  <a:gd name="connsiteX1" fmla="*/ 941268 w 967525"/>
                  <a:gd name="connsiteY1" fmla="*/ 734296 h 969077"/>
                  <a:gd name="connsiteX2" fmla="*/ 941268 w 967525"/>
                  <a:gd name="connsiteY2" fmla="*/ 969077 h 969077"/>
                  <a:gd name="connsiteX3" fmla="*/ 738852 w 967525"/>
                  <a:gd name="connsiteY3" fmla="*/ 969077 h 969077"/>
                  <a:gd name="connsiteX4" fmla="*/ 5427 w 967525"/>
                  <a:gd name="connsiteY4" fmla="*/ 677146 h 969077"/>
                  <a:gd name="connsiteX0" fmla="*/ 5427 w 967525"/>
                  <a:gd name="connsiteY0" fmla="*/ 677146 h 1235975"/>
                  <a:gd name="connsiteX1" fmla="*/ 941268 w 967525"/>
                  <a:gd name="connsiteY1" fmla="*/ 734296 h 1235975"/>
                  <a:gd name="connsiteX2" fmla="*/ 941268 w 967525"/>
                  <a:gd name="connsiteY2" fmla="*/ 969077 h 1235975"/>
                  <a:gd name="connsiteX3" fmla="*/ 347071 w 967525"/>
                  <a:gd name="connsiteY3" fmla="*/ 1235975 h 1235975"/>
                  <a:gd name="connsiteX4" fmla="*/ 5427 w 967525"/>
                  <a:gd name="connsiteY4" fmla="*/ 677146 h 1235975"/>
                  <a:gd name="connsiteX0" fmla="*/ 5427 w 967525"/>
                  <a:gd name="connsiteY0" fmla="*/ 677146 h 1331591"/>
                  <a:gd name="connsiteX1" fmla="*/ 941268 w 967525"/>
                  <a:gd name="connsiteY1" fmla="*/ 734296 h 1331591"/>
                  <a:gd name="connsiteX2" fmla="*/ 511110 w 967525"/>
                  <a:gd name="connsiteY2" fmla="*/ 1331591 h 1331591"/>
                  <a:gd name="connsiteX3" fmla="*/ 347071 w 967525"/>
                  <a:gd name="connsiteY3" fmla="*/ 1235975 h 1331591"/>
                  <a:gd name="connsiteX4" fmla="*/ 5427 w 967525"/>
                  <a:gd name="connsiteY4" fmla="*/ 677146 h 1331591"/>
                  <a:gd name="connsiteX0" fmla="*/ 6867 w 699630"/>
                  <a:gd name="connsiteY0" fmla="*/ 528498 h 1182943"/>
                  <a:gd name="connsiteX1" fmla="*/ 666922 w 699630"/>
                  <a:gd name="connsiteY1" fmla="*/ 1081284 h 1182943"/>
                  <a:gd name="connsiteX2" fmla="*/ 512550 w 699630"/>
                  <a:gd name="connsiteY2" fmla="*/ 1182943 h 1182943"/>
                  <a:gd name="connsiteX3" fmla="*/ 348511 w 699630"/>
                  <a:gd name="connsiteY3" fmla="*/ 1087327 h 1182943"/>
                  <a:gd name="connsiteX4" fmla="*/ 6867 w 699630"/>
                  <a:gd name="connsiteY4" fmla="*/ 528498 h 1182943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345785 w 937820"/>
                  <a:gd name="connsiteY3" fmla="*/ 1248416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192714 w 937820"/>
                  <a:gd name="connsiteY3" fmla="*/ 1260990 h 1344032"/>
                  <a:gd name="connsiteX4" fmla="*/ 4141 w 937820"/>
                  <a:gd name="connsiteY4" fmla="*/ 689587 h 1344032"/>
                  <a:gd name="connsiteX0" fmla="*/ 4141 w 937820"/>
                  <a:gd name="connsiteY0" fmla="*/ 689587 h 1344032"/>
                  <a:gd name="connsiteX1" fmla="*/ 664196 w 937820"/>
                  <a:gd name="connsiteY1" fmla="*/ 1242373 h 1344032"/>
                  <a:gd name="connsiteX2" fmla="*/ 509824 w 937820"/>
                  <a:gd name="connsiteY2" fmla="*/ 1344032 h 1344032"/>
                  <a:gd name="connsiteX3" fmla="*/ 192714 w 937820"/>
                  <a:gd name="connsiteY3" fmla="*/ 1260990 h 1344032"/>
                  <a:gd name="connsiteX4" fmla="*/ 4141 w 937820"/>
                  <a:gd name="connsiteY4" fmla="*/ 689587 h 1344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7820" h="1344032">
                    <a:moveTo>
                      <a:pt x="4141" y="689587"/>
                    </a:moveTo>
                    <a:cubicBezTo>
                      <a:pt x="-93487" y="-510563"/>
                      <a:pt x="1576632" y="-27411"/>
                      <a:pt x="664196" y="1242373"/>
                    </a:cubicBezTo>
                    <a:lnTo>
                      <a:pt x="509824" y="1344032"/>
                    </a:lnTo>
                    <a:lnTo>
                      <a:pt x="192714" y="1260990"/>
                    </a:lnTo>
                    <a:cubicBezTo>
                      <a:pt x="1525738" y="-208107"/>
                      <a:pt x="-14502" y="101063"/>
                      <a:pt x="4141" y="68958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238AD8D9-ADDA-421C-B76F-7687A48959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3044" y="1614364"/>
                <a:ext cx="501038" cy="171758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565C5597-6D77-0D81-48E1-A28D52CF3DF1}"/>
                </a:ext>
              </a:extLst>
            </p:cNvPr>
            <p:cNvGrpSpPr/>
            <p:nvPr/>
          </p:nvGrpSpPr>
          <p:grpSpPr>
            <a:xfrm rot="15169958">
              <a:off x="5849921" y="1805837"/>
              <a:ext cx="620797" cy="516226"/>
              <a:chOff x="5605051" y="2976973"/>
              <a:chExt cx="447253" cy="371915"/>
            </a:xfrm>
            <a:grpFill/>
          </p:grpSpPr>
          <p:sp>
            <p:nvSpPr>
              <p:cNvPr id="127" name="Isosceles Triangle 86">
                <a:extLst>
                  <a:ext uri="{FF2B5EF4-FFF2-40B4-BE49-F238E27FC236}">
                    <a16:creationId xmlns:a16="http://schemas.microsoft.com/office/drawing/2014/main" id="{2715B783-4085-FB3A-ADAE-11F45C7B217B}"/>
                  </a:ext>
                </a:extLst>
              </p:cNvPr>
              <p:cNvSpPr/>
              <p:nvPr/>
            </p:nvSpPr>
            <p:spPr>
              <a:xfrm rot="4747940">
                <a:off x="5645865" y="2942449"/>
                <a:ext cx="371915" cy="440963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Isosceles Triangle 86">
                <a:extLst>
                  <a:ext uri="{FF2B5EF4-FFF2-40B4-BE49-F238E27FC236}">
                    <a16:creationId xmlns:a16="http://schemas.microsoft.com/office/drawing/2014/main" id="{3AA50039-DC17-1831-5670-724672DC9119}"/>
                  </a:ext>
                </a:extLst>
              </p:cNvPr>
              <p:cNvSpPr/>
              <p:nvPr/>
            </p:nvSpPr>
            <p:spPr>
              <a:xfrm rot="4747940">
                <a:off x="5632592" y="2996755"/>
                <a:ext cx="296688" cy="351770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7C055A4-40C7-44BB-A6D2-A1BB4214C4FD}"/>
                </a:ext>
              </a:extLst>
            </p:cNvPr>
            <p:cNvGrpSpPr/>
            <p:nvPr/>
          </p:nvGrpSpPr>
          <p:grpSpPr>
            <a:xfrm rot="20529722">
              <a:off x="7220161" y="2033737"/>
              <a:ext cx="620799" cy="516226"/>
              <a:chOff x="5526117" y="2976011"/>
              <a:chExt cx="447254" cy="371915"/>
            </a:xfrm>
            <a:grpFill/>
          </p:grpSpPr>
          <p:sp>
            <p:nvSpPr>
              <p:cNvPr id="125" name="Isosceles Triangle 86">
                <a:extLst>
                  <a:ext uri="{FF2B5EF4-FFF2-40B4-BE49-F238E27FC236}">
                    <a16:creationId xmlns:a16="http://schemas.microsoft.com/office/drawing/2014/main" id="{37930B53-12DF-4FFD-A03D-581E920AB000}"/>
                  </a:ext>
                </a:extLst>
              </p:cNvPr>
              <p:cNvSpPr/>
              <p:nvPr/>
            </p:nvSpPr>
            <p:spPr>
              <a:xfrm rot="4747940">
                <a:off x="5566932" y="2941487"/>
                <a:ext cx="371915" cy="440963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Isosceles Triangle 86">
                <a:extLst>
                  <a:ext uri="{FF2B5EF4-FFF2-40B4-BE49-F238E27FC236}">
                    <a16:creationId xmlns:a16="http://schemas.microsoft.com/office/drawing/2014/main" id="{A5234311-1EFE-A69C-D790-874624258218}"/>
                  </a:ext>
                </a:extLst>
              </p:cNvPr>
              <p:cNvSpPr/>
              <p:nvPr/>
            </p:nvSpPr>
            <p:spPr>
              <a:xfrm rot="4747940">
                <a:off x="5553658" y="2995793"/>
                <a:ext cx="296688" cy="351770"/>
              </a:xfrm>
              <a:custGeom>
                <a:avLst/>
                <a:gdLst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  <a:gd name="connsiteX0" fmla="*/ 0 w 371915"/>
                  <a:gd name="connsiteY0" fmla="*/ 440963 h 440963"/>
                  <a:gd name="connsiteX1" fmla="*/ 185958 w 371915"/>
                  <a:gd name="connsiteY1" fmla="*/ 0 h 440963"/>
                  <a:gd name="connsiteX2" fmla="*/ 371915 w 371915"/>
                  <a:gd name="connsiteY2" fmla="*/ 440963 h 440963"/>
                  <a:gd name="connsiteX3" fmla="*/ 0 w 371915"/>
                  <a:gd name="connsiteY3" fmla="*/ 440963 h 44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915" h="440963">
                    <a:moveTo>
                      <a:pt x="0" y="440963"/>
                    </a:moveTo>
                    <a:cubicBezTo>
                      <a:pt x="61986" y="293975"/>
                      <a:pt x="66149" y="77694"/>
                      <a:pt x="185958" y="0"/>
                    </a:cubicBezTo>
                    <a:cubicBezTo>
                      <a:pt x="323725" y="122741"/>
                      <a:pt x="309929" y="293975"/>
                      <a:pt x="371915" y="440963"/>
                    </a:cubicBezTo>
                    <a:lnTo>
                      <a:pt x="0" y="440963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Rectangle 58">
              <a:extLst>
                <a:ext uri="{FF2B5EF4-FFF2-40B4-BE49-F238E27FC236}">
                  <a16:creationId xmlns:a16="http://schemas.microsoft.com/office/drawing/2014/main" id="{24EC1E2C-BE6A-E92C-4861-1909DA952B59}"/>
                </a:ext>
              </a:extLst>
            </p:cNvPr>
            <p:cNvSpPr/>
            <p:nvPr/>
          </p:nvSpPr>
          <p:spPr>
            <a:xfrm>
              <a:off x="7703622" y="4163805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Rectangle 58">
              <a:extLst>
                <a:ext uri="{FF2B5EF4-FFF2-40B4-BE49-F238E27FC236}">
                  <a16:creationId xmlns:a16="http://schemas.microsoft.com/office/drawing/2014/main" id="{86C03980-B1A6-49E1-A710-0BAE177D8446}"/>
                </a:ext>
              </a:extLst>
            </p:cNvPr>
            <p:cNvSpPr/>
            <p:nvPr/>
          </p:nvSpPr>
          <p:spPr>
            <a:xfrm>
              <a:off x="9826858" y="4163805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Rectangle 57">
              <a:extLst>
                <a:ext uri="{FF2B5EF4-FFF2-40B4-BE49-F238E27FC236}">
                  <a16:creationId xmlns:a16="http://schemas.microsoft.com/office/drawing/2014/main" id="{E72603AC-A22D-7F03-F426-34E57A93A76A}"/>
                </a:ext>
              </a:extLst>
            </p:cNvPr>
            <p:cNvSpPr/>
            <p:nvPr/>
          </p:nvSpPr>
          <p:spPr>
            <a:xfrm>
              <a:off x="10939244" y="3004445"/>
              <a:ext cx="1096764" cy="919489"/>
            </a:xfrm>
            <a:custGeom>
              <a:avLst/>
              <a:gdLst>
                <a:gd name="connsiteX0" fmla="*/ 0 w 149525"/>
                <a:gd name="connsiteY0" fmla="*/ 0 h 264822"/>
                <a:gd name="connsiteX1" fmla="*/ 149525 w 149525"/>
                <a:gd name="connsiteY1" fmla="*/ 0 h 264822"/>
                <a:gd name="connsiteX2" fmla="*/ 149525 w 149525"/>
                <a:gd name="connsiteY2" fmla="*/ 264822 h 264822"/>
                <a:gd name="connsiteX3" fmla="*/ 0 w 149525"/>
                <a:gd name="connsiteY3" fmla="*/ 264822 h 264822"/>
                <a:gd name="connsiteX4" fmla="*/ 0 w 149525"/>
                <a:gd name="connsiteY4" fmla="*/ 0 h 264822"/>
                <a:gd name="connsiteX0" fmla="*/ 0 w 644825"/>
                <a:gd name="connsiteY0" fmla="*/ 247650 h 512472"/>
                <a:gd name="connsiteX1" fmla="*/ 644825 w 644825"/>
                <a:gd name="connsiteY1" fmla="*/ 0 h 512472"/>
                <a:gd name="connsiteX2" fmla="*/ 149525 w 644825"/>
                <a:gd name="connsiteY2" fmla="*/ 512472 h 512472"/>
                <a:gd name="connsiteX3" fmla="*/ 0 w 644825"/>
                <a:gd name="connsiteY3" fmla="*/ 512472 h 512472"/>
                <a:gd name="connsiteX4" fmla="*/ 0 w 644825"/>
                <a:gd name="connsiteY4" fmla="*/ 2476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682925"/>
                <a:gd name="connsiteY0" fmla="*/ 95250 h 512472"/>
                <a:gd name="connsiteX1" fmla="*/ 682925 w 682925"/>
                <a:gd name="connsiteY1" fmla="*/ 0 h 512472"/>
                <a:gd name="connsiteX2" fmla="*/ 187625 w 682925"/>
                <a:gd name="connsiteY2" fmla="*/ 512472 h 512472"/>
                <a:gd name="connsiteX3" fmla="*/ 38100 w 682925"/>
                <a:gd name="connsiteY3" fmla="*/ 512472 h 512472"/>
                <a:gd name="connsiteX4" fmla="*/ 0 w 682925"/>
                <a:gd name="connsiteY4" fmla="*/ 95250 h 512472"/>
                <a:gd name="connsiteX0" fmla="*/ 0 w 766925"/>
                <a:gd name="connsiteY0" fmla="*/ 95250 h 531581"/>
                <a:gd name="connsiteX1" fmla="*/ 682925 w 766925"/>
                <a:gd name="connsiteY1" fmla="*/ 0 h 531581"/>
                <a:gd name="connsiteX2" fmla="*/ 187625 w 766925"/>
                <a:gd name="connsiteY2" fmla="*/ 512472 h 531581"/>
                <a:gd name="connsiteX3" fmla="*/ 38100 w 766925"/>
                <a:gd name="connsiteY3" fmla="*/ 512472 h 531581"/>
                <a:gd name="connsiteX4" fmla="*/ 0 w 766925"/>
                <a:gd name="connsiteY4" fmla="*/ 95250 h 531581"/>
                <a:gd name="connsiteX0" fmla="*/ 0 w 682980"/>
                <a:gd name="connsiteY0" fmla="*/ 95250 h 512472"/>
                <a:gd name="connsiteX1" fmla="*/ 682925 w 682980"/>
                <a:gd name="connsiteY1" fmla="*/ 0 h 512472"/>
                <a:gd name="connsiteX2" fmla="*/ 38100 w 682980"/>
                <a:gd name="connsiteY2" fmla="*/ 512472 h 512472"/>
                <a:gd name="connsiteX3" fmla="*/ 0 w 682980"/>
                <a:gd name="connsiteY3" fmla="*/ 95250 h 512472"/>
                <a:gd name="connsiteX0" fmla="*/ 0 w 682980"/>
                <a:gd name="connsiteY0" fmla="*/ 95250 h 512472"/>
                <a:gd name="connsiteX1" fmla="*/ 682925 w 682980"/>
                <a:gd name="connsiteY1" fmla="*/ 0 h 512472"/>
                <a:gd name="connsiteX2" fmla="*/ 38100 w 682980"/>
                <a:gd name="connsiteY2" fmla="*/ 512472 h 512472"/>
                <a:gd name="connsiteX3" fmla="*/ 0 w 682980"/>
                <a:gd name="connsiteY3" fmla="*/ 95250 h 512472"/>
                <a:gd name="connsiteX0" fmla="*/ 0 w 774290"/>
                <a:gd name="connsiteY0" fmla="*/ 95250 h 512472"/>
                <a:gd name="connsiteX1" fmla="*/ 682925 w 774290"/>
                <a:gd name="connsiteY1" fmla="*/ 0 h 512472"/>
                <a:gd name="connsiteX2" fmla="*/ 38100 w 774290"/>
                <a:gd name="connsiteY2" fmla="*/ 512472 h 512472"/>
                <a:gd name="connsiteX3" fmla="*/ 0 w 774290"/>
                <a:gd name="connsiteY3" fmla="*/ 95250 h 512472"/>
                <a:gd name="connsiteX0" fmla="*/ 0 w 790162"/>
                <a:gd name="connsiteY0" fmla="*/ 95250 h 662445"/>
                <a:gd name="connsiteX1" fmla="*/ 682925 w 790162"/>
                <a:gd name="connsiteY1" fmla="*/ 0 h 662445"/>
                <a:gd name="connsiteX2" fmla="*/ 38100 w 790162"/>
                <a:gd name="connsiteY2" fmla="*/ 512472 h 662445"/>
                <a:gd name="connsiteX3" fmla="*/ 0 w 790162"/>
                <a:gd name="connsiteY3" fmla="*/ 95250 h 662445"/>
                <a:gd name="connsiteX0" fmla="*/ 0 w 790162"/>
                <a:gd name="connsiteY0" fmla="*/ 95250 h 662445"/>
                <a:gd name="connsiteX1" fmla="*/ 682925 w 790162"/>
                <a:gd name="connsiteY1" fmla="*/ 0 h 662445"/>
                <a:gd name="connsiteX2" fmla="*/ 38100 w 790162"/>
                <a:gd name="connsiteY2" fmla="*/ 512472 h 662445"/>
                <a:gd name="connsiteX3" fmla="*/ 0 w 790162"/>
                <a:gd name="connsiteY3" fmla="*/ 95250 h 66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162" h="662445">
                  <a:moveTo>
                    <a:pt x="0" y="95250"/>
                  </a:moveTo>
                  <a:cubicBezTo>
                    <a:pt x="541967" y="349250"/>
                    <a:pt x="512433" y="136525"/>
                    <a:pt x="682925" y="0"/>
                  </a:cubicBezTo>
                  <a:cubicBezTo>
                    <a:pt x="1060750" y="450537"/>
                    <a:pt x="342421" y="906172"/>
                    <a:pt x="38100" y="512472"/>
                  </a:cubicBezTo>
                  <a:lnTo>
                    <a:pt x="0" y="9525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7BE85B56-E770-1943-AD41-C78F050357F3}"/>
                </a:ext>
              </a:extLst>
            </p:cNvPr>
            <p:cNvSpPr/>
            <p:nvPr/>
          </p:nvSpPr>
          <p:spPr>
            <a:xfrm rot="10964509">
              <a:off x="6193039" y="3380155"/>
              <a:ext cx="476002" cy="951907"/>
            </a:xfrm>
            <a:prstGeom prst="triangl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69160C17-1159-DC3E-936B-C5A26C79910D}"/>
                </a:ext>
              </a:extLst>
            </p:cNvPr>
            <p:cNvSpPr/>
            <p:nvPr/>
          </p:nvSpPr>
          <p:spPr>
            <a:xfrm rot="11370344">
              <a:off x="6073442" y="3377703"/>
              <a:ext cx="279134" cy="951907"/>
            </a:xfrm>
            <a:prstGeom prst="triangl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Rectangle 3">
              <a:extLst>
                <a:ext uri="{FF2B5EF4-FFF2-40B4-BE49-F238E27FC236}">
                  <a16:creationId xmlns:a16="http://schemas.microsoft.com/office/drawing/2014/main" id="{6A2DE103-4566-A12F-FC73-0A2B59291159}"/>
                </a:ext>
              </a:extLst>
            </p:cNvPr>
            <p:cNvSpPr/>
            <p:nvPr/>
          </p:nvSpPr>
          <p:spPr>
            <a:xfrm rot="19050832">
              <a:off x="6987239" y="1479206"/>
              <a:ext cx="3951950" cy="4172891"/>
            </a:xfrm>
            <a:custGeom>
              <a:avLst/>
              <a:gdLst>
                <a:gd name="connsiteX0" fmla="*/ 0 w 348343"/>
                <a:gd name="connsiteY0" fmla="*/ 0 h 769257"/>
                <a:gd name="connsiteX1" fmla="*/ 348343 w 348343"/>
                <a:gd name="connsiteY1" fmla="*/ 0 h 769257"/>
                <a:gd name="connsiteX2" fmla="*/ 348343 w 348343"/>
                <a:gd name="connsiteY2" fmla="*/ 769257 h 769257"/>
                <a:gd name="connsiteX3" fmla="*/ 0 w 348343"/>
                <a:gd name="connsiteY3" fmla="*/ 769257 h 769257"/>
                <a:gd name="connsiteX4" fmla="*/ 0 w 348343"/>
                <a:gd name="connsiteY4" fmla="*/ 0 h 769257"/>
                <a:gd name="connsiteX0" fmla="*/ 0 w 2119010"/>
                <a:gd name="connsiteY0" fmla="*/ 0 h 2725580"/>
                <a:gd name="connsiteX1" fmla="*/ 348343 w 2119010"/>
                <a:gd name="connsiteY1" fmla="*/ 0 h 2725580"/>
                <a:gd name="connsiteX2" fmla="*/ 2119010 w 2119010"/>
                <a:gd name="connsiteY2" fmla="*/ 2725580 h 2725580"/>
                <a:gd name="connsiteX3" fmla="*/ 0 w 2119010"/>
                <a:gd name="connsiteY3" fmla="*/ 769257 h 2725580"/>
                <a:gd name="connsiteX4" fmla="*/ 0 w 2119010"/>
                <a:gd name="connsiteY4" fmla="*/ 0 h 2725580"/>
                <a:gd name="connsiteX0" fmla="*/ 0 w 2187138"/>
                <a:gd name="connsiteY0" fmla="*/ 0 h 2725580"/>
                <a:gd name="connsiteX1" fmla="*/ 348343 w 2187138"/>
                <a:gd name="connsiteY1" fmla="*/ 0 h 2725580"/>
                <a:gd name="connsiteX2" fmla="*/ 2119010 w 2187138"/>
                <a:gd name="connsiteY2" fmla="*/ 2725580 h 2725580"/>
                <a:gd name="connsiteX3" fmla="*/ 0 w 2187138"/>
                <a:gd name="connsiteY3" fmla="*/ 769257 h 2725580"/>
                <a:gd name="connsiteX4" fmla="*/ 0 w 2187138"/>
                <a:gd name="connsiteY4" fmla="*/ 0 h 2725580"/>
                <a:gd name="connsiteX0" fmla="*/ 0 w 2165134"/>
                <a:gd name="connsiteY0" fmla="*/ 0 h 2725580"/>
                <a:gd name="connsiteX1" fmla="*/ 348343 w 2165134"/>
                <a:gd name="connsiteY1" fmla="*/ 0 h 2725580"/>
                <a:gd name="connsiteX2" fmla="*/ 2119010 w 2165134"/>
                <a:gd name="connsiteY2" fmla="*/ 2725580 h 2725580"/>
                <a:gd name="connsiteX3" fmla="*/ 0 w 2165134"/>
                <a:gd name="connsiteY3" fmla="*/ 769257 h 2725580"/>
                <a:gd name="connsiteX4" fmla="*/ 0 w 2165134"/>
                <a:gd name="connsiteY4" fmla="*/ 0 h 2725580"/>
                <a:gd name="connsiteX0" fmla="*/ 0 w 2165350"/>
                <a:gd name="connsiteY0" fmla="*/ 0 h 2725580"/>
                <a:gd name="connsiteX1" fmla="*/ 348343 w 2165350"/>
                <a:gd name="connsiteY1" fmla="*/ 0 h 2725580"/>
                <a:gd name="connsiteX2" fmla="*/ 2119010 w 2165350"/>
                <a:gd name="connsiteY2" fmla="*/ 2725580 h 2725580"/>
                <a:gd name="connsiteX3" fmla="*/ 0 w 2165350"/>
                <a:gd name="connsiteY3" fmla="*/ 769257 h 2725580"/>
                <a:gd name="connsiteX4" fmla="*/ 0 w 2165350"/>
                <a:gd name="connsiteY4" fmla="*/ 0 h 2725580"/>
                <a:gd name="connsiteX0" fmla="*/ 0 w 2235513"/>
                <a:gd name="connsiteY0" fmla="*/ 0 h 2725580"/>
                <a:gd name="connsiteX1" fmla="*/ 348343 w 2235513"/>
                <a:gd name="connsiteY1" fmla="*/ 0 h 2725580"/>
                <a:gd name="connsiteX2" fmla="*/ 2119010 w 2235513"/>
                <a:gd name="connsiteY2" fmla="*/ 2725580 h 2725580"/>
                <a:gd name="connsiteX3" fmla="*/ 0 w 2235513"/>
                <a:gd name="connsiteY3" fmla="*/ 769257 h 2725580"/>
                <a:gd name="connsiteX4" fmla="*/ 0 w 2235513"/>
                <a:gd name="connsiteY4" fmla="*/ 0 h 2725580"/>
                <a:gd name="connsiteX0" fmla="*/ 552876 w 2788389"/>
                <a:gd name="connsiteY0" fmla="*/ 0 h 2725580"/>
                <a:gd name="connsiteX1" fmla="*/ 901219 w 2788389"/>
                <a:gd name="connsiteY1" fmla="*/ 0 h 2725580"/>
                <a:gd name="connsiteX2" fmla="*/ 2671886 w 2788389"/>
                <a:gd name="connsiteY2" fmla="*/ 2725580 h 2725580"/>
                <a:gd name="connsiteX3" fmla="*/ 0 w 2788389"/>
                <a:gd name="connsiteY3" fmla="*/ 577797 h 2725580"/>
                <a:gd name="connsiteX4" fmla="*/ 552876 w 2788389"/>
                <a:gd name="connsiteY4" fmla="*/ 0 h 2725580"/>
                <a:gd name="connsiteX0" fmla="*/ 556008 w 2791521"/>
                <a:gd name="connsiteY0" fmla="*/ 0 h 2725580"/>
                <a:gd name="connsiteX1" fmla="*/ 904351 w 2791521"/>
                <a:gd name="connsiteY1" fmla="*/ 0 h 2725580"/>
                <a:gd name="connsiteX2" fmla="*/ 2675018 w 2791521"/>
                <a:gd name="connsiteY2" fmla="*/ 2725580 h 2725580"/>
                <a:gd name="connsiteX3" fmla="*/ 0 w 2791521"/>
                <a:gd name="connsiteY3" fmla="*/ 1032938 h 2725580"/>
                <a:gd name="connsiteX4" fmla="*/ 3132 w 2791521"/>
                <a:gd name="connsiteY4" fmla="*/ 577797 h 2725580"/>
                <a:gd name="connsiteX5" fmla="*/ 556008 w 2791521"/>
                <a:gd name="connsiteY5" fmla="*/ 0 h 2725580"/>
                <a:gd name="connsiteX0" fmla="*/ 572387 w 2807900"/>
                <a:gd name="connsiteY0" fmla="*/ 0 h 2725580"/>
                <a:gd name="connsiteX1" fmla="*/ 920730 w 2807900"/>
                <a:gd name="connsiteY1" fmla="*/ 0 h 2725580"/>
                <a:gd name="connsiteX2" fmla="*/ 2691397 w 2807900"/>
                <a:gd name="connsiteY2" fmla="*/ 2725580 h 2725580"/>
                <a:gd name="connsiteX3" fmla="*/ 0 w 2807900"/>
                <a:gd name="connsiteY3" fmla="*/ 1043770 h 2725580"/>
                <a:gd name="connsiteX4" fmla="*/ 19511 w 2807900"/>
                <a:gd name="connsiteY4" fmla="*/ 577797 h 2725580"/>
                <a:gd name="connsiteX5" fmla="*/ 572387 w 2807900"/>
                <a:gd name="connsiteY5" fmla="*/ 0 h 2725580"/>
                <a:gd name="connsiteX0" fmla="*/ 775285 w 3010798"/>
                <a:gd name="connsiteY0" fmla="*/ 0 h 2747207"/>
                <a:gd name="connsiteX1" fmla="*/ 1123628 w 3010798"/>
                <a:gd name="connsiteY1" fmla="*/ 0 h 2747207"/>
                <a:gd name="connsiteX2" fmla="*/ 2894295 w 3010798"/>
                <a:gd name="connsiteY2" fmla="*/ 2725580 h 2747207"/>
                <a:gd name="connsiteX3" fmla="*/ 188835 w 3010798"/>
                <a:gd name="connsiteY3" fmla="*/ 1421761 h 2747207"/>
                <a:gd name="connsiteX4" fmla="*/ 202898 w 3010798"/>
                <a:gd name="connsiteY4" fmla="*/ 1043770 h 2747207"/>
                <a:gd name="connsiteX5" fmla="*/ 222409 w 3010798"/>
                <a:gd name="connsiteY5" fmla="*/ 577797 h 2747207"/>
                <a:gd name="connsiteX6" fmla="*/ 775285 w 3010798"/>
                <a:gd name="connsiteY6" fmla="*/ 0 h 2747207"/>
                <a:gd name="connsiteX0" fmla="*/ 789524 w 3025037"/>
                <a:gd name="connsiteY0" fmla="*/ 0 h 2747207"/>
                <a:gd name="connsiteX1" fmla="*/ 1137867 w 3025037"/>
                <a:gd name="connsiteY1" fmla="*/ 0 h 2747207"/>
                <a:gd name="connsiteX2" fmla="*/ 2908534 w 3025037"/>
                <a:gd name="connsiteY2" fmla="*/ 2725580 h 2747207"/>
                <a:gd name="connsiteX3" fmla="*/ 203074 w 3025037"/>
                <a:gd name="connsiteY3" fmla="*/ 1421761 h 2747207"/>
                <a:gd name="connsiteX4" fmla="*/ 248632 w 3025037"/>
                <a:gd name="connsiteY4" fmla="*/ 1230994 h 2747207"/>
                <a:gd name="connsiteX5" fmla="*/ 217137 w 3025037"/>
                <a:gd name="connsiteY5" fmla="*/ 1043770 h 2747207"/>
                <a:gd name="connsiteX6" fmla="*/ 236648 w 3025037"/>
                <a:gd name="connsiteY6" fmla="*/ 577797 h 2747207"/>
                <a:gd name="connsiteX7" fmla="*/ 789524 w 3025037"/>
                <a:gd name="connsiteY7" fmla="*/ 0 h 2747207"/>
                <a:gd name="connsiteX0" fmla="*/ 789524 w 3025037"/>
                <a:gd name="connsiteY0" fmla="*/ 0 h 2756483"/>
                <a:gd name="connsiteX1" fmla="*/ 1137867 w 3025037"/>
                <a:gd name="connsiteY1" fmla="*/ 0 h 2756483"/>
                <a:gd name="connsiteX2" fmla="*/ 2908534 w 3025037"/>
                <a:gd name="connsiteY2" fmla="*/ 2725580 h 2756483"/>
                <a:gd name="connsiteX3" fmla="*/ 490932 w 3025037"/>
                <a:gd name="connsiteY3" fmla="*/ 1375415 h 2756483"/>
                <a:gd name="connsiteX4" fmla="*/ 203074 w 3025037"/>
                <a:gd name="connsiteY4" fmla="*/ 1421761 h 2756483"/>
                <a:gd name="connsiteX5" fmla="*/ 248632 w 3025037"/>
                <a:gd name="connsiteY5" fmla="*/ 1230994 h 2756483"/>
                <a:gd name="connsiteX6" fmla="*/ 217137 w 3025037"/>
                <a:gd name="connsiteY6" fmla="*/ 1043770 h 2756483"/>
                <a:gd name="connsiteX7" fmla="*/ 236648 w 3025037"/>
                <a:gd name="connsiteY7" fmla="*/ 577797 h 2756483"/>
                <a:gd name="connsiteX8" fmla="*/ 789524 w 3025037"/>
                <a:gd name="connsiteY8" fmla="*/ 0 h 2756483"/>
                <a:gd name="connsiteX0" fmla="*/ 789524 w 3025037"/>
                <a:gd name="connsiteY0" fmla="*/ 0 h 2759942"/>
                <a:gd name="connsiteX1" fmla="*/ 1137867 w 3025037"/>
                <a:gd name="connsiteY1" fmla="*/ 0 h 2759942"/>
                <a:gd name="connsiteX2" fmla="*/ 2908534 w 3025037"/>
                <a:gd name="connsiteY2" fmla="*/ 2725580 h 2759942"/>
                <a:gd name="connsiteX3" fmla="*/ 405296 w 3025037"/>
                <a:gd name="connsiteY3" fmla="*/ 1574682 h 2759942"/>
                <a:gd name="connsiteX4" fmla="*/ 490932 w 3025037"/>
                <a:gd name="connsiteY4" fmla="*/ 1375415 h 2759942"/>
                <a:gd name="connsiteX5" fmla="*/ 203074 w 3025037"/>
                <a:gd name="connsiteY5" fmla="*/ 1421761 h 2759942"/>
                <a:gd name="connsiteX6" fmla="*/ 248632 w 3025037"/>
                <a:gd name="connsiteY6" fmla="*/ 1230994 h 2759942"/>
                <a:gd name="connsiteX7" fmla="*/ 217137 w 3025037"/>
                <a:gd name="connsiteY7" fmla="*/ 1043770 h 2759942"/>
                <a:gd name="connsiteX8" fmla="*/ 236648 w 3025037"/>
                <a:gd name="connsiteY8" fmla="*/ 577797 h 2759942"/>
                <a:gd name="connsiteX9" fmla="*/ 789524 w 3025037"/>
                <a:gd name="connsiteY9" fmla="*/ 0 h 2759942"/>
                <a:gd name="connsiteX0" fmla="*/ 789524 w 3025037"/>
                <a:gd name="connsiteY0" fmla="*/ 0 h 2762751"/>
                <a:gd name="connsiteX1" fmla="*/ 1137867 w 3025037"/>
                <a:gd name="connsiteY1" fmla="*/ 0 h 2762751"/>
                <a:gd name="connsiteX2" fmla="*/ 2908534 w 3025037"/>
                <a:gd name="connsiteY2" fmla="*/ 2725580 h 2762751"/>
                <a:gd name="connsiteX3" fmla="*/ 648088 w 3025037"/>
                <a:gd name="connsiteY3" fmla="*/ 1499977 h 2762751"/>
                <a:gd name="connsiteX4" fmla="*/ 405296 w 3025037"/>
                <a:gd name="connsiteY4" fmla="*/ 1574682 h 2762751"/>
                <a:gd name="connsiteX5" fmla="*/ 490932 w 3025037"/>
                <a:gd name="connsiteY5" fmla="*/ 1375415 h 2762751"/>
                <a:gd name="connsiteX6" fmla="*/ 203074 w 3025037"/>
                <a:gd name="connsiteY6" fmla="*/ 1421761 h 2762751"/>
                <a:gd name="connsiteX7" fmla="*/ 248632 w 3025037"/>
                <a:gd name="connsiteY7" fmla="*/ 1230994 h 2762751"/>
                <a:gd name="connsiteX8" fmla="*/ 217137 w 3025037"/>
                <a:gd name="connsiteY8" fmla="*/ 1043770 h 2762751"/>
                <a:gd name="connsiteX9" fmla="*/ 236648 w 3025037"/>
                <a:gd name="connsiteY9" fmla="*/ 577797 h 2762751"/>
                <a:gd name="connsiteX10" fmla="*/ 789524 w 3025037"/>
                <a:gd name="connsiteY10" fmla="*/ 0 h 2762751"/>
                <a:gd name="connsiteX0" fmla="*/ 789524 w 3025037"/>
                <a:gd name="connsiteY0" fmla="*/ 0 h 2765395"/>
                <a:gd name="connsiteX1" fmla="*/ 1137867 w 3025037"/>
                <a:gd name="connsiteY1" fmla="*/ 0 h 2765395"/>
                <a:gd name="connsiteX2" fmla="*/ 2908534 w 3025037"/>
                <a:gd name="connsiteY2" fmla="*/ 2725580 h 2765395"/>
                <a:gd name="connsiteX3" fmla="*/ 516796 w 3025037"/>
                <a:gd name="connsiteY3" fmla="*/ 1657430 h 2765395"/>
                <a:gd name="connsiteX4" fmla="*/ 648088 w 3025037"/>
                <a:gd name="connsiteY4" fmla="*/ 1499977 h 2765395"/>
                <a:gd name="connsiteX5" fmla="*/ 405296 w 3025037"/>
                <a:gd name="connsiteY5" fmla="*/ 1574682 h 2765395"/>
                <a:gd name="connsiteX6" fmla="*/ 490932 w 3025037"/>
                <a:gd name="connsiteY6" fmla="*/ 1375415 h 2765395"/>
                <a:gd name="connsiteX7" fmla="*/ 203074 w 3025037"/>
                <a:gd name="connsiteY7" fmla="*/ 1421761 h 2765395"/>
                <a:gd name="connsiteX8" fmla="*/ 248632 w 3025037"/>
                <a:gd name="connsiteY8" fmla="*/ 1230994 h 2765395"/>
                <a:gd name="connsiteX9" fmla="*/ 217137 w 3025037"/>
                <a:gd name="connsiteY9" fmla="*/ 1043770 h 2765395"/>
                <a:gd name="connsiteX10" fmla="*/ 236648 w 3025037"/>
                <a:gd name="connsiteY10" fmla="*/ 577797 h 2765395"/>
                <a:gd name="connsiteX11" fmla="*/ 789524 w 3025037"/>
                <a:gd name="connsiteY11" fmla="*/ 0 h 2765395"/>
                <a:gd name="connsiteX0" fmla="*/ 789524 w 3025037"/>
                <a:gd name="connsiteY0" fmla="*/ 0 h 2777690"/>
                <a:gd name="connsiteX1" fmla="*/ 1137867 w 3025037"/>
                <a:gd name="connsiteY1" fmla="*/ 0 h 2777690"/>
                <a:gd name="connsiteX2" fmla="*/ 2908534 w 3025037"/>
                <a:gd name="connsiteY2" fmla="*/ 2725580 h 2777690"/>
                <a:gd name="connsiteX3" fmla="*/ 441106 w 3025037"/>
                <a:gd name="connsiteY3" fmla="*/ 1852890 h 2777690"/>
                <a:gd name="connsiteX4" fmla="*/ 516796 w 3025037"/>
                <a:gd name="connsiteY4" fmla="*/ 1657430 h 2777690"/>
                <a:gd name="connsiteX5" fmla="*/ 648088 w 3025037"/>
                <a:gd name="connsiteY5" fmla="*/ 1499977 h 2777690"/>
                <a:gd name="connsiteX6" fmla="*/ 405296 w 3025037"/>
                <a:gd name="connsiteY6" fmla="*/ 1574682 h 2777690"/>
                <a:gd name="connsiteX7" fmla="*/ 490932 w 3025037"/>
                <a:gd name="connsiteY7" fmla="*/ 1375415 h 2777690"/>
                <a:gd name="connsiteX8" fmla="*/ 203074 w 3025037"/>
                <a:gd name="connsiteY8" fmla="*/ 1421761 h 2777690"/>
                <a:gd name="connsiteX9" fmla="*/ 248632 w 3025037"/>
                <a:gd name="connsiteY9" fmla="*/ 1230994 h 2777690"/>
                <a:gd name="connsiteX10" fmla="*/ 217137 w 3025037"/>
                <a:gd name="connsiteY10" fmla="*/ 1043770 h 2777690"/>
                <a:gd name="connsiteX11" fmla="*/ 236648 w 3025037"/>
                <a:gd name="connsiteY11" fmla="*/ 577797 h 2777690"/>
                <a:gd name="connsiteX12" fmla="*/ 789524 w 3025037"/>
                <a:gd name="connsiteY12" fmla="*/ 0 h 2777690"/>
                <a:gd name="connsiteX0" fmla="*/ 789524 w 3025037"/>
                <a:gd name="connsiteY0" fmla="*/ 0 h 2786386"/>
                <a:gd name="connsiteX1" fmla="*/ 1137867 w 3025037"/>
                <a:gd name="connsiteY1" fmla="*/ 0 h 2786386"/>
                <a:gd name="connsiteX2" fmla="*/ 2908534 w 3025037"/>
                <a:gd name="connsiteY2" fmla="*/ 2725580 h 2786386"/>
                <a:gd name="connsiteX3" fmla="*/ 646184 w 3025037"/>
                <a:gd name="connsiteY3" fmla="*/ 1840516 h 2786386"/>
                <a:gd name="connsiteX4" fmla="*/ 441106 w 3025037"/>
                <a:gd name="connsiteY4" fmla="*/ 1852890 h 2786386"/>
                <a:gd name="connsiteX5" fmla="*/ 516796 w 3025037"/>
                <a:gd name="connsiteY5" fmla="*/ 1657430 h 2786386"/>
                <a:gd name="connsiteX6" fmla="*/ 648088 w 3025037"/>
                <a:gd name="connsiteY6" fmla="*/ 1499977 h 2786386"/>
                <a:gd name="connsiteX7" fmla="*/ 405296 w 3025037"/>
                <a:gd name="connsiteY7" fmla="*/ 1574682 h 2786386"/>
                <a:gd name="connsiteX8" fmla="*/ 490932 w 3025037"/>
                <a:gd name="connsiteY8" fmla="*/ 1375415 h 2786386"/>
                <a:gd name="connsiteX9" fmla="*/ 203074 w 3025037"/>
                <a:gd name="connsiteY9" fmla="*/ 1421761 h 2786386"/>
                <a:gd name="connsiteX10" fmla="*/ 248632 w 3025037"/>
                <a:gd name="connsiteY10" fmla="*/ 1230994 h 2786386"/>
                <a:gd name="connsiteX11" fmla="*/ 217137 w 3025037"/>
                <a:gd name="connsiteY11" fmla="*/ 1043770 h 2786386"/>
                <a:gd name="connsiteX12" fmla="*/ 236648 w 3025037"/>
                <a:gd name="connsiteY12" fmla="*/ 577797 h 2786386"/>
                <a:gd name="connsiteX13" fmla="*/ 789524 w 3025037"/>
                <a:gd name="connsiteY13" fmla="*/ 0 h 2786386"/>
                <a:gd name="connsiteX0" fmla="*/ 789524 w 3025037"/>
                <a:gd name="connsiteY0" fmla="*/ 0 h 2804095"/>
                <a:gd name="connsiteX1" fmla="*/ 1137867 w 3025037"/>
                <a:gd name="connsiteY1" fmla="*/ 0 h 2804095"/>
                <a:gd name="connsiteX2" fmla="*/ 2908534 w 3025037"/>
                <a:gd name="connsiteY2" fmla="*/ 2725580 h 2804095"/>
                <a:gd name="connsiteX3" fmla="*/ 999392 w 3025037"/>
                <a:gd name="connsiteY3" fmla="*/ 2054225 h 2804095"/>
                <a:gd name="connsiteX4" fmla="*/ 646184 w 3025037"/>
                <a:gd name="connsiteY4" fmla="*/ 1840516 h 2804095"/>
                <a:gd name="connsiteX5" fmla="*/ 441106 w 3025037"/>
                <a:gd name="connsiteY5" fmla="*/ 1852890 h 2804095"/>
                <a:gd name="connsiteX6" fmla="*/ 516796 w 3025037"/>
                <a:gd name="connsiteY6" fmla="*/ 1657430 h 2804095"/>
                <a:gd name="connsiteX7" fmla="*/ 648088 w 3025037"/>
                <a:gd name="connsiteY7" fmla="*/ 1499977 h 2804095"/>
                <a:gd name="connsiteX8" fmla="*/ 405296 w 3025037"/>
                <a:gd name="connsiteY8" fmla="*/ 1574682 h 2804095"/>
                <a:gd name="connsiteX9" fmla="*/ 490932 w 3025037"/>
                <a:gd name="connsiteY9" fmla="*/ 1375415 h 2804095"/>
                <a:gd name="connsiteX10" fmla="*/ 203074 w 3025037"/>
                <a:gd name="connsiteY10" fmla="*/ 1421761 h 2804095"/>
                <a:gd name="connsiteX11" fmla="*/ 248632 w 3025037"/>
                <a:gd name="connsiteY11" fmla="*/ 1230994 h 2804095"/>
                <a:gd name="connsiteX12" fmla="*/ 217137 w 3025037"/>
                <a:gd name="connsiteY12" fmla="*/ 1043770 h 2804095"/>
                <a:gd name="connsiteX13" fmla="*/ 236648 w 3025037"/>
                <a:gd name="connsiteY13" fmla="*/ 577797 h 2804095"/>
                <a:gd name="connsiteX14" fmla="*/ 789524 w 3025037"/>
                <a:gd name="connsiteY14" fmla="*/ 0 h 2804095"/>
                <a:gd name="connsiteX0" fmla="*/ 789524 w 3025037"/>
                <a:gd name="connsiteY0" fmla="*/ 0 h 2918711"/>
                <a:gd name="connsiteX1" fmla="*/ 1137867 w 3025037"/>
                <a:gd name="connsiteY1" fmla="*/ 0 h 2918711"/>
                <a:gd name="connsiteX2" fmla="*/ 2908534 w 3025037"/>
                <a:gd name="connsiteY2" fmla="*/ 2725580 h 2918711"/>
                <a:gd name="connsiteX3" fmla="*/ 999392 w 3025037"/>
                <a:gd name="connsiteY3" fmla="*/ 2054225 h 2918711"/>
                <a:gd name="connsiteX4" fmla="*/ 646184 w 3025037"/>
                <a:gd name="connsiteY4" fmla="*/ 1840516 h 2918711"/>
                <a:gd name="connsiteX5" fmla="*/ 441106 w 3025037"/>
                <a:gd name="connsiteY5" fmla="*/ 1852890 h 2918711"/>
                <a:gd name="connsiteX6" fmla="*/ 516796 w 3025037"/>
                <a:gd name="connsiteY6" fmla="*/ 1657430 h 2918711"/>
                <a:gd name="connsiteX7" fmla="*/ 648088 w 3025037"/>
                <a:gd name="connsiteY7" fmla="*/ 1499977 h 2918711"/>
                <a:gd name="connsiteX8" fmla="*/ 405296 w 3025037"/>
                <a:gd name="connsiteY8" fmla="*/ 1574682 h 2918711"/>
                <a:gd name="connsiteX9" fmla="*/ 490932 w 3025037"/>
                <a:gd name="connsiteY9" fmla="*/ 1375415 h 2918711"/>
                <a:gd name="connsiteX10" fmla="*/ 203074 w 3025037"/>
                <a:gd name="connsiteY10" fmla="*/ 1421761 h 2918711"/>
                <a:gd name="connsiteX11" fmla="*/ 248632 w 3025037"/>
                <a:gd name="connsiteY11" fmla="*/ 1230994 h 2918711"/>
                <a:gd name="connsiteX12" fmla="*/ 217137 w 3025037"/>
                <a:gd name="connsiteY12" fmla="*/ 1043770 h 2918711"/>
                <a:gd name="connsiteX13" fmla="*/ 236648 w 3025037"/>
                <a:gd name="connsiteY13" fmla="*/ 577797 h 2918711"/>
                <a:gd name="connsiteX14" fmla="*/ 789524 w 3025037"/>
                <a:gd name="connsiteY14" fmla="*/ 0 h 2918711"/>
                <a:gd name="connsiteX0" fmla="*/ 789524 w 3025037"/>
                <a:gd name="connsiteY0" fmla="*/ 0 h 2975590"/>
                <a:gd name="connsiteX1" fmla="*/ 1137867 w 3025037"/>
                <a:gd name="connsiteY1" fmla="*/ 0 h 2975590"/>
                <a:gd name="connsiteX2" fmla="*/ 2908534 w 3025037"/>
                <a:gd name="connsiteY2" fmla="*/ 2725580 h 2975590"/>
                <a:gd name="connsiteX3" fmla="*/ 999392 w 3025037"/>
                <a:gd name="connsiteY3" fmla="*/ 2054225 h 2975590"/>
                <a:gd name="connsiteX4" fmla="*/ 646184 w 3025037"/>
                <a:gd name="connsiteY4" fmla="*/ 1840516 h 2975590"/>
                <a:gd name="connsiteX5" fmla="*/ 441106 w 3025037"/>
                <a:gd name="connsiteY5" fmla="*/ 1852890 h 2975590"/>
                <a:gd name="connsiteX6" fmla="*/ 516796 w 3025037"/>
                <a:gd name="connsiteY6" fmla="*/ 1657430 h 2975590"/>
                <a:gd name="connsiteX7" fmla="*/ 648088 w 3025037"/>
                <a:gd name="connsiteY7" fmla="*/ 1499977 h 2975590"/>
                <a:gd name="connsiteX8" fmla="*/ 405296 w 3025037"/>
                <a:gd name="connsiteY8" fmla="*/ 1574682 h 2975590"/>
                <a:gd name="connsiteX9" fmla="*/ 490932 w 3025037"/>
                <a:gd name="connsiteY9" fmla="*/ 1375415 h 2975590"/>
                <a:gd name="connsiteX10" fmla="*/ 203074 w 3025037"/>
                <a:gd name="connsiteY10" fmla="*/ 1421761 h 2975590"/>
                <a:gd name="connsiteX11" fmla="*/ 248632 w 3025037"/>
                <a:gd name="connsiteY11" fmla="*/ 1230994 h 2975590"/>
                <a:gd name="connsiteX12" fmla="*/ 217137 w 3025037"/>
                <a:gd name="connsiteY12" fmla="*/ 1043770 h 2975590"/>
                <a:gd name="connsiteX13" fmla="*/ 236648 w 3025037"/>
                <a:gd name="connsiteY13" fmla="*/ 577797 h 2975590"/>
                <a:gd name="connsiteX14" fmla="*/ 789524 w 3025037"/>
                <a:gd name="connsiteY14" fmla="*/ 0 h 2975590"/>
                <a:gd name="connsiteX0" fmla="*/ 789524 w 3025037"/>
                <a:gd name="connsiteY0" fmla="*/ 0 h 3006355"/>
                <a:gd name="connsiteX1" fmla="*/ 1137867 w 3025037"/>
                <a:gd name="connsiteY1" fmla="*/ 0 h 3006355"/>
                <a:gd name="connsiteX2" fmla="*/ 2908534 w 3025037"/>
                <a:gd name="connsiteY2" fmla="*/ 2725580 h 3006355"/>
                <a:gd name="connsiteX3" fmla="*/ 999392 w 3025037"/>
                <a:gd name="connsiteY3" fmla="*/ 2054225 h 3006355"/>
                <a:gd name="connsiteX4" fmla="*/ 646184 w 3025037"/>
                <a:gd name="connsiteY4" fmla="*/ 1840516 h 3006355"/>
                <a:gd name="connsiteX5" fmla="*/ 441106 w 3025037"/>
                <a:gd name="connsiteY5" fmla="*/ 1852890 h 3006355"/>
                <a:gd name="connsiteX6" fmla="*/ 516796 w 3025037"/>
                <a:gd name="connsiteY6" fmla="*/ 1657430 h 3006355"/>
                <a:gd name="connsiteX7" fmla="*/ 648088 w 3025037"/>
                <a:gd name="connsiteY7" fmla="*/ 1499977 h 3006355"/>
                <a:gd name="connsiteX8" fmla="*/ 405296 w 3025037"/>
                <a:gd name="connsiteY8" fmla="*/ 1574682 h 3006355"/>
                <a:gd name="connsiteX9" fmla="*/ 490932 w 3025037"/>
                <a:gd name="connsiteY9" fmla="*/ 1375415 h 3006355"/>
                <a:gd name="connsiteX10" fmla="*/ 203074 w 3025037"/>
                <a:gd name="connsiteY10" fmla="*/ 1421761 h 3006355"/>
                <a:gd name="connsiteX11" fmla="*/ 248632 w 3025037"/>
                <a:gd name="connsiteY11" fmla="*/ 1230994 h 3006355"/>
                <a:gd name="connsiteX12" fmla="*/ 217137 w 3025037"/>
                <a:gd name="connsiteY12" fmla="*/ 1043770 h 3006355"/>
                <a:gd name="connsiteX13" fmla="*/ 236648 w 3025037"/>
                <a:gd name="connsiteY13" fmla="*/ 577797 h 3006355"/>
                <a:gd name="connsiteX14" fmla="*/ 789524 w 3025037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  <a:gd name="connsiteX0" fmla="*/ 611666 w 2847179"/>
                <a:gd name="connsiteY0" fmla="*/ 0 h 3006355"/>
                <a:gd name="connsiteX1" fmla="*/ 960009 w 2847179"/>
                <a:gd name="connsiteY1" fmla="*/ 0 h 3006355"/>
                <a:gd name="connsiteX2" fmla="*/ 2730676 w 2847179"/>
                <a:gd name="connsiteY2" fmla="*/ 2725580 h 3006355"/>
                <a:gd name="connsiteX3" fmla="*/ 821534 w 2847179"/>
                <a:gd name="connsiteY3" fmla="*/ 2054225 h 3006355"/>
                <a:gd name="connsiteX4" fmla="*/ 468326 w 2847179"/>
                <a:gd name="connsiteY4" fmla="*/ 1840516 h 3006355"/>
                <a:gd name="connsiteX5" fmla="*/ 263248 w 2847179"/>
                <a:gd name="connsiteY5" fmla="*/ 1852890 h 3006355"/>
                <a:gd name="connsiteX6" fmla="*/ 338938 w 2847179"/>
                <a:gd name="connsiteY6" fmla="*/ 1657430 h 3006355"/>
                <a:gd name="connsiteX7" fmla="*/ 470230 w 2847179"/>
                <a:gd name="connsiteY7" fmla="*/ 1499977 h 3006355"/>
                <a:gd name="connsiteX8" fmla="*/ 227438 w 2847179"/>
                <a:gd name="connsiteY8" fmla="*/ 1574682 h 3006355"/>
                <a:gd name="connsiteX9" fmla="*/ 313074 w 2847179"/>
                <a:gd name="connsiteY9" fmla="*/ 1375415 h 3006355"/>
                <a:gd name="connsiteX10" fmla="*/ 25216 w 2847179"/>
                <a:gd name="connsiteY10" fmla="*/ 1421761 h 3006355"/>
                <a:gd name="connsiteX11" fmla="*/ 70774 w 2847179"/>
                <a:gd name="connsiteY11" fmla="*/ 1230994 h 3006355"/>
                <a:gd name="connsiteX12" fmla="*/ 39279 w 2847179"/>
                <a:gd name="connsiteY12" fmla="*/ 1043770 h 3006355"/>
                <a:gd name="connsiteX13" fmla="*/ 58790 w 2847179"/>
                <a:gd name="connsiteY13" fmla="*/ 577797 h 3006355"/>
                <a:gd name="connsiteX14" fmla="*/ 611666 w 2847179"/>
                <a:gd name="connsiteY14" fmla="*/ 0 h 300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47179" h="3006355">
                  <a:moveTo>
                    <a:pt x="611666" y="0"/>
                  </a:moveTo>
                  <a:lnTo>
                    <a:pt x="960009" y="0"/>
                  </a:lnTo>
                  <a:cubicBezTo>
                    <a:pt x="623037" y="1082783"/>
                    <a:pt x="3445569" y="1359105"/>
                    <a:pt x="2730676" y="2725580"/>
                  </a:cubicBezTo>
                  <a:cubicBezTo>
                    <a:pt x="2284688" y="3262925"/>
                    <a:pt x="1136918" y="3023558"/>
                    <a:pt x="821534" y="2054225"/>
                  </a:cubicBezTo>
                  <a:cubicBezTo>
                    <a:pt x="567924" y="1877699"/>
                    <a:pt x="688086" y="1842666"/>
                    <a:pt x="468326" y="1840516"/>
                  </a:cubicBezTo>
                  <a:cubicBezTo>
                    <a:pt x="365284" y="1809646"/>
                    <a:pt x="283844" y="1899739"/>
                    <a:pt x="263248" y="1852890"/>
                  </a:cubicBezTo>
                  <a:cubicBezTo>
                    <a:pt x="242652" y="1806041"/>
                    <a:pt x="335492" y="1694099"/>
                    <a:pt x="338938" y="1657430"/>
                  </a:cubicBezTo>
                  <a:cubicBezTo>
                    <a:pt x="342384" y="1620761"/>
                    <a:pt x="536592" y="1501558"/>
                    <a:pt x="470230" y="1499977"/>
                  </a:cubicBezTo>
                  <a:cubicBezTo>
                    <a:pt x="403868" y="1498396"/>
                    <a:pt x="233259" y="1617685"/>
                    <a:pt x="227438" y="1574682"/>
                  </a:cubicBezTo>
                  <a:cubicBezTo>
                    <a:pt x="221617" y="1531679"/>
                    <a:pt x="392801" y="1387083"/>
                    <a:pt x="313074" y="1375415"/>
                  </a:cubicBezTo>
                  <a:cubicBezTo>
                    <a:pt x="233347" y="1363747"/>
                    <a:pt x="43083" y="1470415"/>
                    <a:pt x="25216" y="1421761"/>
                  </a:cubicBezTo>
                  <a:cubicBezTo>
                    <a:pt x="-50577" y="1341362"/>
                    <a:pt x="68430" y="1293992"/>
                    <a:pt x="70774" y="1230994"/>
                  </a:cubicBezTo>
                  <a:cubicBezTo>
                    <a:pt x="263228" y="1045041"/>
                    <a:pt x="141587" y="1070141"/>
                    <a:pt x="39279" y="1043770"/>
                  </a:cubicBezTo>
                  <a:cubicBezTo>
                    <a:pt x="237404" y="876663"/>
                    <a:pt x="52286" y="733121"/>
                    <a:pt x="58790" y="577797"/>
                  </a:cubicBezTo>
                  <a:lnTo>
                    <a:pt x="611666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252">
              <a:extLst>
                <a:ext uri="{FF2B5EF4-FFF2-40B4-BE49-F238E27FC236}">
                  <a16:creationId xmlns:a16="http://schemas.microsoft.com/office/drawing/2014/main" id="{DD9781C0-9590-E6C1-CBB5-4AAEFD084264}"/>
                </a:ext>
              </a:extLst>
            </p:cNvPr>
            <p:cNvSpPr/>
            <p:nvPr/>
          </p:nvSpPr>
          <p:spPr>
            <a:xfrm rot="1263240">
              <a:off x="5781296" y="1955380"/>
              <a:ext cx="1792057" cy="2117296"/>
            </a:xfrm>
            <a:custGeom>
              <a:avLst/>
              <a:gdLst>
                <a:gd name="connsiteX0" fmla="*/ 0 w 1090827"/>
                <a:gd name="connsiteY0" fmla="*/ 628137 h 1256273"/>
                <a:gd name="connsiteX1" fmla="*/ 545414 w 1090827"/>
                <a:gd name="connsiteY1" fmla="*/ 0 h 1256273"/>
                <a:gd name="connsiteX2" fmla="*/ 1090828 w 1090827"/>
                <a:gd name="connsiteY2" fmla="*/ 628137 h 1256273"/>
                <a:gd name="connsiteX3" fmla="*/ 545414 w 1090827"/>
                <a:gd name="connsiteY3" fmla="*/ 1256274 h 1256273"/>
                <a:gd name="connsiteX4" fmla="*/ 0 w 1090827"/>
                <a:gd name="connsiteY4" fmla="*/ 628137 h 1256273"/>
                <a:gd name="connsiteX0" fmla="*/ 0 w 1110068"/>
                <a:gd name="connsiteY0" fmla="*/ 628137 h 1265137"/>
                <a:gd name="connsiteX1" fmla="*/ 545414 w 1110068"/>
                <a:gd name="connsiteY1" fmla="*/ 0 h 1265137"/>
                <a:gd name="connsiteX2" fmla="*/ 1090828 w 1110068"/>
                <a:gd name="connsiteY2" fmla="*/ 628137 h 1265137"/>
                <a:gd name="connsiteX3" fmla="*/ 900526 w 1110068"/>
                <a:gd name="connsiteY3" fmla="*/ 972658 h 1265137"/>
                <a:gd name="connsiteX4" fmla="*/ 545414 w 1110068"/>
                <a:gd name="connsiteY4" fmla="*/ 1256274 h 1265137"/>
                <a:gd name="connsiteX5" fmla="*/ 0 w 1110068"/>
                <a:gd name="connsiteY5" fmla="*/ 628137 h 1265137"/>
                <a:gd name="connsiteX0" fmla="*/ 0 w 1110068"/>
                <a:gd name="connsiteY0" fmla="*/ 628137 h 1265137"/>
                <a:gd name="connsiteX1" fmla="*/ 545414 w 1110068"/>
                <a:gd name="connsiteY1" fmla="*/ 0 h 1265137"/>
                <a:gd name="connsiteX2" fmla="*/ 1090828 w 1110068"/>
                <a:gd name="connsiteY2" fmla="*/ 628137 h 1265137"/>
                <a:gd name="connsiteX3" fmla="*/ 900526 w 1110068"/>
                <a:gd name="connsiteY3" fmla="*/ 972658 h 1265137"/>
                <a:gd name="connsiteX4" fmla="*/ 545414 w 1110068"/>
                <a:gd name="connsiteY4" fmla="*/ 1256274 h 1265137"/>
                <a:gd name="connsiteX5" fmla="*/ 0 w 1110068"/>
                <a:gd name="connsiteY5" fmla="*/ 628137 h 1265137"/>
                <a:gd name="connsiteX0" fmla="*/ 7632 w 1117700"/>
                <a:gd name="connsiteY0" fmla="*/ 628137 h 1257153"/>
                <a:gd name="connsiteX1" fmla="*/ 553046 w 1117700"/>
                <a:gd name="connsiteY1" fmla="*/ 0 h 1257153"/>
                <a:gd name="connsiteX2" fmla="*/ 1098460 w 1117700"/>
                <a:gd name="connsiteY2" fmla="*/ 628137 h 1257153"/>
                <a:gd name="connsiteX3" fmla="*/ 908158 w 1117700"/>
                <a:gd name="connsiteY3" fmla="*/ 972658 h 1257153"/>
                <a:gd name="connsiteX4" fmla="*/ 553046 w 1117700"/>
                <a:gd name="connsiteY4" fmla="*/ 1256274 h 1257153"/>
                <a:gd name="connsiteX5" fmla="*/ 254770 w 1117700"/>
                <a:gd name="connsiteY5" fmla="*/ 1046089 h 1257153"/>
                <a:gd name="connsiteX6" fmla="*/ 7632 w 1117700"/>
                <a:gd name="connsiteY6" fmla="*/ 628137 h 1257153"/>
                <a:gd name="connsiteX0" fmla="*/ 2611 w 1112679"/>
                <a:gd name="connsiteY0" fmla="*/ 628137 h 1257153"/>
                <a:gd name="connsiteX1" fmla="*/ 548025 w 1112679"/>
                <a:gd name="connsiteY1" fmla="*/ 0 h 1257153"/>
                <a:gd name="connsiteX2" fmla="*/ 1093439 w 1112679"/>
                <a:gd name="connsiteY2" fmla="*/ 628137 h 1257153"/>
                <a:gd name="connsiteX3" fmla="*/ 903137 w 1112679"/>
                <a:gd name="connsiteY3" fmla="*/ 972658 h 1257153"/>
                <a:gd name="connsiteX4" fmla="*/ 548025 w 1112679"/>
                <a:gd name="connsiteY4" fmla="*/ 1256274 h 1257153"/>
                <a:gd name="connsiteX5" fmla="*/ 249749 w 1112679"/>
                <a:gd name="connsiteY5" fmla="*/ 1046089 h 1257153"/>
                <a:gd name="connsiteX6" fmla="*/ 2611 w 1112679"/>
                <a:gd name="connsiteY6" fmla="*/ 628137 h 1257153"/>
                <a:gd name="connsiteX0" fmla="*/ 2611 w 1093957"/>
                <a:gd name="connsiteY0" fmla="*/ 628137 h 1257153"/>
                <a:gd name="connsiteX1" fmla="*/ 548025 w 1093957"/>
                <a:gd name="connsiteY1" fmla="*/ 0 h 1257153"/>
                <a:gd name="connsiteX2" fmla="*/ 1093439 w 1093957"/>
                <a:gd name="connsiteY2" fmla="*/ 628137 h 1257153"/>
                <a:gd name="connsiteX3" fmla="*/ 903137 w 1093957"/>
                <a:gd name="connsiteY3" fmla="*/ 972658 h 1257153"/>
                <a:gd name="connsiteX4" fmla="*/ 548025 w 1093957"/>
                <a:gd name="connsiteY4" fmla="*/ 1256274 h 1257153"/>
                <a:gd name="connsiteX5" fmla="*/ 249749 w 1093957"/>
                <a:gd name="connsiteY5" fmla="*/ 1046089 h 1257153"/>
                <a:gd name="connsiteX6" fmla="*/ 2611 w 1093957"/>
                <a:gd name="connsiteY6" fmla="*/ 628137 h 1257153"/>
                <a:gd name="connsiteX0" fmla="*/ 2611 w 1094286"/>
                <a:gd name="connsiteY0" fmla="*/ 628137 h 1257153"/>
                <a:gd name="connsiteX1" fmla="*/ 548025 w 1094286"/>
                <a:gd name="connsiteY1" fmla="*/ 0 h 1257153"/>
                <a:gd name="connsiteX2" fmla="*/ 1093439 w 1094286"/>
                <a:gd name="connsiteY2" fmla="*/ 628137 h 1257153"/>
                <a:gd name="connsiteX3" fmla="*/ 903137 w 1094286"/>
                <a:gd name="connsiteY3" fmla="*/ 972658 h 1257153"/>
                <a:gd name="connsiteX4" fmla="*/ 548025 w 1094286"/>
                <a:gd name="connsiteY4" fmla="*/ 1256274 h 1257153"/>
                <a:gd name="connsiteX5" fmla="*/ 249749 w 1094286"/>
                <a:gd name="connsiteY5" fmla="*/ 1046089 h 1257153"/>
                <a:gd name="connsiteX6" fmla="*/ 2611 w 1094286"/>
                <a:gd name="connsiteY6" fmla="*/ 628137 h 1257153"/>
                <a:gd name="connsiteX0" fmla="*/ 2005 w 1064414"/>
                <a:gd name="connsiteY0" fmla="*/ 635265 h 1257156"/>
                <a:gd name="connsiteX1" fmla="*/ 518153 w 1064414"/>
                <a:gd name="connsiteY1" fmla="*/ 3 h 1257156"/>
                <a:gd name="connsiteX2" fmla="*/ 1063567 w 1064414"/>
                <a:gd name="connsiteY2" fmla="*/ 628140 h 1257156"/>
                <a:gd name="connsiteX3" fmla="*/ 873265 w 1064414"/>
                <a:gd name="connsiteY3" fmla="*/ 972661 h 1257156"/>
                <a:gd name="connsiteX4" fmla="*/ 518153 w 1064414"/>
                <a:gd name="connsiteY4" fmla="*/ 1256277 h 1257156"/>
                <a:gd name="connsiteX5" fmla="*/ 219877 w 1064414"/>
                <a:gd name="connsiteY5" fmla="*/ 1046092 h 1257156"/>
                <a:gd name="connsiteX6" fmla="*/ 2005 w 1064414"/>
                <a:gd name="connsiteY6" fmla="*/ 635265 h 1257156"/>
                <a:gd name="connsiteX0" fmla="*/ 3166 w 1065575"/>
                <a:gd name="connsiteY0" fmla="*/ 637233 h 1259124"/>
                <a:gd name="connsiteX1" fmla="*/ 519314 w 1065575"/>
                <a:gd name="connsiteY1" fmla="*/ 1971 h 1259124"/>
                <a:gd name="connsiteX2" fmla="*/ 1064728 w 1065575"/>
                <a:gd name="connsiteY2" fmla="*/ 630108 h 1259124"/>
                <a:gd name="connsiteX3" fmla="*/ 874426 w 1065575"/>
                <a:gd name="connsiteY3" fmla="*/ 974629 h 1259124"/>
                <a:gd name="connsiteX4" fmla="*/ 519314 w 1065575"/>
                <a:gd name="connsiteY4" fmla="*/ 1258245 h 1259124"/>
                <a:gd name="connsiteX5" fmla="*/ 221038 w 1065575"/>
                <a:gd name="connsiteY5" fmla="*/ 1048060 h 1259124"/>
                <a:gd name="connsiteX6" fmla="*/ 3166 w 1065575"/>
                <a:gd name="connsiteY6" fmla="*/ 637233 h 1259124"/>
                <a:gd name="connsiteX0" fmla="*/ 5870 w 1068279"/>
                <a:gd name="connsiteY0" fmla="*/ 637233 h 1259037"/>
                <a:gd name="connsiteX1" fmla="*/ 522018 w 1068279"/>
                <a:gd name="connsiteY1" fmla="*/ 1971 h 1259037"/>
                <a:gd name="connsiteX2" fmla="*/ 1067432 w 1068279"/>
                <a:gd name="connsiteY2" fmla="*/ 630108 h 1259037"/>
                <a:gd name="connsiteX3" fmla="*/ 877130 w 1068279"/>
                <a:gd name="connsiteY3" fmla="*/ 974629 h 1259037"/>
                <a:gd name="connsiteX4" fmla="*/ 522018 w 1068279"/>
                <a:gd name="connsiteY4" fmla="*/ 1258245 h 1259037"/>
                <a:gd name="connsiteX5" fmla="*/ 261711 w 1068279"/>
                <a:gd name="connsiteY5" fmla="*/ 1044903 h 1259037"/>
                <a:gd name="connsiteX6" fmla="*/ 5870 w 1068279"/>
                <a:gd name="connsiteY6" fmla="*/ 637233 h 1259037"/>
                <a:gd name="connsiteX0" fmla="*/ 6776 w 1069185"/>
                <a:gd name="connsiteY0" fmla="*/ 637233 h 1259037"/>
                <a:gd name="connsiteX1" fmla="*/ 522924 w 1069185"/>
                <a:gd name="connsiteY1" fmla="*/ 1971 h 1259037"/>
                <a:gd name="connsiteX2" fmla="*/ 1068338 w 1069185"/>
                <a:gd name="connsiteY2" fmla="*/ 630108 h 1259037"/>
                <a:gd name="connsiteX3" fmla="*/ 878036 w 1069185"/>
                <a:gd name="connsiteY3" fmla="*/ 974629 h 1259037"/>
                <a:gd name="connsiteX4" fmla="*/ 522924 w 1069185"/>
                <a:gd name="connsiteY4" fmla="*/ 1258245 h 1259037"/>
                <a:gd name="connsiteX5" fmla="*/ 262617 w 1069185"/>
                <a:gd name="connsiteY5" fmla="*/ 1044903 h 1259037"/>
                <a:gd name="connsiteX6" fmla="*/ 6776 w 1069185"/>
                <a:gd name="connsiteY6" fmla="*/ 637233 h 1259037"/>
                <a:gd name="connsiteX0" fmla="*/ 6776 w 1069185"/>
                <a:gd name="connsiteY0" fmla="*/ 637320 h 1259124"/>
                <a:gd name="connsiteX1" fmla="*/ 522924 w 1069185"/>
                <a:gd name="connsiteY1" fmla="*/ 2058 h 1259124"/>
                <a:gd name="connsiteX2" fmla="*/ 1068338 w 1069185"/>
                <a:gd name="connsiteY2" fmla="*/ 630195 h 1259124"/>
                <a:gd name="connsiteX3" fmla="*/ 878036 w 1069185"/>
                <a:gd name="connsiteY3" fmla="*/ 974716 h 1259124"/>
                <a:gd name="connsiteX4" fmla="*/ 522924 w 1069185"/>
                <a:gd name="connsiteY4" fmla="*/ 1258332 h 1259124"/>
                <a:gd name="connsiteX5" fmla="*/ 262617 w 1069185"/>
                <a:gd name="connsiteY5" fmla="*/ 1044990 h 1259124"/>
                <a:gd name="connsiteX6" fmla="*/ 6776 w 1069185"/>
                <a:gd name="connsiteY6" fmla="*/ 637320 h 1259124"/>
                <a:gd name="connsiteX0" fmla="*/ 696 w 1063105"/>
                <a:gd name="connsiteY0" fmla="*/ 637320 h 1259124"/>
                <a:gd name="connsiteX1" fmla="*/ 516844 w 1063105"/>
                <a:gd name="connsiteY1" fmla="*/ 2058 h 1259124"/>
                <a:gd name="connsiteX2" fmla="*/ 1062258 w 1063105"/>
                <a:gd name="connsiteY2" fmla="*/ 630195 h 1259124"/>
                <a:gd name="connsiteX3" fmla="*/ 871956 w 1063105"/>
                <a:gd name="connsiteY3" fmla="*/ 974716 h 1259124"/>
                <a:gd name="connsiteX4" fmla="*/ 516844 w 1063105"/>
                <a:gd name="connsiteY4" fmla="*/ 1258332 h 1259124"/>
                <a:gd name="connsiteX5" fmla="*/ 256537 w 1063105"/>
                <a:gd name="connsiteY5" fmla="*/ 1044990 h 1259124"/>
                <a:gd name="connsiteX6" fmla="*/ 696 w 1063105"/>
                <a:gd name="connsiteY6" fmla="*/ 637320 h 1259124"/>
                <a:gd name="connsiteX0" fmla="*/ 696 w 1063105"/>
                <a:gd name="connsiteY0" fmla="*/ 637320 h 1259124"/>
                <a:gd name="connsiteX1" fmla="*/ 516844 w 1063105"/>
                <a:gd name="connsiteY1" fmla="*/ 2058 h 1259124"/>
                <a:gd name="connsiteX2" fmla="*/ 1062258 w 1063105"/>
                <a:gd name="connsiteY2" fmla="*/ 630195 h 1259124"/>
                <a:gd name="connsiteX3" fmla="*/ 871956 w 1063105"/>
                <a:gd name="connsiteY3" fmla="*/ 974716 h 1259124"/>
                <a:gd name="connsiteX4" fmla="*/ 516844 w 1063105"/>
                <a:gd name="connsiteY4" fmla="*/ 1258332 h 1259124"/>
                <a:gd name="connsiteX5" fmla="*/ 256537 w 1063105"/>
                <a:gd name="connsiteY5" fmla="*/ 1044990 h 1259124"/>
                <a:gd name="connsiteX6" fmla="*/ 696 w 1063105"/>
                <a:gd name="connsiteY6" fmla="*/ 637320 h 1259124"/>
                <a:gd name="connsiteX0" fmla="*/ 696 w 1063105"/>
                <a:gd name="connsiteY0" fmla="*/ 637320 h 1259124"/>
                <a:gd name="connsiteX1" fmla="*/ 516844 w 1063105"/>
                <a:gd name="connsiteY1" fmla="*/ 2058 h 1259124"/>
                <a:gd name="connsiteX2" fmla="*/ 1062258 w 1063105"/>
                <a:gd name="connsiteY2" fmla="*/ 630195 h 1259124"/>
                <a:gd name="connsiteX3" fmla="*/ 871956 w 1063105"/>
                <a:gd name="connsiteY3" fmla="*/ 974716 h 1259124"/>
                <a:gd name="connsiteX4" fmla="*/ 516844 w 1063105"/>
                <a:gd name="connsiteY4" fmla="*/ 1258332 h 1259124"/>
                <a:gd name="connsiteX5" fmla="*/ 256537 w 1063105"/>
                <a:gd name="connsiteY5" fmla="*/ 1044990 h 1259124"/>
                <a:gd name="connsiteX6" fmla="*/ 696 w 1063105"/>
                <a:gd name="connsiteY6" fmla="*/ 637320 h 1259124"/>
                <a:gd name="connsiteX0" fmla="*/ 3300 w 1065709"/>
                <a:gd name="connsiteY0" fmla="*/ 637320 h 1259124"/>
                <a:gd name="connsiteX1" fmla="*/ 519448 w 1065709"/>
                <a:gd name="connsiteY1" fmla="*/ 2058 h 1259124"/>
                <a:gd name="connsiteX2" fmla="*/ 1064862 w 1065709"/>
                <a:gd name="connsiteY2" fmla="*/ 630195 h 1259124"/>
                <a:gd name="connsiteX3" fmla="*/ 874560 w 1065709"/>
                <a:gd name="connsiteY3" fmla="*/ 974716 h 1259124"/>
                <a:gd name="connsiteX4" fmla="*/ 519448 w 1065709"/>
                <a:gd name="connsiteY4" fmla="*/ 1258332 h 1259124"/>
                <a:gd name="connsiteX5" fmla="*/ 259141 w 1065709"/>
                <a:gd name="connsiteY5" fmla="*/ 1044990 h 1259124"/>
                <a:gd name="connsiteX6" fmla="*/ 3300 w 1065709"/>
                <a:gd name="connsiteY6" fmla="*/ 637320 h 125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709" h="1259124">
                  <a:moveTo>
                    <a:pt x="3300" y="637320"/>
                  </a:moveTo>
                  <a:cubicBezTo>
                    <a:pt x="22509" y="383466"/>
                    <a:pt x="68034" y="35621"/>
                    <a:pt x="519448" y="2058"/>
                  </a:cubicBezTo>
                  <a:cubicBezTo>
                    <a:pt x="970862" y="-31505"/>
                    <a:pt x="1072540" y="352612"/>
                    <a:pt x="1064862" y="630195"/>
                  </a:cubicBezTo>
                  <a:cubicBezTo>
                    <a:pt x="1073801" y="877723"/>
                    <a:pt x="1012134" y="856588"/>
                    <a:pt x="874560" y="974716"/>
                  </a:cubicBezTo>
                  <a:cubicBezTo>
                    <a:pt x="783658" y="1079406"/>
                    <a:pt x="622018" y="1246620"/>
                    <a:pt x="519448" y="1258332"/>
                  </a:cubicBezTo>
                  <a:cubicBezTo>
                    <a:pt x="416878" y="1270044"/>
                    <a:pt x="350043" y="1149680"/>
                    <a:pt x="259141" y="1044990"/>
                  </a:cubicBezTo>
                  <a:cubicBezTo>
                    <a:pt x="46093" y="946471"/>
                    <a:pt x="-15909" y="891174"/>
                    <a:pt x="3300" y="63732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Rectangle 58">
              <a:extLst>
                <a:ext uri="{FF2B5EF4-FFF2-40B4-BE49-F238E27FC236}">
                  <a16:creationId xmlns:a16="http://schemas.microsoft.com/office/drawing/2014/main" id="{EFC6F94D-DAB1-23FE-2D09-DF63B50E1E1C}"/>
                </a:ext>
              </a:extLst>
            </p:cNvPr>
            <p:cNvSpPr/>
            <p:nvPr/>
          </p:nvSpPr>
          <p:spPr>
            <a:xfrm>
              <a:off x="8361167" y="4333496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Rectangle 58">
              <a:extLst>
                <a:ext uri="{FF2B5EF4-FFF2-40B4-BE49-F238E27FC236}">
                  <a16:creationId xmlns:a16="http://schemas.microsoft.com/office/drawing/2014/main" id="{02C151EB-68DA-0369-AF3A-C4145769DA15}"/>
                </a:ext>
              </a:extLst>
            </p:cNvPr>
            <p:cNvSpPr/>
            <p:nvPr/>
          </p:nvSpPr>
          <p:spPr>
            <a:xfrm rot="21407044">
              <a:off x="10350666" y="4349764"/>
              <a:ext cx="634604" cy="1947130"/>
            </a:xfrm>
            <a:custGeom>
              <a:avLst/>
              <a:gdLst>
                <a:gd name="connsiteX0" fmla="*/ 0 w 266700"/>
                <a:gd name="connsiteY0" fmla="*/ 0 h 1402808"/>
                <a:gd name="connsiteX1" fmla="*/ 266700 w 266700"/>
                <a:gd name="connsiteY1" fmla="*/ 0 h 1402808"/>
                <a:gd name="connsiteX2" fmla="*/ 266700 w 266700"/>
                <a:gd name="connsiteY2" fmla="*/ 1402808 h 1402808"/>
                <a:gd name="connsiteX3" fmla="*/ 0 w 266700"/>
                <a:gd name="connsiteY3" fmla="*/ 1402808 h 1402808"/>
                <a:gd name="connsiteX4" fmla="*/ 0 w 266700"/>
                <a:gd name="connsiteY4" fmla="*/ 0 h 1402808"/>
                <a:gd name="connsiteX0" fmla="*/ 0 w 390525"/>
                <a:gd name="connsiteY0" fmla="*/ 0 h 1402808"/>
                <a:gd name="connsiteX1" fmla="*/ 390525 w 390525"/>
                <a:gd name="connsiteY1" fmla="*/ 0 h 1402808"/>
                <a:gd name="connsiteX2" fmla="*/ 266700 w 390525"/>
                <a:gd name="connsiteY2" fmla="*/ 1402808 h 1402808"/>
                <a:gd name="connsiteX3" fmla="*/ 0 w 390525"/>
                <a:gd name="connsiteY3" fmla="*/ 1402808 h 1402808"/>
                <a:gd name="connsiteX4" fmla="*/ 0 w 390525"/>
                <a:gd name="connsiteY4" fmla="*/ 0 h 1402808"/>
                <a:gd name="connsiteX0" fmla="*/ 66675 w 390525"/>
                <a:gd name="connsiteY0" fmla="*/ 0 h 1412333"/>
                <a:gd name="connsiteX1" fmla="*/ 390525 w 390525"/>
                <a:gd name="connsiteY1" fmla="*/ 9525 h 1412333"/>
                <a:gd name="connsiteX2" fmla="*/ 266700 w 390525"/>
                <a:gd name="connsiteY2" fmla="*/ 1412333 h 1412333"/>
                <a:gd name="connsiteX3" fmla="*/ 0 w 390525"/>
                <a:gd name="connsiteY3" fmla="*/ 1412333 h 1412333"/>
                <a:gd name="connsiteX4" fmla="*/ 66675 w 390525"/>
                <a:gd name="connsiteY4" fmla="*/ 0 h 1412333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66675 w 457200"/>
                <a:gd name="connsiteY3" fmla="*/ 1402808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  <a:gd name="connsiteX0" fmla="*/ 0 w 457200"/>
                <a:gd name="connsiteY0" fmla="*/ 19050 h 1402808"/>
                <a:gd name="connsiteX1" fmla="*/ 457200 w 457200"/>
                <a:gd name="connsiteY1" fmla="*/ 0 h 1402808"/>
                <a:gd name="connsiteX2" fmla="*/ 333375 w 457200"/>
                <a:gd name="connsiteY2" fmla="*/ 1402808 h 1402808"/>
                <a:gd name="connsiteX3" fmla="*/ 171450 w 457200"/>
                <a:gd name="connsiteY3" fmla="*/ 1393283 h 1402808"/>
                <a:gd name="connsiteX4" fmla="*/ 0 w 457200"/>
                <a:gd name="connsiteY4" fmla="*/ 19050 h 1402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1402808">
                  <a:moveTo>
                    <a:pt x="0" y="19050"/>
                  </a:moveTo>
                  <a:lnTo>
                    <a:pt x="457200" y="0"/>
                  </a:lnTo>
                  <a:lnTo>
                    <a:pt x="333375" y="1402808"/>
                  </a:lnTo>
                  <a:lnTo>
                    <a:pt x="171450" y="1393283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A182E07-AB2B-0312-AFE1-0203774FADAE}"/>
                </a:ext>
              </a:extLst>
            </p:cNvPr>
            <p:cNvSpPr/>
            <p:nvPr/>
          </p:nvSpPr>
          <p:spPr>
            <a:xfrm>
              <a:off x="10615836" y="6179238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C6734B2-0A21-352C-8425-228C3C485AF8}"/>
                </a:ext>
              </a:extLst>
            </p:cNvPr>
            <p:cNvSpPr/>
            <p:nvPr/>
          </p:nvSpPr>
          <p:spPr>
            <a:xfrm>
              <a:off x="10047920" y="5988356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FF6D777-FCF2-A20D-20BD-385B5BC6A851}"/>
                </a:ext>
              </a:extLst>
            </p:cNvPr>
            <p:cNvSpPr/>
            <p:nvPr/>
          </p:nvSpPr>
          <p:spPr>
            <a:xfrm>
              <a:off x="8582700" y="6162970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CC1A58E-D412-B640-58B8-FAE196E2F360}"/>
                </a:ext>
              </a:extLst>
            </p:cNvPr>
            <p:cNvSpPr/>
            <p:nvPr/>
          </p:nvSpPr>
          <p:spPr>
            <a:xfrm>
              <a:off x="7926587" y="5998999"/>
              <a:ext cx="249006" cy="111936"/>
            </a:xfrm>
            <a:custGeom>
              <a:avLst/>
              <a:gdLst>
                <a:gd name="connsiteX0" fmla="*/ 0 w 179396"/>
                <a:gd name="connsiteY0" fmla="*/ 0 h 80644"/>
                <a:gd name="connsiteX1" fmla="*/ 179396 w 179396"/>
                <a:gd name="connsiteY1" fmla="*/ 0 h 80644"/>
                <a:gd name="connsiteX2" fmla="*/ 176822 w 179396"/>
                <a:gd name="connsiteY2" fmla="*/ 80644 h 80644"/>
                <a:gd name="connsiteX3" fmla="*/ 14618 w 179396"/>
                <a:gd name="connsiteY3" fmla="*/ 80218 h 80644"/>
                <a:gd name="connsiteX4" fmla="*/ 0 w 179396"/>
                <a:gd name="connsiteY4" fmla="*/ 0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96" h="80644">
                  <a:moveTo>
                    <a:pt x="0" y="0"/>
                  </a:moveTo>
                  <a:lnTo>
                    <a:pt x="179396" y="0"/>
                  </a:lnTo>
                  <a:lnTo>
                    <a:pt x="176822" y="80644"/>
                  </a:lnTo>
                  <a:lnTo>
                    <a:pt x="14618" y="802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1C16235-C7FD-4BE8-C0BC-23B7129EB600}"/>
                </a:ext>
              </a:extLst>
            </p:cNvPr>
            <p:cNvSpPr/>
            <p:nvPr/>
          </p:nvSpPr>
          <p:spPr>
            <a:xfrm>
              <a:off x="8275315" y="4267310"/>
              <a:ext cx="916024" cy="301193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54AC63FD-95DB-5499-9A39-4916B8519E94}"/>
                </a:ext>
              </a:extLst>
            </p:cNvPr>
            <p:cNvSpPr/>
            <p:nvPr/>
          </p:nvSpPr>
          <p:spPr>
            <a:xfrm>
              <a:off x="10108434" y="4141817"/>
              <a:ext cx="916024" cy="301193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852E3860-3102-12DD-B432-6F504F2ABB19}"/>
                </a:ext>
              </a:extLst>
            </p:cNvPr>
            <p:cNvSpPr/>
            <p:nvPr/>
          </p:nvSpPr>
          <p:spPr>
            <a:xfrm>
              <a:off x="10998392" y="3289394"/>
              <a:ext cx="576666" cy="664349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8F3D010-B10F-2624-2EFD-6E12A942AEF0}"/>
                </a:ext>
              </a:extLst>
            </p:cNvPr>
            <p:cNvSpPr/>
            <p:nvPr/>
          </p:nvSpPr>
          <p:spPr>
            <a:xfrm rot="1508920">
              <a:off x="6314100" y="3726729"/>
              <a:ext cx="203662" cy="233840"/>
            </a:xfrm>
            <a:custGeom>
              <a:avLst/>
              <a:gdLst>
                <a:gd name="connsiteX0" fmla="*/ 3695 w 121115"/>
                <a:gd name="connsiteY0" fmla="*/ 0 h 139061"/>
                <a:gd name="connsiteX1" fmla="*/ 13220 w 121115"/>
                <a:gd name="connsiteY1" fmla="*/ 133350 h 139061"/>
                <a:gd name="connsiteX2" fmla="*/ 111645 w 121115"/>
                <a:gd name="connsiteY2" fmla="*/ 114300 h 139061"/>
                <a:gd name="connsiteX3" fmla="*/ 111645 w 121115"/>
                <a:gd name="connsiteY3" fmla="*/ 111125 h 1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115" h="139061">
                  <a:moveTo>
                    <a:pt x="3695" y="0"/>
                  </a:moveTo>
                  <a:cubicBezTo>
                    <a:pt x="-539" y="57150"/>
                    <a:pt x="-4772" y="114300"/>
                    <a:pt x="13220" y="133350"/>
                  </a:cubicBezTo>
                  <a:cubicBezTo>
                    <a:pt x="31212" y="152400"/>
                    <a:pt x="95241" y="118004"/>
                    <a:pt x="111645" y="114300"/>
                  </a:cubicBezTo>
                  <a:cubicBezTo>
                    <a:pt x="128049" y="110596"/>
                    <a:pt x="119847" y="110860"/>
                    <a:pt x="111645" y="111125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5AF21E5-76A8-2BA8-99DD-C16E6D15499D}"/>
                </a:ext>
              </a:extLst>
            </p:cNvPr>
            <p:cNvSpPr/>
            <p:nvPr/>
          </p:nvSpPr>
          <p:spPr>
            <a:xfrm rot="1405774" flipH="1">
              <a:off x="6136274" y="3633445"/>
              <a:ext cx="203662" cy="233840"/>
            </a:xfrm>
            <a:custGeom>
              <a:avLst/>
              <a:gdLst>
                <a:gd name="connsiteX0" fmla="*/ 3695 w 121115"/>
                <a:gd name="connsiteY0" fmla="*/ 0 h 139061"/>
                <a:gd name="connsiteX1" fmla="*/ 13220 w 121115"/>
                <a:gd name="connsiteY1" fmla="*/ 133350 h 139061"/>
                <a:gd name="connsiteX2" fmla="*/ 111645 w 121115"/>
                <a:gd name="connsiteY2" fmla="*/ 114300 h 139061"/>
                <a:gd name="connsiteX3" fmla="*/ 111645 w 121115"/>
                <a:gd name="connsiteY3" fmla="*/ 111125 h 13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115" h="139061">
                  <a:moveTo>
                    <a:pt x="3695" y="0"/>
                  </a:moveTo>
                  <a:cubicBezTo>
                    <a:pt x="-539" y="57150"/>
                    <a:pt x="-4772" y="114300"/>
                    <a:pt x="13220" y="133350"/>
                  </a:cubicBezTo>
                  <a:cubicBezTo>
                    <a:pt x="31212" y="152400"/>
                    <a:pt x="95241" y="118004"/>
                    <a:pt x="111645" y="114300"/>
                  </a:cubicBezTo>
                  <a:cubicBezTo>
                    <a:pt x="128049" y="110596"/>
                    <a:pt x="119847" y="110860"/>
                    <a:pt x="111645" y="111125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22624141-AC0A-0840-BEB3-4E484991FA14}"/>
                </a:ext>
              </a:extLst>
            </p:cNvPr>
            <p:cNvGrpSpPr/>
            <p:nvPr/>
          </p:nvGrpSpPr>
          <p:grpSpPr>
            <a:xfrm>
              <a:off x="6759739" y="2781983"/>
              <a:ext cx="388064" cy="461319"/>
              <a:chOff x="5182044" y="3170837"/>
              <a:chExt cx="298691" cy="355075"/>
            </a:xfrm>
            <a:grpFill/>
          </p:grpSpPr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2E36D6C6-E2FB-4D9B-F6D4-71021A2607F0}"/>
                  </a:ext>
                </a:extLst>
              </p:cNvPr>
              <p:cNvSpPr/>
              <p:nvPr/>
            </p:nvSpPr>
            <p:spPr>
              <a:xfrm rot="1316444">
                <a:off x="5182044" y="3170837"/>
                <a:ext cx="298691" cy="355075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7649D44C-85EA-24A5-BADE-BA33A348958F}"/>
                  </a:ext>
                </a:extLst>
              </p:cNvPr>
              <p:cNvSpPr/>
              <p:nvPr/>
            </p:nvSpPr>
            <p:spPr>
              <a:xfrm rot="1316444">
                <a:off x="5197838" y="3283481"/>
                <a:ext cx="174928" cy="20794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2B32DEDB-B2FC-AB53-851E-5FA10FCA2C9E}"/>
                  </a:ext>
                </a:extLst>
              </p:cNvPr>
              <p:cNvSpPr/>
              <p:nvPr/>
            </p:nvSpPr>
            <p:spPr>
              <a:xfrm rot="1316444">
                <a:off x="5209109" y="3361416"/>
                <a:ext cx="90715" cy="10783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DF1AF9E-C54E-C455-4384-8E3B6FDA7BF6}"/>
                  </a:ext>
                </a:extLst>
              </p:cNvPr>
              <p:cNvSpPr/>
              <p:nvPr/>
            </p:nvSpPr>
            <p:spPr>
              <a:xfrm rot="1316444" flipH="1" flipV="1">
                <a:off x="5257944" y="3288423"/>
                <a:ext cx="45719" cy="5434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9450098A-F565-8B49-9113-089ED09E1533}"/>
                </a:ext>
              </a:extLst>
            </p:cNvPr>
            <p:cNvGrpSpPr/>
            <p:nvPr/>
          </p:nvGrpSpPr>
          <p:grpSpPr>
            <a:xfrm>
              <a:off x="6193944" y="2549563"/>
              <a:ext cx="388064" cy="461319"/>
              <a:chOff x="5182044" y="3170837"/>
              <a:chExt cx="298691" cy="355075"/>
            </a:xfrm>
            <a:grpFill/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F62A58E9-727F-4A13-C676-6DBE2F7D61BF}"/>
                  </a:ext>
                </a:extLst>
              </p:cNvPr>
              <p:cNvSpPr/>
              <p:nvPr/>
            </p:nvSpPr>
            <p:spPr>
              <a:xfrm rot="1316444">
                <a:off x="5182044" y="3170837"/>
                <a:ext cx="298691" cy="355075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68C5208A-203B-BBFB-F952-F6B141AB3BB5}"/>
                  </a:ext>
                </a:extLst>
              </p:cNvPr>
              <p:cNvSpPr/>
              <p:nvPr/>
            </p:nvSpPr>
            <p:spPr>
              <a:xfrm rot="1316444">
                <a:off x="5197838" y="3283481"/>
                <a:ext cx="174928" cy="20794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9B68CA6C-2D11-DDAD-A69D-87A2AAD345C7}"/>
                  </a:ext>
                </a:extLst>
              </p:cNvPr>
              <p:cNvSpPr/>
              <p:nvPr/>
            </p:nvSpPr>
            <p:spPr>
              <a:xfrm rot="1316444">
                <a:off x="5209109" y="3361416"/>
                <a:ext cx="90715" cy="10783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21A00742-E647-C9B9-364F-67FC750ED88A}"/>
                  </a:ext>
                </a:extLst>
              </p:cNvPr>
              <p:cNvSpPr/>
              <p:nvPr/>
            </p:nvSpPr>
            <p:spPr>
              <a:xfrm rot="1316444" flipH="1" flipV="1">
                <a:off x="5257944" y="3288423"/>
                <a:ext cx="45719" cy="54349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9" name="Oval 76">
              <a:extLst>
                <a:ext uri="{FF2B5EF4-FFF2-40B4-BE49-F238E27FC236}">
                  <a16:creationId xmlns:a16="http://schemas.microsoft.com/office/drawing/2014/main" id="{4A2EBBD8-FE76-B6BB-C69E-F8C516983A5E}"/>
                </a:ext>
              </a:extLst>
            </p:cNvPr>
            <p:cNvSpPr/>
            <p:nvPr/>
          </p:nvSpPr>
          <p:spPr>
            <a:xfrm rot="1834178">
              <a:off x="6264296" y="3527333"/>
              <a:ext cx="318799" cy="213174"/>
            </a:xfrm>
            <a:custGeom>
              <a:avLst/>
              <a:gdLst>
                <a:gd name="connsiteX0" fmla="*/ 0 w 229677"/>
                <a:gd name="connsiteY0" fmla="*/ 136517 h 273033"/>
                <a:gd name="connsiteX1" fmla="*/ 114839 w 229677"/>
                <a:gd name="connsiteY1" fmla="*/ 0 h 273033"/>
                <a:gd name="connsiteX2" fmla="*/ 229678 w 229677"/>
                <a:gd name="connsiteY2" fmla="*/ 136517 h 273033"/>
                <a:gd name="connsiteX3" fmla="*/ 114839 w 229677"/>
                <a:gd name="connsiteY3" fmla="*/ 273034 h 273033"/>
                <a:gd name="connsiteX4" fmla="*/ 0 w 229677"/>
                <a:gd name="connsiteY4" fmla="*/ 136517 h 273033"/>
                <a:gd name="connsiteX0" fmla="*/ 0 w 229678"/>
                <a:gd name="connsiteY0" fmla="*/ 136517 h 153581"/>
                <a:gd name="connsiteX1" fmla="*/ 114839 w 229678"/>
                <a:gd name="connsiteY1" fmla="*/ 0 h 153581"/>
                <a:gd name="connsiteX2" fmla="*/ 229678 w 229678"/>
                <a:gd name="connsiteY2" fmla="*/ 136517 h 153581"/>
                <a:gd name="connsiteX3" fmla="*/ 0 w 229678"/>
                <a:gd name="connsiteY3" fmla="*/ 136517 h 153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78" h="153581">
                  <a:moveTo>
                    <a:pt x="0" y="136517"/>
                  </a:moveTo>
                  <a:cubicBezTo>
                    <a:pt x="0" y="61121"/>
                    <a:pt x="51415" y="0"/>
                    <a:pt x="114839" y="0"/>
                  </a:cubicBezTo>
                  <a:cubicBezTo>
                    <a:pt x="178263" y="0"/>
                    <a:pt x="229678" y="61121"/>
                    <a:pt x="229678" y="136517"/>
                  </a:cubicBezTo>
                  <a:cubicBezTo>
                    <a:pt x="210538" y="159270"/>
                    <a:pt x="19140" y="159270"/>
                    <a:pt x="0" y="13651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52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620326-836D-06BF-99A3-EF38AFAFFA68}"/>
              </a:ext>
            </a:extLst>
          </p:cNvPr>
          <p:cNvGrpSpPr/>
          <p:nvPr/>
        </p:nvGrpSpPr>
        <p:grpSpPr>
          <a:xfrm>
            <a:off x="6741995" y="1679747"/>
            <a:ext cx="4961044" cy="5047870"/>
            <a:chOff x="2962275" y="353565"/>
            <a:chExt cx="5915677" cy="6019210"/>
          </a:xfrm>
        </p:grpSpPr>
        <p:sp>
          <p:nvSpPr>
            <p:cNvPr id="3" name="Rectangle 17">
              <a:extLst>
                <a:ext uri="{FF2B5EF4-FFF2-40B4-BE49-F238E27FC236}">
                  <a16:creationId xmlns:a16="http://schemas.microsoft.com/office/drawing/2014/main" id="{E380B3C7-74BD-1249-B877-EB7538965571}"/>
                </a:ext>
              </a:extLst>
            </p:cNvPr>
            <p:cNvSpPr/>
            <p:nvPr/>
          </p:nvSpPr>
          <p:spPr>
            <a:xfrm>
              <a:off x="4400282" y="4330700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DEF718B-748C-8BEE-DB44-C7AEA1BD835F}"/>
                </a:ext>
              </a:extLst>
            </p:cNvPr>
            <p:cNvSpPr/>
            <p:nvPr/>
          </p:nvSpPr>
          <p:spPr>
            <a:xfrm>
              <a:off x="4400282" y="6078013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17">
              <a:extLst>
                <a:ext uri="{FF2B5EF4-FFF2-40B4-BE49-F238E27FC236}">
                  <a16:creationId xmlns:a16="http://schemas.microsoft.com/office/drawing/2014/main" id="{1BA20610-7120-BEF0-B57E-135E67EA1B57}"/>
                </a:ext>
              </a:extLst>
            </p:cNvPr>
            <p:cNvSpPr/>
            <p:nvPr/>
          </p:nvSpPr>
          <p:spPr>
            <a:xfrm>
              <a:off x="5301989" y="4264595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5909CB1-207B-0EFC-7AB5-E9E9E3234FA4}"/>
                </a:ext>
              </a:extLst>
            </p:cNvPr>
            <p:cNvSpPr/>
            <p:nvPr/>
          </p:nvSpPr>
          <p:spPr>
            <a:xfrm>
              <a:off x="5301989" y="6011908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37C62A66-83CE-4535-3EBC-E148A3D01D6D}"/>
                </a:ext>
              </a:extLst>
            </p:cNvPr>
            <p:cNvSpPr/>
            <p:nvPr/>
          </p:nvSpPr>
          <p:spPr>
            <a:xfrm>
              <a:off x="7624274" y="4188559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FC24134-E13F-757C-6108-CC1F1C9E40EF}"/>
                </a:ext>
              </a:extLst>
            </p:cNvPr>
            <p:cNvSpPr/>
            <p:nvPr/>
          </p:nvSpPr>
          <p:spPr>
            <a:xfrm>
              <a:off x="7624274" y="5935872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877C9BD9-B8E6-5AD9-1B63-522FEDBC0B52}"/>
                </a:ext>
              </a:extLst>
            </p:cNvPr>
            <p:cNvSpPr/>
            <p:nvPr/>
          </p:nvSpPr>
          <p:spPr>
            <a:xfrm>
              <a:off x="6767145" y="4066357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AFE43FA-823E-D142-4416-669686BFA93C}"/>
                </a:ext>
              </a:extLst>
            </p:cNvPr>
            <p:cNvSpPr/>
            <p:nvPr/>
          </p:nvSpPr>
          <p:spPr>
            <a:xfrm>
              <a:off x="6767145" y="5813670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FFD5FBCB-B24B-9C3C-CF2B-80D56FAB4DBB}"/>
                </a:ext>
              </a:extLst>
            </p:cNvPr>
            <p:cNvSpPr/>
            <p:nvPr/>
          </p:nvSpPr>
          <p:spPr>
            <a:xfrm>
              <a:off x="2962275" y="1866901"/>
              <a:ext cx="1323975" cy="750654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81A1B64D-806C-1C10-8B95-8B871A0781C4}"/>
                </a:ext>
              </a:extLst>
            </p:cNvPr>
            <p:cNvSpPr/>
            <p:nvPr/>
          </p:nvSpPr>
          <p:spPr>
            <a:xfrm>
              <a:off x="3027362" y="353565"/>
              <a:ext cx="1628775" cy="1514132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920875"/>
                <a:gd name="connsiteY0" fmla="*/ 0 h 1236214"/>
                <a:gd name="connsiteX1" fmla="*/ 1920875 w 1920875"/>
                <a:gd name="connsiteY1" fmla="*/ 742950 h 1236214"/>
                <a:gd name="connsiteX2" fmla="*/ 1825625 w 1920875"/>
                <a:gd name="connsiteY2" fmla="*/ 981075 h 1236214"/>
                <a:gd name="connsiteX3" fmla="*/ 0 w 1920875"/>
                <a:gd name="connsiteY3" fmla="*/ 0 h 1236214"/>
                <a:gd name="connsiteX0" fmla="*/ 0 w 1920875"/>
                <a:gd name="connsiteY0" fmla="*/ 0 h 1552010"/>
                <a:gd name="connsiteX1" fmla="*/ 1920875 w 1920875"/>
                <a:gd name="connsiteY1" fmla="*/ 742950 h 1552010"/>
                <a:gd name="connsiteX2" fmla="*/ 1330325 w 1920875"/>
                <a:gd name="connsiteY2" fmla="*/ 1336675 h 1552010"/>
                <a:gd name="connsiteX3" fmla="*/ 0 w 1920875"/>
                <a:gd name="connsiteY3" fmla="*/ 0 h 1552010"/>
                <a:gd name="connsiteX0" fmla="*/ 0 w 1692275"/>
                <a:gd name="connsiteY0" fmla="*/ 0 h 1552010"/>
                <a:gd name="connsiteX1" fmla="*/ 1692275 w 1692275"/>
                <a:gd name="connsiteY1" fmla="*/ 933450 h 1552010"/>
                <a:gd name="connsiteX2" fmla="*/ 1330325 w 1692275"/>
                <a:gd name="connsiteY2" fmla="*/ 1336675 h 1552010"/>
                <a:gd name="connsiteX3" fmla="*/ 0 w 1692275"/>
                <a:gd name="connsiteY3" fmla="*/ 0 h 1552010"/>
                <a:gd name="connsiteX0" fmla="*/ 0 w 1692275"/>
                <a:gd name="connsiteY0" fmla="*/ 64117 h 1616127"/>
                <a:gd name="connsiteX1" fmla="*/ 1692275 w 1692275"/>
                <a:gd name="connsiteY1" fmla="*/ 997567 h 1616127"/>
                <a:gd name="connsiteX2" fmla="*/ 1330325 w 1692275"/>
                <a:gd name="connsiteY2" fmla="*/ 1400792 h 1616127"/>
                <a:gd name="connsiteX3" fmla="*/ 0 w 1692275"/>
                <a:gd name="connsiteY3" fmla="*/ 64117 h 1616127"/>
                <a:gd name="connsiteX0" fmla="*/ 0 w 1692275"/>
                <a:gd name="connsiteY0" fmla="*/ 55225 h 1607235"/>
                <a:gd name="connsiteX1" fmla="*/ 1692275 w 1692275"/>
                <a:gd name="connsiteY1" fmla="*/ 988675 h 1607235"/>
                <a:gd name="connsiteX2" fmla="*/ 1330325 w 1692275"/>
                <a:gd name="connsiteY2" fmla="*/ 1391900 h 1607235"/>
                <a:gd name="connsiteX3" fmla="*/ 0 w 1692275"/>
                <a:gd name="connsiteY3" fmla="*/ 55225 h 1607235"/>
                <a:gd name="connsiteX0" fmla="*/ 0 w 1692275"/>
                <a:gd name="connsiteY0" fmla="*/ 67876 h 1619886"/>
                <a:gd name="connsiteX1" fmla="*/ 1692275 w 1692275"/>
                <a:gd name="connsiteY1" fmla="*/ 1001326 h 1619886"/>
                <a:gd name="connsiteX2" fmla="*/ 1330325 w 1692275"/>
                <a:gd name="connsiteY2" fmla="*/ 1404551 h 1619886"/>
                <a:gd name="connsiteX3" fmla="*/ 0 w 1692275"/>
                <a:gd name="connsiteY3" fmla="*/ 67876 h 1619886"/>
                <a:gd name="connsiteX0" fmla="*/ 0 w 1628775"/>
                <a:gd name="connsiteY0" fmla="*/ 71322 h 1623332"/>
                <a:gd name="connsiteX1" fmla="*/ 1628775 w 1628775"/>
                <a:gd name="connsiteY1" fmla="*/ 903172 h 1623332"/>
                <a:gd name="connsiteX2" fmla="*/ 1330325 w 1628775"/>
                <a:gd name="connsiteY2" fmla="*/ 1407997 h 1623332"/>
                <a:gd name="connsiteX3" fmla="*/ 0 w 1628775"/>
                <a:gd name="connsiteY3" fmla="*/ 71322 h 1623332"/>
                <a:gd name="connsiteX0" fmla="*/ 0 w 1628775"/>
                <a:gd name="connsiteY0" fmla="*/ 70464 h 1622474"/>
                <a:gd name="connsiteX1" fmla="*/ 1628775 w 1628775"/>
                <a:gd name="connsiteY1" fmla="*/ 902314 h 1622474"/>
                <a:gd name="connsiteX2" fmla="*/ 1330325 w 1628775"/>
                <a:gd name="connsiteY2" fmla="*/ 1407139 h 1622474"/>
                <a:gd name="connsiteX3" fmla="*/ 0 w 1628775"/>
                <a:gd name="connsiteY3" fmla="*/ 70464 h 1622474"/>
                <a:gd name="connsiteX0" fmla="*/ 0 w 1628775"/>
                <a:gd name="connsiteY0" fmla="*/ 48215 h 1600225"/>
                <a:gd name="connsiteX1" fmla="*/ 1628775 w 1628775"/>
                <a:gd name="connsiteY1" fmla="*/ 880065 h 1600225"/>
                <a:gd name="connsiteX2" fmla="*/ 1330325 w 1628775"/>
                <a:gd name="connsiteY2" fmla="*/ 1384890 h 1600225"/>
                <a:gd name="connsiteX3" fmla="*/ 0 w 1628775"/>
                <a:gd name="connsiteY3" fmla="*/ 48215 h 1600225"/>
                <a:gd name="connsiteX0" fmla="*/ 0 w 1628775"/>
                <a:gd name="connsiteY0" fmla="*/ 19731 h 1571741"/>
                <a:gd name="connsiteX1" fmla="*/ 1628775 w 1628775"/>
                <a:gd name="connsiteY1" fmla="*/ 851581 h 1571741"/>
                <a:gd name="connsiteX2" fmla="*/ 1330325 w 1628775"/>
                <a:gd name="connsiteY2" fmla="*/ 1356406 h 1571741"/>
                <a:gd name="connsiteX3" fmla="*/ 0 w 1628775"/>
                <a:gd name="connsiteY3" fmla="*/ 19731 h 1571741"/>
                <a:gd name="connsiteX0" fmla="*/ 0 w 1628775"/>
                <a:gd name="connsiteY0" fmla="*/ 19731 h 1558020"/>
                <a:gd name="connsiteX1" fmla="*/ 1628775 w 1628775"/>
                <a:gd name="connsiteY1" fmla="*/ 851581 h 1558020"/>
                <a:gd name="connsiteX2" fmla="*/ 1330325 w 1628775"/>
                <a:gd name="connsiteY2" fmla="*/ 1356406 h 1558020"/>
                <a:gd name="connsiteX3" fmla="*/ 0 w 1628775"/>
                <a:gd name="connsiteY3" fmla="*/ 19731 h 1558020"/>
                <a:gd name="connsiteX0" fmla="*/ 0 w 1628775"/>
                <a:gd name="connsiteY0" fmla="*/ 19731 h 1526407"/>
                <a:gd name="connsiteX1" fmla="*/ 1628775 w 1628775"/>
                <a:gd name="connsiteY1" fmla="*/ 851581 h 1526407"/>
                <a:gd name="connsiteX2" fmla="*/ 1330325 w 1628775"/>
                <a:gd name="connsiteY2" fmla="*/ 1356406 h 1526407"/>
                <a:gd name="connsiteX3" fmla="*/ 0 w 1628775"/>
                <a:gd name="connsiteY3" fmla="*/ 19731 h 1526407"/>
                <a:gd name="connsiteX0" fmla="*/ 0 w 1628775"/>
                <a:gd name="connsiteY0" fmla="*/ 19731 h 1509237"/>
                <a:gd name="connsiteX1" fmla="*/ 1628775 w 1628775"/>
                <a:gd name="connsiteY1" fmla="*/ 851581 h 1509237"/>
                <a:gd name="connsiteX2" fmla="*/ 1330325 w 1628775"/>
                <a:gd name="connsiteY2" fmla="*/ 1356406 h 1509237"/>
                <a:gd name="connsiteX3" fmla="*/ 0 w 1628775"/>
                <a:gd name="connsiteY3" fmla="*/ 19731 h 1509237"/>
                <a:gd name="connsiteX0" fmla="*/ 0 w 1628775"/>
                <a:gd name="connsiteY0" fmla="*/ 19731 h 1526055"/>
                <a:gd name="connsiteX1" fmla="*/ 1628775 w 1628775"/>
                <a:gd name="connsiteY1" fmla="*/ 851581 h 1526055"/>
                <a:gd name="connsiteX2" fmla="*/ 1330325 w 1628775"/>
                <a:gd name="connsiteY2" fmla="*/ 1356406 h 1526055"/>
                <a:gd name="connsiteX3" fmla="*/ 0 w 1628775"/>
                <a:gd name="connsiteY3" fmla="*/ 19731 h 1526055"/>
                <a:gd name="connsiteX0" fmla="*/ 0 w 1628775"/>
                <a:gd name="connsiteY0" fmla="*/ 19731 h 1561949"/>
                <a:gd name="connsiteX1" fmla="*/ 1628775 w 1628775"/>
                <a:gd name="connsiteY1" fmla="*/ 851581 h 1561949"/>
                <a:gd name="connsiteX2" fmla="*/ 1330325 w 1628775"/>
                <a:gd name="connsiteY2" fmla="*/ 1356406 h 1561949"/>
                <a:gd name="connsiteX3" fmla="*/ 0 w 1628775"/>
                <a:gd name="connsiteY3" fmla="*/ 19731 h 1561949"/>
                <a:gd name="connsiteX0" fmla="*/ 0 w 1628775"/>
                <a:gd name="connsiteY0" fmla="*/ 19731 h 1501781"/>
                <a:gd name="connsiteX1" fmla="*/ 1628775 w 1628775"/>
                <a:gd name="connsiteY1" fmla="*/ 851581 h 1501781"/>
                <a:gd name="connsiteX2" fmla="*/ 1330325 w 1628775"/>
                <a:gd name="connsiteY2" fmla="*/ 1356406 h 1501781"/>
                <a:gd name="connsiteX3" fmla="*/ 0 w 1628775"/>
                <a:gd name="connsiteY3" fmla="*/ 19731 h 1501781"/>
                <a:gd name="connsiteX0" fmla="*/ 0 w 1628775"/>
                <a:gd name="connsiteY0" fmla="*/ 19731 h 1560496"/>
                <a:gd name="connsiteX1" fmla="*/ 1628775 w 1628775"/>
                <a:gd name="connsiteY1" fmla="*/ 851581 h 1560496"/>
                <a:gd name="connsiteX2" fmla="*/ 1317625 w 1628775"/>
                <a:gd name="connsiteY2" fmla="*/ 1419906 h 1560496"/>
                <a:gd name="connsiteX3" fmla="*/ 0 w 1628775"/>
                <a:gd name="connsiteY3" fmla="*/ 19731 h 1560496"/>
                <a:gd name="connsiteX0" fmla="*/ 0 w 1628775"/>
                <a:gd name="connsiteY0" fmla="*/ 19731 h 1514132"/>
                <a:gd name="connsiteX1" fmla="*/ 1628775 w 1628775"/>
                <a:gd name="connsiteY1" fmla="*/ 851581 h 1514132"/>
                <a:gd name="connsiteX2" fmla="*/ 1317625 w 1628775"/>
                <a:gd name="connsiteY2" fmla="*/ 1419906 h 1514132"/>
                <a:gd name="connsiteX3" fmla="*/ 0 w 1628775"/>
                <a:gd name="connsiteY3" fmla="*/ 19731 h 151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514132">
                  <a:moveTo>
                    <a:pt x="0" y="19731"/>
                  </a:moveTo>
                  <a:cubicBezTo>
                    <a:pt x="876300" y="-189819"/>
                    <a:pt x="441325" y="1350056"/>
                    <a:pt x="1628775" y="851581"/>
                  </a:cubicBezTo>
                  <a:lnTo>
                    <a:pt x="1317625" y="1419906"/>
                  </a:lnTo>
                  <a:cubicBezTo>
                    <a:pt x="-209550" y="1873931"/>
                    <a:pt x="412750" y="569006"/>
                    <a:pt x="0" y="19731"/>
                  </a:cubicBezTo>
                  <a:close/>
                </a:path>
              </a:pathLst>
            </a:custGeom>
            <a:solidFill>
              <a:srgbClr val="B8957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16FBCB3C-E3FD-BA17-B592-F9CCA3F4864D}"/>
                </a:ext>
              </a:extLst>
            </p:cNvPr>
            <p:cNvSpPr/>
            <p:nvPr/>
          </p:nvSpPr>
          <p:spPr>
            <a:xfrm>
              <a:off x="3825821" y="1389929"/>
              <a:ext cx="5052131" cy="4092376"/>
            </a:xfrm>
            <a:custGeom>
              <a:avLst/>
              <a:gdLst>
                <a:gd name="connsiteX0" fmla="*/ 0 w 3947495"/>
                <a:gd name="connsiteY0" fmla="*/ 0 h 3492499"/>
                <a:gd name="connsiteX1" fmla="*/ 3947495 w 3947495"/>
                <a:gd name="connsiteY1" fmla="*/ 0 h 3492499"/>
                <a:gd name="connsiteX2" fmla="*/ 3947495 w 3947495"/>
                <a:gd name="connsiteY2" fmla="*/ 3492499 h 3492499"/>
                <a:gd name="connsiteX3" fmla="*/ 0 w 3947495"/>
                <a:gd name="connsiteY3" fmla="*/ 3492499 h 3492499"/>
                <a:gd name="connsiteX4" fmla="*/ 0 w 3947495"/>
                <a:gd name="connsiteY4" fmla="*/ 0 h 3492499"/>
                <a:gd name="connsiteX0" fmla="*/ 0 w 4468195"/>
                <a:gd name="connsiteY0" fmla="*/ 0 h 3492499"/>
                <a:gd name="connsiteX1" fmla="*/ 4468195 w 4468195"/>
                <a:gd name="connsiteY1" fmla="*/ 2882900 h 3492499"/>
                <a:gd name="connsiteX2" fmla="*/ 3947495 w 4468195"/>
                <a:gd name="connsiteY2" fmla="*/ 3492499 h 3492499"/>
                <a:gd name="connsiteX3" fmla="*/ 0 w 4468195"/>
                <a:gd name="connsiteY3" fmla="*/ 3492499 h 3492499"/>
                <a:gd name="connsiteX4" fmla="*/ 0 w 4468195"/>
                <a:gd name="connsiteY4" fmla="*/ 0 h 3492499"/>
                <a:gd name="connsiteX0" fmla="*/ 0 w 4468195"/>
                <a:gd name="connsiteY0" fmla="*/ 501941 h 3994440"/>
                <a:gd name="connsiteX1" fmla="*/ 4468195 w 4468195"/>
                <a:gd name="connsiteY1" fmla="*/ 3384841 h 3994440"/>
                <a:gd name="connsiteX2" fmla="*/ 3947495 w 4468195"/>
                <a:gd name="connsiteY2" fmla="*/ 3994440 h 3994440"/>
                <a:gd name="connsiteX3" fmla="*/ 0 w 4468195"/>
                <a:gd name="connsiteY3" fmla="*/ 3994440 h 3994440"/>
                <a:gd name="connsiteX4" fmla="*/ 0 w 4468195"/>
                <a:gd name="connsiteY4" fmla="*/ 501941 h 3994440"/>
                <a:gd name="connsiteX0" fmla="*/ 0 w 4532347"/>
                <a:gd name="connsiteY0" fmla="*/ 476976 h 3969475"/>
                <a:gd name="connsiteX1" fmla="*/ 4468195 w 4532347"/>
                <a:gd name="connsiteY1" fmla="*/ 3359876 h 3969475"/>
                <a:gd name="connsiteX2" fmla="*/ 3947495 w 4532347"/>
                <a:gd name="connsiteY2" fmla="*/ 3969475 h 3969475"/>
                <a:gd name="connsiteX3" fmla="*/ 0 w 4532347"/>
                <a:gd name="connsiteY3" fmla="*/ 3969475 h 3969475"/>
                <a:gd name="connsiteX4" fmla="*/ 0 w 4532347"/>
                <a:gd name="connsiteY4" fmla="*/ 476976 h 3969475"/>
                <a:gd name="connsiteX0" fmla="*/ 419100 w 4951447"/>
                <a:gd name="connsiteY0" fmla="*/ 476976 h 3969475"/>
                <a:gd name="connsiteX1" fmla="*/ 4887295 w 4951447"/>
                <a:gd name="connsiteY1" fmla="*/ 3359876 h 3969475"/>
                <a:gd name="connsiteX2" fmla="*/ 4366595 w 4951447"/>
                <a:gd name="connsiteY2" fmla="*/ 3969475 h 3969475"/>
                <a:gd name="connsiteX3" fmla="*/ 0 w 4951447"/>
                <a:gd name="connsiteY3" fmla="*/ 3474175 h 3969475"/>
                <a:gd name="connsiteX4" fmla="*/ 419100 w 4951447"/>
                <a:gd name="connsiteY4" fmla="*/ 476976 h 3969475"/>
                <a:gd name="connsiteX0" fmla="*/ 501094 w 5033441"/>
                <a:gd name="connsiteY0" fmla="*/ 476976 h 3969475"/>
                <a:gd name="connsiteX1" fmla="*/ 4969289 w 5033441"/>
                <a:gd name="connsiteY1" fmla="*/ 3359876 h 3969475"/>
                <a:gd name="connsiteX2" fmla="*/ 4448589 w 5033441"/>
                <a:gd name="connsiteY2" fmla="*/ 3969475 h 3969475"/>
                <a:gd name="connsiteX3" fmla="*/ 81994 w 5033441"/>
                <a:gd name="connsiteY3" fmla="*/ 3474175 h 3969475"/>
                <a:gd name="connsiteX4" fmla="*/ 501094 w 5033441"/>
                <a:gd name="connsiteY4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100684 w 5052131"/>
                <a:gd name="connsiteY3" fmla="*/ 3474175 h 3969475"/>
                <a:gd name="connsiteX4" fmla="*/ 519784 w 5052131"/>
                <a:gd name="connsiteY4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314379 w 5052131"/>
                <a:gd name="connsiteY3" fmla="*/ 2826475 h 3969475"/>
                <a:gd name="connsiteX4" fmla="*/ 100684 w 5052131"/>
                <a:gd name="connsiteY4" fmla="*/ 3474175 h 3969475"/>
                <a:gd name="connsiteX5" fmla="*/ 519784 w 5052131"/>
                <a:gd name="connsiteY5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619179 w 5052131"/>
                <a:gd name="connsiteY3" fmla="*/ 3359875 h 3969475"/>
                <a:gd name="connsiteX4" fmla="*/ 314379 w 5052131"/>
                <a:gd name="connsiteY4" fmla="*/ 2826475 h 3969475"/>
                <a:gd name="connsiteX5" fmla="*/ 100684 w 5052131"/>
                <a:gd name="connsiteY5" fmla="*/ 3474175 h 3969475"/>
                <a:gd name="connsiteX6" fmla="*/ 519784 w 5052131"/>
                <a:gd name="connsiteY6" fmla="*/ 476976 h 3969475"/>
                <a:gd name="connsiteX0" fmla="*/ 519784 w 5052131"/>
                <a:gd name="connsiteY0" fmla="*/ 476976 h 3969799"/>
                <a:gd name="connsiteX1" fmla="*/ 4987979 w 5052131"/>
                <a:gd name="connsiteY1" fmla="*/ 3359876 h 3969799"/>
                <a:gd name="connsiteX2" fmla="*/ 4467279 w 5052131"/>
                <a:gd name="connsiteY2" fmla="*/ 3969475 h 3969799"/>
                <a:gd name="connsiteX3" fmla="*/ 1063679 w 5052131"/>
                <a:gd name="connsiteY3" fmla="*/ 3232875 h 3969799"/>
                <a:gd name="connsiteX4" fmla="*/ 619179 w 5052131"/>
                <a:gd name="connsiteY4" fmla="*/ 3359875 h 3969799"/>
                <a:gd name="connsiteX5" fmla="*/ 314379 w 5052131"/>
                <a:gd name="connsiteY5" fmla="*/ 2826475 h 3969799"/>
                <a:gd name="connsiteX6" fmla="*/ 100684 w 5052131"/>
                <a:gd name="connsiteY6" fmla="*/ 3474175 h 3969799"/>
                <a:gd name="connsiteX7" fmla="*/ 519784 w 5052131"/>
                <a:gd name="connsiteY7" fmla="*/ 476976 h 3969799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1419279 w 5052131"/>
                <a:gd name="connsiteY3" fmla="*/ 3448775 h 3969475"/>
                <a:gd name="connsiteX4" fmla="*/ 1063679 w 5052131"/>
                <a:gd name="connsiteY4" fmla="*/ 3232875 h 3969475"/>
                <a:gd name="connsiteX5" fmla="*/ 619179 w 5052131"/>
                <a:gd name="connsiteY5" fmla="*/ 3359875 h 3969475"/>
                <a:gd name="connsiteX6" fmla="*/ 314379 w 5052131"/>
                <a:gd name="connsiteY6" fmla="*/ 2826475 h 3969475"/>
                <a:gd name="connsiteX7" fmla="*/ 100684 w 5052131"/>
                <a:gd name="connsiteY7" fmla="*/ 3474175 h 3969475"/>
                <a:gd name="connsiteX8" fmla="*/ 519784 w 5052131"/>
                <a:gd name="connsiteY8" fmla="*/ 476976 h 3969475"/>
                <a:gd name="connsiteX0" fmla="*/ 519784 w 5052131"/>
                <a:gd name="connsiteY0" fmla="*/ 476976 h 3973374"/>
                <a:gd name="connsiteX1" fmla="*/ 4987979 w 5052131"/>
                <a:gd name="connsiteY1" fmla="*/ 3359876 h 3973374"/>
                <a:gd name="connsiteX2" fmla="*/ 4467279 w 5052131"/>
                <a:gd name="connsiteY2" fmla="*/ 3969475 h 3973374"/>
                <a:gd name="connsiteX3" fmla="*/ 1685979 w 5052131"/>
                <a:gd name="connsiteY3" fmla="*/ 3804375 h 3973374"/>
                <a:gd name="connsiteX4" fmla="*/ 1419279 w 5052131"/>
                <a:gd name="connsiteY4" fmla="*/ 3448775 h 3973374"/>
                <a:gd name="connsiteX5" fmla="*/ 1063679 w 5052131"/>
                <a:gd name="connsiteY5" fmla="*/ 3232875 h 3973374"/>
                <a:gd name="connsiteX6" fmla="*/ 619179 w 5052131"/>
                <a:gd name="connsiteY6" fmla="*/ 3359875 h 3973374"/>
                <a:gd name="connsiteX7" fmla="*/ 314379 w 5052131"/>
                <a:gd name="connsiteY7" fmla="*/ 2826475 h 3973374"/>
                <a:gd name="connsiteX8" fmla="*/ 100684 w 5052131"/>
                <a:gd name="connsiteY8" fmla="*/ 3474175 h 3973374"/>
                <a:gd name="connsiteX9" fmla="*/ 519784 w 5052131"/>
                <a:gd name="connsiteY9" fmla="*/ 476976 h 3973374"/>
                <a:gd name="connsiteX0" fmla="*/ 519784 w 5052131"/>
                <a:gd name="connsiteY0" fmla="*/ 476976 h 3974749"/>
                <a:gd name="connsiteX1" fmla="*/ 4987979 w 5052131"/>
                <a:gd name="connsiteY1" fmla="*/ 3359876 h 3974749"/>
                <a:gd name="connsiteX2" fmla="*/ 4467279 w 5052131"/>
                <a:gd name="connsiteY2" fmla="*/ 3969475 h 3974749"/>
                <a:gd name="connsiteX3" fmla="*/ 2143179 w 5052131"/>
                <a:gd name="connsiteY3" fmla="*/ 3156674 h 3974749"/>
                <a:gd name="connsiteX4" fmla="*/ 1685979 w 5052131"/>
                <a:gd name="connsiteY4" fmla="*/ 3804375 h 3974749"/>
                <a:gd name="connsiteX5" fmla="*/ 1419279 w 5052131"/>
                <a:gd name="connsiteY5" fmla="*/ 3448775 h 3974749"/>
                <a:gd name="connsiteX6" fmla="*/ 1063679 w 5052131"/>
                <a:gd name="connsiteY6" fmla="*/ 3232875 h 3974749"/>
                <a:gd name="connsiteX7" fmla="*/ 619179 w 5052131"/>
                <a:gd name="connsiteY7" fmla="*/ 3359875 h 3974749"/>
                <a:gd name="connsiteX8" fmla="*/ 314379 w 5052131"/>
                <a:gd name="connsiteY8" fmla="*/ 2826475 h 3974749"/>
                <a:gd name="connsiteX9" fmla="*/ 100684 w 5052131"/>
                <a:gd name="connsiteY9" fmla="*/ 3474175 h 3974749"/>
                <a:gd name="connsiteX10" fmla="*/ 519784 w 5052131"/>
                <a:gd name="connsiteY10" fmla="*/ 476976 h 3974749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2409879 w 5052131"/>
                <a:gd name="connsiteY3" fmla="*/ 3766274 h 3969475"/>
                <a:gd name="connsiteX4" fmla="*/ 2143179 w 5052131"/>
                <a:gd name="connsiteY4" fmla="*/ 3156674 h 3969475"/>
                <a:gd name="connsiteX5" fmla="*/ 1685979 w 5052131"/>
                <a:gd name="connsiteY5" fmla="*/ 3804375 h 3969475"/>
                <a:gd name="connsiteX6" fmla="*/ 1419279 w 5052131"/>
                <a:gd name="connsiteY6" fmla="*/ 3448775 h 3969475"/>
                <a:gd name="connsiteX7" fmla="*/ 1063679 w 5052131"/>
                <a:gd name="connsiteY7" fmla="*/ 3232875 h 3969475"/>
                <a:gd name="connsiteX8" fmla="*/ 619179 w 5052131"/>
                <a:gd name="connsiteY8" fmla="*/ 3359875 h 3969475"/>
                <a:gd name="connsiteX9" fmla="*/ 314379 w 5052131"/>
                <a:gd name="connsiteY9" fmla="*/ 2826475 h 3969475"/>
                <a:gd name="connsiteX10" fmla="*/ 100684 w 5052131"/>
                <a:gd name="connsiteY10" fmla="*/ 3474175 h 3969475"/>
                <a:gd name="connsiteX11" fmla="*/ 519784 w 5052131"/>
                <a:gd name="connsiteY11" fmla="*/ 476976 h 3969475"/>
                <a:gd name="connsiteX0" fmla="*/ 519784 w 5052131"/>
                <a:gd name="connsiteY0" fmla="*/ 476976 h 3980176"/>
                <a:gd name="connsiteX1" fmla="*/ 4987979 w 5052131"/>
                <a:gd name="connsiteY1" fmla="*/ 3359876 h 3980176"/>
                <a:gd name="connsiteX2" fmla="*/ 4467279 w 5052131"/>
                <a:gd name="connsiteY2" fmla="*/ 3969475 h 3980176"/>
                <a:gd name="connsiteX3" fmla="*/ 2841679 w 5052131"/>
                <a:gd name="connsiteY3" fmla="*/ 3575774 h 3980176"/>
                <a:gd name="connsiteX4" fmla="*/ 2409879 w 5052131"/>
                <a:gd name="connsiteY4" fmla="*/ 3766274 h 3980176"/>
                <a:gd name="connsiteX5" fmla="*/ 2143179 w 5052131"/>
                <a:gd name="connsiteY5" fmla="*/ 3156674 h 3980176"/>
                <a:gd name="connsiteX6" fmla="*/ 1685979 w 5052131"/>
                <a:gd name="connsiteY6" fmla="*/ 3804375 h 3980176"/>
                <a:gd name="connsiteX7" fmla="*/ 1419279 w 5052131"/>
                <a:gd name="connsiteY7" fmla="*/ 3448775 h 3980176"/>
                <a:gd name="connsiteX8" fmla="*/ 1063679 w 5052131"/>
                <a:gd name="connsiteY8" fmla="*/ 3232875 h 3980176"/>
                <a:gd name="connsiteX9" fmla="*/ 619179 w 5052131"/>
                <a:gd name="connsiteY9" fmla="*/ 3359875 h 3980176"/>
                <a:gd name="connsiteX10" fmla="*/ 314379 w 5052131"/>
                <a:gd name="connsiteY10" fmla="*/ 2826475 h 3980176"/>
                <a:gd name="connsiteX11" fmla="*/ 100684 w 5052131"/>
                <a:gd name="connsiteY11" fmla="*/ 3474175 h 3980176"/>
                <a:gd name="connsiteX12" fmla="*/ 519784 w 5052131"/>
                <a:gd name="connsiteY12" fmla="*/ 476976 h 3980176"/>
                <a:gd name="connsiteX0" fmla="*/ 519784 w 5052131"/>
                <a:gd name="connsiteY0" fmla="*/ 476976 h 3972214"/>
                <a:gd name="connsiteX1" fmla="*/ 4987979 w 5052131"/>
                <a:gd name="connsiteY1" fmla="*/ 3359876 h 3972214"/>
                <a:gd name="connsiteX2" fmla="*/ 4467279 w 5052131"/>
                <a:gd name="connsiteY2" fmla="*/ 3969475 h 3972214"/>
                <a:gd name="connsiteX3" fmla="*/ 3197279 w 5052131"/>
                <a:gd name="connsiteY3" fmla="*/ 3105873 h 3972214"/>
                <a:gd name="connsiteX4" fmla="*/ 2841679 w 5052131"/>
                <a:gd name="connsiteY4" fmla="*/ 3575774 h 3972214"/>
                <a:gd name="connsiteX5" fmla="*/ 2409879 w 5052131"/>
                <a:gd name="connsiteY5" fmla="*/ 3766274 h 3972214"/>
                <a:gd name="connsiteX6" fmla="*/ 2143179 w 5052131"/>
                <a:gd name="connsiteY6" fmla="*/ 3156674 h 3972214"/>
                <a:gd name="connsiteX7" fmla="*/ 1685979 w 5052131"/>
                <a:gd name="connsiteY7" fmla="*/ 3804375 h 3972214"/>
                <a:gd name="connsiteX8" fmla="*/ 1419279 w 5052131"/>
                <a:gd name="connsiteY8" fmla="*/ 3448775 h 3972214"/>
                <a:gd name="connsiteX9" fmla="*/ 1063679 w 5052131"/>
                <a:gd name="connsiteY9" fmla="*/ 3232875 h 3972214"/>
                <a:gd name="connsiteX10" fmla="*/ 619179 w 5052131"/>
                <a:gd name="connsiteY10" fmla="*/ 3359875 h 3972214"/>
                <a:gd name="connsiteX11" fmla="*/ 314379 w 5052131"/>
                <a:gd name="connsiteY11" fmla="*/ 2826475 h 3972214"/>
                <a:gd name="connsiteX12" fmla="*/ 100684 w 5052131"/>
                <a:gd name="connsiteY12" fmla="*/ 3474175 h 3972214"/>
                <a:gd name="connsiteX13" fmla="*/ 519784 w 5052131"/>
                <a:gd name="connsiteY13" fmla="*/ 476976 h 3972214"/>
                <a:gd name="connsiteX0" fmla="*/ 519784 w 5052131"/>
                <a:gd name="connsiteY0" fmla="*/ 476976 h 3970199"/>
                <a:gd name="connsiteX1" fmla="*/ 4987979 w 5052131"/>
                <a:gd name="connsiteY1" fmla="*/ 3359876 h 3970199"/>
                <a:gd name="connsiteX2" fmla="*/ 4467279 w 5052131"/>
                <a:gd name="connsiteY2" fmla="*/ 3969475 h 3970199"/>
                <a:gd name="connsiteX3" fmla="*/ 3730679 w 5052131"/>
                <a:gd name="connsiteY3" fmla="*/ 3397973 h 3970199"/>
                <a:gd name="connsiteX4" fmla="*/ 3197279 w 5052131"/>
                <a:gd name="connsiteY4" fmla="*/ 3105873 h 3970199"/>
                <a:gd name="connsiteX5" fmla="*/ 2841679 w 5052131"/>
                <a:gd name="connsiteY5" fmla="*/ 3575774 h 3970199"/>
                <a:gd name="connsiteX6" fmla="*/ 2409879 w 5052131"/>
                <a:gd name="connsiteY6" fmla="*/ 3766274 h 3970199"/>
                <a:gd name="connsiteX7" fmla="*/ 2143179 w 5052131"/>
                <a:gd name="connsiteY7" fmla="*/ 3156674 h 3970199"/>
                <a:gd name="connsiteX8" fmla="*/ 1685979 w 5052131"/>
                <a:gd name="connsiteY8" fmla="*/ 3804375 h 3970199"/>
                <a:gd name="connsiteX9" fmla="*/ 1419279 w 5052131"/>
                <a:gd name="connsiteY9" fmla="*/ 3448775 h 3970199"/>
                <a:gd name="connsiteX10" fmla="*/ 1063679 w 5052131"/>
                <a:gd name="connsiteY10" fmla="*/ 3232875 h 3970199"/>
                <a:gd name="connsiteX11" fmla="*/ 619179 w 5052131"/>
                <a:gd name="connsiteY11" fmla="*/ 3359875 h 3970199"/>
                <a:gd name="connsiteX12" fmla="*/ 314379 w 5052131"/>
                <a:gd name="connsiteY12" fmla="*/ 2826475 h 3970199"/>
                <a:gd name="connsiteX13" fmla="*/ 100684 w 5052131"/>
                <a:gd name="connsiteY13" fmla="*/ 3474175 h 3970199"/>
                <a:gd name="connsiteX14" fmla="*/ 519784 w 5052131"/>
                <a:gd name="connsiteY14" fmla="*/ 476976 h 3970199"/>
                <a:gd name="connsiteX0" fmla="*/ 519784 w 5052131"/>
                <a:gd name="connsiteY0" fmla="*/ 476976 h 3976108"/>
                <a:gd name="connsiteX1" fmla="*/ 4987979 w 5052131"/>
                <a:gd name="connsiteY1" fmla="*/ 3359876 h 3976108"/>
                <a:gd name="connsiteX2" fmla="*/ 4467279 w 5052131"/>
                <a:gd name="connsiteY2" fmla="*/ 3969475 h 3976108"/>
                <a:gd name="connsiteX3" fmla="*/ 4060879 w 5052131"/>
                <a:gd name="connsiteY3" fmla="*/ 3626574 h 3976108"/>
                <a:gd name="connsiteX4" fmla="*/ 3730679 w 5052131"/>
                <a:gd name="connsiteY4" fmla="*/ 3397973 h 3976108"/>
                <a:gd name="connsiteX5" fmla="*/ 3197279 w 5052131"/>
                <a:gd name="connsiteY5" fmla="*/ 3105873 h 3976108"/>
                <a:gd name="connsiteX6" fmla="*/ 2841679 w 5052131"/>
                <a:gd name="connsiteY6" fmla="*/ 3575774 h 3976108"/>
                <a:gd name="connsiteX7" fmla="*/ 2409879 w 5052131"/>
                <a:gd name="connsiteY7" fmla="*/ 3766274 h 3976108"/>
                <a:gd name="connsiteX8" fmla="*/ 2143179 w 5052131"/>
                <a:gd name="connsiteY8" fmla="*/ 3156674 h 3976108"/>
                <a:gd name="connsiteX9" fmla="*/ 1685979 w 5052131"/>
                <a:gd name="connsiteY9" fmla="*/ 3804375 h 3976108"/>
                <a:gd name="connsiteX10" fmla="*/ 1419279 w 5052131"/>
                <a:gd name="connsiteY10" fmla="*/ 3448775 h 3976108"/>
                <a:gd name="connsiteX11" fmla="*/ 1063679 w 5052131"/>
                <a:gd name="connsiteY11" fmla="*/ 3232875 h 3976108"/>
                <a:gd name="connsiteX12" fmla="*/ 619179 w 5052131"/>
                <a:gd name="connsiteY12" fmla="*/ 3359875 h 3976108"/>
                <a:gd name="connsiteX13" fmla="*/ 314379 w 5052131"/>
                <a:gd name="connsiteY13" fmla="*/ 2826475 h 3976108"/>
                <a:gd name="connsiteX14" fmla="*/ 100684 w 5052131"/>
                <a:gd name="connsiteY14" fmla="*/ 3474175 h 3976108"/>
                <a:gd name="connsiteX15" fmla="*/ 519784 w 5052131"/>
                <a:gd name="connsiteY15" fmla="*/ 476976 h 3976108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340279 w 5052131"/>
                <a:gd name="connsiteY2" fmla="*/ 3283675 h 3809225"/>
                <a:gd name="connsiteX3" fmla="*/ 4060879 w 5052131"/>
                <a:gd name="connsiteY3" fmla="*/ 3626574 h 3809225"/>
                <a:gd name="connsiteX4" fmla="*/ 3730679 w 5052131"/>
                <a:gd name="connsiteY4" fmla="*/ 3397973 h 3809225"/>
                <a:gd name="connsiteX5" fmla="*/ 3197279 w 5052131"/>
                <a:gd name="connsiteY5" fmla="*/ 3105873 h 3809225"/>
                <a:gd name="connsiteX6" fmla="*/ 2841679 w 5052131"/>
                <a:gd name="connsiteY6" fmla="*/ 3575774 h 3809225"/>
                <a:gd name="connsiteX7" fmla="*/ 2409879 w 5052131"/>
                <a:gd name="connsiteY7" fmla="*/ 3766274 h 3809225"/>
                <a:gd name="connsiteX8" fmla="*/ 2143179 w 5052131"/>
                <a:gd name="connsiteY8" fmla="*/ 3156674 h 3809225"/>
                <a:gd name="connsiteX9" fmla="*/ 1685979 w 5052131"/>
                <a:gd name="connsiteY9" fmla="*/ 3804375 h 3809225"/>
                <a:gd name="connsiteX10" fmla="*/ 1419279 w 5052131"/>
                <a:gd name="connsiteY10" fmla="*/ 3448775 h 3809225"/>
                <a:gd name="connsiteX11" fmla="*/ 1063679 w 5052131"/>
                <a:gd name="connsiteY11" fmla="*/ 3232875 h 3809225"/>
                <a:gd name="connsiteX12" fmla="*/ 619179 w 5052131"/>
                <a:gd name="connsiteY12" fmla="*/ 3359875 h 3809225"/>
                <a:gd name="connsiteX13" fmla="*/ 314379 w 5052131"/>
                <a:gd name="connsiteY13" fmla="*/ 2826475 h 3809225"/>
                <a:gd name="connsiteX14" fmla="*/ 100684 w 5052131"/>
                <a:gd name="connsiteY14" fmla="*/ 3474175 h 3809225"/>
                <a:gd name="connsiteX15" fmla="*/ 519784 w 5052131"/>
                <a:gd name="connsiteY15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964986"/>
                <a:gd name="connsiteX1" fmla="*/ 4987979 w 5052131"/>
                <a:gd name="connsiteY1" fmla="*/ 3359876 h 3964986"/>
                <a:gd name="connsiteX2" fmla="*/ 4708579 w 5052131"/>
                <a:gd name="connsiteY2" fmla="*/ 2585174 h 3964986"/>
                <a:gd name="connsiteX3" fmla="*/ 4340279 w 5052131"/>
                <a:gd name="connsiteY3" fmla="*/ 3283675 h 3964986"/>
                <a:gd name="connsiteX4" fmla="*/ 4060879 w 5052131"/>
                <a:gd name="connsiteY4" fmla="*/ 3626574 h 3964986"/>
                <a:gd name="connsiteX5" fmla="*/ 3730679 w 5052131"/>
                <a:gd name="connsiteY5" fmla="*/ 3397973 h 3964986"/>
                <a:gd name="connsiteX6" fmla="*/ 3197279 w 5052131"/>
                <a:gd name="connsiteY6" fmla="*/ 3105873 h 3964986"/>
                <a:gd name="connsiteX7" fmla="*/ 2841679 w 5052131"/>
                <a:gd name="connsiteY7" fmla="*/ 3575774 h 3964986"/>
                <a:gd name="connsiteX8" fmla="*/ 2409879 w 5052131"/>
                <a:gd name="connsiteY8" fmla="*/ 3766274 h 3964986"/>
                <a:gd name="connsiteX9" fmla="*/ 2143179 w 5052131"/>
                <a:gd name="connsiteY9" fmla="*/ 3156674 h 3964986"/>
                <a:gd name="connsiteX10" fmla="*/ 1685979 w 5052131"/>
                <a:gd name="connsiteY10" fmla="*/ 3804375 h 3964986"/>
                <a:gd name="connsiteX11" fmla="*/ 1419279 w 5052131"/>
                <a:gd name="connsiteY11" fmla="*/ 3448775 h 3964986"/>
                <a:gd name="connsiteX12" fmla="*/ 1063679 w 5052131"/>
                <a:gd name="connsiteY12" fmla="*/ 3232875 h 3964986"/>
                <a:gd name="connsiteX13" fmla="*/ 619179 w 5052131"/>
                <a:gd name="connsiteY13" fmla="*/ 3359875 h 3964986"/>
                <a:gd name="connsiteX14" fmla="*/ 314379 w 5052131"/>
                <a:gd name="connsiteY14" fmla="*/ 2826475 h 3964986"/>
                <a:gd name="connsiteX15" fmla="*/ 100684 w 5052131"/>
                <a:gd name="connsiteY15" fmla="*/ 3474175 h 3964986"/>
                <a:gd name="connsiteX16" fmla="*/ 519784 w 5052131"/>
                <a:gd name="connsiteY16" fmla="*/ 476976 h 3964986"/>
                <a:gd name="connsiteX0" fmla="*/ 519784 w 5052131"/>
                <a:gd name="connsiteY0" fmla="*/ 476976 h 3982383"/>
                <a:gd name="connsiteX1" fmla="*/ 4987979 w 5052131"/>
                <a:gd name="connsiteY1" fmla="*/ 3359876 h 3982383"/>
                <a:gd name="connsiteX2" fmla="*/ 4708579 w 5052131"/>
                <a:gd name="connsiteY2" fmla="*/ 2585174 h 3982383"/>
                <a:gd name="connsiteX3" fmla="*/ 4340279 w 5052131"/>
                <a:gd name="connsiteY3" fmla="*/ 3283675 h 3982383"/>
                <a:gd name="connsiteX4" fmla="*/ 4060879 w 5052131"/>
                <a:gd name="connsiteY4" fmla="*/ 3626574 h 3982383"/>
                <a:gd name="connsiteX5" fmla="*/ 3730679 w 5052131"/>
                <a:gd name="connsiteY5" fmla="*/ 3397973 h 3982383"/>
                <a:gd name="connsiteX6" fmla="*/ 3197279 w 5052131"/>
                <a:gd name="connsiteY6" fmla="*/ 3105873 h 3982383"/>
                <a:gd name="connsiteX7" fmla="*/ 2841679 w 5052131"/>
                <a:gd name="connsiteY7" fmla="*/ 3575774 h 3982383"/>
                <a:gd name="connsiteX8" fmla="*/ 2409879 w 5052131"/>
                <a:gd name="connsiteY8" fmla="*/ 3766274 h 3982383"/>
                <a:gd name="connsiteX9" fmla="*/ 2143179 w 5052131"/>
                <a:gd name="connsiteY9" fmla="*/ 3156674 h 3982383"/>
                <a:gd name="connsiteX10" fmla="*/ 1685979 w 5052131"/>
                <a:gd name="connsiteY10" fmla="*/ 3804375 h 3982383"/>
                <a:gd name="connsiteX11" fmla="*/ 1419279 w 5052131"/>
                <a:gd name="connsiteY11" fmla="*/ 3448775 h 3982383"/>
                <a:gd name="connsiteX12" fmla="*/ 1063679 w 5052131"/>
                <a:gd name="connsiteY12" fmla="*/ 3232875 h 3982383"/>
                <a:gd name="connsiteX13" fmla="*/ 619179 w 5052131"/>
                <a:gd name="connsiteY13" fmla="*/ 3359875 h 3982383"/>
                <a:gd name="connsiteX14" fmla="*/ 314379 w 5052131"/>
                <a:gd name="connsiteY14" fmla="*/ 2826475 h 3982383"/>
                <a:gd name="connsiteX15" fmla="*/ 100684 w 5052131"/>
                <a:gd name="connsiteY15" fmla="*/ 3474175 h 3982383"/>
                <a:gd name="connsiteX16" fmla="*/ 519784 w 5052131"/>
                <a:gd name="connsiteY16" fmla="*/ 476976 h 3982383"/>
                <a:gd name="connsiteX0" fmla="*/ 519784 w 5052131"/>
                <a:gd name="connsiteY0" fmla="*/ 476976 h 4037613"/>
                <a:gd name="connsiteX1" fmla="*/ 4987979 w 5052131"/>
                <a:gd name="connsiteY1" fmla="*/ 3359876 h 4037613"/>
                <a:gd name="connsiteX2" fmla="*/ 4708579 w 5052131"/>
                <a:gd name="connsiteY2" fmla="*/ 2585174 h 4037613"/>
                <a:gd name="connsiteX3" fmla="*/ 4340279 w 5052131"/>
                <a:gd name="connsiteY3" fmla="*/ 3283675 h 4037613"/>
                <a:gd name="connsiteX4" fmla="*/ 4060879 w 5052131"/>
                <a:gd name="connsiteY4" fmla="*/ 3626574 h 4037613"/>
                <a:gd name="connsiteX5" fmla="*/ 3730679 w 5052131"/>
                <a:gd name="connsiteY5" fmla="*/ 3397973 h 4037613"/>
                <a:gd name="connsiteX6" fmla="*/ 3197279 w 5052131"/>
                <a:gd name="connsiteY6" fmla="*/ 3105873 h 4037613"/>
                <a:gd name="connsiteX7" fmla="*/ 2841679 w 5052131"/>
                <a:gd name="connsiteY7" fmla="*/ 3575774 h 4037613"/>
                <a:gd name="connsiteX8" fmla="*/ 2409879 w 5052131"/>
                <a:gd name="connsiteY8" fmla="*/ 3766274 h 4037613"/>
                <a:gd name="connsiteX9" fmla="*/ 2143179 w 5052131"/>
                <a:gd name="connsiteY9" fmla="*/ 3156674 h 4037613"/>
                <a:gd name="connsiteX10" fmla="*/ 1685979 w 5052131"/>
                <a:gd name="connsiteY10" fmla="*/ 3804375 h 4037613"/>
                <a:gd name="connsiteX11" fmla="*/ 1419279 w 5052131"/>
                <a:gd name="connsiteY11" fmla="*/ 3448775 h 4037613"/>
                <a:gd name="connsiteX12" fmla="*/ 1063679 w 5052131"/>
                <a:gd name="connsiteY12" fmla="*/ 3232875 h 4037613"/>
                <a:gd name="connsiteX13" fmla="*/ 619179 w 5052131"/>
                <a:gd name="connsiteY13" fmla="*/ 3359875 h 4037613"/>
                <a:gd name="connsiteX14" fmla="*/ 314379 w 5052131"/>
                <a:gd name="connsiteY14" fmla="*/ 2826475 h 4037613"/>
                <a:gd name="connsiteX15" fmla="*/ 100684 w 5052131"/>
                <a:gd name="connsiteY15" fmla="*/ 3474175 h 4037613"/>
                <a:gd name="connsiteX16" fmla="*/ 519784 w 5052131"/>
                <a:gd name="connsiteY16" fmla="*/ 476976 h 4037613"/>
                <a:gd name="connsiteX0" fmla="*/ 519784 w 5052131"/>
                <a:gd name="connsiteY0" fmla="*/ 476976 h 4060216"/>
                <a:gd name="connsiteX1" fmla="*/ 4987979 w 5052131"/>
                <a:gd name="connsiteY1" fmla="*/ 3359876 h 4060216"/>
                <a:gd name="connsiteX2" fmla="*/ 4708579 w 5052131"/>
                <a:gd name="connsiteY2" fmla="*/ 2585174 h 4060216"/>
                <a:gd name="connsiteX3" fmla="*/ 4340279 w 5052131"/>
                <a:gd name="connsiteY3" fmla="*/ 3283675 h 4060216"/>
                <a:gd name="connsiteX4" fmla="*/ 4060879 w 5052131"/>
                <a:gd name="connsiteY4" fmla="*/ 3626574 h 4060216"/>
                <a:gd name="connsiteX5" fmla="*/ 3730679 w 5052131"/>
                <a:gd name="connsiteY5" fmla="*/ 3397973 h 4060216"/>
                <a:gd name="connsiteX6" fmla="*/ 3197279 w 5052131"/>
                <a:gd name="connsiteY6" fmla="*/ 3105873 h 4060216"/>
                <a:gd name="connsiteX7" fmla="*/ 2841679 w 5052131"/>
                <a:gd name="connsiteY7" fmla="*/ 3575774 h 4060216"/>
                <a:gd name="connsiteX8" fmla="*/ 2409879 w 5052131"/>
                <a:gd name="connsiteY8" fmla="*/ 3766274 h 4060216"/>
                <a:gd name="connsiteX9" fmla="*/ 2143179 w 5052131"/>
                <a:gd name="connsiteY9" fmla="*/ 3156674 h 4060216"/>
                <a:gd name="connsiteX10" fmla="*/ 1685979 w 5052131"/>
                <a:gd name="connsiteY10" fmla="*/ 3804375 h 4060216"/>
                <a:gd name="connsiteX11" fmla="*/ 1419279 w 5052131"/>
                <a:gd name="connsiteY11" fmla="*/ 3448775 h 4060216"/>
                <a:gd name="connsiteX12" fmla="*/ 1063679 w 5052131"/>
                <a:gd name="connsiteY12" fmla="*/ 3232875 h 4060216"/>
                <a:gd name="connsiteX13" fmla="*/ 619179 w 5052131"/>
                <a:gd name="connsiteY13" fmla="*/ 3359875 h 4060216"/>
                <a:gd name="connsiteX14" fmla="*/ 314379 w 5052131"/>
                <a:gd name="connsiteY14" fmla="*/ 2826475 h 4060216"/>
                <a:gd name="connsiteX15" fmla="*/ 100684 w 5052131"/>
                <a:gd name="connsiteY15" fmla="*/ 3474175 h 4060216"/>
                <a:gd name="connsiteX16" fmla="*/ 519784 w 5052131"/>
                <a:gd name="connsiteY16" fmla="*/ 476976 h 4060216"/>
                <a:gd name="connsiteX0" fmla="*/ 519784 w 5052131"/>
                <a:gd name="connsiteY0" fmla="*/ 476976 h 4021106"/>
                <a:gd name="connsiteX1" fmla="*/ 4987979 w 5052131"/>
                <a:gd name="connsiteY1" fmla="*/ 3359876 h 4021106"/>
                <a:gd name="connsiteX2" fmla="*/ 4708579 w 5052131"/>
                <a:gd name="connsiteY2" fmla="*/ 2585174 h 4021106"/>
                <a:gd name="connsiteX3" fmla="*/ 4340279 w 5052131"/>
                <a:gd name="connsiteY3" fmla="*/ 3283675 h 4021106"/>
                <a:gd name="connsiteX4" fmla="*/ 4060879 w 5052131"/>
                <a:gd name="connsiteY4" fmla="*/ 3626574 h 4021106"/>
                <a:gd name="connsiteX5" fmla="*/ 3730679 w 5052131"/>
                <a:gd name="connsiteY5" fmla="*/ 3397973 h 4021106"/>
                <a:gd name="connsiteX6" fmla="*/ 3197279 w 5052131"/>
                <a:gd name="connsiteY6" fmla="*/ 3105873 h 4021106"/>
                <a:gd name="connsiteX7" fmla="*/ 2841679 w 5052131"/>
                <a:gd name="connsiteY7" fmla="*/ 3575774 h 4021106"/>
                <a:gd name="connsiteX8" fmla="*/ 2409879 w 5052131"/>
                <a:gd name="connsiteY8" fmla="*/ 3766274 h 4021106"/>
                <a:gd name="connsiteX9" fmla="*/ 2143179 w 5052131"/>
                <a:gd name="connsiteY9" fmla="*/ 3156674 h 4021106"/>
                <a:gd name="connsiteX10" fmla="*/ 1685979 w 5052131"/>
                <a:gd name="connsiteY10" fmla="*/ 3804375 h 4021106"/>
                <a:gd name="connsiteX11" fmla="*/ 1419279 w 5052131"/>
                <a:gd name="connsiteY11" fmla="*/ 3448775 h 4021106"/>
                <a:gd name="connsiteX12" fmla="*/ 1063679 w 5052131"/>
                <a:gd name="connsiteY12" fmla="*/ 3232875 h 4021106"/>
                <a:gd name="connsiteX13" fmla="*/ 619179 w 5052131"/>
                <a:gd name="connsiteY13" fmla="*/ 3359875 h 4021106"/>
                <a:gd name="connsiteX14" fmla="*/ 314379 w 5052131"/>
                <a:gd name="connsiteY14" fmla="*/ 2826475 h 4021106"/>
                <a:gd name="connsiteX15" fmla="*/ 100684 w 5052131"/>
                <a:gd name="connsiteY15" fmla="*/ 3474175 h 4021106"/>
                <a:gd name="connsiteX16" fmla="*/ 519784 w 5052131"/>
                <a:gd name="connsiteY16" fmla="*/ 476976 h 4021106"/>
                <a:gd name="connsiteX0" fmla="*/ 519784 w 5052131"/>
                <a:gd name="connsiteY0" fmla="*/ 476976 h 4024233"/>
                <a:gd name="connsiteX1" fmla="*/ 4987979 w 5052131"/>
                <a:gd name="connsiteY1" fmla="*/ 3359876 h 4024233"/>
                <a:gd name="connsiteX2" fmla="*/ 4708579 w 5052131"/>
                <a:gd name="connsiteY2" fmla="*/ 2585174 h 4024233"/>
                <a:gd name="connsiteX3" fmla="*/ 4340279 w 5052131"/>
                <a:gd name="connsiteY3" fmla="*/ 3283675 h 4024233"/>
                <a:gd name="connsiteX4" fmla="*/ 4060879 w 5052131"/>
                <a:gd name="connsiteY4" fmla="*/ 3626574 h 4024233"/>
                <a:gd name="connsiteX5" fmla="*/ 3730679 w 5052131"/>
                <a:gd name="connsiteY5" fmla="*/ 3397973 h 4024233"/>
                <a:gd name="connsiteX6" fmla="*/ 3197279 w 5052131"/>
                <a:gd name="connsiteY6" fmla="*/ 3105873 h 4024233"/>
                <a:gd name="connsiteX7" fmla="*/ 2841679 w 5052131"/>
                <a:gd name="connsiteY7" fmla="*/ 3575774 h 4024233"/>
                <a:gd name="connsiteX8" fmla="*/ 2409879 w 5052131"/>
                <a:gd name="connsiteY8" fmla="*/ 3766274 h 4024233"/>
                <a:gd name="connsiteX9" fmla="*/ 2143179 w 5052131"/>
                <a:gd name="connsiteY9" fmla="*/ 3156674 h 4024233"/>
                <a:gd name="connsiteX10" fmla="*/ 1685979 w 5052131"/>
                <a:gd name="connsiteY10" fmla="*/ 3804375 h 4024233"/>
                <a:gd name="connsiteX11" fmla="*/ 1419279 w 5052131"/>
                <a:gd name="connsiteY11" fmla="*/ 3448775 h 4024233"/>
                <a:gd name="connsiteX12" fmla="*/ 1063679 w 5052131"/>
                <a:gd name="connsiteY12" fmla="*/ 3232875 h 4024233"/>
                <a:gd name="connsiteX13" fmla="*/ 619179 w 5052131"/>
                <a:gd name="connsiteY13" fmla="*/ 3359875 h 4024233"/>
                <a:gd name="connsiteX14" fmla="*/ 314379 w 5052131"/>
                <a:gd name="connsiteY14" fmla="*/ 2826475 h 4024233"/>
                <a:gd name="connsiteX15" fmla="*/ 100684 w 5052131"/>
                <a:gd name="connsiteY15" fmla="*/ 3474175 h 4024233"/>
                <a:gd name="connsiteX16" fmla="*/ 519784 w 5052131"/>
                <a:gd name="connsiteY16" fmla="*/ 476976 h 4024233"/>
                <a:gd name="connsiteX0" fmla="*/ 519784 w 5052131"/>
                <a:gd name="connsiteY0" fmla="*/ 476976 h 4021106"/>
                <a:gd name="connsiteX1" fmla="*/ 4987979 w 5052131"/>
                <a:gd name="connsiteY1" fmla="*/ 3359876 h 4021106"/>
                <a:gd name="connsiteX2" fmla="*/ 4708579 w 5052131"/>
                <a:gd name="connsiteY2" fmla="*/ 2585174 h 4021106"/>
                <a:gd name="connsiteX3" fmla="*/ 4340279 w 5052131"/>
                <a:gd name="connsiteY3" fmla="*/ 3283675 h 4021106"/>
                <a:gd name="connsiteX4" fmla="*/ 4060879 w 5052131"/>
                <a:gd name="connsiteY4" fmla="*/ 3626574 h 4021106"/>
                <a:gd name="connsiteX5" fmla="*/ 3730679 w 5052131"/>
                <a:gd name="connsiteY5" fmla="*/ 3397973 h 4021106"/>
                <a:gd name="connsiteX6" fmla="*/ 3197279 w 5052131"/>
                <a:gd name="connsiteY6" fmla="*/ 3105873 h 4021106"/>
                <a:gd name="connsiteX7" fmla="*/ 2841679 w 5052131"/>
                <a:gd name="connsiteY7" fmla="*/ 3575774 h 4021106"/>
                <a:gd name="connsiteX8" fmla="*/ 2409879 w 5052131"/>
                <a:gd name="connsiteY8" fmla="*/ 3766274 h 4021106"/>
                <a:gd name="connsiteX9" fmla="*/ 2143179 w 5052131"/>
                <a:gd name="connsiteY9" fmla="*/ 3156674 h 4021106"/>
                <a:gd name="connsiteX10" fmla="*/ 1685979 w 5052131"/>
                <a:gd name="connsiteY10" fmla="*/ 3804375 h 4021106"/>
                <a:gd name="connsiteX11" fmla="*/ 1419279 w 5052131"/>
                <a:gd name="connsiteY11" fmla="*/ 3448775 h 4021106"/>
                <a:gd name="connsiteX12" fmla="*/ 1063679 w 5052131"/>
                <a:gd name="connsiteY12" fmla="*/ 3232875 h 4021106"/>
                <a:gd name="connsiteX13" fmla="*/ 619179 w 5052131"/>
                <a:gd name="connsiteY13" fmla="*/ 3359875 h 4021106"/>
                <a:gd name="connsiteX14" fmla="*/ 314379 w 5052131"/>
                <a:gd name="connsiteY14" fmla="*/ 2826475 h 4021106"/>
                <a:gd name="connsiteX15" fmla="*/ 100684 w 5052131"/>
                <a:gd name="connsiteY15" fmla="*/ 3474175 h 4021106"/>
                <a:gd name="connsiteX16" fmla="*/ 519784 w 5052131"/>
                <a:gd name="connsiteY16" fmla="*/ 476976 h 4021106"/>
                <a:gd name="connsiteX0" fmla="*/ 519784 w 5052131"/>
                <a:gd name="connsiteY0" fmla="*/ 476976 h 4025794"/>
                <a:gd name="connsiteX1" fmla="*/ 4987979 w 5052131"/>
                <a:gd name="connsiteY1" fmla="*/ 3359876 h 4025794"/>
                <a:gd name="connsiteX2" fmla="*/ 4708579 w 5052131"/>
                <a:gd name="connsiteY2" fmla="*/ 2585174 h 4025794"/>
                <a:gd name="connsiteX3" fmla="*/ 4340279 w 5052131"/>
                <a:gd name="connsiteY3" fmla="*/ 3283675 h 4025794"/>
                <a:gd name="connsiteX4" fmla="*/ 4060879 w 5052131"/>
                <a:gd name="connsiteY4" fmla="*/ 3626574 h 4025794"/>
                <a:gd name="connsiteX5" fmla="*/ 3730679 w 5052131"/>
                <a:gd name="connsiteY5" fmla="*/ 3397973 h 4025794"/>
                <a:gd name="connsiteX6" fmla="*/ 3197279 w 5052131"/>
                <a:gd name="connsiteY6" fmla="*/ 3105873 h 4025794"/>
                <a:gd name="connsiteX7" fmla="*/ 2841679 w 5052131"/>
                <a:gd name="connsiteY7" fmla="*/ 3575774 h 4025794"/>
                <a:gd name="connsiteX8" fmla="*/ 2409879 w 5052131"/>
                <a:gd name="connsiteY8" fmla="*/ 3766274 h 4025794"/>
                <a:gd name="connsiteX9" fmla="*/ 2143179 w 5052131"/>
                <a:gd name="connsiteY9" fmla="*/ 3156674 h 4025794"/>
                <a:gd name="connsiteX10" fmla="*/ 1685979 w 5052131"/>
                <a:gd name="connsiteY10" fmla="*/ 3804375 h 4025794"/>
                <a:gd name="connsiteX11" fmla="*/ 1419279 w 5052131"/>
                <a:gd name="connsiteY11" fmla="*/ 3448775 h 4025794"/>
                <a:gd name="connsiteX12" fmla="*/ 1063679 w 5052131"/>
                <a:gd name="connsiteY12" fmla="*/ 3232875 h 4025794"/>
                <a:gd name="connsiteX13" fmla="*/ 619179 w 5052131"/>
                <a:gd name="connsiteY13" fmla="*/ 3359875 h 4025794"/>
                <a:gd name="connsiteX14" fmla="*/ 314379 w 5052131"/>
                <a:gd name="connsiteY14" fmla="*/ 2826475 h 4025794"/>
                <a:gd name="connsiteX15" fmla="*/ 100684 w 5052131"/>
                <a:gd name="connsiteY15" fmla="*/ 3474175 h 4025794"/>
                <a:gd name="connsiteX16" fmla="*/ 519784 w 5052131"/>
                <a:gd name="connsiteY16" fmla="*/ 476976 h 4025794"/>
                <a:gd name="connsiteX0" fmla="*/ 519784 w 5052131"/>
                <a:gd name="connsiteY0" fmla="*/ 476976 h 4041094"/>
                <a:gd name="connsiteX1" fmla="*/ 4987979 w 5052131"/>
                <a:gd name="connsiteY1" fmla="*/ 3359876 h 4041094"/>
                <a:gd name="connsiteX2" fmla="*/ 4708579 w 5052131"/>
                <a:gd name="connsiteY2" fmla="*/ 2585174 h 4041094"/>
                <a:gd name="connsiteX3" fmla="*/ 4340279 w 5052131"/>
                <a:gd name="connsiteY3" fmla="*/ 3283675 h 4041094"/>
                <a:gd name="connsiteX4" fmla="*/ 4060879 w 5052131"/>
                <a:gd name="connsiteY4" fmla="*/ 3626574 h 4041094"/>
                <a:gd name="connsiteX5" fmla="*/ 3730679 w 5052131"/>
                <a:gd name="connsiteY5" fmla="*/ 3397973 h 4041094"/>
                <a:gd name="connsiteX6" fmla="*/ 3197279 w 5052131"/>
                <a:gd name="connsiteY6" fmla="*/ 3105873 h 4041094"/>
                <a:gd name="connsiteX7" fmla="*/ 2841679 w 5052131"/>
                <a:gd name="connsiteY7" fmla="*/ 3575774 h 4041094"/>
                <a:gd name="connsiteX8" fmla="*/ 2409879 w 5052131"/>
                <a:gd name="connsiteY8" fmla="*/ 3766274 h 4041094"/>
                <a:gd name="connsiteX9" fmla="*/ 2143179 w 5052131"/>
                <a:gd name="connsiteY9" fmla="*/ 3156674 h 4041094"/>
                <a:gd name="connsiteX10" fmla="*/ 1685979 w 5052131"/>
                <a:gd name="connsiteY10" fmla="*/ 3804375 h 4041094"/>
                <a:gd name="connsiteX11" fmla="*/ 1419279 w 5052131"/>
                <a:gd name="connsiteY11" fmla="*/ 3448775 h 4041094"/>
                <a:gd name="connsiteX12" fmla="*/ 1063679 w 5052131"/>
                <a:gd name="connsiteY12" fmla="*/ 3232875 h 4041094"/>
                <a:gd name="connsiteX13" fmla="*/ 619179 w 5052131"/>
                <a:gd name="connsiteY13" fmla="*/ 3359875 h 4041094"/>
                <a:gd name="connsiteX14" fmla="*/ 314379 w 5052131"/>
                <a:gd name="connsiteY14" fmla="*/ 2826475 h 4041094"/>
                <a:gd name="connsiteX15" fmla="*/ 100684 w 5052131"/>
                <a:gd name="connsiteY15" fmla="*/ 3474175 h 4041094"/>
                <a:gd name="connsiteX16" fmla="*/ 519784 w 5052131"/>
                <a:gd name="connsiteY16" fmla="*/ 476976 h 4041094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09779 w 5052131"/>
                <a:gd name="connsiteY10" fmla="*/ 39948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92376"/>
                <a:gd name="connsiteX1" fmla="*/ 4987979 w 5052131"/>
                <a:gd name="connsiteY1" fmla="*/ 3359876 h 4092376"/>
                <a:gd name="connsiteX2" fmla="*/ 4708579 w 5052131"/>
                <a:gd name="connsiteY2" fmla="*/ 2585174 h 4092376"/>
                <a:gd name="connsiteX3" fmla="*/ 4340279 w 5052131"/>
                <a:gd name="connsiteY3" fmla="*/ 3283675 h 4092376"/>
                <a:gd name="connsiteX4" fmla="*/ 4060879 w 5052131"/>
                <a:gd name="connsiteY4" fmla="*/ 3626574 h 4092376"/>
                <a:gd name="connsiteX5" fmla="*/ 3730679 w 5052131"/>
                <a:gd name="connsiteY5" fmla="*/ 3397973 h 4092376"/>
                <a:gd name="connsiteX6" fmla="*/ 3197279 w 5052131"/>
                <a:gd name="connsiteY6" fmla="*/ 3105873 h 4092376"/>
                <a:gd name="connsiteX7" fmla="*/ 2841679 w 5052131"/>
                <a:gd name="connsiteY7" fmla="*/ 3575774 h 4092376"/>
                <a:gd name="connsiteX8" fmla="*/ 2409879 w 5052131"/>
                <a:gd name="connsiteY8" fmla="*/ 3766274 h 4092376"/>
                <a:gd name="connsiteX9" fmla="*/ 2143179 w 5052131"/>
                <a:gd name="connsiteY9" fmla="*/ 3156674 h 4092376"/>
                <a:gd name="connsiteX10" fmla="*/ 1660579 w 5052131"/>
                <a:gd name="connsiteY10" fmla="*/ 3829775 h 4092376"/>
                <a:gd name="connsiteX11" fmla="*/ 1419279 w 5052131"/>
                <a:gd name="connsiteY11" fmla="*/ 3448775 h 4092376"/>
                <a:gd name="connsiteX12" fmla="*/ 1063679 w 5052131"/>
                <a:gd name="connsiteY12" fmla="*/ 3232875 h 4092376"/>
                <a:gd name="connsiteX13" fmla="*/ 619179 w 5052131"/>
                <a:gd name="connsiteY13" fmla="*/ 3359875 h 4092376"/>
                <a:gd name="connsiteX14" fmla="*/ 314379 w 5052131"/>
                <a:gd name="connsiteY14" fmla="*/ 2826475 h 4092376"/>
                <a:gd name="connsiteX15" fmla="*/ 100684 w 5052131"/>
                <a:gd name="connsiteY15" fmla="*/ 3474175 h 4092376"/>
                <a:gd name="connsiteX16" fmla="*/ 519784 w 5052131"/>
                <a:gd name="connsiteY16" fmla="*/ 476976 h 4092376"/>
                <a:gd name="connsiteX0" fmla="*/ 519784 w 5052131"/>
                <a:gd name="connsiteY0" fmla="*/ 476976 h 4092376"/>
                <a:gd name="connsiteX1" fmla="*/ 4987979 w 5052131"/>
                <a:gd name="connsiteY1" fmla="*/ 3359876 h 4092376"/>
                <a:gd name="connsiteX2" fmla="*/ 4708579 w 5052131"/>
                <a:gd name="connsiteY2" fmla="*/ 2585174 h 4092376"/>
                <a:gd name="connsiteX3" fmla="*/ 4340279 w 5052131"/>
                <a:gd name="connsiteY3" fmla="*/ 3283675 h 4092376"/>
                <a:gd name="connsiteX4" fmla="*/ 4060879 w 5052131"/>
                <a:gd name="connsiteY4" fmla="*/ 3626574 h 4092376"/>
                <a:gd name="connsiteX5" fmla="*/ 3730679 w 5052131"/>
                <a:gd name="connsiteY5" fmla="*/ 3397973 h 4092376"/>
                <a:gd name="connsiteX6" fmla="*/ 3197279 w 5052131"/>
                <a:gd name="connsiteY6" fmla="*/ 3105873 h 4092376"/>
                <a:gd name="connsiteX7" fmla="*/ 2841679 w 5052131"/>
                <a:gd name="connsiteY7" fmla="*/ 3575774 h 4092376"/>
                <a:gd name="connsiteX8" fmla="*/ 2409879 w 5052131"/>
                <a:gd name="connsiteY8" fmla="*/ 3766274 h 4092376"/>
                <a:gd name="connsiteX9" fmla="*/ 2143179 w 5052131"/>
                <a:gd name="connsiteY9" fmla="*/ 3156674 h 4092376"/>
                <a:gd name="connsiteX10" fmla="*/ 1660579 w 5052131"/>
                <a:gd name="connsiteY10" fmla="*/ 3829775 h 4092376"/>
                <a:gd name="connsiteX11" fmla="*/ 1419279 w 5052131"/>
                <a:gd name="connsiteY11" fmla="*/ 3448775 h 4092376"/>
                <a:gd name="connsiteX12" fmla="*/ 1063679 w 5052131"/>
                <a:gd name="connsiteY12" fmla="*/ 3232875 h 4092376"/>
                <a:gd name="connsiteX13" fmla="*/ 619179 w 5052131"/>
                <a:gd name="connsiteY13" fmla="*/ 3359875 h 4092376"/>
                <a:gd name="connsiteX14" fmla="*/ 314379 w 5052131"/>
                <a:gd name="connsiteY14" fmla="*/ 2826475 h 4092376"/>
                <a:gd name="connsiteX15" fmla="*/ 100684 w 5052131"/>
                <a:gd name="connsiteY15" fmla="*/ 3474175 h 4092376"/>
                <a:gd name="connsiteX16" fmla="*/ 519784 w 5052131"/>
                <a:gd name="connsiteY16" fmla="*/ 476976 h 409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2131" h="4092376">
                  <a:moveTo>
                    <a:pt x="519784" y="476976"/>
                  </a:moveTo>
                  <a:cubicBezTo>
                    <a:pt x="4803182" y="-1368757"/>
                    <a:pt x="5263881" y="2691009"/>
                    <a:pt x="4987979" y="3359876"/>
                  </a:cubicBezTo>
                  <a:cubicBezTo>
                    <a:pt x="4937179" y="3342942"/>
                    <a:pt x="4772079" y="3961008"/>
                    <a:pt x="4708579" y="2585174"/>
                  </a:cubicBezTo>
                  <a:cubicBezTo>
                    <a:pt x="4750912" y="4989708"/>
                    <a:pt x="4272546" y="3749341"/>
                    <a:pt x="4340279" y="3283675"/>
                  </a:cubicBezTo>
                  <a:cubicBezTo>
                    <a:pt x="4554062" y="3491108"/>
                    <a:pt x="4018546" y="4610824"/>
                    <a:pt x="4060879" y="3626574"/>
                  </a:cubicBezTo>
                  <a:cubicBezTo>
                    <a:pt x="4039712" y="3683724"/>
                    <a:pt x="3798412" y="4752640"/>
                    <a:pt x="3730679" y="3397973"/>
                  </a:cubicBezTo>
                  <a:cubicBezTo>
                    <a:pt x="3586746" y="4824606"/>
                    <a:pt x="3148596" y="3707006"/>
                    <a:pt x="3197279" y="3105873"/>
                  </a:cubicBezTo>
                  <a:cubicBezTo>
                    <a:pt x="3328512" y="3346115"/>
                    <a:pt x="2915762" y="4784391"/>
                    <a:pt x="2841679" y="3575774"/>
                  </a:cubicBezTo>
                  <a:cubicBezTo>
                    <a:pt x="2704096" y="4322958"/>
                    <a:pt x="2433162" y="4088007"/>
                    <a:pt x="2409879" y="3766274"/>
                  </a:cubicBezTo>
                  <a:cubicBezTo>
                    <a:pt x="2094496" y="4562141"/>
                    <a:pt x="2083912" y="3454065"/>
                    <a:pt x="2143179" y="3156674"/>
                  </a:cubicBezTo>
                  <a:cubicBezTo>
                    <a:pt x="2100846" y="4354708"/>
                    <a:pt x="1694446" y="4149392"/>
                    <a:pt x="1660579" y="3829775"/>
                  </a:cubicBezTo>
                  <a:cubicBezTo>
                    <a:pt x="1360012" y="4373759"/>
                    <a:pt x="1279579" y="3723942"/>
                    <a:pt x="1419279" y="3448775"/>
                  </a:cubicBezTo>
                  <a:cubicBezTo>
                    <a:pt x="1114479" y="4850008"/>
                    <a:pt x="1031929" y="3402208"/>
                    <a:pt x="1063679" y="3232875"/>
                  </a:cubicBezTo>
                  <a:cubicBezTo>
                    <a:pt x="1006529" y="4511342"/>
                    <a:pt x="547212" y="3859408"/>
                    <a:pt x="619179" y="3359875"/>
                  </a:cubicBezTo>
                  <a:cubicBezTo>
                    <a:pt x="399046" y="4651042"/>
                    <a:pt x="273795" y="3137625"/>
                    <a:pt x="314379" y="2826475"/>
                  </a:cubicBezTo>
                  <a:cubicBezTo>
                    <a:pt x="243147" y="3436075"/>
                    <a:pt x="210016" y="3512275"/>
                    <a:pt x="100684" y="3474175"/>
                  </a:cubicBezTo>
                  <a:cubicBezTo>
                    <a:pt x="-191416" y="2284609"/>
                    <a:pt x="214984" y="1323642"/>
                    <a:pt x="519784" y="476976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590ACA68-7810-C2C5-D0B0-83AD572BC6DF}"/>
                </a:ext>
              </a:extLst>
            </p:cNvPr>
            <p:cNvSpPr/>
            <p:nvPr/>
          </p:nvSpPr>
          <p:spPr>
            <a:xfrm flipH="1">
              <a:off x="5904317" y="1898643"/>
              <a:ext cx="1323975" cy="750654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9CE1620-A7E3-D361-679C-3B56029FCB58}"/>
                </a:ext>
              </a:extLst>
            </p:cNvPr>
            <p:cNvSpPr/>
            <p:nvPr/>
          </p:nvSpPr>
          <p:spPr>
            <a:xfrm flipH="1">
              <a:off x="5599517" y="384604"/>
              <a:ext cx="1628775" cy="1514132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920875"/>
                <a:gd name="connsiteY0" fmla="*/ 0 h 1236214"/>
                <a:gd name="connsiteX1" fmla="*/ 1920875 w 1920875"/>
                <a:gd name="connsiteY1" fmla="*/ 742950 h 1236214"/>
                <a:gd name="connsiteX2" fmla="*/ 1825625 w 1920875"/>
                <a:gd name="connsiteY2" fmla="*/ 981075 h 1236214"/>
                <a:gd name="connsiteX3" fmla="*/ 0 w 1920875"/>
                <a:gd name="connsiteY3" fmla="*/ 0 h 1236214"/>
                <a:gd name="connsiteX0" fmla="*/ 0 w 1920875"/>
                <a:gd name="connsiteY0" fmla="*/ 0 h 1552010"/>
                <a:gd name="connsiteX1" fmla="*/ 1920875 w 1920875"/>
                <a:gd name="connsiteY1" fmla="*/ 742950 h 1552010"/>
                <a:gd name="connsiteX2" fmla="*/ 1330325 w 1920875"/>
                <a:gd name="connsiteY2" fmla="*/ 1336675 h 1552010"/>
                <a:gd name="connsiteX3" fmla="*/ 0 w 1920875"/>
                <a:gd name="connsiteY3" fmla="*/ 0 h 1552010"/>
                <a:gd name="connsiteX0" fmla="*/ 0 w 1692275"/>
                <a:gd name="connsiteY0" fmla="*/ 0 h 1552010"/>
                <a:gd name="connsiteX1" fmla="*/ 1692275 w 1692275"/>
                <a:gd name="connsiteY1" fmla="*/ 933450 h 1552010"/>
                <a:gd name="connsiteX2" fmla="*/ 1330325 w 1692275"/>
                <a:gd name="connsiteY2" fmla="*/ 1336675 h 1552010"/>
                <a:gd name="connsiteX3" fmla="*/ 0 w 1692275"/>
                <a:gd name="connsiteY3" fmla="*/ 0 h 1552010"/>
                <a:gd name="connsiteX0" fmla="*/ 0 w 1692275"/>
                <a:gd name="connsiteY0" fmla="*/ 64117 h 1616127"/>
                <a:gd name="connsiteX1" fmla="*/ 1692275 w 1692275"/>
                <a:gd name="connsiteY1" fmla="*/ 997567 h 1616127"/>
                <a:gd name="connsiteX2" fmla="*/ 1330325 w 1692275"/>
                <a:gd name="connsiteY2" fmla="*/ 1400792 h 1616127"/>
                <a:gd name="connsiteX3" fmla="*/ 0 w 1692275"/>
                <a:gd name="connsiteY3" fmla="*/ 64117 h 1616127"/>
                <a:gd name="connsiteX0" fmla="*/ 0 w 1692275"/>
                <a:gd name="connsiteY0" fmla="*/ 55225 h 1607235"/>
                <a:gd name="connsiteX1" fmla="*/ 1692275 w 1692275"/>
                <a:gd name="connsiteY1" fmla="*/ 988675 h 1607235"/>
                <a:gd name="connsiteX2" fmla="*/ 1330325 w 1692275"/>
                <a:gd name="connsiteY2" fmla="*/ 1391900 h 1607235"/>
                <a:gd name="connsiteX3" fmla="*/ 0 w 1692275"/>
                <a:gd name="connsiteY3" fmla="*/ 55225 h 1607235"/>
                <a:gd name="connsiteX0" fmla="*/ 0 w 1692275"/>
                <a:gd name="connsiteY0" fmla="*/ 67876 h 1619886"/>
                <a:gd name="connsiteX1" fmla="*/ 1692275 w 1692275"/>
                <a:gd name="connsiteY1" fmla="*/ 1001326 h 1619886"/>
                <a:gd name="connsiteX2" fmla="*/ 1330325 w 1692275"/>
                <a:gd name="connsiteY2" fmla="*/ 1404551 h 1619886"/>
                <a:gd name="connsiteX3" fmla="*/ 0 w 1692275"/>
                <a:gd name="connsiteY3" fmla="*/ 67876 h 1619886"/>
                <a:gd name="connsiteX0" fmla="*/ 0 w 1628775"/>
                <a:gd name="connsiteY0" fmla="*/ 71322 h 1623332"/>
                <a:gd name="connsiteX1" fmla="*/ 1628775 w 1628775"/>
                <a:gd name="connsiteY1" fmla="*/ 903172 h 1623332"/>
                <a:gd name="connsiteX2" fmla="*/ 1330325 w 1628775"/>
                <a:gd name="connsiteY2" fmla="*/ 1407997 h 1623332"/>
                <a:gd name="connsiteX3" fmla="*/ 0 w 1628775"/>
                <a:gd name="connsiteY3" fmla="*/ 71322 h 1623332"/>
                <a:gd name="connsiteX0" fmla="*/ 0 w 1628775"/>
                <a:gd name="connsiteY0" fmla="*/ 70464 h 1622474"/>
                <a:gd name="connsiteX1" fmla="*/ 1628775 w 1628775"/>
                <a:gd name="connsiteY1" fmla="*/ 902314 h 1622474"/>
                <a:gd name="connsiteX2" fmla="*/ 1330325 w 1628775"/>
                <a:gd name="connsiteY2" fmla="*/ 1407139 h 1622474"/>
                <a:gd name="connsiteX3" fmla="*/ 0 w 1628775"/>
                <a:gd name="connsiteY3" fmla="*/ 70464 h 1622474"/>
                <a:gd name="connsiteX0" fmla="*/ 0 w 1628775"/>
                <a:gd name="connsiteY0" fmla="*/ 48215 h 1600225"/>
                <a:gd name="connsiteX1" fmla="*/ 1628775 w 1628775"/>
                <a:gd name="connsiteY1" fmla="*/ 880065 h 1600225"/>
                <a:gd name="connsiteX2" fmla="*/ 1330325 w 1628775"/>
                <a:gd name="connsiteY2" fmla="*/ 1384890 h 1600225"/>
                <a:gd name="connsiteX3" fmla="*/ 0 w 1628775"/>
                <a:gd name="connsiteY3" fmla="*/ 48215 h 1600225"/>
                <a:gd name="connsiteX0" fmla="*/ 0 w 1628775"/>
                <a:gd name="connsiteY0" fmla="*/ 19731 h 1571741"/>
                <a:gd name="connsiteX1" fmla="*/ 1628775 w 1628775"/>
                <a:gd name="connsiteY1" fmla="*/ 851581 h 1571741"/>
                <a:gd name="connsiteX2" fmla="*/ 1330325 w 1628775"/>
                <a:gd name="connsiteY2" fmla="*/ 1356406 h 1571741"/>
                <a:gd name="connsiteX3" fmla="*/ 0 w 1628775"/>
                <a:gd name="connsiteY3" fmla="*/ 19731 h 1571741"/>
                <a:gd name="connsiteX0" fmla="*/ 0 w 1628775"/>
                <a:gd name="connsiteY0" fmla="*/ 19731 h 1558020"/>
                <a:gd name="connsiteX1" fmla="*/ 1628775 w 1628775"/>
                <a:gd name="connsiteY1" fmla="*/ 851581 h 1558020"/>
                <a:gd name="connsiteX2" fmla="*/ 1330325 w 1628775"/>
                <a:gd name="connsiteY2" fmla="*/ 1356406 h 1558020"/>
                <a:gd name="connsiteX3" fmla="*/ 0 w 1628775"/>
                <a:gd name="connsiteY3" fmla="*/ 19731 h 1558020"/>
                <a:gd name="connsiteX0" fmla="*/ 0 w 1628775"/>
                <a:gd name="connsiteY0" fmla="*/ 19731 h 1526407"/>
                <a:gd name="connsiteX1" fmla="*/ 1628775 w 1628775"/>
                <a:gd name="connsiteY1" fmla="*/ 851581 h 1526407"/>
                <a:gd name="connsiteX2" fmla="*/ 1330325 w 1628775"/>
                <a:gd name="connsiteY2" fmla="*/ 1356406 h 1526407"/>
                <a:gd name="connsiteX3" fmla="*/ 0 w 1628775"/>
                <a:gd name="connsiteY3" fmla="*/ 19731 h 1526407"/>
                <a:gd name="connsiteX0" fmla="*/ 0 w 1628775"/>
                <a:gd name="connsiteY0" fmla="*/ 19731 h 1509237"/>
                <a:gd name="connsiteX1" fmla="*/ 1628775 w 1628775"/>
                <a:gd name="connsiteY1" fmla="*/ 851581 h 1509237"/>
                <a:gd name="connsiteX2" fmla="*/ 1330325 w 1628775"/>
                <a:gd name="connsiteY2" fmla="*/ 1356406 h 1509237"/>
                <a:gd name="connsiteX3" fmla="*/ 0 w 1628775"/>
                <a:gd name="connsiteY3" fmla="*/ 19731 h 1509237"/>
                <a:gd name="connsiteX0" fmla="*/ 0 w 1628775"/>
                <a:gd name="connsiteY0" fmla="*/ 19731 h 1526055"/>
                <a:gd name="connsiteX1" fmla="*/ 1628775 w 1628775"/>
                <a:gd name="connsiteY1" fmla="*/ 851581 h 1526055"/>
                <a:gd name="connsiteX2" fmla="*/ 1330325 w 1628775"/>
                <a:gd name="connsiteY2" fmla="*/ 1356406 h 1526055"/>
                <a:gd name="connsiteX3" fmla="*/ 0 w 1628775"/>
                <a:gd name="connsiteY3" fmla="*/ 19731 h 1526055"/>
                <a:gd name="connsiteX0" fmla="*/ 0 w 1628775"/>
                <a:gd name="connsiteY0" fmla="*/ 19731 h 1561949"/>
                <a:gd name="connsiteX1" fmla="*/ 1628775 w 1628775"/>
                <a:gd name="connsiteY1" fmla="*/ 851581 h 1561949"/>
                <a:gd name="connsiteX2" fmla="*/ 1330325 w 1628775"/>
                <a:gd name="connsiteY2" fmla="*/ 1356406 h 1561949"/>
                <a:gd name="connsiteX3" fmla="*/ 0 w 1628775"/>
                <a:gd name="connsiteY3" fmla="*/ 19731 h 1561949"/>
                <a:gd name="connsiteX0" fmla="*/ 0 w 1628775"/>
                <a:gd name="connsiteY0" fmla="*/ 19731 h 1501781"/>
                <a:gd name="connsiteX1" fmla="*/ 1628775 w 1628775"/>
                <a:gd name="connsiteY1" fmla="*/ 851581 h 1501781"/>
                <a:gd name="connsiteX2" fmla="*/ 1330325 w 1628775"/>
                <a:gd name="connsiteY2" fmla="*/ 1356406 h 1501781"/>
                <a:gd name="connsiteX3" fmla="*/ 0 w 1628775"/>
                <a:gd name="connsiteY3" fmla="*/ 19731 h 1501781"/>
                <a:gd name="connsiteX0" fmla="*/ 0 w 1628775"/>
                <a:gd name="connsiteY0" fmla="*/ 19731 h 1560496"/>
                <a:gd name="connsiteX1" fmla="*/ 1628775 w 1628775"/>
                <a:gd name="connsiteY1" fmla="*/ 851581 h 1560496"/>
                <a:gd name="connsiteX2" fmla="*/ 1317625 w 1628775"/>
                <a:gd name="connsiteY2" fmla="*/ 1419906 h 1560496"/>
                <a:gd name="connsiteX3" fmla="*/ 0 w 1628775"/>
                <a:gd name="connsiteY3" fmla="*/ 19731 h 1560496"/>
                <a:gd name="connsiteX0" fmla="*/ 0 w 1628775"/>
                <a:gd name="connsiteY0" fmla="*/ 19731 h 1514132"/>
                <a:gd name="connsiteX1" fmla="*/ 1628775 w 1628775"/>
                <a:gd name="connsiteY1" fmla="*/ 851581 h 1514132"/>
                <a:gd name="connsiteX2" fmla="*/ 1317625 w 1628775"/>
                <a:gd name="connsiteY2" fmla="*/ 1419906 h 1514132"/>
                <a:gd name="connsiteX3" fmla="*/ 0 w 1628775"/>
                <a:gd name="connsiteY3" fmla="*/ 19731 h 151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514132">
                  <a:moveTo>
                    <a:pt x="0" y="19731"/>
                  </a:moveTo>
                  <a:cubicBezTo>
                    <a:pt x="876300" y="-189819"/>
                    <a:pt x="441325" y="1350056"/>
                    <a:pt x="1628775" y="851581"/>
                  </a:cubicBezTo>
                  <a:lnTo>
                    <a:pt x="1317625" y="1419906"/>
                  </a:lnTo>
                  <a:cubicBezTo>
                    <a:pt x="-209550" y="1873931"/>
                    <a:pt x="412750" y="569006"/>
                    <a:pt x="0" y="19731"/>
                  </a:cubicBezTo>
                  <a:close/>
                </a:path>
              </a:pathLst>
            </a:custGeom>
            <a:solidFill>
              <a:srgbClr val="B8957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F67C496E-947B-FFE5-B7A0-1ECAB380F164}"/>
                </a:ext>
              </a:extLst>
            </p:cNvPr>
            <p:cNvSpPr/>
            <p:nvPr/>
          </p:nvSpPr>
          <p:spPr>
            <a:xfrm flipH="1">
              <a:off x="6043918" y="2034531"/>
              <a:ext cx="1084301" cy="614766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78431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81305665-7F75-8719-8596-19E5DC7A8F26}"/>
                </a:ext>
              </a:extLst>
            </p:cNvPr>
            <p:cNvSpPr/>
            <p:nvPr/>
          </p:nvSpPr>
          <p:spPr>
            <a:xfrm>
              <a:off x="3082111" y="2024199"/>
              <a:ext cx="1084301" cy="614766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78431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DAB2E8E-987A-0353-7F45-162E4530A91B}"/>
                </a:ext>
              </a:extLst>
            </p:cNvPr>
            <p:cNvSpPr/>
            <p:nvPr/>
          </p:nvSpPr>
          <p:spPr>
            <a:xfrm>
              <a:off x="3865848" y="1047139"/>
              <a:ext cx="2423885" cy="2815771"/>
            </a:xfrm>
            <a:prstGeom prst="ellipse">
              <a:avLst/>
            </a:pr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77EE3202-DC57-00B0-55E7-5B6F4BF8EBEF}"/>
                </a:ext>
              </a:extLst>
            </p:cNvPr>
            <p:cNvSpPr/>
            <p:nvPr/>
          </p:nvSpPr>
          <p:spPr>
            <a:xfrm>
              <a:off x="4691691" y="3745753"/>
              <a:ext cx="738514" cy="278764"/>
            </a:xfrm>
            <a:custGeom>
              <a:avLst/>
              <a:gdLst>
                <a:gd name="connsiteX0" fmla="*/ 0 w 358140"/>
                <a:gd name="connsiteY0" fmla="*/ 207903 h 415806"/>
                <a:gd name="connsiteX1" fmla="*/ 179070 w 358140"/>
                <a:gd name="connsiteY1" fmla="*/ 0 h 415806"/>
                <a:gd name="connsiteX2" fmla="*/ 358140 w 358140"/>
                <a:gd name="connsiteY2" fmla="*/ 207903 h 415806"/>
                <a:gd name="connsiteX3" fmla="*/ 179070 w 358140"/>
                <a:gd name="connsiteY3" fmla="*/ 415806 h 415806"/>
                <a:gd name="connsiteX4" fmla="*/ 0 w 358140"/>
                <a:gd name="connsiteY4" fmla="*/ 207903 h 415806"/>
                <a:gd name="connsiteX0" fmla="*/ 0 w 358140"/>
                <a:gd name="connsiteY0" fmla="*/ 207903 h 233890"/>
                <a:gd name="connsiteX1" fmla="*/ 179070 w 358140"/>
                <a:gd name="connsiteY1" fmla="*/ 0 h 233890"/>
                <a:gd name="connsiteX2" fmla="*/ 358140 w 358140"/>
                <a:gd name="connsiteY2" fmla="*/ 207903 h 233890"/>
                <a:gd name="connsiteX3" fmla="*/ 0 w 358140"/>
                <a:gd name="connsiteY3" fmla="*/ 207903 h 233890"/>
                <a:gd name="connsiteX0" fmla="*/ 16067 w 587567"/>
                <a:gd name="connsiteY0" fmla="*/ 211536 h 215292"/>
                <a:gd name="connsiteX1" fmla="*/ 195137 w 587567"/>
                <a:gd name="connsiteY1" fmla="*/ 3633 h 215292"/>
                <a:gd name="connsiteX2" fmla="*/ 587567 w 587567"/>
                <a:gd name="connsiteY2" fmla="*/ 127716 h 215292"/>
                <a:gd name="connsiteX3" fmla="*/ 16067 w 587567"/>
                <a:gd name="connsiteY3" fmla="*/ 211536 h 215292"/>
                <a:gd name="connsiteX0" fmla="*/ 9880 w 733780"/>
                <a:gd name="connsiteY0" fmla="*/ 155428 h 164513"/>
                <a:gd name="connsiteX1" fmla="*/ 341350 w 733780"/>
                <a:gd name="connsiteY1" fmla="*/ 865 h 164513"/>
                <a:gd name="connsiteX2" fmla="*/ 733780 w 733780"/>
                <a:gd name="connsiteY2" fmla="*/ 124948 h 164513"/>
                <a:gd name="connsiteX3" fmla="*/ 9880 w 733780"/>
                <a:gd name="connsiteY3" fmla="*/ 155428 h 164513"/>
                <a:gd name="connsiteX0" fmla="*/ 9880 w 733780"/>
                <a:gd name="connsiteY0" fmla="*/ 155428 h 232383"/>
                <a:gd name="connsiteX1" fmla="*/ 341350 w 733780"/>
                <a:gd name="connsiteY1" fmla="*/ 865 h 232383"/>
                <a:gd name="connsiteX2" fmla="*/ 733780 w 733780"/>
                <a:gd name="connsiteY2" fmla="*/ 124948 h 232383"/>
                <a:gd name="connsiteX3" fmla="*/ 9880 w 733780"/>
                <a:gd name="connsiteY3" fmla="*/ 155428 h 232383"/>
                <a:gd name="connsiteX0" fmla="*/ 33010 w 756910"/>
                <a:gd name="connsiteY0" fmla="*/ 155428 h 269574"/>
                <a:gd name="connsiteX1" fmla="*/ 364480 w 756910"/>
                <a:gd name="connsiteY1" fmla="*/ 865 h 269574"/>
                <a:gd name="connsiteX2" fmla="*/ 756910 w 756910"/>
                <a:gd name="connsiteY2" fmla="*/ 124948 h 269574"/>
                <a:gd name="connsiteX3" fmla="*/ 33010 w 756910"/>
                <a:gd name="connsiteY3" fmla="*/ 155428 h 269574"/>
                <a:gd name="connsiteX0" fmla="*/ 30059 w 757509"/>
                <a:gd name="connsiteY0" fmla="*/ 154763 h 209682"/>
                <a:gd name="connsiteX1" fmla="*/ 361529 w 757509"/>
                <a:gd name="connsiteY1" fmla="*/ 200 h 209682"/>
                <a:gd name="connsiteX2" fmla="*/ 753959 w 757509"/>
                <a:gd name="connsiteY2" fmla="*/ 124283 h 209682"/>
                <a:gd name="connsiteX3" fmla="*/ 97428 w 757509"/>
                <a:gd name="connsiteY3" fmla="*/ 209016 h 209682"/>
                <a:gd name="connsiteX4" fmla="*/ 30059 w 757509"/>
                <a:gd name="connsiteY4" fmla="*/ 154763 h 209682"/>
                <a:gd name="connsiteX0" fmla="*/ 11919 w 671890"/>
                <a:gd name="connsiteY0" fmla="*/ 210146 h 213922"/>
                <a:gd name="connsiteX1" fmla="*/ 276020 w 671890"/>
                <a:gd name="connsiteY1" fmla="*/ 1330 h 213922"/>
                <a:gd name="connsiteX2" fmla="*/ 668450 w 671890"/>
                <a:gd name="connsiteY2" fmla="*/ 125413 h 213922"/>
                <a:gd name="connsiteX3" fmla="*/ 11919 w 671890"/>
                <a:gd name="connsiteY3" fmla="*/ 210146 h 213922"/>
                <a:gd name="connsiteX0" fmla="*/ 9850 w 738514"/>
                <a:gd name="connsiteY0" fmla="*/ 155688 h 164845"/>
                <a:gd name="connsiteX1" fmla="*/ 342531 w 738514"/>
                <a:gd name="connsiteY1" fmla="*/ 212 h 164845"/>
                <a:gd name="connsiteX2" fmla="*/ 734961 w 738514"/>
                <a:gd name="connsiteY2" fmla="*/ 124295 h 164845"/>
                <a:gd name="connsiteX3" fmla="*/ 9850 w 738514"/>
                <a:gd name="connsiteY3" fmla="*/ 155688 h 164845"/>
                <a:gd name="connsiteX0" fmla="*/ 9850 w 738514"/>
                <a:gd name="connsiteY0" fmla="*/ 155688 h 242636"/>
                <a:gd name="connsiteX1" fmla="*/ 342531 w 738514"/>
                <a:gd name="connsiteY1" fmla="*/ 212 h 242636"/>
                <a:gd name="connsiteX2" fmla="*/ 734961 w 738514"/>
                <a:gd name="connsiteY2" fmla="*/ 124295 h 242636"/>
                <a:gd name="connsiteX3" fmla="*/ 9850 w 738514"/>
                <a:gd name="connsiteY3" fmla="*/ 155688 h 242636"/>
                <a:gd name="connsiteX0" fmla="*/ 9850 w 738514"/>
                <a:gd name="connsiteY0" fmla="*/ 155688 h 270787"/>
                <a:gd name="connsiteX1" fmla="*/ 342531 w 738514"/>
                <a:gd name="connsiteY1" fmla="*/ 212 h 270787"/>
                <a:gd name="connsiteX2" fmla="*/ 734961 w 738514"/>
                <a:gd name="connsiteY2" fmla="*/ 124295 h 270787"/>
                <a:gd name="connsiteX3" fmla="*/ 9850 w 738514"/>
                <a:gd name="connsiteY3" fmla="*/ 155688 h 270787"/>
                <a:gd name="connsiteX0" fmla="*/ 9850 w 738514"/>
                <a:gd name="connsiteY0" fmla="*/ 155688 h 278764"/>
                <a:gd name="connsiteX1" fmla="*/ 342531 w 738514"/>
                <a:gd name="connsiteY1" fmla="*/ 212 h 278764"/>
                <a:gd name="connsiteX2" fmla="*/ 734961 w 738514"/>
                <a:gd name="connsiteY2" fmla="*/ 124295 h 278764"/>
                <a:gd name="connsiteX3" fmla="*/ 9850 w 738514"/>
                <a:gd name="connsiteY3" fmla="*/ 155688 h 27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514" h="278764">
                  <a:moveTo>
                    <a:pt x="9850" y="155688"/>
                  </a:moveTo>
                  <a:cubicBezTo>
                    <a:pt x="-55555" y="135008"/>
                    <a:pt x="221679" y="5444"/>
                    <a:pt x="342531" y="212"/>
                  </a:cubicBezTo>
                  <a:cubicBezTo>
                    <a:pt x="463383" y="-5020"/>
                    <a:pt x="775168" y="88222"/>
                    <a:pt x="734961" y="124295"/>
                  </a:cubicBezTo>
                  <a:cubicBezTo>
                    <a:pt x="580454" y="358488"/>
                    <a:pt x="75255" y="290668"/>
                    <a:pt x="9850" y="155688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9BDD2DCB-3279-F8D6-5FD3-FE69F796C449}"/>
                </a:ext>
              </a:extLst>
            </p:cNvPr>
            <p:cNvSpPr/>
            <p:nvPr/>
          </p:nvSpPr>
          <p:spPr>
            <a:xfrm>
              <a:off x="4345605" y="3204726"/>
              <a:ext cx="1377234" cy="658184"/>
            </a:xfrm>
            <a:custGeom>
              <a:avLst/>
              <a:gdLst>
                <a:gd name="connsiteX0" fmla="*/ 0 w 922020"/>
                <a:gd name="connsiteY0" fmla="*/ 0 h 99060"/>
                <a:gd name="connsiteX1" fmla="*/ 922020 w 922020"/>
                <a:gd name="connsiteY1" fmla="*/ 0 h 99060"/>
                <a:gd name="connsiteX2" fmla="*/ 922020 w 922020"/>
                <a:gd name="connsiteY2" fmla="*/ 99060 h 99060"/>
                <a:gd name="connsiteX3" fmla="*/ 0 w 922020"/>
                <a:gd name="connsiteY3" fmla="*/ 99060 h 99060"/>
                <a:gd name="connsiteX4" fmla="*/ 0 w 922020"/>
                <a:gd name="connsiteY4" fmla="*/ 0 h 99060"/>
                <a:gd name="connsiteX0" fmla="*/ 0 w 922020"/>
                <a:gd name="connsiteY0" fmla="*/ 0 h 454660"/>
                <a:gd name="connsiteX1" fmla="*/ 922020 w 922020"/>
                <a:gd name="connsiteY1" fmla="*/ 0 h 454660"/>
                <a:gd name="connsiteX2" fmla="*/ 922020 w 922020"/>
                <a:gd name="connsiteY2" fmla="*/ 99060 h 454660"/>
                <a:gd name="connsiteX3" fmla="*/ 133350 w 922020"/>
                <a:gd name="connsiteY3" fmla="*/ 454660 h 454660"/>
                <a:gd name="connsiteX4" fmla="*/ 0 w 922020"/>
                <a:gd name="connsiteY4" fmla="*/ 0 h 454660"/>
                <a:gd name="connsiteX0" fmla="*/ 285750 w 788670"/>
                <a:gd name="connsiteY0" fmla="*/ 0 h 588010"/>
                <a:gd name="connsiteX1" fmla="*/ 788670 w 788670"/>
                <a:gd name="connsiteY1" fmla="*/ 133350 h 588010"/>
                <a:gd name="connsiteX2" fmla="*/ 788670 w 788670"/>
                <a:gd name="connsiteY2" fmla="*/ 232410 h 588010"/>
                <a:gd name="connsiteX3" fmla="*/ 0 w 788670"/>
                <a:gd name="connsiteY3" fmla="*/ 588010 h 588010"/>
                <a:gd name="connsiteX4" fmla="*/ 285750 w 788670"/>
                <a:gd name="connsiteY4" fmla="*/ 0 h 588010"/>
                <a:gd name="connsiteX0" fmla="*/ 285750 w 788670"/>
                <a:gd name="connsiteY0" fmla="*/ 0 h 588010"/>
                <a:gd name="connsiteX1" fmla="*/ 788670 w 788670"/>
                <a:gd name="connsiteY1" fmla="*/ 133350 h 588010"/>
                <a:gd name="connsiteX2" fmla="*/ 541020 w 788670"/>
                <a:gd name="connsiteY2" fmla="*/ 505460 h 588010"/>
                <a:gd name="connsiteX3" fmla="*/ 0 w 788670"/>
                <a:gd name="connsiteY3" fmla="*/ 588010 h 588010"/>
                <a:gd name="connsiteX4" fmla="*/ 285750 w 788670"/>
                <a:gd name="connsiteY4" fmla="*/ 0 h 588010"/>
                <a:gd name="connsiteX0" fmla="*/ 285750 w 541020"/>
                <a:gd name="connsiteY0" fmla="*/ 0 h 588010"/>
                <a:gd name="connsiteX1" fmla="*/ 541020 w 541020"/>
                <a:gd name="connsiteY1" fmla="*/ 505460 h 588010"/>
                <a:gd name="connsiteX2" fmla="*/ 0 w 541020"/>
                <a:gd name="connsiteY2" fmla="*/ 588010 h 588010"/>
                <a:gd name="connsiteX3" fmla="*/ 285750 w 541020"/>
                <a:gd name="connsiteY3" fmla="*/ 0 h 588010"/>
                <a:gd name="connsiteX0" fmla="*/ 323850 w 541020"/>
                <a:gd name="connsiteY0" fmla="*/ 0 h 588010"/>
                <a:gd name="connsiteX1" fmla="*/ 541020 w 541020"/>
                <a:gd name="connsiteY1" fmla="*/ 505460 h 588010"/>
                <a:gd name="connsiteX2" fmla="*/ 0 w 541020"/>
                <a:gd name="connsiteY2" fmla="*/ 588010 h 588010"/>
                <a:gd name="connsiteX3" fmla="*/ 323850 w 541020"/>
                <a:gd name="connsiteY3" fmla="*/ 0 h 588010"/>
                <a:gd name="connsiteX0" fmla="*/ 323850 w 807125"/>
                <a:gd name="connsiteY0" fmla="*/ 128577 h 716587"/>
                <a:gd name="connsiteX1" fmla="*/ 541020 w 807125"/>
                <a:gd name="connsiteY1" fmla="*/ 634037 h 716587"/>
                <a:gd name="connsiteX2" fmla="*/ 0 w 807125"/>
                <a:gd name="connsiteY2" fmla="*/ 716587 h 716587"/>
                <a:gd name="connsiteX3" fmla="*/ 323850 w 807125"/>
                <a:gd name="connsiteY3" fmla="*/ 128577 h 716587"/>
                <a:gd name="connsiteX0" fmla="*/ 323850 w 1032728"/>
                <a:gd name="connsiteY0" fmla="*/ 90924 h 678934"/>
                <a:gd name="connsiteX1" fmla="*/ 541020 w 1032728"/>
                <a:gd name="connsiteY1" fmla="*/ 596384 h 678934"/>
                <a:gd name="connsiteX2" fmla="*/ 0 w 1032728"/>
                <a:gd name="connsiteY2" fmla="*/ 678934 h 678934"/>
                <a:gd name="connsiteX3" fmla="*/ 323850 w 1032728"/>
                <a:gd name="connsiteY3" fmla="*/ 90924 h 678934"/>
                <a:gd name="connsiteX0" fmla="*/ 579682 w 1288560"/>
                <a:gd name="connsiteY0" fmla="*/ 90924 h 678934"/>
                <a:gd name="connsiteX1" fmla="*/ 796852 w 1288560"/>
                <a:gd name="connsiteY1" fmla="*/ 596384 h 678934"/>
                <a:gd name="connsiteX2" fmla="*/ 255832 w 1288560"/>
                <a:gd name="connsiteY2" fmla="*/ 678934 h 678934"/>
                <a:gd name="connsiteX3" fmla="*/ 579682 w 1288560"/>
                <a:gd name="connsiteY3" fmla="*/ 90924 h 678934"/>
                <a:gd name="connsiteX0" fmla="*/ 672866 w 1381744"/>
                <a:gd name="connsiteY0" fmla="*/ 90924 h 678934"/>
                <a:gd name="connsiteX1" fmla="*/ 890036 w 1381744"/>
                <a:gd name="connsiteY1" fmla="*/ 596384 h 678934"/>
                <a:gd name="connsiteX2" fmla="*/ 349016 w 1381744"/>
                <a:gd name="connsiteY2" fmla="*/ 678934 h 678934"/>
                <a:gd name="connsiteX3" fmla="*/ 672866 w 1381744"/>
                <a:gd name="connsiteY3" fmla="*/ 90924 h 678934"/>
                <a:gd name="connsiteX0" fmla="*/ 664910 w 1373788"/>
                <a:gd name="connsiteY0" fmla="*/ 90924 h 647184"/>
                <a:gd name="connsiteX1" fmla="*/ 882080 w 1373788"/>
                <a:gd name="connsiteY1" fmla="*/ 596384 h 647184"/>
                <a:gd name="connsiteX2" fmla="*/ 360110 w 1373788"/>
                <a:gd name="connsiteY2" fmla="*/ 647184 h 647184"/>
                <a:gd name="connsiteX3" fmla="*/ 664910 w 1373788"/>
                <a:gd name="connsiteY3" fmla="*/ 90924 h 647184"/>
                <a:gd name="connsiteX0" fmla="*/ 662295 w 1371173"/>
                <a:gd name="connsiteY0" fmla="*/ 90924 h 646009"/>
                <a:gd name="connsiteX1" fmla="*/ 879465 w 1371173"/>
                <a:gd name="connsiteY1" fmla="*/ 596384 h 646009"/>
                <a:gd name="connsiteX2" fmla="*/ 363845 w 1371173"/>
                <a:gd name="connsiteY2" fmla="*/ 615434 h 646009"/>
                <a:gd name="connsiteX3" fmla="*/ 662295 w 1371173"/>
                <a:gd name="connsiteY3" fmla="*/ 90924 h 646009"/>
                <a:gd name="connsiteX0" fmla="*/ 689698 w 1398576"/>
                <a:gd name="connsiteY0" fmla="*/ 90924 h 646009"/>
                <a:gd name="connsiteX1" fmla="*/ 906868 w 1398576"/>
                <a:gd name="connsiteY1" fmla="*/ 596384 h 646009"/>
                <a:gd name="connsiteX2" fmla="*/ 391248 w 1398576"/>
                <a:gd name="connsiteY2" fmla="*/ 615434 h 646009"/>
                <a:gd name="connsiteX3" fmla="*/ 689698 w 1398576"/>
                <a:gd name="connsiteY3" fmla="*/ 90924 h 646009"/>
                <a:gd name="connsiteX0" fmla="*/ 619002 w 1327880"/>
                <a:gd name="connsiteY0" fmla="*/ 90924 h 646009"/>
                <a:gd name="connsiteX1" fmla="*/ 836172 w 1327880"/>
                <a:gd name="connsiteY1" fmla="*/ 596384 h 646009"/>
                <a:gd name="connsiteX2" fmla="*/ 320552 w 1327880"/>
                <a:gd name="connsiteY2" fmla="*/ 615434 h 646009"/>
                <a:gd name="connsiteX3" fmla="*/ 619002 w 1327880"/>
                <a:gd name="connsiteY3" fmla="*/ 90924 h 646009"/>
                <a:gd name="connsiteX0" fmla="*/ 678132 w 1387010"/>
                <a:gd name="connsiteY0" fmla="*/ 90924 h 646009"/>
                <a:gd name="connsiteX1" fmla="*/ 895302 w 1387010"/>
                <a:gd name="connsiteY1" fmla="*/ 596384 h 646009"/>
                <a:gd name="connsiteX2" fmla="*/ 379682 w 1387010"/>
                <a:gd name="connsiteY2" fmla="*/ 615434 h 646009"/>
                <a:gd name="connsiteX3" fmla="*/ 678132 w 1387010"/>
                <a:gd name="connsiteY3" fmla="*/ 90924 h 646009"/>
                <a:gd name="connsiteX0" fmla="*/ 678132 w 1387010"/>
                <a:gd name="connsiteY0" fmla="*/ 90924 h 646009"/>
                <a:gd name="connsiteX1" fmla="*/ 895302 w 1387010"/>
                <a:gd name="connsiteY1" fmla="*/ 596384 h 646009"/>
                <a:gd name="connsiteX2" fmla="*/ 502871 w 1387010"/>
                <a:gd name="connsiteY2" fmla="*/ 605275 h 646009"/>
                <a:gd name="connsiteX3" fmla="*/ 379682 w 1387010"/>
                <a:gd name="connsiteY3" fmla="*/ 615434 h 646009"/>
                <a:gd name="connsiteX4" fmla="*/ 678132 w 1387010"/>
                <a:gd name="connsiteY4" fmla="*/ 90924 h 646009"/>
                <a:gd name="connsiteX0" fmla="*/ 175261 w 884139"/>
                <a:gd name="connsiteY0" fmla="*/ 90924 h 646009"/>
                <a:gd name="connsiteX1" fmla="*/ 392431 w 884139"/>
                <a:gd name="connsiteY1" fmla="*/ 596384 h 646009"/>
                <a:gd name="connsiteX2" fmla="*/ 0 w 884139"/>
                <a:gd name="connsiteY2" fmla="*/ 605275 h 646009"/>
                <a:gd name="connsiteX3" fmla="*/ 175261 w 884139"/>
                <a:gd name="connsiteY3" fmla="*/ 90924 h 646009"/>
                <a:gd name="connsiteX0" fmla="*/ 515378 w 1224256"/>
                <a:gd name="connsiteY0" fmla="*/ 116708 h 671793"/>
                <a:gd name="connsiteX1" fmla="*/ 732548 w 1224256"/>
                <a:gd name="connsiteY1" fmla="*/ 622168 h 671793"/>
                <a:gd name="connsiteX2" fmla="*/ 340117 w 1224256"/>
                <a:gd name="connsiteY2" fmla="*/ 631059 h 671793"/>
                <a:gd name="connsiteX3" fmla="*/ 515378 w 1224256"/>
                <a:gd name="connsiteY3" fmla="*/ 116708 h 671793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234" h="658184">
                  <a:moveTo>
                    <a:pt x="668356" y="90924"/>
                  </a:moveTo>
                  <a:cubicBezTo>
                    <a:pt x="1655146" y="-337489"/>
                    <a:pt x="1498936" y="904147"/>
                    <a:pt x="885526" y="596384"/>
                  </a:cubicBezTo>
                  <a:cubicBezTo>
                    <a:pt x="754716" y="548548"/>
                    <a:pt x="630255" y="557861"/>
                    <a:pt x="493095" y="605275"/>
                  </a:cubicBezTo>
                  <a:cubicBezTo>
                    <a:pt x="37165" y="922775"/>
                    <a:pt x="-412414" y="-309126"/>
                    <a:pt x="668356" y="90924"/>
                  </a:cubicBezTo>
                  <a:close/>
                </a:path>
              </a:pathLst>
            </a:custGeom>
            <a:solidFill>
              <a:srgbClr val="E38054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C95286C-93FF-9ED5-1912-83CD44E48D8F}"/>
                </a:ext>
              </a:extLst>
            </p:cNvPr>
            <p:cNvSpPr/>
            <p:nvPr/>
          </p:nvSpPr>
          <p:spPr>
            <a:xfrm>
              <a:off x="4656137" y="3455347"/>
              <a:ext cx="113023" cy="113023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6FC51DF-3952-E852-F9FE-645BC4DAB118}"/>
                </a:ext>
              </a:extLst>
            </p:cNvPr>
            <p:cNvSpPr/>
            <p:nvPr/>
          </p:nvSpPr>
          <p:spPr>
            <a:xfrm>
              <a:off x="5248917" y="3455347"/>
              <a:ext cx="113023" cy="113023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8E050B1-C12E-7584-BAD4-F89F156114B2}"/>
                </a:ext>
              </a:extLst>
            </p:cNvPr>
            <p:cNvGrpSpPr/>
            <p:nvPr/>
          </p:nvGrpSpPr>
          <p:grpSpPr>
            <a:xfrm>
              <a:off x="5064326" y="2317768"/>
              <a:ext cx="695566" cy="892861"/>
              <a:chOff x="8321988" y="1141670"/>
              <a:chExt cx="695566" cy="892861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DE5EF40-B202-A4C8-E4DD-A0DC9A56C182}"/>
                  </a:ext>
                </a:extLst>
              </p:cNvPr>
              <p:cNvSpPr/>
              <p:nvPr/>
            </p:nvSpPr>
            <p:spPr>
              <a:xfrm>
                <a:off x="8321988" y="1141670"/>
                <a:ext cx="695566" cy="89286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AAABAA0-25CB-FB0B-209C-1E8A73174053}"/>
                  </a:ext>
                </a:extLst>
              </p:cNvPr>
              <p:cNvSpPr/>
              <p:nvPr/>
            </p:nvSpPr>
            <p:spPr>
              <a:xfrm>
                <a:off x="8524058" y="1387119"/>
                <a:ext cx="437348" cy="561400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26550AE-61E7-0F9A-AF84-087003617D4D}"/>
                  </a:ext>
                </a:extLst>
              </p:cNvPr>
              <p:cNvSpPr/>
              <p:nvPr/>
            </p:nvSpPr>
            <p:spPr>
              <a:xfrm>
                <a:off x="8584618" y="1478794"/>
                <a:ext cx="170305" cy="2186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C1D0C85-E81F-2283-63EA-365B9B0B9040}"/>
                </a:ext>
              </a:extLst>
            </p:cNvPr>
            <p:cNvGrpSpPr/>
            <p:nvPr/>
          </p:nvGrpSpPr>
          <p:grpSpPr>
            <a:xfrm>
              <a:off x="4225222" y="2317770"/>
              <a:ext cx="695566" cy="892861"/>
              <a:chOff x="8321988" y="1141670"/>
              <a:chExt cx="695566" cy="89286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206FBE6-9E00-D4F5-04FA-82065C7E5761}"/>
                  </a:ext>
                </a:extLst>
              </p:cNvPr>
              <p:cNvSpPr/>
              <p:nvPr/>
            </p:nvSpPr>
            <p:spPr>
              <a:xfrm>
                <a:off x="8321988" y="1141670"/>
                <a:ext cx="695566" cy="89286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474EC8-92B2-5ACF-8E2D-36786891760E}"/>
                  </a:ext>
                </a:extLst>
              </p:cNvPr>
              <p:cNvSpPr/>
              <p:nvPr/>
            </p:nvSpPr>
            <p:spPr>
              <a:xfrm>
                <a:off x="8524058" y="1387119"/>
                <a:ext cx="437348" cy="561400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CCDDBA6-F681-4CEB-BC39-96D5F7F67F75}"/>
                  </a:ext>
                </a:extLst>
              </p:cNvPr>
              <p:cNvSpPr/>
              <p:nvPr/>
            </p:nvSpPr>
            <p:spPr>
              <a:xfrm>
                <a:off x="8584618" y="1478794"/>
                <a:ext cx="170305" cy="2186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5" name="Oval 2">
              <a:extLst>
                <a:ext uri="{FF2B5EF4-FFF2-40B4-BE49-F238E27FC236}">
                  <a16:creationId xmlns:a16="http://schemas.microsoft.com/office/drawing/2014/main" id="{52A44DA7-9A28-1163-20E2-A372C5B6B346}"/>
                </a:ext>
              </a:extLst>
            </p:cNvPr>
            <p:cNvSpPr/>
            <p:nvPr/>
          </p:nvSpPr>
          <p:spPr>
            <a:xfrm>
              <a:off x="3870665" y="1041937"/>
              <a:ext cx="2414253" cy="1845063"/>
            </a:xfrm>
            <a:custGeom>
              <a:avLst/>
              <a:gdLst>
                <a:gd name="connsiteX0" fmla="*/ 0 w 2423885"/>
                <a:gd name="connsiteY0" fmla="*/ 1407886 h 2815771"/>
                <a:gd name="connsiteX1" fmla="*/ 1211943 w 2423885"/>
                <a:gd name="connsiteY1" fmla="*/ 0 h 2815771"/>
                <a:gd name="connsiteX2" fmla="*/ 2423886 w 2423885"/>
                <a:gd name="connsiteY2" fmla="*/ 1407886 h 2815771"/>
                <a:gd name="connsiteX3" fmla="*/ 1211943 w 2423885"/>
                <a:gd name="connsiteY3" fmla="*/ 2815772 h 2815771"/>
                <a:gd name="connsiteX4" fmla="*/ 0 w 2423885"/>
                <a:gd name="connsiteY4" fmla="*/ 1407886 h 2815771"/>
                <a:gd name="connsiteX0" fmla="*/ 0 w 2423886"/>
                <a:gd name="connsiteY0" fmla="*/ 1407886 h 1583872"/>
                <a:gd name="connsiteX1" fmla="*/ 1211943 w 2423886"/>
                <a:gd name="connsiteY1" fmla="*/ 0 h 1583872"/>
                <a:gd name="connsiteX2" fmla="*/ 2423886 w 2423886"/>
                <a:gd name="connsiteY2" fmla="*/ 1407886 h 1583872"/>
                <a:gd name="connsiteX3" fmla="*/ 0 w 2423886"/>
                <a:gd name="connsiteY3" fmla="*/ 1407886 h 1583872"/>
                <a:gd name="connsiteX0" fmla="*/ 82880 w 2526067"/>
                <a:gd name="connsiteY0" fmla="*/ 1407886 h 1561363"/>
                <a:gd name="connsiteX1" fmla="*/ 1294823 w 2526067"/>
                <a:gd name="connsiteY1" fmla="*/ 0 h 1561363"/>
                <a:gd name="connsiteX2" fmla="*/ 2506766 w 2526067"/>
                <a:gd name="connsiteY2" fmla="*/ 1407886 h 1561363"/>
                <a:gd name="connsiteX3" fmla="*/ 373165 w 2526067"/>
                <a:gd name="connsiteY3" fmla="*/ 1524001 h 1561363"/>
                <a:gd name="connsiteX4" fmla="*/ 82880 w 2526067"/>
                <a:gd name="connsiteY4" fmla="*/ 1407886 h 1561363"/>
                <a:gd name="connsiteX0" fmla="*/ 82880 w 2509941"/>
                <a:gd name="connsiteY0" fmla="*/ 1407886 h 1561363"/>
                <a:gd name="connsiteX1" fmla="*/ 1294823 w 2509941"/>
                <a:gd name="connsiteY1" fmla="*/ 0 h 1561363"/>
                <a:gd name="connsiteX2" fmla="*/ 2506766 w 2509941"/>
                <a:gd name="connsiteY2" fmla="*/ 1407886 h 1561363"/>
                <a:gd name="connsiteX3" fmla="*/ 895679 w 2509941"/>
                <a:gd name="connsiteY3" fmla="*/ 1059545 h 1561363"/>
                <a:gd name="connsiteX4" fmla="*/ 373165 w 2509941"/>
                <a:gd name="connsiteY4" fmla="*/ 1524001 h 1561363"/>
                <a:gd name="connsiteX5" fmla="*/ 82880 w 2509941"/>
                <a:gd name="connsiteY5" fmla="*/ 1407886 h 1561363"/>
                <a:gd name="connsiteX0" fmla="*/ 82880 w 2506902"/>
                <a:gd name="connsiteY0" fmla="*/ 1407886 h 1561363"/>
                <a:gd name="connsiteX1" fmla="*/ 1294823 w 2506902"/>
                <a:gd name="connsiteY1" fmla="*/ 0 h 1561363"/>
                <a:gd name="connsiteX2" fmla="*/ 2506766 w 2506902"/>
                <a:gd name="connsiteY2" fmla="*/ 1407886 h 1561363"/>
                <a:gd name="connsiteX3" fmla="*/ 1287565 w 2506902"/>
                <a:gd name="connsiteY3" fmla="*/ 1480459 h 1561363"/>
                <a:gd name="connsiteX4" fmla="*/ 895679 w 2506902"/>
                <a:gd name="connsiteY4" fmla="*/ 1059545 h 1561363"/>
                <a:gd name="connsiteX5" fmla="*/ 373165 w 2506902"/>
                <a:gd name="connsiteY5" fmla="*/ 1524001 h 1561363"/>
                <a:gd name="connsiteX6" fmla="*/ 82880 w 2506902"/>
                <a:gd name="connsiteY6" fmla="*/ 1407886 h 1561363"/>
                <a:gd name="connsiteX0" fmla="*/ 82880 w 2514514"/>
                <a:gd name="connsiteY0" fmla="*/ 1407886 h 1561363"/>
                <a:gd name="connsiteX1" fmla="*/ 1294823 w 2514514"/>
                <a:gd name="connsiteY1" fmla="*/ 0 h 1561363"/>
                <a:gd name="connsiteX2" fmla="*/ 2506766 w 2514514"/>
                <a:gd name="connsiteY2" fmla="*/ 1407886 h 1561363"/>
                <a:gd name="connsiteX3" fmla="*/ 1737508 w 2514514"/>
                <a:gd name="connsiteY3" fmla="*/ 1248230 h 1561363"/>
                <a:gd name="connsiteX4" fmla="*/ 1287565 w 2514514"/>
                <a:gd name="connsiteY4" fmla="*/ 1480459 h 1561363"/>
                <a:gd name="connsiteX5" fmla="*/ 895679 w 2514514"/>
                <a:gd name="connsiteY5" fmla="*/ 1059545 h 1561363"/>
                <a:gd name="connsiteX6" fmla="*/ 373165 w 2514514"/>
                <a:gd name="connsiteY6" fmla="*/ 1524001 h 1561363"/>
                <a:gd name="connsiteX7" fmla="*/ 82880 w 2514514"/>
                <a:gd name="connsiteY7" fmla="*/ 1407886 h 1561363"/>
                <a:gd name="connsiteX0" fmla="*/ 82880 w 2542601"/>
                <a:gd name="connsiteY0" fmla="*/ 1407886 h 1561363"/>
                <a:gd name="connsiteX1" fmla="*/ 1294823 w 2542601"/>
                <a:gd name="connsiteY1" fmla="*/ 0 h 1561363"/>
                <a:gd name="connsiteX2" fmla="*/ 2506766 w 2542601"/>
                <a:gd name="connsiteY2" fmla="*/ 1407886 h 1561363"/>
                <a:gd name="connsiteX3" fmla="*/ 2172936 w 2542601"/>
                <a:gd name="connsiteY3" fmla="*/ 1349830 h 1561363"/>
                <a:gd name="connsiteX4" fmla="*/ 1737508 w 2542601"/>
                <a:gd name="connsiteY4" fmla="*/ 1248230 h 1561363"/>
                <a:gd name="connsiteX5" fmla="*/ 1287565 w 2542601"/>
                <a:gd name="connsiteY5" fmla="*/ 1480459 h 1561363"/>
                <a:gd name="connsiteX6" fmla="*/ 895679 w 2542601"/>
                <a:gd name="connsiteY6" fmla="*/ 1059545 h 1561363"/>
                <a:gd name="connsiteX7" fmla="*/ 373165 w 2542601"/>
                <a:gd name="connsiteY7" fmla="*/ 1524001 h 1561363"/>
                <a:gd name="connsiteX8" fmla="*/ 82880 w 2542601"/>
                <a:gd name="connsiteY8" fmla="*/ 1407886 h 1561363"/>
                <a:gd name="connsiteX0" fmla="*/ 38914 w 2498635"/>
                <a:gd name="connsiteY0" fmla="*/ 1407886 h 1627705"/>
                <a:gd name="connsiteX1" fmla="*/ 1250857 w 2498635"/>
                <a:gd name="connsiteY1" fmla="*/ 0 h 1627705"/>
                <a:gd name="connsiteX2" fmla="*/ 2462800 w 2498635"/>
                <a:gd name="connsiteY2" fmla="*/ 1407886 h 1627705"/>
                <a:gd name="connsiteX3" fmla="*/ 2128970 w 2498635"/>
                <a:gd name="connsiteY3" fmla="*/ 1349830 h 1627705"/>
                <a:gd name="connsiteX4" fmla="*/ 1693542 w 2498635"/>
                <a:gd name="connsiteY4" fmla="*/ 1248230 h 1627705"/>
                <a:gd name="connsiteX5" fmla="*/ 1243599 w 2498635"/>
                <a:gd name="connsiteY5" fmla="*/ 1480459 h 1627705"/>
                <a:gd name="connsiteX6" fmla="*/ 851713 w 2498635"/>
                <a:gd name="connsiteY6" fmla="*/ 1059545 h 1627705"/>
                <a:gd name="connsiteX7" fmla="*/ 329199 w 2498635"/>
                <a:gd name="connsiteY7" fmla="*/ 1524001 h 1627705"/>
                <a:gd name="connsiteX8" fmla="*/ 38914 w 2498635"/>
                <a:gd name="connsiteY8" fmla="*/ 1407886 h 1627705"/>
                <a:gd name="connsiteX0" fmla="*/ 48478 w 2477719"/>
                <a:gd name="connsiteY0" fmla="*/ 1407886 h 1627705"/>
                <a:gd name="connsiteX1" fmla="*/ 1229941 w 2477719"/>
                <a:gd name="connsiteY1" fmla="*/ 0 h 1627705"/>
                <a:gd name="connsiteX2" fmla="*/ 2441884 w 2477719"/>
                <a:gd name="connsiteY2" fmla="*/ 1407886 h 1627705"/>
                <a:gd name="connsiteX3" fmla="*/ 2108054 w 2477719"/>
                <a:gd name="connsiteY3" fmla="*/ 1349830 h 1627705"/>
                <a:gd name="connsiteX4" fmla="*/ 1672626 w 2477719"/>
                <a:gd name="connsiteY4" fmla="*/ 1248230 h 1627705"/>
                <a:gd name="connsiteX5" fmla="*/ 1222683 w 2477719"/>
                <a:gd name="connsiteY5" fmla="*/ 1480459 h 1627705"/>
                <a:gd name="connsiteX6" fmla="*/ 830797 w 2477719"/>
                <a:gd name="connsiteY6" fmla="*/ 1059545 h 1627705"/>
                <a:gd name="connsiteX7" fmla="*/ 308283 w 2477719"/>
                <a:gd name="connsiteY7" fmla="*/ 1524001 h 1627705"/>
                <a:gd name="connsiteX8" fmla="*/ 48478 w 2477719"/>
                <a:gd name="connsiteY8" fmla="*/ 1407886 h 1627705"/>
                <a:gd name="connsiteX0" fmla="*/ 41133 w 2493234"/>
                <a:gd name="connsiteY0" fmla="*/ 1377425 h 1608987"/>
                <a:gd name="connsiteX1" fmla="*/ 1245456 w 2493234"/>
                <a:gd name="connsiteY1" fmla="*/ 19 h 1608987"/>
                <a:gd name="connsiteX2" fmla="*/ 2457399 w 2493234"/>
                <a:gd name="connsiteY2" fmla="*/ 1407905 h 1608987"/>
                <a:gd name="connsiteX3" fmla="*/ 2123569 w 2493234"/>
                <a:gd name="connsiteY3" fmla="*/ 1349849 h 1608987"/>
                <a:gd name="connsiteX4" fmla="*/ 1688141 w 2493234"/>
                <a:gd name="connsiteY4" fmla="*/ 1248249 h 1608987"/>
                <a:gd name="connsiteX5" fmla="*/ 1238198 w 2493234"/>
                <a:gd name="connsiteY5" fmla="*/ 1480478 h 1608987"/>
                <a:gd name="connsiteX6" fmla="*/ 846312 w 2493234"/>
                <a:gd name="connsiteY6" fmla="*/ 1059564 h 1608987"/>
                <a:gd name="connsiteX7" fmla="*/ 323798 w 2493234"/>
                <a:gd name="connsiteY7" fmla="*/ 1524020 h 1608987"/>
                <a:gd name="connsiteX8" fmla="*/ 41133 w 2493234"/>
                <a:gd name="connsiteY8" fmla="*/ 1377425 h 1608987"/>
                <a:gd name="connsiteX0" fmla="*/ 44501 w 2496602"/>
                <a:gd name="connsiteY0" fmla="*/ 1377429 h 1677019"/>
                <a:gd name="connsiteX1" fmla="*/ 1248824 w 2496602"/>
                <a:gd name="connsiteY1" fmla="*/ 23 h 1677019"/>
                <a:gd name="connsiteX2" fmla="*/ 2460767 w 2496602"/>
                <a:gd name="connsiteY2" fmla="*/ 1407909 h 1677019"/>
                <a:gd name="connsiteX3" fmla="*/ 2126937 w 2496602"/>
                <a:gd name="connsiteY3" fmla="*/ 1349853 h 1677019"/>
                <a:gd name="connsiteX4" fmla="*/ 1691509 w 2496602"/>
                <a:gd name="connsiteY4" fmla="*/ 1248253 h 1677019"/>
                <a:gd name="connsiteX5" fmla="*/ 1241566 w 2496602"/>
                <a:gd name="connsiteY5" fmla="*/ 1480482 h 1677019"/>
                <a:gd name="connsiteX6" fmla="*/ 849680 w 2496602"/>
                <a:gd name="connsiteY6" fmla="*/ 1059568 h 1677019"/>
                <a:gd name="connsiteX7" fmla="*/ 327166 w 2496602"/>
                <a:gd name="connsiteY7" fmla="*/ 1524024 h 1677019"/>
                <a:gd name="connsiteX8" fmla="*/ 44501 w 2496602"/>
                <a:gd name="connsiteY8" fmla="*/ 1377429 h 1677019"/>
                <a:gd name="connsiteX0" fmla="*/ 32433 w 2484534"/>
                <a:gd name="connsiteY0" fmla="*/ 1379150 h 1526915"/>
                <a:gd name="connsiteX1" fmla="*/ 141652 w 2484534"/>
                <a:gd name="connsiteY1" fmla="*/ 1124064 h 1526915"/>
                <a:gd name="connsiteX2" fmla="*/ 1236756 w 2484534"/>
                <a:gd name="connsiteY2" fmla="*/ 1744 h 1526915"/>
                <a:gd name="connsiteX3" fmla="*/ 2448699 w 2484534"/>
                <a:gd name="connsiteY3" fmla="*/ 1409630 h 1526915"/>
                <a:gd name="connsiteX4" fmla="*/ 2114869 w 2484534"/>
                <a:gd name="connsiteY4" fmla="*/ 1351574 h 1526915"/>
                <a:gd name="connsiteX5" fmla="*/ 1679441 w 2484534"/>
                <a:gd name="connsiteY5" fmla="*/ 1249974 h 1526915"/>
                <a:gd name="connsiteX6" fmla="*/ 1229498 w 2484534"/>
                <a:gd name="connsiteY6" fmla="*/ 1482203 h 1526915"/>
                <a:gd name="connsiteX7" fmla="*/ 837612 w 2484534"/>
                <a:gd name="connsiteY7" fmla="*/ 1061289 h 1526915"/>
                <a:gd name="connsiteX8" fmla="*/ 315098 w 2484534"/>
                <a:gd name="connsiteY8" fmla="*/ 1525745 h 1526915"/>
                <a:gd name="connsiteX9" fmla="*/ 32433 w 2484534"/>
                <a:gd name="connsiteY9" fmla="*/ 1379150 h 1526915"/>
                <a:gd name="connsiteX0" fmla="*/ 227461 w 2396897"/>
                <a:gd name="connsiteY0" fmla="*/ 1525789 h 1526959"/>
                <a:gd name="connsiteX1" fmla="*/ 54015 w 2396897"/>
                <a:gd name="connsiteY1" fmla="*/ 1124108 h 1526959"/>
                <a:gd name="connsiteX2" fmla="*/ 1149119 w 2396897"/>
                <a:gd name="connsiteY2" fmla="*/ 1788 h 1526959"/>
                <a:gd name="connsiteX3" fmla="*/ 2361062 w 2396897"/>
                <a:gd name="connsiteY3" fmla="*/ 1409674 h 1526959"/>
                <a:gd name="connsiteX4" fmla="*/ 2027232 w 2396897"/>
                <a:gd name="connsiteY4" fmla="*/ 1351618 h 1526959"/>
                <a:gd name="connsiteX5" fmla="*/ 1591804 w 2396897"/>
                <a:gd name="connsiteY5" fmla="*/ 1250018 h 1526959"/>
                <a:gd name="connsiteX6" fmla="*/ 1141861 w 2396897"/>
                <a:gd name="connsiteY6" fmla="*/ 1482247 h 1526959"/>
                <a:gd name="connsiteX7" fmla="*/ 749975 w 2396897"/>
                <a:gd name="connsiteY7" fmla="*/ 1061333 h 1526959"/>
                <a:gd name="connsiteX8" fmla="*/ 227461 w 2396897"/>
                <a:gd name="connsiteY8" fmla="*/ 1525789 h 1526959"/>
                <a:gd name="connsiteX0" fmla="*/ 314356 w 2483792"/>
                <a:gd name="connsiteY0" fmla="*/ 1524175 h 1531370"/>
                <a:gd name="connsiteX1" fmla="*/ 41850 w 2483792"/>
                <a:gd name="connsiteY1" fmla="*/ 1312994 h 1531370"/>
                <a:gd name="connsiteX2" fmla="*/ 1236014 w 2483792"/>
                <a:gd name="connsiteY2" fmla="*/ 174 h 1531370"/>
                <a:gd name="connsiteX3" fmla="*/ 2447957 w 2483792"/>
                <a:gd name="connsiteY3" fmla="*/ 1408060 h 1531370"/>
                <a:gd name="connsiteX4" fmla="*/ 2114127 w 2483792"/>
                <a:gd name="connsiteY4" fmla="*/ 1350004 h 1531370"/>
                <a:gd name="connsiteX5" fmla="*/ 1678699 w 2483792"/>
                <a:gd name="connsiteY5" fmla="*/ 1248404 h 1531370"/>
                <a:gd name="connsiteX6" fmla="*/ 1228756 w 2483792"/>
                <a:gd name="connsiteY6" fmla="*/ 1480633 h 1531370"/>
                <a:gd name="connsiteX7" fmla="*/ 836870 w 2483792"/>
                <a:gd name="connsiteY7" fmla="*/ 1059719 h 1531370"/>
                <a:gd name="connsiteX8" fmla="*/ 314356 w 2483792"/>
                <a:gd name="connsiteY8" fmla="*/ 1524175 h 1531370"/>
                <a:gd name="connsiteX0" fmla="*/ 285606 w 2455042"/>
                <a:gd name="connsiteY0" fmla="*/ 1524175 h 1766709"/>
                <a:gd name="connsiteX1" fmla="*/ 13100 w 2455042"/>
                <a:gd name="connsiteY1" fmla="*/ 1312994 h 1766709"/>
                <a:gd name="connsiteX2" fmla="*/ 1207264 w 2455042"/>
                <a:gd name="connsiteY2" fmla="*/ 174 h 1766709"/>
                <a:gd name="connsiteX3" fmla="*/ 2419207 w 2455042"/>
                <a:gd name="connsiteY3" fmla="*/ 1408060 h 1766709"/>
                <a:gd name="connsiteX4" fmla="*/ 2085377 w 2455042"/>
                <a:gd name="connsiteY4" fmla="*/ 1350004 h 1766709"/>
                <a:gd name="connsiteX5" fmla="*/ 1649949 w 2455042"/>
                <a:gd name="connsiteY5" fmla="*/ 1248404 h 1766709"/>
                <a:gd name="connsiteX6" fmla="*/ 1200006 w 2455042"/>
                <a:gd name="connsiteY6" fmla="*/ 1480633 h 1766709"/>
                <a:gd name="connsiteX7" fmla="*/ 808120 w 2455042"/>
                <a:gd name="connsiteY7" fmla="*/ 1059719 h 1766709"/>
                <a:gd name="connsiteX8" fmla="*/ 285606 w 2455042"/>
                <a:gd name="connsiteY8" fmla="*/ 1524175 h 1766709"/>
                <a:gd name="connsiteX0" fmla="*/ 285606 w 2455042"/>
                <a:gd name="connsiteY0" fmla="*/ 1524222 h 1766756"/>
                <a:gd name="connsiteX1" fmla="*/ 13100 w 2455042"/>
                <a:gd name="connsiteY1" fmla="*/ 1313041 h 1766756"/>
                <a:gd name="connsiteX2" fmla="*/ 1207264 w 2455042"/>
                <a:gd name="connsiteY2" fmla="*/ 221 h 1766756"/>
                <a:gd name="connsiteX3" fmla="*/ 2419207 w 2455042"/>
                <a:gd name="connsiteY3" fmla="*/ 1408107 h 1766756"/>
                <a:gd name="connsiteX4" fmla="*/ 2085377 w 2455042"/>
                <a:gd name="connsiteY4" fmla="*/ 1350051 h 1766756"/>
                <a:gd name="connsiteX5" fmla="*/ 1649949 w 2455042"/>
                <a:gd name="connsiteY5" fmla="*/ 1248451 h 1766756"/>
                <a:gd name="connsiteX6" fmla="*/ 1200006 w 2455042"/>
                <a:gd name="connsiteY6" fmla="*/ 1480680 h 1766756"/>
                <a:gd name="connsiteX7" fmla="*/ 808120 w 2455042"/>
                <a:gd name="connsiteY7" fmla="*/ 1059766 h 1766756"/>
                <a:gd name="connsiteX8" fmla="*/ 285606 w 2455042"/>
                <a:gd name="connsiteY8" fmla="*/ 1524222 h 1766756"/>
                <a:gd name="connsiteX0" fmla="*/ 285606 w 2455042"/>
                <a:gd name="connsiteY0" fmla="*/ 1478515 h 1721049"/>
                <a:gd name="connsiteX1" fmla="*/ 13100 w 2455042"/>
                <a:gd name="connsiteY1" fmla="*/ 1267334 h 1721049"/>
                <a:gd name="connsiteX2" fmla="*/ 1245364 w 2455042"/>
                <a:gd name="connsiteY2" fmla="*/ 234 h 1721049"/>
                <a:gd name="connsiteX3" fmla="*/ 2419207 w 2455042"/>
                <a:gd name="connsiteY3" fmla="*/ 1362400 h 1721049"/>
                <a:gd name="connsiteX4" fmla="*/ 2085377 w 2455042"/>
                <a:gd name="connsiteY4" fmla="*/ 1304344 h 1721049"/>
                <a:gd name="connsiteX5" fmla="*/ 1649949 w 2455042"/>
                <a:gd name="connsiteY5" fmla="*/ 1202744 h 1721049"/>
                <a:gd name="connsiteX6" fmla="*/ 1200006 w 2455042"/>
                <a:gd name="connsiteY6" fmla="*/ 1434973 h 1721049"/>
                <a:gd name="connsiteX7" fmla="*/ 808120 w 2455042"/>
                <a:gd name="connsiteY7" fmla="*/ 1014059 h 1721049"/>
                <a:gd name="connsiteX8" fmla="*/ 285606 w 2455042"/>
                <a:gd name="connsiteY8" fmla="*/ 1478515 h 1721049"/>
                <a:gd name="connsiteX0" fmla="*/ 285606 w 2455042"/>
                <a:gd name="connsiteY0" fmla="*/ 1479152 h 1721686"/>
                <a:gd name="connsiteX1" fmla="*/ 13100 w 2455042"/>
                <a:gd name="connsiteY1" fmla="*/ 1267971 h 1721686"/>
                <a:gd name="connsiteX2" fmla="*/ 1245364 w 2455042"/>
                <a:gd name="connsiteY2" fmla="*/ 871 h 1721686"/>
                <a:gd name="connsiteX3" fmla="*/ 2419207 w 2455042"/>
                <a:gd name="connsiteY3" fmla="*/ 1363037 h 1721686"/>
                <a:gd name="connsiteX4" fmla="*/ 2085377 w 2455042"/>
                <a:gd name="connsiteY4" fmla="*/ 1304981 h 1721686"/>
                <a:gd name="connsiteX5" fmla="*/ 1649949 w 2455042"/>
                <a:gd name="connsiteY5" fmla="*/ 1203381 h 1721686"/>
                <a:gd name="connsiteX6" fmla="*/ 1200006 w 2455042"/>
                <a:gd name="connsiteY6" fmla="*/ 1435610 h 1721686"/>
                <a:gd name="connsiteX7" fmla="*/ 808120 w 2455042"/>
                <a:gd name="connsiteY7" fmla="*/ 1014696 h 1721686"/>
                <a:gd name="connsiteX8" fmla="*/ 285606 w 2455042"/>
                <a:gd name="connsiteY8" fmla="*/ 1479152 h 1721686"/>
                <a:gd name="connsiteX0" fmla="*/ 285606 w 2442620"/>
                <a:gd name="connsiteY0" fmla="*/ 1612990 h 1855524"/>
                <a:gd name="connsiteX1" fmla="*/ 13100 w 2442620"/>
                <a:gd name="connsiteY1" fmla="*/ 1401809 h 1855524"/>
                <a:gd name="connsiteX2" fmla="*/ 1245364 w 2442620"/>
                <a:gd name="connsiteY2" fmla="*/ 134709 h 1855524"/>
                <a:gd name="connsiteX3" fmla="*/ 1392320 w 2442620"/>
                <a:gd name="connsiteY3" fmla="*/ 190229 h 1855524"/>
                <a:gd name="connsiteX4" fmla="*/ 2419207 w 2442620"/>
                <a:gd name="connsiteY4" fmla="*/ 1496875 h 1855524"/>
                <a:gd name="connsiteX5" fmla="*/ 2085377 w 2442620"/>
                <a:gd name="connsiteY5" fmla="*/ 1438819 h 1855524"/>
                <a:gd name="connsiteX6" fmla="*/ 1649949 w 2442620"/>
                <a:gd name="connsiteY6" fmla="*/ 1337219 h 1855524"/>
                <a:gd name="connsiteX7" fmla="*/ 1200006 w 2442620"/>
                <a:gd name="connsiteY7" fmla="*/ 1569448 h 1855524"/>
                <a:gd name="connsiteX8" fmla="*/ 808120 w 2442620"/>
                <a:gd name="connsiteY8" fmla="*/ 1148534 h 1855524"/>
                <a:gd name="connsiteX9" fmla="*/ 285606 w 2442620"/>
                <a:gd name="connsiteY9" fmla="*/ 1612990 h 1855524"/>
                <a:gd name="connsiteX0" fmla="*/ 285606 w 2442620"/>
                <a:gd name="connsiteY0" fmla="*/ 1422949 h 1665483"/>
                <a:gd name="connsiteX1" fmla="*/ 13100 w 2442620"/>
                <a:gd name="connsiteY1" fmla="*/ 1211768 h 1665483"/>
                <a:gd name="connsiteX2" fmla="*/ 1392320 w 2442620"/>
                <a:gd name="connsiteY2" fmla="*/ 188 h 1665483"/>
                <a:gd name="connsiteX3" fmla="*/ 2419207 w 2442620"/>
                <a:gd name="connsiteY3" fmla="*/ 1306834 h 1665483"/>
                <a:gd name="connsiteX4" fmla="*/ 2085377 w 2442620"/>
                <a:gd name="connsiteY4" fmla="*/ 1248778 h 1665483"/>
                <a:gd name="connsiteX5" fmla="*/ 1649949 w 2442620"/>
                <a:gd name="connsiteY5" fmla="*/ 1147178 h 1665483"/>
                <a:gd name="connsiteX6" fmla="*/ 1200006 w 2442620"/>
                <a:gd name="connsiteY6" fmla="*/ 1379407 h 1665483"/>
                <a:gd name="connsiteX7" fmla="*/ 808120 w 2442620"/>
                <a:gd name="connsiteY7" fmla="*/ 958493 h 1665483"/>
                <a:gd name="connsiteX8" fmla="*/ 285606 w 2442620"/>
                <a:gd name="connsiteY8" fmla="*/ 1422949 h 1665483"/>
                <a:gd name="connsiteX0" fmla="*/ 285606 w 2442620"/>
                <a:gd name="connsiteY0" fmla="*/ 1438186 h 1680720"/>
                <a:gd name="connsiteX1" fmla="*/ 13100 w 2442620"/>
                <a:gd name="connsiteY1" fmla="*/ 1227005 h 1680720"/>
                <a:gd name="connsiteX2" fmla="*/ 1293260 w 2442620"/>
                <a:gd name="connsiteY2" fmla="*/ 185 h 1680720"/>
                <a:gd name="connsiteX3" fmla="*/ 2419207 w 2442620"/>
                <a:gd name="connsiteY3" fmla="*/ 1322071 h 1680720"/>
                <a:gd name="connsiteX4" fmla="*/ 2085377 w 2442620"/>
                <a:gd name="connsiteY4" fmla="*/ 1264015 h 1680720"/>
                <a:gd name="connsiteX5" fmla="*/ 1649949 w 2442620"/>
                <a:gd name="connsiteY5" fmla="*/ 1162415 h 1680720"/>
                <a:gd name="connsiteX6" fmla="*/ 1200006 w 2442620"/>
                <a:gd name="connsiteY6" fmla="*/ 1394644 h 1680720"/>
                <a:gd name="connsiteX7" fmla="*/ 808120 w 2442620"/>
                <a:gd name="connsiteY7" fmla="*/ 973730 h 1680720"/>
                <a:gd name="connsiteX8" fmla="*/ 285606 w 2442620"/>
                <a:gd name="connsiteY8" fmla="*/ 1438186 h 1680720"/>
                <a:gd name="connsiteX0" fmla="*/ 285606 w 2442620"/>
                <a:gd name="connsiteY0" fmla="*/ 1440018 h 1682552"/>
                <a:gd name="connsiteX1" fmla="*/ 13100 w 2442620"/>
                <a:gd name="connsiteY1" fmla="*/ 1228837 h 1682552"/>
                <a:gd name="connsiteX2" fmla="*/ 1293260 w 2442620"/>
                <a:gd name="connsiteY2" fmla="*/ 2017 h 1682552"/>
                <a:gd name="connsiteX3" fmla="*/ 2419207 w 2442620"/>
                <a:gd name="connsiteY3" fmla="*/ 1323903 h 1682552"/>
                <a:gd name="connsiteX4" fmla="*/ 2085377 w 2442620"/>
                <a:gd name="connsiteY4" fmla="*/ 1265847 h 1682552"/>
                <a:gd name="connsiteX5" fmla="*/ 1649949 w 2442620"/>
                <a:gd name="connsiteY5" fmla="*/ 1164247 h 1682552"/>
                <a:gd name="connsiteX6" fmla="*/ 1200006 w 2442620"/>
                <a:gd name="connsiteY6" fmla="*/ 1396476 h 1682552"/>
                <a:gd name="connsiteX7" fmla="*/ 808120 w 2442620"/>
                <a:gd name="connsiteY7" fmla="*/ 975562 h 1682552"/>
                <a:gd name="connsiteX8" fmla="*/ 285606 w 2442620"/>
                <a:gd name="connsiteY8" fmla="*/ 1440018 h 1682552"/>
                <a:gd name="connsiteX0" fmla="*/ 285606 w 2442620"/>
                <a:gd name="connsiteY0" fmla="*/ 1440005 h 1682539"/>
                <a:gd name="connsiteX1" fmla="*/ 13100 w 2442620"/>
                <a:gd name="connsiteY1" fmla="*/ 1228824 h 1682539"/>
                <a:gd name="connsiteX2" fmla="*/ 1293260 w 2442620"/>
                <a:gd name="connsiteY2" fmla="*/ 2004 h 1682539"/>
                <a:gd name="connsiteX3" fmla="*/ 2419207 w 2442620"/>
                <a:gd name="connsiteY3" fmla="*/ 1323890 h 1682539"/>
                <a:gd name="connsiteX4" fmla="*/ 2085377 w 2442620"/>
                <a:gd name="connsiteY4" fmla="*/ 1265834 h 1682539"/>
                <a:gd name="connsiteX5" fmla="*/ 1649949 w 2442620"/>
                <a:gd name="connsiteY5" fmla="*/ 1164234 h 1682539"/>
                <a:gd name="connsiteX6" fmla="*/ 1200006 w 2442620"/>
                <a:gd name="connsiteY6" fmla="*/ 1396463 h 1682539"/>
                <a:gd name="connsiteX7" fmla="*/ 808120 w 2442620"/>
                <a:gd name="connsiteY7" fmla="*/ 975549 h 1682539"/>
                <a:gd name="connsiteX8" fmla="*/ 285606 w 2442620"/>
                <a:gd name="connsiteY8" fmla="*/ 1440005 h 1682539"/>
                <a:gd name="connsiteX0" fmla="*/ 285606 w 2419732"/>
                <a:gd name="connsiteY0" fmla="*/ 1440005 h 1711144"/>
                <a:gd name="connsiteX1" fmla="*/ 13100 w 2419732"/>
                <a:gd name="connsiteY1" fmla="*/ 1228824 h 1711144"/>
                <a:gd name="connsiteX2" fmla="*/ 1293260 w 2419732"/>
                <a:gd name="connsiteY2" fmla="*/ 2004 h 1711144"/>
                <a:gd name="connsiteX3" fmla="*/ 2419207 w 2419732"/>
                <a:gd name="connsiteY3" fmla="*/ 1323890 h 1711144"/>
                <a:gd name="connsiteX4" fmla="*/ 2085377 w 2419732"/>
                <a:gd name="connsiteY4" fmla="*/ 1265834 h 1711144"/>
                <a:gd name="connsiteX5" fmla="*/ 1649949 w 2419732"/>
                <a:gd name="connsiteY5" fmla="*/ 1164234 h 1711144"/>
                <a:gd name="connsiteX6" fmla="*/ 1200006 w 2419732"/>
                <a:gd name="connsiteY6" fmla="*/ 1396463 h 1711144"/>
                <a:gd name="connsiteX7" fmla="*/ 808120 w 2419732"/>
                <a:gd name="connsiteY7" fmla="*/ 975549 h 1711144"/>
                <a:gd name="connsiteX8" fmla="*/ 285606 w 2419732"/>
                <a:gd name="connsiteY8" fmla="*/ 1440005 h 1711144"/>
                <a:gd name="connsiteX0" fmla="*/ 285606 w 2419397"/>
                <a:gd name="connsiteY0" fmla="*/ 1440005 h 1774568"/>
                <a:gd name="connsiteX1" fmla="*/ 13100 w 2419397"/>
                <a:gd name="connsiteY1" fmla="*/ 1228824 h 1774568"/>
                <a:gd name="connsiteX2" fmla="*/ 1293260 w 2419397"/>
                <a:gd name="connsiteY2" fmla="*/ 2004 h 1774568"/>
                <a:gd name="connsiteX3" fmla="*/ 2419207 w 2419397"/>
                <a:gd name="connsiteY3" fmla="*/ 1323890 h 1774568"/>
                <a:gd name="connsiteX4" fmla="*/ 2085377 w 2419397"/>
                <a:gd name="connsiteY4" fmla="*/ 1265834 h 1774568"/>
                <a:gd name="connsiteX5" fmla="*/ 1649949 w 2419397"/>
                <a:gd name="connsiteY5" fmla="*/ 1164234 h 1774568"/>
                <a:gd name="connsiteX6" fmla="*/ 1200006 w 2419397"/>
                <a:gd name="connsiteY6" fmla="*/ 1396463 h 1774568"/>
                <a:gd name="connsiteX7" fmla="*/ 808120 w 2419397"/>
                <a:gd name="connsiteY7" fmla="*/ 975549 h 1774568"/>
                <a:gd name="connsiteX8" fmla="*/ 285606 w 2419397"/>
                <a:gd name="connsiteY8" fmla="*/ 1440005 h 1774568"/>
                <a:gd name="connsiteX0" fmla="*/ 285606 w 2419397"/>
                <a:gd name="connsiteY0" fmla="*/ 1440005 h 1774568"/>
                <a:gd name="connsiteX1" fmla="*/ 13100 w 2419397"/>
                <a:gd name="connsiteY1" fmla="*/ 1228824 h 1774568"/>
                <a:gd name="connsiteX2" fmla="*/ 1293260 w 2419397"/>
                <a:gd name="connsiteY2" fmla="*/ 2004 h 1774568"/>
                <a:gd name="connsiteX3" fmla="*/ 2419207 w 2419397"/>
                <a:gd name="connsiteY3" fmla="*/ 1323890 h 1774568"/>
                <a:gd name="connsiteX4" fmla="*/ 2085377 w 2419397"/>
                <a:gd name="connsiteY4" fmla="*/ 1265834 h 1774568"/>
                <a:gd name="connsiteX5" fmla="*/ 1649949 w 2419397"/>
                <a:gd name="connsiteY5" fmla="*/ 1164234 h 1774568"/>
                <a:gd name="connsiteX6" fmla="*/ 1200006 w 2419397"/>
                <a:gd name="connsiteY6" fmla="*/ 1396463 h 1774568"/>
                <a:gd name="connsiteX7" fmla="*/ 808120 w 2419397"/>
                <a:gd name="connsiteY7" fmla="*/ 975549 h 1774568"/>
                <a:gd name="connsiteX8" fmla="*/ 285606 w 2419397"/>
                <a:gd name="connsiteY8" fmla="*/ 1440005 h 1774568"/>
                <a:gd name="connsiteX0" fmla="*/ 285606 w 2419386"/>
                <a:gd name="connsiteY0" fmla="*/ 1440005 h 1772172"/>
                <a:gd name="connsiteX1" fmla="*/ 13100 w 2419386"/>
                <a:gd name="connsiteY1" fmla="*/ 1228824 h 1772172"/>
                <a:gd name="connsiteX2" fmla="*/ 1293260 w 2419386"/>
                <a:gd name="connsiteY2" fmla="*/ 2004 h 1772172"/>
                <a:gd name="connsiteX3" fmla="*/ 2419207 w 2419386"/>
                <a:gd name="connsiteY3" fmla="*/ 1323890 h 1772172"/>
                <a:gd name="connsiteX4" fmla="*/ 2047277 w 2419386"/>
                <a:gd name="connsiteY4" fmla="*/ 1258214 h 1772172"/>
                <a:gd name="connsiteX5" fmla="*/ 1649949 w 2419386"/>
                <a:gd name="connsiteY5" fmla="*/ 1164234 h 1772172"/>
                <a:gd name="connsiteX6" fmla="*/ 1200006 w 2419386"/>
                <a:gd name="connsiteY6" fmla="*/ 1396463 h 1772172"/>
                <a:gd name="connsiteX7" fmla="*/ 808120 w 2419386"/>
                <a:gd name="connsiteY7" fmla="*/ 975549 h 1772172"/>
                <a:gd name="connsiteX8" fmla="*/ 285606 w 2419386"/>
                <a:gd name="connsiteY8" fmla="*/ 1440005 h 1772172"/>
                <a:gd name="connsiteX0" fmla="*/ 285606 w 2419386"/>
                <a:gd name="connsiteY0" fmla="*/ 1440005 h 1772172"/>
                <a:gd name="connsiteX1" fmla="*/ 13100 w 2419386"/>
                <a:gd name="connsiteY1" fmla="*/ 1228824 h 1772172"/>
                <a:gd name="connsiteX2" fmla="*/ 1293260 w 2419386"/>
                <a:gd name="connsiteY2" fmla="*/ 2004 h 1772172"/>
                <a:gd name="connsiteX3" fmla="*/ 2419207 w 2419386"/>
                <a:gd name="connsiteY3" fmla="*/ 1323890 h 1772172"/>
                <a:gd name="connsiteX4" fmla="*/ 2047277 w 2419386"/>
                <a:gd name="connsiteY4" fmla="*/ 1258214 h 1772172"/>
                <a:gd name="connsiteX5" fmla="*/ 1649949 w 2419386"/>
                <a:gd name="connsiteY5" fmla="*/ 1164234 h 1772172"/>
                <a:gd name="connsiteX6" fmla="*/ 1200006 w 2419386"/>
                <a:gd name="connsiteY6" fmla="*/ 1396463 h 1772172"/>
                <a:gd name="connsiteX7" fmla="*/ 808120 w 2419386"/>
                <a:gd name="connsiteY7" fmla="*/ 975549 h 1772172"/>
                <a:gd name="connsiteX8" fmla="*/ 285606 w 2419386"/>
                <a:gd name="connsiteY8" fmla="*/ 1440005 h 1772172"/>
                <a:gd name="connsiteX0" fmla="*/ 285606 w 2419406"/>
                <a:gd name="connsiteY0" fmla="*/ 1440005 h 1772172"/>
                <a:gd name="connsiteX1" fmla="*/ 13100 w 2419406"/>
                <a:gd name="connsiteY1" fmla="*/ 1228824 h 1772172"/>
                <a:gd name="connsiteX2" fmla="*/ 1293260 w 2419406"/>
                <a:gd name="connsiteY2" fmla="*/ 2004 h 1772172"/>
                <a:gd name="connsiteX3" fmla="*/ 2419207 w 2419406"/>
                <a:gd name="connsiteY3" fmla="*/ 1323890 h 1772172"/>
                <a:gd name="connsiteX4" fmla="*/ 2047277 w 2419406"/>
                <a:gd name="connsiteY4" fmla="*/ 1258214 h 1772172"/>
                <a:gd name="connsiteX5" fmla="*/ 1649949 w 2419406"/>
                <a:gd name="connsiteY5" fmla="*/ 1164234 h 1772172"/>
                <a:gd name="connsiteX6" fmla="*/ 1200006 w 2419406"/>
                <a:gd name="connsiteY6" fmla="*/ 1396463 h 1772172"/>
                <a:gd name="connsiteX7" fmla="*/ 808120 w 2419406"/>
                <a:gd name="connsiteY7" fmla="*/ 975549 h 1772172"/>
                <a:gd name="connsiteX8" fmla="*/ 285606 w 2419406"/>
                <a:gd name="connsiteY8" fmla="*/ 1440005 h 1772172"/>
                <a:gd name="connsiteX0" fmla="*/ 285606 w 2419406"/>
                <a:gd name="connsiteY0" fmla="*/ 1440005 h 1772172"/>
                <a:gd name="connsiteX1" fmla="*/ 13100 w 2419406"/>
                <a:gd name="connsiteY1" fmla="*/ 1228824 h 1772172"/>
                <a:gd name="connsiteX2" fmla="*/ 1293260 w 2419406"/>
                <a:gd name="connsiteY2" fmla="*/ 2004 h 1772172"/>
                <a:gd name="connsiteX3" fmla="*/ 2419207 w 2419406"/>
                <a:gd name="connsiteY3" fmla="*/ 1323890 h 1772172"/>
                <a:gd name="connsiteX4" fmla="*/ 2047277 w 2419406"/>
                <a:gd name="connsiteY4" fmla="*/ 1258214 h 1772172"/>
                <a:gd name="connsiteX5" fmla="*/ 1649949 w 2419406"/>
                <a:gd name="connsiteY5" fmla="*/ 1164234 h 1772172"/>
                <a:gd name="connsiteX6" fmla="*/ 1200006 w 2419406"/>
                <a:gd name="connsiteY6" fmla="*/ 1396463 h 1772172"/>
                <a:gd name="connsiteX7" fmla="*/ 808120 w 2419406"/>
                <a:gd name="connsiteY7" fmla="*/ 975549 h 1772172"/>
                <a:gd name="connsiteX8" fmla="*/ 285606 w 2419406"/>
                <a:gd name="connsiteY8" fmla="*/ 1440005 h 1772172"/>
                <a:gd name="connsiteX0" fmla="*/ 285606 w 2419406"/>
                <a:gd name="connsiteY0" fmla="*/ 1440005 h 1819809"/>
                <a:gd name="connsiteX1" fmla="*/ 13100 w 2419406"/>
                <a:gd name="connsiteY1" fmla="*/ 1228824 h 1819809"/>
                <a:gd name="connsiteX2" fmla="*/ 1293260 w 2419406"/>
                <a:gd name="connsiteY2" fmla="*/ 2004 h 1819809"/>
                <a:gd name="connsiteX3" fmla="*/ 2419207 w 2419406"/>
                <a:gd name="connsiteY3" fmla="*/ 1323890 h 1819809"/>
                <a:gd name="connsiteX4" fmla="*/ 2047277 w 2419406"/>
                <a:gd name="connsiteY4" fmla="*/ 1258214 h 1819809"/>
                <a:gd name="connsiteX5" fmla="*/ 1649949 w 2419406"/>
                <a:gd name="connsiteY5" fmla="*/ 1164234 h 1819809"/>
                <a:gd name="connsiteX6" fmla="*/ 1200006 w 2419406"/>
                <a:gd name="connsiteY6" fmla="*/ 1396463 h 1819809"/>
                <a:gd name="connsiteX7" fmla="*/ 808120 w 2419406"/>
                <a:gd name="connsiteY7" fmla="*/ 975549 h 1819809"/>
                <a:gd name="connsiteX8" fmla="*/ 285606 w 2419406"/>
                <a:gd name="connsiteY8" fmla="*/ 1440005 h 1819809"/>
                <a:gd name="connsiteX0" fmla="*/ 285606 w 2419406"/>
                <a:gd name="connsiteY0" fmla="*/ 1440005 h 1811158"/>
                <a:gd name="connsiteX1" fmla="*/ 13100 w 2419406"/>
                <a:gd name="connsiteY1" fmla="*/ 1228824 h 1811158"/>
                <a:gd name="connsiteX2" fmla="*/ 1293260 w 2419406"/>
                <a:gd name="connsiteY2" fmla="*/ 2004 h 1811158"/>
                <a:gd name="connsiteX3" fmla="*/ 2419207 w 2419406"/>
                <a:gd name="connsiteY3" fmla="*/ 1323890 h 1811158"/>
                <a:gd name="connsiteX4" fmla="*/ 2047277 w 2419406"/>
                <a:gd name="connsiteY4" fmla="*/ 1258214 h 1811158"/>
                <a:gd name="connsiteX5" fmla="*/ 1611849 w 2419406"/>
                <a:gd name="connsiteY5" fmla="*/ 1133754 h 1811158"/>
                <a:gd name="connsiteX6" fmla="*/ 1200006 w 2419406"/>
                <a:gd name="connsiteY6" fmla="*/ 1396463 h 1811158"/>
                <a:gd name="connsiteX7" fmla="*/ 808120 w 2419406"/>
                <a:gd name="connsiteY7" fmla="*/ 975549 h 1811158"/>
                <a:gd name="connsiteX8" fmla="*/ 285606 w 2419406"/>
                <a:gd name="connsiteY8" fmla="*/ 1440005 h 1811158"/>
                <a:gd name="connsiteX0" fmla="*/ 285606 w 2419406"/>
                <a:gd name="connsiteY0" fmla="*/ 1440005 h 1816623"/>
                <a:gd name="connsiteX1" fmla="*/ 13100 w 2419406"/>
                <a:gd name="connsiteY1" fmla="*/ 1228824 h 1816623"/>
                <a:gd name="connsiteX2" fmla="*/ 1293260 w 2419406"/>
                <a:gd name="connsiteY2" fmla="*/ 2004 h 1816623"/>
                <a:gd name="connsiteX3" fmla="*/ 2419207 w 2419406"/>
                <a:gd name="connsiteY3" fmla="*/ 1323890 h 1816623"/>
                <a:gd name="connsiteX4" fmla="*/ 2047277 w 2419406"/>
                <a:gd name="connsiteY4" fmla="*/ 1258214 h 1816623"/>
                <a:gd name="connsiteX5" fmla="*/ 1611849 w 2419406"/>
                <a:gd name="connsiteY5" fmla="*/ 1133754 h 1816623"/>
                <a:gd name="connsiteX6" fmla="*/ 1200006 w 2419406"/>
                <a:gd name="connsiteY6" fmla="*/ 1396463 h 1816623"/>
                <a:gd name="connsiteX7" fmla="*/ 808120 w 2419406"/>
                <a:gd name="connsiteY7" fmla="*/ 975549 h 1816623"/>
                <a:gd name="connsiteX8" fmla="*/ 285606 w 2419406"/>
                <a:gd name="connsiteY8" fmla="*/ 1440005 h 1816623"/>
                <a:gd name="connsiteX0" fmla="*/ 285606 w 2419439"/>
                <a:gd name="connsiteY0" fmla="*/ 1440005 h 1816623"/>
                <a:gd name="connsiteX1" fmla="*/ 13100 w 2419439"/>
                <a:gd name="connsiteY1" fmla="*/ 1228824 h 1816623"/>
                <a:gd name="connsiteX2" fmla="*/ 1293260 w 2419439"/>
                <a:gd name="connsiteY2" fmla="*/ 2004 h 1816623"/>
                <a:gd name="connsiteX3" fmla="*/ 2419207 w 2419439"/>
                <a:gd name="connsiteY3" fmla="*/ 1323890 h 1816623"/>
                <a:gd name="connsiteX4" fmla="*/ 2047277 w 2419439"/>
                <a:gd name="connsiteY4" fmla="*/ 1258214 h 1816623"/>
                <a:gd name="connsiteX5" fmla="*/ 1611849 w 2419439"/>
                <a:gd name="connsiteY5" fmla="*/ 1133754 h 1816623"/>
                <a:gd name="connsiteX6" fmla="*/ 1200006 w 2419439"/>
                <a:gd name="connsiteY6" fmla="*/ 1396463 h 1816623"/>
                <a:gd name="connsiteX7" fmla="*/ 808120 w 2419439"/>
                <a:gd name="connsiteY7" fmla="*/ 975549 h 1816623"/>
                <a:gd name="connsiteX8" fmla="*/ 285606 w 2419439"/>
                <a:gd name="connsiteY8" fmla="*/ 1440005 h 1816623"/>
                <a:gd name="connsiteX0" fmla="*/ 285606 w 2419439"/>
                <a:gd name="connsiteY0" fmla="*/ 1440005 h 1816623"/>
                <a:gd name="connsiteX1" fmla="*/ 13100 w 2419439"/>
                <a:gd name="connsiteY1" fmla="*/ 1228824 h 1816623"/>
                <a:gd name="connsiteX2" fmla="*/ 1293260 w 2419439"/>
                <a:gd name="connsiteY2" fmla="*/ 2004 h 1816623"/>
                <a:gd name="connsiteX3" fmla="*/ 2419207 w 2419439"/>
                <a:gd name="connsiteY3" fmla="*/ 1323890 h 1816623"/>
                <a:gd name="connsiteX4" fmla="*/ 2047277 w 2419439"/>
                <a:gd name="connsiteY4" fmla="*/ 1258214 h 1816623"/>
                <a:gd name="connsiteX5" fmla="*/ 1611849 w 2419439"/>
                <a:gd name="connsiteY5" fmla="*/ 1133754 h 1816623"/>
                <a:gd name="connsiteX6" fmla="*/ 1200006 w 2419439"/>
                <a:gd name="connsiteY6" fmla="*/ 1396463 h 1816623"/>
                <a:gd name="connsiteX7" fmla="*/ 808120 w 2419439"/>
                <a:gd name="connsiteY7" fmla="*/ 975549 h 1816623"/>
                <a:gd name="connsiteX8" fmla="*/ 285606 w 2419439"/>
                <a:gd name="connsiteY8" fmla="*/ 1440005 h 181662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808120 w 2419439"/>
                <a:gd name="connsiteY7" fmla="*/ 97554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808120 w 2419439"/>
                <a:gd name="connsiteY7" fmla="*/ 97554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4253" h="1845063">
                  <a:moveTo>
                    <a:pt x="280420" y="1440005"/>
                  </a:moveTo>
                  <a:cubicBezTo>
                    <a:pt x="354927" y="1679067"/>
                    <a:pt x="-61876" y="2100044"/>
                    <a:pt x="7914" y="1228824"/>
                  </a:cubicBezTo>
                  <a:cubicBezTo>
                    <a:pt x="47586" y="999317"/>
                    <a:pt x="231736" y="-51940"/>
                    <a:pt x="1288074" y="2004"/>
                  </a:cubicBezTo>
                  <a:cubicBezTo>
                    <a:pt x="2405372" y="40708"/>
                    <a:pt x="2370902" y="1110712"/>
                    <a:pt x="2414021" y="1323890"/>
                  </a:cubicBezTo>
                  <a:cubicBezTo>
                    <a:pt x="2426661" y="2215248"/>
                    <a:pt x="1918841" y="1551523"/>
                    <a:pt x="2042091" y="1258214"/>
                  </a:cubicBezTo>
                  <a:cubicBezTo>
                    <a:pt x="1898641" y="2435565"/>
                    <a:pt x="1657584" y="1545960"/>
                    <a:pt x="1606663" y="1133754"/>
                  </a:cubicBezTo>
                  <a:cubicBezTo>
                    <a:pt x="1685282" y="1331148"/>
                    <a:pt x="1469140" y="2304452"/>
                    <a:pt x="1194820" y="1396463"/>
                  </a:cubicBezTo>
                  <a:cubicBezTo>
                    <a:pt x="1232920" y="1578134"/>
                    <a:pt x="695528" y="2367711"/>
                    <a:pt x="757214" y="952689"/>
                  </a:cubicBezTo>
                  <a:cubicBezTo>
                    <a:pt x="681740" y="2372307"/>
                    <a:pt x="232281" y="1565675"/>
                    <a:pt x="280420" y="1440005"/>
                  </a:cubicBezTo>
                  <a:close/>
                </a:path>
              </a:pathLst>
            </a:custGeom>
            <a:solidFill>
              <a:srgbClr val="7336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A41AA9-9B7C-6C00-A82F-0BB202C03BD3}"/>
              </a:ext>
            </a:extLst>
          </p:cNvPr>
          <p:cNvGrpSpPr/>
          <p:nvPr/>
        </p:nvGrpSpPr>
        <p:grpSpPr>
          <a:xfrm>
            <a:off x="1007622" y="1571259"/>
            <a:ext cx="4961044" cy="5047870"/>
            <a:chOff x="2962275" y="353565"/>
            <a:chExt cx="5915677" cy="6019210"/>
          </a:xfrm>
        </p:grpSpPr>
        <p:sp>
          <p:nvSpPr>
            <p:cNvPr id="33" name="Rectangle 17">
              <a:extLst>
                <a:ext uri="{FF2B5EF4-FFF2-40B4-BE49-F238E27FC236}">
                  <a16:creationId xmlns:a16="http://schemas.microsoft.com/office/drawing/2014/main" id="{29FC3C19-90EC-983C-B846-53282214E724}"/>
                </a:ext>
              </a:extLst>
            </p:cNvPr>
            <p:cNvSpPr/>
            <p:nvPr/>
          </p:nvSpPr>
          <p:spPr>
            <a:xfrm>
              <a:off x="4400282" y="4330700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02CA9B1-8CAE-3F7A-2118-A86591596B34}"/>
                </a:ext>
              </a:extLst>
            </p:cNvPr>
            <p:cNvSpPr/>
            <p:nvPr/>
          </p:nvSpPr>
          <p:spPr>
            <a:xfrm>
              <a:off x="4400282" y="6078013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DEA5E2D2-24C6-C249-28D6-C2A484E2AC40}"/>
                </a:ext>
              </a:extLst>
            </p:cNvPr>
            <p:cNvSpPr/>
            <p:nvPr/>
          </p:nvSpPr>
          <p:spPr>
            <a:xfrm>
              <a:off x="5301989" y="4264595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4FC3D01-90AE-47D2-765A-380D2138ACB4}"/>
                </a:ext>
              </a:extLst>
            </p:cNvPr>
            <p:cNvSpPr/>
            <p:nvPr/>
          </p:nvSpPr>
          <p:spPr>
            <a:xfrm>
              <a:off x="5301989" y="6011908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EADB7659-7109-5078-5573-8430C0E48E73}"/>
                </a:ext>
              </a:extLst>
            </p:cNvPr>
            <p:cNvSpPr/>
            <p:nvPr/>
          </p:nvSpPr>
          <p:spPr>
            <a:xfrm>
              <a:off x="7624274" y="4188559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9F01DB9-BFEA-BE49-5E52-3FDC1472B64F}"/>
                </a:ext>
              </a:extLst>
            </p:cNvPr>
            <p:cNvSpPr/>
            <p:nvPr/>
          </p:nvSpPr>
          <p:spPr>
            <a:xfrm>
              <a:off x="7624274" y="5935872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8B0B348B-B024-0808-FC11-7F33E43F9086}"/>
                </a:ext>
              </a:extLst>
            </p:cNvPr>
            <p:cNvSpPr/>
            <p:nvPr/>
          </p:nvSpPr>
          <p:spPr>
            <a:xfrm>
              <a:off x="6767145" y="4066357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DB08AFF-11EF-D608-51AE-73F8C9993D41}"/>
                </a:ext>
              </a:extLst>
            </p:cNvPr>
            <p:cNvSpPr/>
            <p:nvPr/>
          </p:nvSpPr>
          <p:spPr>
            <a:xfrm>
              <a:off x="6767145" y="5813670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43C0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14">
              <a:extLst>
                <a:ext uri="{FF2B5EF4-FFF2-40B4-BE49-F238E27FC236}">
                  <a16:creationId xmlns:a16="http://schemas.microsoft.com/office/drawing/2014/main" id="{40151D5A-A758-A510-EB97-2D6934DEF96B}"/>
                </a:ext>
              </a:extLst>
            </p:cNvPr>
            <p:cNvSpPr/>
            <p:nvPr/>
          </p:nvSpPr>
          <p:spPr>
            <a:xfrm>
              <a:off x="2962275" y="1866901"/>
              <a:ext cx="1323975" cy="750654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14">
              <a:extLst>
                <a:ext uri="{FF2B5EF4-FFF2-40B4-BE49-F238E27FC236}">
                  <a16:creationId xmlns:a16="http://schemas.microsoft.com/office/drawing/2014/main" id="{75820621-9705-DD1A-AA0A-149169F2FB53}"/>
                </a:ext>
              </a:extLst>
            </p:cNvPr>
            <p:cNvSpPr/>
            <p:nvPr/>
          </p:nvSpPr>
          <p:spPr>
            <a:xfrm>
              <a:off x="3027362" y="353565"/>
              <a:ext cx="1628775" cy="1514132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920875"/>
                <a:gd name="connsiteY0" fmla="*/ 0 h 1236214"/>
                <a:gd name="connsiteX1" fmla="*/ 1920875 w 1920875"/>
                <a:gd name="connsiteY1" fmla="*/ 742950 h 1236214"/>
                <a:gd name="connsiteX2" fmla="*/ 1825625 w 1920875"/>
                <a:gd name="connsiteY2" fmla="*/ 981075 h 1236214"/>
                <a:gd name="connsiteX3" fmla="*/ 0 w 1920875"/>
                <a:gd name="connsiteY3" fmla="*/ 0 h 1236214"/>
                <a:gd name="connsiteX0" fmla="*/ 0 w 1920875"/>
                <a:gd name="connsiteY0" fmla="*/ 0 h 1552010"/>
                <a:gd name="connsiteX1" fmla="*/ 1920875 w 1920875"/>
                <a:gd name="connsiteY1" fmla="*/ 742950 h 1552010"/>
                <a:gd name="connsiteX2" fmla="*/ 1330325 w 1920875"/>
                <a:gd name="connsiteY2" fmla="*/ 1336675 h 1552010"/>
                <a:gd name="connsiteX3" fmla="*/ 0 w 1920875"/>
                <a:gd name="connsiteY3" fmla="*/ 0 h 1552010"/>
                <a:gd name="connsiteX0" fmla="*/ 0 w 1692275"/>
                <a:gd name="connsiteY0" fmla="*/ 0 h 1552010"/>
                <a:gd name="connsiteX1" fmla="*/ 1692275 w 1692275"/>
                <a:gd name="connsiteY1" fmla="*/ 933450 h 1552010"/>
                <a:gd name="connsiteX2" fmla="*/ 1330325 w 1692275"/>
                <a:gd name="connsiteY2" fmla="*/ 1336675 h 1552010"/>
                <a:gd name="connsiteX3" fmla="*/ 0 w 1692275"/>
                <a:gd name="connsiteY3" fmla="*/ 0 h 1552010"/>
                <a:gd name="connsiteX0" fmla="*/ 0 w 1692275"/>
                <a:gd name="connsiteY0" fmla="*/ 64117 h 1616127"/>
                <a:gd name="connsiteX1" fmla="*/ 1692275 w 1692275"/>
                <a:gd name="connsiteY1" fmla="*/ 997567 h 1616127"/>
                <a:gd name="connsiteX2" fmla="*/ 1330325 w 1692275"/>
                <a:gd name="connsiteY2" fmla="*/ 1400792 h 1616127"/>
                <a:gd name="connsiteX3" fmla="*/ 0 w 1692275"/>
                <a:gd name="connsiteY3" fmla="*/ 64117 h 1616127"/>
                <a:gd name="connsiteX0" fmla="*/ 0 w 1692275"/>
                <a:gd name="connsiteY0" fmla="*/ 55225 h 1607235"/>
                <a:gd name="connsiteX1" fmla="*/ 1692275 w 1692275"/>
                <a:gd name="connsiteY1" fmla="*/ 988675 h 1607235"/>
                <a:gd name="connsiteX2" fmla="*/ 1330325 w 1692275"/>
                <a:gd name="connsiteY2" fmla="*/ 1391900 h 1607235"/>
                <a:gd name="connsiteX3" fmla="*/ 0 w 1692275"/>
                <a:gd name="connsiteY3" fmla="*/ 55225 h 1607235"/>
                <a:gd name="connsiteX0" fmla="*/ 0 w 1692275"/>
                <a:gd name="connsiteY0" fmla="*/ 67876 h 1619886"/>
                <a:gd name="connsiteX1" fmla="*/ 1692275 w 1692275"/>
                <a:gd name="connsiteY1" fmla="*/ 1001326 h 1619886"/>
                <a:gd name="connsiteX2" fmla="*/ 1330325 w 1692275"/>
                <a:gd name="connsiteY2" fmla="*/ 1404551 h 1619886"/>
                <a:gd name="connsiteX3" fmla="*/ 0 w 1692275"/>
                <a:gd name="connsiteY3" fmla="*/ 67876 h 1619886"/>
                <a:gd name="connsiteX0" fmla="*/ 0 w 1628775"/>
                <a:gd name="connsiteY0" fmla="*/ 71322 h 1623332"/>
                <a:gd name="connsiteX1" fmla="*/ 1628775 w 1628775"/>
                <a:gd name="connsiteY1" fmla="*/ 903172 h 1623332"/>
                <a:gd name="connsiteX2" fmla="*/ 1330325 w 1628775"/>
                <a:gd name="connsiteY2" fmla="*/ 1407997 h 1623332"/>
                <a:gd name="connsiteX3" fmla="*/ 0 w 1628775"/>
                <a:gd name="connsiteY3" fmla="*/ 71322 h 1623332"/>
                <a:gd name="connsiteX0" fmla="*/ 0 w 1628775"/>
                <a:gd name="connsiteY0" fmla="*/ 70464 h 1622474"/>
                <a:gd name="connsiteX1" fmla="*/ 1628775 w 1628775"/>
                <a:gd name="connsiteY1" fmla="*/ 902314 h 1622474"/>
                <a:gd name="connsiteX2" fmla="*/ 1330325 w 1628775"/>
                <a:gd name="connsiteY2" fmla="*/ 1407139 h 1622474"/>
                <a:gd name="connsiteX3" fmla="*/ 0 w 1628775"/>
                <a:gd name="connsiteY3" fmla="*/ 70464 h 1622474"/>
                <a:gd name="connsiteX0" fmla="*/ 0 w 1628775"/>
                <a:gd name="connsiteY0" fmla="*/ 48215 h 1600225"/>
                <a:gd name="connsiteX1" fmla="*/ 1628775 w 1628775"/>
                <a:gd name="connsiteY1" fmla="*/ 880065 h 1600225"/>
                <a:gd name="connsiteX2" fmla="*/ 1330325 w 1628775"/>
                <a:gd name="connsiteY2" fmla="*/ 1384890 h 1600225"/>
                <a:gd name="connsiteX3" fmla="*/ 0 w 1628775"/>
                <a:gd name="connsiteY3" fmla="*/ 48215 h 1600225"/>
                <a:gd name="connsiteX0" fmla="*/ 0 w 1628775"/>
                <a:gd name="connsiteY0" fmla="*/ 19731 h 1571741"/>
                <a:gd name="connsiteX1" fmla="*/ 1628775 w 1628775"/>
                <a:gd name="connsiteY1" fmla="*/ 851581 h 1571741"/>
                <a:gd name="connsiteX2" fmla="*/ 1330325 w 1628775"/>
                <a:gd name="connsiteY2" fmla="*/ 1356406 h 1571741"/>
                <a:gd name="connsiteX3" fmla="*/ 0 w 1628775"/>
                <a:gd name="connsiteY3" fmla="*/ 19731 h 1571741"/>
                <a:gd name="connsiteX0" fmla="*/ 0 w 1628775"/>
                <a:gd name="connsiteY0" fmla="*/ 19731 h 1558020"/>
                <a:gd name="connsiteX1" fmla="*/ 1628775 w 1628775"/>
                <a:gd name="connsiteY1" fmla="*/ 851581 h 1558020"/>
                <a:gd name="connsiteX2" fmla="*/ 1330325 w 1628775"/>
                <a:gd name="connsiteY2" fmla="*/ 1356406 h 1558020"/>
                <a:gd name="connsiteX3" fmla="*/ 0 w 1628775"/>
                <a:gd name="connsiteY3" fmla="*/ 19731 h 1558020"/>
                <a:gd name="connsiteX0" fmla="*/ 0 w 1628775"/>
                <a:gd name="connsiteY0" fmla="*/ 19731 h 1526407"/>
                <a:gd name="connsiteX1" fmla="*/ 1628775 w 1628775"/>
                <a:gd name="connsiteY1" fmla="*/ 851581 h 1526407"/>
                <a:gd name="connsiteX2" fmla="*/ 1330325 w 1628775"/>
                <a:gd name="connsiteY2" fmla="*/ 1356406 h 1526407"/>
                <a:gd name="connsiteX3" fmla="*/ 0 w 1628775"/>
                <a:gd name="connsiteY3" fmla="*/ 19731 h 1526407"/>
                <a:gd name="connsiteX0" fmla="*/ 0 w 1628775"/>
                <a:gd name="connsiteY0" fmla="*/ 19731 h 1509237"/>
                <a:gd name="connsiteX1" fmla="*/ 1628775 w 1628775"/>
                <a:gd name="connsiteY1" fmla="*/ 851581 h 1509237"/>
                <a:gd name="connsiteX2" fmla="*/ 1330325 w 1628775"/>
                <a:gd name="connsiteY2" fmla="*/ 1356406 h 1509237"/>
                <a:gd name="connsiteX3" fmla="*/ 0 w 1628775"/>
                <a:gd name="connsiteY3" fmla="*/ 19731 h 1509237"/>
                <a:gd name="connsiteX0" fmla="*/ 0 w 1628775"/>
                <a:gd name="connsiteY0" fmla="*/ 19731 h 1526055"/>
                <a:gd name="connsiteX1" fmla="*/ 1628775 w 1628775"/>
                <a:gd name="connsiteY1" fmla="*/ 851581 h 1526055"/>
                <a:gd name="connsiteX2" fmla="*/ 1330325 w 1628775"/>
                <a:gd name="connsiteY2" fmla="*/ 1356406 h 1526055"/>
                <a:gd name="connsiteX3" fmla="*/ 0 w 1628775"/>
                <a:gd name="connsiteY3" fmla="*/ 19731 h 1526055"/>
                <a:gd name="connsiteX0" fmla="*/ 0 w 1628775"/>
                <a:gd name="connsiteY0" fmla="*/ 19731 h 1561949"/>
                <a:gd name="connsiteX1" fmla="*/ 1628775 w 1628775"/>
                <a:gd name="connsiteY1" fmla="*/ 851581 h 1561949"/>
                <a:gd name="connsiteX2" fmla="*/ 1330325 w 1628775"/>
                <a:gd name="connsiteY2" fmla="*/ 1356406 h 1561949"/>
                <a:gd name="connsiteX3" fmla="*/ 0 w 1628775"/>
                <a:gd name="connsiteY3" fmla="*/ 19731 h 1561949"/>
                <a:gd name="connsiteX0" fmla="*/ 0 w 1628775"/>
                <a:gd name="connsiteY0" fmla="*/ 19731 h 1501781"/>
                <a:gd name="connsiteX1" fmla="*/ 1628775 w 1628775"/>
                <a:gd name="connsiteY1" fmla="*/ 851581 h 1501781"/>
                <a:gd name="connsiteX2" fmla="*/ 1330325 w 1628775"/>
                <a:gd name="connsiteY2" fmla="*/ 1356406 h 1501781"/>
                <a:gd name="connsiteX3" fmla="*/ 0 w 1628775"/>
                <a:gd name="connsiteY3" fmla="*/ 19731 h 1501781"/>
                <a:gd name="connsiteX0" fmla="*/ 0 w 1628775"/>
                <a:gd name="connsiteY0" fmla="*/ 19731 h 1560496"/>
                <a:gd name="connsiteX1" fmla="*/ 1628775 w 1628775"/>
                <a:gd name="connsiteY1" fmla="*/ 851581 h 1560496"/>
                <a:gd name="connsiteX2" fmla="*/ 1317625 w 1628775"/>
                <a:gd name="connsiteY2" fmla="*/ 1419906 h 1560496"/>
                <a:gd name="connsiteX3" fmla="*/ 0 w 1628775"/>
                <a:gd name="connsiteY3" fmla="*/ 19731 h 1560496"/>
                <a:gd name="connsiteX0" fmla="*/ 0 w 1628775"/>
                <a:gd name="connsiteY0" fmla="*/ 19731 h 1514132"/>
                <a:gd name="connsiteX1" fmla="*/ 1628775 w 1628775"/>
                <a:gd name="connsiteY1" fmla="*/ 851581 h 1514132"/>
                <a:gd name="connsiteX2" fmla="*/ 1317625 w 1628775"/>
                <a:gd name="connsiteY2" fmla="*/ 1419906 h 1514132"/>
                <a:gd name="connsiteX3" fmla="*/ 0 w 1628775"/>
                <a:gd name="connsiteY3" fmla="*/ 19731 h 151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514132">
                  <a:moveTo>
                    <a:pt x="0" y="19731"/>
                  </a:moveTo>
                  <a:cubicBezTo>
                    <a:pt x="876300" y="-189819"/>
                    <a:pt x="441325" y="1350056"/>
                    <a:pt x="1628775" y="851581"/>
                  </a:cubicBezTo>
                  <a:lnTo>
                    <a:pt x="1317625" y="1419906"/>
                  </a:lnTo>
                  <a:cubicBezTo>
                    <a:pt x="-209550" y="1873931"/>
                    <a:pt x="412750" y="569006"/>
                    <a:pt x="0" y="19731"/>
                  </a:cubicBezTo>
                  <a:close/>
                </a:path>
              </a:pathLst>
            </a:custGeom>
            <a:solidFill>
              <a:srgbClr val="B8957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Rectangle 16">
              <a:extLst>
                <a:ext uri="{FF2B5EF4-FFF2-40B4-BE49-F238E27FC236}">
                  <a16:creationId xmlns:a16="http://schemas.microsoft.com/office/drawing/2014/main" id="{CD0A5D6E-D41B-514E-5874-7E4138EB0301}"/>
                </a:ext>
              </a:extLst>
            </p:cNvPr>
            <p:cNvSpPr/>
            <p:nvPr/>
          </p:nvSpPr>
          <p:spPr>
            <a:xfrm>
              <a:off x="3825821" y="1389929"/>
              <a:ext cx="5052131" cy="4092376"/>
            </a:xfrm>
            <a:custGeom>
              <a:avLst/>
              <a:gdLst>
                <a:gd name="connsiteX0" fmla="*/ 0 w 3947495"/>
                <a:gd name="connsiteY0" fmla="*/ 0 h 3492499"/>
                <a:gd name="connsiteX1" fmla="*/ 3947495 w 3947495"/>
                <a:gd name="connsiteY1" fmla="*/ 0 h 3492499"/>
                <a:gd name="connsiteX2" fmla="*/ 3947495 w 3947495"/>
                <a:gd name="connsiteY2" fmla="*/ 3492499 h 3492499"/>
                <a:gd name="connsiteX3" fmla="*/ 0 w 3947495"/>
                <a:gd name="connsiteY3" fmla="*/ 3492499 h 3492499"/>
                <a:gd name="connsiteX4" fmla="*/ 0 w 3947495"/>
                <a:gd name="connsiteY4" fmla="*/ 0 h 3492499"/>
                <a:gd name="connsiteX0" fmla="*/ 0 w 4468195"/>
                <a:gd name="connsiteY0" fmla="*/ 0 h 3492499"/>
                <a:gd name="connsiteX1" fmla="*/ 4468195 w 4468195"/>
                <a:gd name="connsiteY1" fmla="*/ 2882900 h 3492499"/>
                <a:gd name="connsiteX2" fmla="*/ 3947495 w 4468195"/>
                <a:gd name="connsiteY2" fmla="*/ 3492499 h 3492499"/>
                <a:gd name="connsiteX3" fmla="*/ 0 w 4468195"/>
                <a:gd name="connsiteY3" fmla="*/ 3492499 h 3492499"/>
                <a:gd name="connsiteX4" fmla="*/ 0 w 4468195"/>
                <a:gd name="connsiteY4" fmla="*/ 0 h 3492499"/>
                <a:gd name="connsiteX0" fmla="*/ 0 w 4468195"/>
                <a:gd name="connsiteY0" fmla="*/ 501941 h 3994440"/>
                <a:gd name="connsiteX1" fmla="*/ 4468195 w 4468195"/>
                <a:gd name="connsiteY1" fmla="*/ 3384841 h 3994440"/>
                <a:gd name="connsiteX2" fmla="*/ 3947495 w 4468195"/>
                <a:gd name="connsiteY2" fmla="*/ 3994440 h 3994440"/>
                <a:gd name="connsiteX3" fmla="*/ 0 w 4468195"/>
                <a:gd name="connsiteY3" fmla="*/ 3994440 h 3994440"/>
                <a:gd name="connsiteX4" fmla="*/ 0 w 4468195"/>
                <a:gd name="connsiteY4" fmla="*/ 501941 h 3994440"/>
                <a:gd name="connsiteX0" fmla="*/ 0 w 4532347"/>
                <a:gd name="connsiteY0" fmla="*/ 476976 h 3969475"/>
                <a:gd name="connsiteX1" fmla="*/ 4468195 w 4532347"/>
                <a:gd name="connsiteY1" fmla="*/ 3359876 h 3969475"/>
                <a:gd name="connsiteX2" fmla="*/ 3947495 w 4532347"/>
                <a:gd name="connsiteY2" fmla="*/ 3969475 h 3969475"/>
                <a:gd name="connsiteX3" fmla="*/ 0 w 4532347"/>
                <a:gd name="connsiteY3" fmla="*/ 3969475 h 3969475"/>
                <a:gd name="connsiteX4" fmla="*/ 0 w 4532347"/>
                <a:gd name="connsiteY4" fmla="*/ 476976 h 3969475"/>
                <a:gd name="connsiteX0" fmla="*/ 419100 w 4951447"/>
                <a:gd name="connsiteY0" fmla="*/ 476976 h 3969475"/>
                <a:gd name="connsiteX1" fmla="*/ 4887295 w 4951447"/>
                <a:gd name="connsiteY1" fmla="*/ 3359876 h 3969475"/>
                <a:gd name="connsiteX2" fmla="*/ 4366595 w 4951447"/>
                <a:gd name="connsiteY2" fmla="*/ 3969475 h 3969475"/>
                <a:gd name="connsiteX3" fmla="*/ 0 w 4951447"/>
                <a:gd name="connsiteY3" fmla="*/ 3474175 h 3969475"/>
                <a:gd name="connsiteX4" fmla="*/ 419100 w 4951447"/>
                <a:gd name="connsiteY4" fmla="*/ 476976 h 3969475"/>
                <a:gd name="connsiteX0" fmla="*/ 501094 w 5033441"/>
                <a:gd name="connsiteY0" fmla="*/ 476976 h 3969475"/>
                <a:gd name="connsiteX1" fmla="*/ 4969289 w 5033441"/>
                <a:gd name="connsiteY1" fmla="*/ 3359876 h 3969475"/>
                <a:gd name="connsiteX2" fmla="*/ 4448589 w 5033441"/>
                <a:gd name="connsiteY2" fmla="*/ 3969475 h 3969475"/>
                <a:gd name="connsiteX3" fmla="*/ 81994 w 5033441"/>
                <a:gd name="connsiteY3" fmla="*/ 3474175 h 3969475"/>
                <a:gd name="connsiteX4" fmla="*/ 501094 w 5033441"/>
                <a:gd name="connsiteY4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100684 w 5052131"/>
                <a:gd name="connsiteY3" fmla="*/ 3474175 h 3969475"/>
                <a:gd name="connsiteX4" fmla="*/ 519784 w 5052131"/>
                <a:gd name="connsiteY4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314379 w 5052131"/>
                <a:gd name="connsiteY3" fmla="*/ 2826475 h 3969475"/>
                <a:gd name="connsiteX4" fmla="*/ 100684 w 5052131"/>
                <a:gd name="connsiteY4" fmla="*/ 3474175 h 3969475"/>
                <a:gd name="connsiteX5" fmla="*/ 519784 w 5052131"/>
                <a:gd name="connsiteY5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619179 w 5052131"/>
                <a:gd name="connsiteY3" fmla="*/ 3359875 h 3969475"/>
                <a:gd name="connsiteX4" fmla="*/ 314379 w 5052131"/>
                <a:gd name="connsiteY4" fmla="*/ 2826475 h 3969475"/>
                <a:gd name="connsiteX5" fmla="*/ 100684 w 5052131"/>
                <a:gd name="connsiteY5" fmla="*/ 3474175 h 3969475"/>
                <a:gd name="connsiteX6" fmla="*/ 519784 w 5052131"/>
                <a:gd name="connsiteY6" fmla="*/ 476976 h 3969475"/>
                <a:gd name="connsiteX0" fmla="*/ 519784 w 5052131"/>
                <a:gd name="connsiteY0" fmla="*/ 476976 h 3969799"/>
                <a:gd name="connsiteX1" fmla="*/ 4987979 w 5052131"/>
                <a:gd name="connsiteY1" fmla="*/ 3359876 h 3969799"/>
                <a:gd name="connsiteX2" fmla="*/ 4467279 w 5052131"/>
                <a:gd name="connsiteY2" fmla="*/ 3969475 h 3969799"/>
                <a:gd name="connsiteX3" fmla="*/ 1063679 w 5052131"/>
                <a:gd name="connsiteY3" fmla="*/ 3232875 h 3969799"/>
                <a:gd name="connsiteX4" fmla="*/ 619179 w 5052131"/>
                <a:gd name="connsiteY4" fmla="*/ 3359875 h 3969799"/>
                <a:gd name="connsiteX5" fmla="*/ 314379 w 5052131"/>
                <a:gd name="connsiteY5" fmla="*/ 2826475 h 3969799"/>
                <a:gd name="connsiteX6" fmla="*/ 100684 w 5052131"/>
                <a:gd name="connsiteY6" fmla="*/ 3474175 h 3969799"/>
                <a:gd name="connsiteX7" fmla="*/ 519784 w 5052131"/>
                <a:gd name="connsiteY7" fmla="*/ 476976 h 3969799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1419279 w 5052131"/>
                <a:gd name="connsiteY3" fmla="*/ 3448775 h 3969475"/>
                <a:gd name="connsiteX4" fmla="*/ 1063679 w 5052131"/>
                <a:gd name="connsiteY4" fmla="*/ 3232875 h 3969475"/>
                <a:gd name="connsiteX5" fmla="*/ 619179 w 5052131"/>
                <a:gd name="connsiteY5" fmla="*/ 3359875 h 3969475"/>
                <a:gd name="connsiteX6" fmla="*/ 314379 w 5052131"/>
                <a:gd name="connsiteY6" fmla="*/ 2826475 h 3969475"/>
                <a:gd name="connsiteX7" fmla="*/ 100684 w 5052131"/>
                <a:gd name="connsiteY7" fmla="*/ 3474175 h 3969475"/>
                <a:gd name="connsiteX8" fmla="*/ 519784 w 5052131"/>
                <a:gd name="connsiteY8" fmla="*/ 476976 h 3969475"/>
                <a:gd name="connsiteX0" fmla="*/ 519784 w 5052131"/>
                <a:gd name="connsiteY0" fmla="*/ 476976 h 3973374"/>
                <a:gd name="connsiteX1" fmla="*/ 4987979 w 5052131"/>
                <a:gd name="connsiteY1" fmla="*/ 3359876 h 3973374"/>
                <a:gd name="connsiteX2" fmla="*/ 4467279 w 5052131"/>
                <a:gd name="connsiteY2" fmla="*/ 3969475 h 3973374"/>
                <a:gd name="connsiteX3" fmla="*/ 1685979 w 5052131"/>
                <a:gd name="connsiteY3" fmla="*/ 3804375 h 3973374"/>
                <a:gd name="connsiteX4" fmla="*/ 1419279 w 5052131"/>
                <a:gd name="connsiteY4" fmla="*/ 3448775 h 3973374"/>
                <a:gd name="connsiteX5" fmla="*/ 1063679 w 5052131"/>
                <a:gd name="connsiteY5" fmla="*/ 3232875 h 3973374"/>
                <a:gd name="connsiteX6" fmla="*/ 619179 w 5052131"/>
                <a:gd name="connsiteY6" fmla="*/ 3359875 h 3973374"/>
                <a:gd name="connsiteX7" fmla="*/ 314379 w 5052131"/>
                <a:gd name="connsiteY7" fmla="*/ 2826475 h 3973374"/>
                <a:gd name="connsiteX8" fmla="*/ 100684 w 5052131"/>
                <a:gd name="connsiteY8" fmla="*/ 3474175 h 3973374"/>
                <a:gd name="connsiteX9" fmla="*/ 519784 w 5052131"/>
                <a:gd name="connsiteY9" fmla="*/ 476976 h 3973374"/>
                <a:gd name="connsiteX0" fmla="*/ 519784 w 5052131"/>
                <a:gd name="connsiteY0" fmla="*/ 476976 h 3974749"/>
                <a:gd name="connsiteX1" fmla="*/ 4987979 w 5052131"/>
                <a:gd name="connsiteY1" fmla="*/ 3359876 h 3974749"/>
                <a:gd name="connsiteX2" fmla="*/ 4467279 w 5052131"/>
                <a:gd name="connsiteY2" fmla="*/ 3969475 h 3974749"/>
                <a:gd name="connsiteX3" fmla="*/ 2143179 w 5052131"/>
                <a:gd name="connsiteY3" fmla="*/ 3156674 h 3974749"/>
                <a:gd name="connsiteX4" fmla="*/ 1685979 w 5052131"/>
                <a:gd name="connsiteY4" fmla="*/ 3804375 h 3974749"/>
                <a:gd name="connsiteX5" fmla="*/ 1419279 w 5052131"/>
                <a:gd name="connsiteY5" fmla="*/ 3448775 h 3974749"/>
                <a:gd name="connsiteX6" fmla="*/ 1063679 w 5052131"/>
                <a:gd name="connsiteY6" fmla="*/ 3232875 h 3974749"/>
                <a:gd name="connsiteX7" fmla="*/ 619179 w 5052131"/>
                <a:gd name="connsiteY7" fmla="*/ 3359875 h 3974749"/>
                <a:gd name="connsiteX8" fmla="*/ 314379 w 5052131"/>
                <a:gd name="connsiteY8" fmla="*/ 2826475 h 3974749"/>
                <a:gd name="connsiteX9" fmla="*/ 100684 w 5052131"/>
                <a:gd name="connsiteY9" fmla="*/ 3474175 h 3974749"/>
                <a:gd name="connsiteX10" fmla="*/ 519784 w 5052131"/>
                <a:gd name="connsiteY10" fmla="*/ 476976 h 3974749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2409879 w 5052131"/>
                <a:gd name="connsiteY3" fmla="*/ 3766274 h 3969475"/>
                <a:gd name="connsiteX4" fmla="*/ 2143179 w 5052131"/>
                <a:gd name="connsiteY4" fmla="*/ 3156674 h 3969475"/>
                <a:gd name="connsiteX5" fmla="*/ 1685979 w 5052131"/>
                <a:gd name="connsiteY5" fmla="*/ 3804375 h 3969475"/>
                <a:gd name="connsiteX6" fmla="*/ 1419279 w 5052131"/>
                <a:gd name="connsiteY6" fmla="*/ 3448775 h 3969475"/>
                <a:gd name="connsiteX7" fmla="*/ 1063679 w 5052131"/>
                <a:gd name="connsiteY7" fmla="*/ 3232875 h 3969475"/>
                <a:gd name="connsiteX8" fmla="*/ 619179 w 5052131"/>
                <a:gd name="connsiteY8" fmla="*/ 3359875 h 3969475"/>
                <a:gd name="connsiteX9" fmla="*/ 314379 w 5052131"/>
                <a:gd name="connsiteY9" fmla="*/ 2826475 h 3969475"/>
                <a:gd name="connsiteX10" fmla="*/ 100684 w 5052131"/>
                <a:gd name="connsiteY10" fmla="*/ 3474175 h 3969475"/>
                <a:gd name="connsiteX11" fmla="*/ 519784 w 5052131"/>
                <a:gd name="connsiteY11" fmla="*/ 476976 h 3969475"/>
                <a:gd name="connsiteX0" fmla="*/ 519784 w 5052131"/>
                <a:gd name="connsiteY0" fmla="*/ 476976 h 3980176"/>
                <a:gd name="connsiteX1" fmla="*/ 4987979 w 5052131"/>
                <a:gd name="connsiteY1" fmla="*/ 3359876 h 3980176"/>
                <a:gd name="connsiteX2" fmla="*/ 4467279 w 5052131"/>
                <a:gd name="connsiteY2" fmla="*/ 3969475 h 3980176"/>
                <a:gd name="connsiteX3" fmla="*/ 2841679 w 5052131"/>
                <a:gd name="connsiteY3" fmla="*/ 3575774 h 3980176"/>
                <a:gd name="connsiteX4" fmla="*/ 2409879 w 5052131"/>
                <a:gd name="connsiteY4" fmla="*/ 3766274 h 3980176"/>
                <a:gd name="connsiteX5" fmla="*/ 2143179 w 5052131"/>
                <a:gd name="connsiteY5" fmla="*/ 3156674 h 3980176"/>
                <a:gd name="connsiteX6" fmla="*/ 1685979 w 5052131"/>
                <a:gd name="connsiteY6" fmla="*/ 3804375 h 3980176"/>
                <a:gd name="connsiteX7" fmla="*/ 1419279 w 5052131"/>
                <a:gd name="connsiteY7" fmla="*/ 3448775 h 3980176"/>
                <a:gd name="connsiteX8" fmla="*/ 1063679 w 5052131"/>
                <a:gd name="connsiteY8" fmla="*/ 3232875 h 3980176"/>
                <a:gd name="connsiteX9" fmla="*/ 619179 w 5052131"/>
                <a:gd name="connsiteY9" fmla="*/ 3359875 h 3980176"/>
                <a:gd name="connsiteX10" fmla="*/ 314379 w 5052131"/>
                <a:gd name="connsiteY10" fmla="*/ 2826475 h 3980176"/>
                <a:gd name="connsiteX11" fmla="*/ 100684 w 5052131"/>
                <a:gd name="connsiteY11" fmla="*/ 3474175 h 3980176"/>
                <a:gd name="connsiteX12" fmla="*/ 519784 w 5052131"/>
                <a:gd name="connsiteY12" fmla="*/ 476976 h 3980176"/>
                <a:gd name="connsiteX0" fmla="*/ 519784 w 5052131"/>
                <a:gd name="connsiteY0" fmla="*/ 476976 h 3972214"/>
                <a:gd name="connsiteX1" fmla="*/ 4987979 w 5052131"/>
                <a:gd name="connsiteY1" fmla="*/ 3359876 h 3972214"/>
                <a:gd name="connsiteX2" fmla="*/ 4467279 w 5052131"/>
                <a:gd name="connsiteY2" fmla="*/ 3969475 h 3972214"/>
                <a:gd name="connsiteX3" fmla="*/ 3197279 w 5052131"/>
                <a:gd name="connsiteY3" fmla="*/ 3105873 h 3972214"/>
                <a:gd name="connsiteX4" fmla="*/ 2841679 w 5052131"/>
                <a:gd name="connsiteY4" fmla="*/ 3575774 h 3972214"/>
                <a:gd name="connsiteX5" fmla="*/ 2409879 w 5052131"/>
                <a:gd name="connsiteY5" fmla="*/ 3766274 h 3972214"/>
                <a:gd name="connsiteX6" fmla="*/ 2143179 w 5052131"/>
                <a:gd name="connsiteY6" fmla="*/ 3156674 h 3972214"/>
                <a:gd name="connsiteX7" fmla="*/ 1685979 w 5052131"/>
                <a:gd name="connsiteY7" fmla="*/ 3804375 h 3972214"/>
                <a:gd name="connsiteX8" fmla="*/ 1419279 w 5052131"/>
                <a:gd name="connsiteY8" fmla="*/ 3448775 h 3972214"/>
                <a:gd name="connsiteX9" fmla="*/ 1063679 w 5052131"/>
                <a:gd name="connsiteY9" fmla="*/ 3232875 h 3972214"/>
                <a:gd name="connsiteX10" fmla="*/ 619179 w 5052131"/>
                <a:gd name="connsiteY10" fmla="*/ 3359875 h 3972214"/>
                <a:gd name="connsiteX11" fmla="*/ 314379 w 5052131"/>
                <a:gd name="connsiteY11" fmla="*/ 2826475 h 3972214"/>
                <a:gd name="connsiteX12" fmla="*/ 100684 w 5052131"/>
                <a:gd name="connsiteY12" fmla="*/ 3474175 h 3972214"/>
                <a:gd name="connsiteX13" fmla="*/ 519784 w 5052131"/>
                <a:gd name="connsiteY13" fmla="*/ 476976 h 3972214"/>
                <a:gd name="connsiteX0" fmla="*/ 519784 w 5052131"/>
                <a:gd name="connsiteY0" fmla="*/ 476976 h 3970199"/>
                <a:gd name="connsiteX1" fmla="*/ 4987979 w 5052131"/>
                <a:gd name="connsiteY1" fmla="*/ 3359876 h 3970199"/>
                <a:gd name="connsiteX2" fmla="*/ 4467279 w 5052131"/>
                <a:gd name="connsiteY2" fmla="*/ 3969475 h 3970199"/>
                <a:gd name="connsiteX3" fmla="*/ 3730679 w 5052131"/>
                <a:gd name="connsiteY3" fmla="*/ 3397973 h 3970199"/>
                <a:gd name="connsiteX4" fmla="*/ 3197279 w 5052131"/>
                <a:gd name="connsiteY4" fmla="*/ 3105873 h 3970199"/>
                <a:gd name="connsiteX5" fmla="*/ 2841679 w 5052131"/>
                <a:gd name="connsiteY5" fmla="*/ 3575774 h 3970199"/>
                <a:gd name="connsiteX6" fmla="*/ 2409879 w 5052131"/>
                <a:gd name="connsiteY6" fmla="*/ 3766274 h 3970199"/>
                <a:gd name="connsiteX7" fmla="*/ 2143179 w 5052131"/>
                <a:gd name="connsiteY7" fmla="*/ 3156674 h 3970199"/>
                <a:gd name="connsiteX8" fmla="*/ 1685979 w 5052131"/>
                <a:gd name="connsiteY8" fmla="*/ 3804375 h 3970199"/>
                <a:gd name="connsiteX9" fmla="*/ 1419279 w 5052131"/>
                <a:gd name="connsiteY9" fmla="*/ 3448775 h 3970199"/>
                <a:gd name="connsiteX10" fmla="*/ 1063679 w 5052131"/>
                <a:gd name="connsiteY10" fmla="*/ 3232875 h 3970199"/>
                <a:gd name="connsiteX11" fmla="*/ 619179 w 5052131"/>
                <a:gd name="connsiteY11" fmla="*/ 3359875 h 3970199"/>
                <a:gd name="connsiteX12" fmla="*/ 314379 w 5052131"/>
                <a:gd name="connsiteY12" fmla="*/ 2826475 h 3970199"/>
                <a:gd name="connsiteX13" fmla="*/ 100684 w 5052131"/>
                <a:gd name="connsiteY13" fmla="*/ 3474175 h 3970199"/>
                <a:gd name="connsiteX14" fmla="*/ 519784 w 5052131"/>
                <a:gd name="connsiteY14" fmla="*/ 476976 h 3970199"/>
                <a:gd name="connsiteX0" fmla="*/ 519784 w 5052131"/>
                <a:gd name="connsiteY0" fmla="*/ 476976 h 3976108"/>
                <a:gd name="connsiteX1" fmla="*/ 4987979 w 5052131"/>
                <a:gd name="connsiteY1" fmla="*/ 3359876 h 3976108"/>
                <a:gd name="connsiteX2" fmla="*/ 4467279 w 5052131"/>
                <a:gd name="connsiteY2" fmla="*/ 3969475 h 3976108"/>
                <a:gd name="connsiteX3" fmla="*/ 4060879 w 5052131"/>
                <a:gd name="connsiteY3" fmla="*/ 3626574 h 3976108"/>
                <a:gd name="connsiteX4" fmla="*/ 3730679 w 5052131"/>
                <a:gd name="connsiteY4" fmla="*/ 3397973 h 3976108"/>
                <a:gd name="connsiteX5" fmla="*/ 3197279 w 5052131"/>
                <a:gd name="connsiteY5" fmla="*/ 3105873 h 3976108"/>
                <a:gd name="connsiteX6" fmla="*/ 2841679 w 5052131"/>
                <a:gd name="connsiteY6" fmla="*/ 3575774 h 3976108"/>
                <a:gd name="connsiteX7" fmla="*/ 2409879 w 5052131"/>
                <a:gd name="connsiteY7" fmla="*/ 3766274 h 3976108"/>
                <a:gd name="connsiteX8" fmla="*/ 2143179 w 5052131"/>
                <a:gd name="connsiteY8" fmla="*/ 3156674 h 3976108"/>
                <a:gd name="connsiteX9" fmla="*/ 1685979 w 5052131"/>
                <a:gd name="connsiteY9" fmla="*/ 3804375 h 3976108"/>
                <a:gd name="connsiteX10" fmla="*/ 1419279 w 5052131"/>
                <a:gd name="connsiteY10" fmla="*/ 3448775 h 3976108"/>
                <a:gd name="connsiteX11" fmla="*/ 1063679 w 5052131"/>
                <a:gd name="connsiteY11" fmla="*/ 3232875 h 3976108"/>
                <a:gd name="connsiteX12" fmla="*/ 619179 w 5052131"/>
                <a:gd name="connsiteY12" fmla="*/ 3359875 h 3976108"/>
                <a:gd name="connsiteX13" fmla="*/ 314379 w 5052131"/>
                <a:gd name="connsiteY13" fmla="*/ 2826475 h 3976108"/>
                <a:gd name="connsiteX14" fmla="*/ 100684 w 5052131"/>
                <a:gd name="connsiteY14" fmla="*/ 3474175 h 3976108"/>
                <a:gd name="connsiteX15" fmla="*/ 519784 w 5052131"/>
                <a:gd name="connsiteY15" fmla="*/ 476976 h 3976108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340279 w 5052131"/>
                <a:gd name="connsiteY2" fmla="*/ 3283675 h 3809225"/>
                <a:gd name="connsiteX3" fmla="*/ 4060879 w 5052131"/>
                <a:gd name="connsiteY3" fmla="*/ 3626574 h 3809225"/>
                <a:gd name="connsiteX4" fmla="*/ 3730679 w 5052131"/>
                <a:gd name="connsiteY4" fmla="*/ 3397973 h 3809225"/>
                <a:gd name="connsiteX5" fmla="*/ 3197279 w 5052131"/>
                <a:gd name="connsiteY5" fmla="*/ 3105873 h 3809225"/>
                <a:gd name="connsiteX6" fmla="*/ 2841679 w 5052131"/>
                <a:gd name="connsiteY6" fmla="*/ 3575774 h 3809225"/>
                <a:gd name="connsiteX7" fmla="*/ 2409879 w 5052131"/>
                <a:gd name="connsiteY7" fmla="*/ 3766274 h 3809225"/>
                <a:gd name="connsiteX8" fmla="*/ 2143179 w 5052131"/>
                <a:gd name="connsiteY8" fmla="*/ 3156674 h 3809225"/>
                <a:gd name="connsiteX9" fmla="*/ 1685979 w 5052131"/>
                <a:gd name="connsiteY9" fmla="*/ 3804375 h 3809225"/>
                <a:gd name="connsiteX10" fmla="*/ 1419279 w 5052131"/>
                <a:gd name="connsiteY10" fmla="*/ 3448775 h 3809225"/>
                <a:gd name="connsiteX11" fmla="*/ 1063679 w 5052131"/>
                <a:gd name="connsiteY11" fmla="*/ 3232875 h 3809225"/>
                <a:gd name="connsiteX12" fmla="*/ 619179 w 5052131"/>
                <a:gd name="connsiteY12" fmla="*/ 3359875 h 3809225"/>
                <a:gd name="connsiteX13" fmla="*/ 314379 w 5052131"/>
                <a:gd name="connsiteY13" fmla="*/ 2826475 h 3809225"/>
                <a:gd name="connsiteX14" fmla="*/ 100684 w 5052131"/>
                <a:gd name="connsiteY14" fmla="*/ 3474175 h 3809225"/>
                <a:gd name="connsiteX15" fmla="*/ 519784 w 5052131"/>
                <a:gd name="connsiteY15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964986"/>
                <a:gd name="connsiteX1" fmla="*/ 4987979 w 5052131"/>
                <a:gd name="connsiteY1" fmla="*/ 3359876 h 3964986"/>
                <a:gd name="connsiteX2" fmla="*/ 4708579 w 5052131"/>
                <a:gd name="connsiteY2" fmla="*/ 2585174 h 3964986"/>
                <a:gd name="connsiteX3" fmla="*/ 4340279 w 5052131"/>
                <a:gd name="connsiteY3" fmla="*/ 3283675 h 3964986"/>
                <a:gd name="connsiteX4" fmla="*/ 4060879 w 5052131"/>
                <a:gd name="connsiteY4" fmla="*/ 3626574 h 3964986"/>
                <a:gd name="connsiteX5" fmla="*/ 3730679 w 5052131"/>
                <a:gd name="connsiteY5" fmla="*/ 3397973 h 3964986"/>
                <a:gd name="connsiteX6" fmla="*/ 3197279 w 5052131"/>
                <a:gd name="connsiteY6" fmla="*/ 3105873 h 3964986"/>
                <a:gd name="connsiteX7" fmla="*/ 2841679 w 5052131"/>
                <a:gd name="connsiteY7" fmla="*/ 3575774 h 3964986"/>
                <a:gd name="connsiteX8" fmla="*/ 2409879 w 5052131"/>
                <a:gd name="connsiteY8" fmla="*/ 3766274 h 3964986"/>
                <a:gd name="connsiteX9" fmla="*/ 2143179 w 5052131"/>
                <a:gd name="connsiteY9" fmla="*/ 3156674 h 3964986"/>
                <a:gd name="connsiteX10" fmla="*/ 1685979 w 5052131"/>
                <a:gd name="connsiteY10" fmla="*/ 3804375 h 3964986"/>
                <a:gd name="connsiteX11" fmla="*/ 1419279 w 5052131"/>
                <a:gd name="connsiteY11" fmla="*/ 3448775 h 3964986"/>
                <a:gd name="connsiteX12" fmla="*/ 1063679 w 5052131"/>
                <a:gd name="connsiteY12" fmla="*/ 3232875 h 3964986"/>
                <a:gd name="connsiteX13" fmla="*/ 619179 w 5052131"/>
                <a:gd name="connsiteY13" fmla="*/ 3359875 h 3964986"/>
                <a:gd name="connsiteX14" fmla="*/ 314379 w 5052131"/>
                <a:gd name="connsiteY14" fmla="*/ 2826475 h 3964986"/>
                <a:gd name="connsiteX15" fmla="*/ 100684 w 5052131"/>
                <a:gd name="connsiteY15" fmla="*/ 3474175 h 3964986"/>
                <a:gd name="connsiteX16" fmla="*/ 519784 w 5052131"/>
                <a:gd name="connsiteY16" fmla="*/ 476976 h 3964986"/>
                <a:gd name="connsiteX0" fmla="*/ 519784 w 5052131"/>
                <a:gd name="connsiteY0" fmla="*/ 476976 h 3982383"/>
                <a:gd name="connsiteX1" fmla="*/ 4987979 w 5052131"/>
                <a:gd name="connsiteY1" fmla="*/ 3359876 h 3982383"/>
                <a:gd name="connsiteX2" fmla="*/ 4708579 w 5052131"/>
                <a:gd name="connsiteY2" fmla="*/ 2585174 h 3982383"/>
                <a:gd name="connsiteX3" fmla="*/ 4340279 w 5052131"/>
                <a:gd name="connsiteY3" fmla="*/ 3283675 h 3982383"/>
                <a:gd name="connsiteX4" fmla="*/ 4060879 w 5052131"/>
                <a:gd name="connsiteY4" fmla="*/ 3626574 h 3982383"/>
                <a:gd name="connsiteX5" fmla="*/ 3730679 w 5052131"/>
                <a:gd name="connsiteY5" fmla="*/ 3397973 h 3982383"/>
                <a:gd name="connsiteX6" fmla="*/ 3197279 w 5052131"/>
                <a:gd name="connsiteY6" fmla="*/ 3105873 h 3982383"/>
                <a:gd name="connsiteX7" fmla="*/ 2841679 w 5052131"/>
                <a:gd name="connsiteY7" fmla="*/ 3575774 h 3982383"/>
                <a:gd name="connsiteX8" fmla="*/ 2409879 w 5052131"/>
                <a:gd name="connsiteY8" fmla="*/ 3766274 h 3982383"/>
                <a:gd name="connsiteX9" fmla="*/ 2143179 w 5052131"/>
                <a:gd name="connsiteY9" fmla="*/ 3156674 h 3982383"/>
                <a:gd name="connsiteX10" fmla="*/ 1685979 w 5052131"/>
                <a:gd name="connsiteY10" fmla="*/ 3804375 h 3982383"/>
                <a:gd name="connsiteX11" fmla="*/ 1419279 w 5052131"/>
                <a:gd name="connsiteY11" fmla="*/ 3448775 h 3982383"/>
                <a:gd name="connsiteX12" fmla="*/ 1063679 w 5052131"/>
                <a:gd name="connsiteY12" fmla="*/ 3232875 h 3982383"/>
                <a:gd name="connsiteX13" fmla="*/ 619179 w 5052131"/>
                <a:gd name="connsiteY13" fmla="*/ 3359875 h 3982383"/>
                <a:gd name="connsiteX14" fmla="*/ 314379 w 5052131"/>
                <a:gd name="connsiteY14" fmla="*/ 2826475 h 3982383"/>
                <a:gd name="connsiteX15" fmla="*/ 100684 w 5052131"/>
                <a:gd name="connsiteY15" fmla="*/ 3474175 h 3982383"/>
                <a:gd name="connsiteX16" fmla="*/ 519784 w 5052131"/>
                <a:gd name="connsiteY16" fmla="*/ 476976 h 3982383"/>
                <a:gd name="connsiteX0" fmla="*/ 519784 w 5052131"/>
                <a:gd name="connsiteY0" fmla="*/ 476976 h 4037613"/>
                <a:gd name="connsiteX1" fmla="*/ 4987979 w 5052131"/>
                <a:gd name="connsiteY1" fmla="*/ 3359876 h 4037613"/>
                <a:gd name="connsiteX2" fmla="*/ 4708579 w 5052131"/>
                <a:gd name="connsiteY2" fmla="*/ 2585174 h 4037613"/>
                <a:gd name="connsiteX3" fmla="*/ 4340279 w 5052131"/>
                <a:gd name="connsiteY3" fmla="*/ 3283675 h 4037613"/>
                <a:gd name="connsiteX4" fmla="*/ 4060879 w 5052131"/>
                <a:gd name="connsiteY4" fmla="*/ 3626574 h 4037613"/>
                <a:gd name="connsiteX5" fmla="*/ 3730679 w 5052131"/>
                <a:gd name="connsiteY5" fmla="*/ 3397973 h 4037613"/>
                <a:gd name="connsiteX6" fmla="*/ 3197279 w 5052131"/>
                <a:gd name="connsiteY6" fmla="*/ 3105873 h 4037613"/>
                <a:gd name="connsiteX7" fmla="*/ 2841679 w 5052131"/>
                <a:gd name="connsiteY7" fmla="*/ 3575774 h 4037613"/>
                <a:gd name="connsiteX8" fmla="*/ 2409879 w 5052131"/>
                <a:gd name="connsiteY8" fmla="*/ 3766274 h 4037613"/>
                <a:gd name="connsiteX9" fmla="*/ 2143179 w 5052131"/>
                <a:gd name="connsiteY9" fmla="*/ 3156674 h 4037613"/>
                <a:gd name="connsiteX10" fmla="*/ 1685979 w 5052131"/>
                <a:gd name="connsiteY10" fmla="*/ 3804375 h 4037613"/>
                <a:gd name="connsiteX11" fmla="*/ 1419279 w 5052131"/>
                <a:gd name="connsiteY11" fmla="*/ 3448775 h 4037613"/>
                <a:gd name="connsiteX12" fmla="*/ 1063679 w 5052131"/>
                <a:gd name="connsiteY12" fmla="*/ 3232875 h 4037613"/>
                <a:gd name="connsiteX13" fmla="*/ 619179 w 5052131"/>
                <a:gd name="connsiteY13" fmla="*/ 3359875 h 4037613"/>
                <a:gd name="connsiteX14" fmla="*/ 314379 w 5052131"/>
                <a:gd name="connsiteY14" fmla="*/ 2826475 h 4037613"/>
                <a:gd name="connsiteX15" fmla="*/ 100684 w 5052131"/>
                <a:gd name="connsiteY15" fmla="*/ 3474175 h 4037613"/>
                <a:gd name="connsiteX16" fmla="*/ 519784 w 5052131"/>
                <a:gd name="connsiteY16" fmla="*/ 476976 h 4037613"/>
                <a:gd name="connsiteX0" fmla="*/ 519784 w 5052131"/>
                <a:gd name="connsiteY0" fmla="*/ 476976 h 4060216"/>
                <a:gd name="connsiteX1" fmla="*/ 4987979 w 5052131"/>
                <a:gd name="connsiteY1" fmla="*/ 3359876 h 4060216"/>
                <a:gd name="connsiteX2" fmla="*/ 4708579 w 5052131"/>
                <a:gd name="connsiteY2" fmla="*/ 2585174 h 4060216"/>
                <a:gd name="connsiteX3" fmla="*/ 4340279 w 5052131"/>
                <a:gd name="connsiteY3" fmla="*/ 3283675 h 4060216"/>
                <a:gd name="connsiteX4" fmla="*/ 4060879 w 5052131"/>
                <a:gd name="connsiteY4" fmla="*/ 3626574 h 4060216"/>
                <a:gd name="connsiteX5" fmla="*/ 3730679 w 5052131"/>
                <a:gd name="connsiteY5" fmla="*/ 3397973 h 4060216"/>
                <a:gd name="connsiteX6" fmla="*/ 3197279 w 5052131"/>
                <a:gd name="connsiteY6" fmla="*/ 3105873 h 4060216"/>
                <a:gd name="connsiteX7" fmla="*/ 2841679 w 5052131"/>
                <a:gd name="connsiteY7" fmla="*/ 3575774 h 4060216"/>
                <a:gd name="connsiteX8" fmla="*/ 2409879 w 5052131"/>
                <a:gd name="connsiteY8" fmla="*/ 3766274 h 4060216"/>
                <a:gd name="connsiteX9" fmla="*/ 2143179 w 5052131"/>
                <a:gd name="connsiteY9" fmla="*/ 3156674 h 4060216"/>
                <a:gd name="connsiteX10" fmla="*/ 1685979 w 5052131"/>
                <a:gd name="connsiteY10" fmla="*/ 3804375 h 4060216"/>
                <a:gd name="connsiteX11" fmla="*/ 1419279 w 5052131"/>
                <a:gd name="connsiteY11" fmla="*/ 3448775 h 4060216"/>
                <a:gd name="connsiteX12" fmla="*/ 1063679 w 5052131"/>
                <a:gd name="connsiteY12" fmla="*/ 3232875 h 4060216"/>
                <a:gd name="connsiteX13" fmla="*/ 619179 w 5052131"/>
                <a:gd name="connsiteY13" fmla="*/ 3359875 h 4060216"/>
                <a:gd name="connsiteX14" fmla="*/ 314379 w 5052131"/>
                <a:gd name="connsiteY14" fmla="*/ 2826475 h 4060216"/>
                <a:gd name="connsiteX15" fmla="*/ 100684 w 5052131"/>
                <a:gd name="connsiteY15" fmla="*/ 3474175 h 4060216"/>
                <a:gd name="connsiteX16" fmla="*/ 519784 w 5052131"/>
                <a:gd name="connsiteY16" fmla="*/ 476976 h 4060216"/>
                <a:gd name="connsiteX0" fmla="*/ 519784 w 5052131"/>
                <a:gd name="connsiteY0" fmla="*/ 476976 h 4021106"/>
                <a:gd name="connsiteX1" fmla="*/ 4987979 w 5052131"/>
                <a:gd name="connsiteY1" fmla="*/ 3359876 h 4021106"/>
                <a:gd name="connsiteX2" fmla="*/ 4708579 w 5052131"/>
                <a:gd name="connsiteY2" fmla="*/ 2585174 h 4021106"/>
                <a:gd name="connsiteX3" fmla="*/ 4340279 w 5052131"/>
                <a:gd name="connsiteY3" fmla="*/ 3283675 h 4021106"/>
                <a:gd name="connsiteX4" fmla="*/ 4060879 w 5052131"/>
                <a:gd name="connsiteY4" fmla="*/ 3626574 h 4021106"/>
                <a:gd name="connsiteX5" fmla="*/ 3730679 w 5052131"/>
                <a:gd name="connsiteY5" fmla="*/ 3397973 h 4021106"/>
                <a:gd name="connsiteX6" fmla="*/ 3197279 w 5052131"/>
                <a:gd name="connsiteY6" fmla="*/ 3105873 h 4021106"/>
                <a:gd name="connsiteX7" fmla="*/ 2841679 w 5052131"/>
                <a:gd name="connsiteY7" fmla="*/ 3575774 h 4021106"/>
                <a:gd name="connsiteX8" fmla="*/ 2409879 w 5052131"/>
                <a:gd name="connsiteY8" fmla="*/ 3766274 h 4021106"/>
                <a:gd name="connsiteX9" fmla="*/ 2143179 w 5052131"/>
                <a:gd name="connsiteY9" fmla="*/ 3156674 h 4021106"/>
                <a:gd name="connsiteX10" fmla="*/ 1685979 w 5052131"/>
                <a:gd name="connsiteY10" fmla="*/ 3804375 h 4021106"/>
                <a:gd name="connsiteX11" fmla="*/ 1419279 w 5052131"/>
                <a:gd name="connsiteY11" fmla="*/ 3448775 h 4021106"/>
                <a:gd name="connsiteX12" fmla="*/ 1063679 w 5052131"/>
                <a:gd name="connsiteY12" fmla="*/ 3232875 h 4021106"/>
                <a:gd name="connsiteX13" fmla="*/ 619179 w 5052131"/>
                <a:gd name="connsiteY13" fmla="*/ 3359875 h 4021106"/>
                <a:gd name="connsiteX14" fmla="*/ 314379 w 5052131"/>
                <a:gd name="connsiteY14" fmla="*/ 2826475 h 4021106"/>
                <a:gd name="connsiteX15" fmla="*/ 100684 w 5052131"/>
                <a:gd name="connsiteY15" fmla="*/ 3474175 h 4021106"/>
                <a:gd name="connsiteX16" fmla="*/ 519784 w 5052131"/>
                <a:gd name="connsiteY16" fmla="*/ 476976 h 4021106"/>
                <a:gd name="connsiteX0" fmla="*/ 519784 w 5052131"/>
                <a:gd name="connsiteY0" fmla="*/ 476976 h 4024233"/>
                <a:gd name="connsiteX1" fmla="*/ 4987979 w 5052131"/>
                <a:gd name="connsiteY1" fmla="*/ 3359876 h 4024233"/>
                <a:gd name="connsiteX2" fmla="*/ 4708579 w 5052131"/>
                <a:gd name="connsiteY2" fmla="*/ 2585174 h 4024233"/>
                <a:gd name="connsiteX3" fmla="*/ 4340279 w 5052131"/>
                <a:gd name="connsiteY3" fmla="*/ 3283675 h 4024233"/>
                <a:gd name="connsiteX4" fmla="*/ 4060879 w 5052131"/>
                <a:gd name="connsiteY4" fmla="*/ 3626574 h 4024233"/>
                <a:gd name="connsiteX5" fmla="*/ 3730679 w 5052131"/>
                <a:gd name="connsiteY5" fmla="*/ 3397973 h 4024233"/>
                <a:gd name="connsiteX6" fmla="*/ 3197279 w 5052131"/>
                <a:gd name="connsiteY6" fmla="*/ 3105873 h 4024233"/>
                <a:gd name="connsiteX7" fmla="*/ 2841679 w 5052131"/>
                <a:gd name="connsiteY7" fmla="*/ 3575774 h 4024233"/>
                <a:gd name="connsiteX8" fmla="*/ 2409879 w 5052131"/>
                <a:gd name="connsiteY8" fmla="*/ 3766274 h 4024233"/>
                <a:gd name="connsiteX9" fmla="*/ 2143179 w 5052131"/>
                <a:gd name="connsiteY9" fmla="*/ 3156674 h 4024233"/>
                <a:gd name="connsiteX10" fmla="*/ 1685979 w 5052131"/>
                <a:gd name="connsiteY10" fmla="*/ 3804375 h 4024233"/>
                <a:gd name="connsiteX11" fmla="*/ 1419279 w 5052131"/>
                <a:gd name="connsiteY11" fmla="*/ 3448775 h 4024233"/>
                <a:gd name="connsiteX12" fmla="*/ 1063679 w 5052131"/>
                <a:gd name="connsiteY12" fmla="*/ 3232875 h 4024233"/>
                <a:gd name="connsiteX13" fmla="*/ 619179 w 5052131"/>
                <a:gd name="connsiteY13" fmla="*/ 3359875 h 4024233"/>
                <a:gd name="connsiteX14" fmla="*/ 314379 w 5052131"/>
                <a:gd name="connsiteY14" fmla="*/ 2826475 h 4024233"/>
                <a:gd name="connsiteX15" fmla="*/ 100684 w 5052131"/>
                <a:gd name="connsiteY15" fmla="*/ 3474175 h 4024233"/>
                <a:gd name="connsiteX16" fmla="*/ 519784 w 5052131"/>
                <a:gd name="connsiteY16" fmla="*/ 476976 h 4024233"/>
                <a:gd name="connsiteX0" fmla="*/ 519784 w 5052131"/>
                <a:gd name="connsiteY0" fmla="*/ 476976 h 4021106"/>
                <a:gd name="connsiteX1" fmla="*/ 4987979 w 5052131"/>
                <a:gd name="connsiteY1" fmla="*/ 3359876 h 4021106"/>
                <a:gd name="connsiteX2" fmla="*/ 4708579 w 5052131"/>
                <a:gd name="connsiteY2" fmla="*/ 2585174 h 4021106"/>
                <a:gd name="connsiteX3" fmla="*/ 4340279 w 5052131"/>
                <a:gd name="connsiteY3" fmla="*/ 3283675 h 4021106"/>
                <a:gd name="connsiteX4" fmla="*/ 4060879 w 5052131"/>
                <a:gd name="connsiteY4" fmla="*/ 3626574 h 4021106"/>
                <a:gd name="connsiteX5" fmla="*/ 3730679 w 5052131"/>
                <a:gd name="connsiteY5" fmla="*/ 3397973 h 4021106"/>
                <a:gd name="connsiteX6" fmla="*/ 3197279 w 5052131"/>
                <a:gd name="connsiteY6" fmla="*/ 3105873 h 4021106"/>
                <a:gd name="connsiteX7" fmla="*/ 2841679 w 5052131"/>
                <a:gd name="connsiteY7" fmla="*/ 3575774 h 4021106"/>
                <a:gd name="connsiteX8" fmla="*/ 2409879 w 5052131"/>
                <a:gd name="connsiteY8" fmla="*/ 3766274 h 4021106"/>
                <a:gd name="connsiteX9" fmla="*/ 2143179 w 5052131"/>
                <a:gd name="connsiteY9" fmla="*/ 3156674 h 4021106"/>
                <a:gd name="connsiteX10" fmla="*/ 1685979 w 5052131"/>
                <a:gd name="connsiteY10" fmla="*/ 3804375 h 4021106"/>
                <a:gd name="connsiteX11" fmla="*/ 1419279 w 5052131"/>
                <a:gd name="connsiteY11" fmla="*/ 3448775 h 4021106"/>
                <a:gd name="connsiteX12" fmla="*/ 1063679 w 5052131"/>
                <a:gd name="connsiteY12" fmla="*/ 3232875 h 4021106"/>
                <a:gd name="connsiteX13" fmla="*/ 619179 w 5052131"/>
                <a:gd name="connsiteY13" fmla="*/ 3359875 h 4021106"/>
                <a:gd name="connsiteX14" fmla="*/ 314379 w 5052131"/>
                <a:gd name="connsiteY14" fmla="*/ 2826475 h 4021106"/>
                <a:gd name="connsiteX15" fmla="*/ 100684 w 5052131"/>
                <a:gd name="connsiteY15" fmla="*/ 3474175 h 4021106"/>
                <a:gd name="connsiteX16" fmla="*/ 519784 w 5052131"/>
                <a:gd name="connsiteY16" fmla="*/ 476976 h 4021106"/>
                <a:gd name="connsiteX0" fmla="*/ 519784 w 5052131"/>
                <a:gd name="connsiteY0" fmla="*/ 476976 h 4025794"/>
                <a:gd name="connsiteX1" fmla="*/ 4987979 w 5052131"/>
                <a:gd name="connsiteY1" fmla="*/ 3359876 h 4025794"/>
                <a:gd name="connsiteX2" fmla="*/ 4708579 w 5052131"/>
                <a:gd name="connsiteY2" fmla="*/ 2585174 h 4025794"/>
                <a:gd name="connsiteX3" fmla="*/ 4340279 w 5052131"/>
                <a:gd name="connsiteY3" fmla="*/ 3283675 h 4025794"/>
                <a:gd name="connsiteX4" fmla="*/ 4060879 w 5052131"/>
                <a:gd name="connsiteY4" fmla="*/ 3626574 h 4025794"/>
                <a:gd name="connsiteX5" fmla="*/ 3730679 w 5052131"/>
                <a:gd name="connsiteY5" fmla="*/ 3397973 h 4025794"/>
                <a:gd name="connsiteX6" fmla="*/ 3197279 w 5052131"/>
                <a:gd name="connsiteY6" fmla="*/ 3105873 h 4025794"/>
                <a:gd name="connsiteX7" fmla="*/ 2841679 w 5052131"/>
                <a:gd name="connsiteY7" fmla="*/ 3575774 h 4025794"/>
                <a:gd name="connsiteX8" fmla="*/ 2409879 w 5052131"/>
                <a:gd name="connsiteY8" fmla="*/ 3766274 h 4025794"/>
                <a:gd name="connsiteX9" fmla="*/ 2143179 w 5052131"/>
                <a:gd name="connsiteY9" fmla="*/ 3156674 h 4025794"/>
                <a:gd name="connsiteX10" fmla="*/ 1685979 w 5052131"/>
                <a:gd name="connsiteY10" fmla="*/ 3804375 h 4025794"/>
                <a:gd name="connsiteX11" fmla="*/ 1419279 w 5052131"/>
                <a:gd name="connsiteY11" fmla="*/ 3448775 h 4025794"/>
                <a:gd name="connsiteX12" fmla="*/ 1063679 w 5052131"/>
                <a:gd name="connsiteY12" fmla="*/ 3232875 h 4025794"/>
                <a:gd name="connsiteX13" fmla="*/ 619179 w 5052131"/>
                <a:gd name="connsiteY13" fmla="*/ 3359875 h 4025794"/>
                <a:gd name="connsiteX14" fmla="*/ 314379 w 5052131"/>
                <a:gd name="connsiteY14" fmla="*/ 2826475 h 4025794"/>
                <a:gd name="connsiteX15" fmla="*/ 100684 w 5052131"/>
                <a:gd name="connsiteY15" fmla="*/ 3474175 h 4025794"/>
                <a:gd name="connsiteX16" fmla="*/ 519784 w 5052131"/>
                <a:gd name="connsiteY16" fmla="*/ 476976 h 4025794"/>
                <a:gd name="connsiteX0" fmla="*/ 519784 w 5052131"/>
                <a:gd name="connsiteY0" fmla="*/ 476976 h 4041094"/>
                <a:gd name="connsiteX1" fmla="*/ 4987979 w 5052131"/>
                <a:gd name="connsiteY1" fmla="*/ 3359876 h 4041094"/>
                <a:gd name="connsiteX2" fmla="*/ 4708579 w 5052131"/>
                <a:gd name="connsiteY2" fmla="*/ 2585174 h 4041094"/>
                <a:gd name="connsiteX3" fmla="*/ 4340279 w 5052131"/>
                <a:gd name="connsiteY3" fmla="*/ 3283675 h 4041094"/>
                <a:gd name="connsiteX4" fmla="*/ 4060879 w 5052131"/>
                <a:gd name="connsiteY4" fmla="*/ 3626574 h 4041094"/>
                <a:gd name="connsiteX5" fmla="*/ 3730679 w 5052131"/>
                <a:gd name="connsiteY5" fmla="*/ 3397973 h 4041094"/>
                <a:gd name="connsiteX6" fmla="*/ 3197279 w 5052131"/>
                <a:gd name="connsiteY6" fmla="*/ 3105873 h 4041094"/>
                <a:gd name="connsiteX7" fmla="*/ 2841679 w 5052131"/>
                <a:gd name="connsiteY7" fmla="*/ 3575774 h 4041094"/>
                <a:gd name="connsiteX8" fmla="*/ 2409879 w 5052131"/>
                <a:gd name="connsiteY8" fmla="*/ 3766274 h 4041094"/>
                <a:gd name="connsiteX9" fmla="*/ 2143179 w 5052131"/>
                <a:gd name="connsiteY9" fmla="*/ 3156674 h 4041094"/>
                <a:gd name="connsiteX10" fmla="*/ 1685979 w 5052131"/>
                <a:gd name="connsiteY10" fmla="*/ 3804375 h 4041094"/>
                <a:gd name="connsiteX11" fmla="*/ 1419279 w 5052131"/>
                <a:gd name="connsiteY11" fmla="*/ 3448775 h 4041094"/>
                <a:gd name="connsiteX12" fmla="*/ 1063679 w 5052131"/>
                <a:gd name="connsiteY12" fmla="*/ 3232875 h 4041094"/>
                <a:gd name="connsiteX13" fmla="*/ 619179 w 5052131"/>
                <a:gd name="connsiteY13" fmla="*/ 3359875 h 4041094"/>
                <a:gd name="connsiteX14" fmla="*/ 314379 w 5052131"/>
                <a:gd name="connsiteY14" fmla="*/ 2826475 h 4041094"/>
                <a:gd name="connsiteX15" fmla="*/ 100684 w 5052131"/>
                <a:gd name="connsiteY15" fmla="*/ 3474175 h 4041094"/>
                <a:gd name="connsiteX16" fmla="*/ 519784 w 5052131"/>
                <a:gd name="connsiteY16" fmla="*/ 476976 h 4041094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09779 w 5052131"/>
                <a:gd name="connsiteY10" fmla="*/ 39948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92376"/>
                <a:gd name="connsiteX1" fmla="*/ 4987979 w 5052131"/>
                <a:gd name="connsiteY1" fmla="*/ 3359876 h 4092376"/>
                <a:gd name="connsiteX2" fmla="*/ 4708579 w 5052131"/>
                <a:gd name="connsiteY2" fmla="*/ 2585174 h 4092376"/>
                <a:gd name="connsiteX3" fmla="*/ 4340279 w 5052131"/>
                <a:gd name="connsiteY3" fmla="*/ 3283675 h 4092376"/>
                <a:gd name="connsiteX4" fmla="*/ 4060879 w 5052131"/>
                <a:gd name="connsiteY4" fmla="*/ 3626574 h 4092376"/>
                <a:gd name="connsiteX5" fmla="*/ 3730679 w 5052131"/>
                <a:gd name="connsiteY5" fmla="*/ 3397973 h 4092376"/>
                <a:gd name="connsiteX6" fmla="*/ 3197279 w 5052131"/>
                <a:gd name="connsiteY6" fmla="*/ 3105873 h 4092376"/>
                <a:gd name="connsiteX7" fmla="*/ 2841679 w 5052131"/>
                <a:gd name="connsiteY7" fmla="*/ 3575774 h 4092376"/>
                <a:gd name="connsiteX8" fmla="*/ 2409879 w 5052131"/>
                <a:gd name="connsiteY8" fmla="*/ 3766274 h 4092376"/>
                <a:gd name="connsiteX9" fmla="*/ 2143179 w 5052131"/>
                <a:gd name="connsiteY9" fmla="*/ 3156674 h 4092376"/>
                <a:gd name="connsiteX10" fmla="*/ 1660579 w 5052131"/>
                <a:gd name="connsiteY10" fmla="*/ 3829775 h 4092376"/>
                <a:gd name="connsiteX11" fmla="*/ 1419279 w 5052131"/>
                <a:gd name="connsiteY11" fmla="*/ 3448775 h 4092376"/>
                <a:gd name="connsiteX12" fmla="*/ 1063679 w 5052131"/>
                <a:gd name="connsiteY12" fmla="*/ 3232875 h 4092376"/>
                <a:gd name="connsiteX13" fmla="*/ 619179 w 5052131"/>
                <a:gd name="connsiteY13" fmla="*/ 3359875 h 4092376"/>
                <a:gd name="connsiteX14" fmla="*/ 314379 w 5052131"/>
                <a:gd name="connsiteY14" fmla="*/ 2826475 h 4092376"/>
                <a:gd name="connsiteX15" fmla="*/ 100684 w 5052131"/>
                <a:gd name="connsiteY15" fmla="*/ 3474175 h 4092376"/>
                <a:gd name="connsiteX16" fmla="*/ 519784 w 5052131"/>
                <a:gd name="connsiteY16" fmla="*/ 476976 h 4092376"/>
                <a:gd name="connsiteX0" fmla="*/ 519784 w 5052131"/>
                <a:gd name="connsiteY0" fmla="*/ 476976 h 4092376"/>
                <a:gd name="connsiteX1" fmla="*/ 4987979 w 5052131"/>
                <a:gd name="connsiteY1" fmla="*/ 3359876 h 4092376"/>
                <a:gd name="connsiteX2" fmla="*/ 4708579 w 5052131"/>
                <a:gd name="connsiteY2" fmla="*/ 2585174 h 4092376"/>
                <a:gd name="connsiteX3" fmla="*/ 4340279 w 5052131"/>
                <a:gd name="connsiteY3" fmla="*/ 3283675 h 4092376"/>
                <a:gd name="connsiteX4" fmla="*/ 4060879 w 5052131"/>
                <a:gd name="connsiteY4" fmla="*/ 3626574 h 4092376"/>
                <a:gd name="connsiteX5" fmla="*/ 3730679 w 5052131"/>
                <a:gd name="connsiteY5" fmla="*/ 3397973 h 4092376"/>
                <a:gd name="connsiteX6" fmla="*/ 3197279 w 5052131"/>
                <a:gd name="connsiteY6" fmla="*/ 3105873 h 4092376"/>
                <a:gd name="connsiteX7" fmla="*/ 2841679 w 5052131"/>
                <a:gd name="connsiteY7" fmla="*/ 3575774 h 4092376"/>
                <a:gd name="connsiteX8" fmla="*/ 2409879 w 5052131"/>
                <a:gd name="connsiteY8" fmla="*/ 3766274 h 4092376"/>
                <a:gd name="connsiteX9" fmla="*/ 2143179 w 5052131"/>
                <a:gd name="connsiteY9" fmla="*/ 3156674 h 4092376"/>
                <a:gd name="connsiteX10" fmla="*/ 1660579 w 5052131"/>
                <a:gd name="connsiteY10" fmla="*/ 3829775 h 4092376"/>
                <a:gd name="connsiteX11" fmla="*/ 1419279 w 5052131"/>
                <a:gd name="connsiteY11" fmla="*/ 3448775 h 4092376"/>
                <a:gd name="connsiteX12" fmla="*/ 1063679 w 5052131"/>
                <a:gd name="connsiteY12" fmla="*/ 3232875 h 4092376"/>
                <a:gd name="connsiteX13" fmla="*/ 619179 w 5052131"/>
                <a:gd name="connsiteY13" fmla="*/ 3359875 h 4092376"/>
                <a:gd name="connsiteX14" fmla="*/ 314379 w 5052131"/>
                <a:gd name="connsiteY14" fmla="*/ 2826475 h 4092376"/>
                <a:gd name="connsiteX15" fmla="*/ 100684 w 5052131"/>
                <a:gd name="connsiteY15" fmla="*/ 3474175 h 4092376"/>
                <a:gd name="connsiteX16" fmla="*/ 519784 w 5052131"/>
                <a:gd name="connsiteY16" fmla="*/ 476976 h 409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2131" h="4092376">
                  <a:moveTo>
                    <a:pt x="519784" y="476976"/>
                  </a:moveTo>
                  <a:cubicBezTo>
                    <a:pt x="4803182" y="-1368757"/>
                    <a:pt x="5263881" y="2691009"/>
                    <a:pt x="4987979" y="3359876"/>
                  </a:cubicBezTo>
                  <a:cubicBezTo>
                    <a:pt x="4937179" y="3342942"/>
                    <a:pt x="4772079" y="3961008"/>
                    <a:pt x="4708579" y="2585174"/>
                  </a:cubicBezTo>
                  <a:cubicBezTo>
                    <a:pt x="4750912" y="4989708"/>
                    <a:pt x="4272546" y="3749341"/>
                    <a:pt x="4340279" y="3283675"/>
                  </a:cubicBezTo>
                  <a:cubicBezTo>
                    <a:pt x="4554062" y="3491108"/>
                    <a:pt x="4018546" y="4610824"/>
                    <a:pt x="4060879" y="3626574"/>
                  </a:cubicBezTo>
                  <a:cubicBezTo>
                    <a:pt x="4039712" y="3683724"/>
                    <a:pt x="3798412" y="4752640"/>
                    <a:pt x="3730679" y="3397973"/>
                  </a:cubicBezTo>
                  <a:cubicBezTo>
                    <a:pt x="3586746" y="4824606"/>
                    <a:pt x="3148596" y="3707006"/>
                    <a:pt x="3197279" y="3105873"/>
                  </a:cubicBezTo>
                  <a:cubicBezTo>
                    <a:pt x="3328512" y="3346115"/>
                    <a:pt x="2915762" y="4784391"/>
                    <a:pt x="2841679" y="3575774"/>
                  </a:cubicBezTo>
                  <a:cubicBezTo>
                    <a:pt x="2704096" y="4322958"/>
                    <a:pt x="2433162" y="4088007"/>
                    <a:pt x="2409879" y="3766274"/>
                  </a:cubicBezTo>
                  <a:cubicBezTo>
                    <a:pt x="2094496" y="4562141"/>
                    <a:pt x="2083912" y="3454065"/>
                    <a:pt x="2143179" y="3156674"/>
                  </a:cubicBezTo>
                  <a:cubicBezTo>
                    <a:pt x="2100846" y="4354708"/>
                    <a:pt x="1694446" y="4149392"/>
                    <a:pt x="1660579" y="3829775"/>
                  </a:cubicBezTo>
                  <a:cubicBezTo>
                    <a:pt x="1360012" y="4373759"/>
                    <a:pt x="1279579" y="3723942"/>
                    <a:pt x="1419279" y="3448775"/>
                  </a:cubicBezTo>
                  <a:cubicBezTo>
                    <a:pt x="1114479" y="4850008"/>
                    <a:pt x="1031929" y="3402208"/>
                    <a:pt x="1063679" y="3232875"/>
                  </a:cubicBezTo>
                  <a:cubicBezTo>
                    <a:pt x="1006529" y="4511342"/>
                    <a:pt x="547212" y="3859408"/>
                    <a:pt x="619179" y="3359875"/>
                  </a:cubicBezTo>
                  <a:cubicBezTo>
                    <a:pt x="399046" y="4651042"/>
                    <a:pt x="273795" y="3137625"/>
                    <a:pt x="314379" y="2826475"/>
                  </a:cubicBezTo>
                  <a:cubicBezTo>
                    <a:pt x="243147" y="3436075"/>
                    <a:pt x="210016" y="3512275"/>
                    <a:pt x="100684" y="3474175"/>
                  </a:cubicBezTo>
                  <a:cubicBezTo>
                    <a:pt x="-191416" y="2284609"/>
                    <a:pt x="214984" y="1323642"/>
                    <a:pt x="519784" y="476976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14">
              <a:extLst>
                <a:ext uri="{FF2B5EF4-FFF2-40B4-BE49-F238E27FC236}">
                  <a16:creationId xmlns:a16="http://schemas.microsoft.com/office/drawing/2014/main" id="{26498211-2038-3CB7-6CB4-5B55BB24AC5E}"/>
                </a:ext>
              </a:extLst>
            </p:cNvPr>
            <p:cNvSpPr/>
            <p:nvPr/>
          </p:nvSpPr>
          <p:spPr>
            <a:xfrm flipH="1">
              <a:off x="5904317" y="1898643"/>
              <a:ext cx="1323975" cy="750654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848B2B3B-9A77-BDA6-8D66-03ABFDAC9A91}"/>
                </a:ext>
              </a:extLst>
            </p:cNvPr>
            <p:cNvSpPr/>
            <p:nvPr/>
          </p:nvSpPr>
          <p:spPr>
            <a:xfrm flipH="1">
              <a:off x="5599517" y="384604"/>
              <a:ext cx="1628775" cy="1514132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920875"/>
                <a:gd name="connsiteY0" fmla="*/ 0 h 1236214"/>
                <a:gd name="connsiteX1" fmla="*/ 1920875 w 1920875"/>
                <a:gd name="connsiteY1" fmla="*/ 742950 h 1236214"/>
                <a:gd name="connsiteX2" fmla="*/ 1825625 w 1920875"/>
                <a:gd name="connsiteY2" fmla="*/ 981075 h 1236214"/>
                <a:gd name="connsiteX3" fmla="*/ 0 w 1920875"/>
                <a:gd name="connsiteY3" fmla="*/ 0 h 1236214"/>
                <a:gd name="connsiteX0" fmla="*/ 0 w 1920875"/>
                <a:gd name="connsiteY0" fmla="*/ 0 h 1552010"/>
                <a:gd name="connsiteX1" fmla="*/ 1920875 w 1920875"/>
                <a:gd name="connsiteY1" fmla="*/ 742950 h 1552010"/>
                <a:gd name="connsiteX2" fmla="*/ 1330325 w 1920875"/>
                <a:gd name="connsiteY2" fmla="*/ 1336675 h 1552010"/>
                <a:gd name="connsiteX3" fmla="*/ 0 w 1920875"/>
                <a:gd name="connsiteY3" fmla="*/ 0 h 1552010"/>
                <a:gd name="connsiteX0" fmla="*/ 0 w 1692275"/>
                <a:gd name="connsiteY0" fmla="*/ 0 h 1552010"/>
                <a:gd name="connsiteX1" fmla="*/ 1692275 w 1692275"/>
                <a:gd name="connsiteY1" fmla="*/ 933450 h 1552010"/>
                <a:gd name="connsiteX2" fmla="*/ 1330325 w 1692275"/>
                <a:gd name="connsiteY2" fmla="*/ 1336675 h 1552010"/>
                <a:gd name="connsiteX3" fmla="*/ 0 w 1692275"/>
                <a:gd name="connsiteY3" fmla="*/ 0 h 1552010"/>
                <a:gd name="connsiteX0" fmla="*/ 0 w 1692275"/>
                <a:gd name="connsiteY0" fmla="*/ 64117 h 1616127"/>
                <a:gd name="connsiteX1" fmla="*/ 1692275 w 1692275"/>
                <a:gd name="connsiteY1" fmla="*/ 997567 h 1616127"/>
                <a:gd name="connsiteX2" fmla="*/ 1330325 w 1692275"/>
                <a:gd name="connsiteY2" fmla="*/ 1400792 h 1616127"/>
                <a:gd name="connsiteX3" fmla="*/ 0 w 1692275"/>
                <a:gd name="connsiteY3" fmla="*/ 64117 h 1616127"/>
                <a:gd name="connsiteX0" fmla="*/ 0 w 1692275"/>
                <a:gd name="connsiteY0" fmla="*/ 55225 h 1607235"/>
                <a:gd name="connsiteX1" fmla="*/ 1692275 w 1692275"/>
                <a:gd name="connsiteY1" fmla="*/ 988675 h 1607235"/>
                <a:gd name="connsiteX2" fmla="*/ 1330325 w 1692275"/>
                <a:gd name="connsiteY2" fmla="*/ 1391900 h 1607235"/>
                <a:gd name="connsiteX3" fmla="*/ 0 w 1692275"/>
                <a:gd name="connsiteY3" fmla="*/ 55225 h 1607235"/>
                <a:gd name="connsiteX0" fmla="*/ 0 w 1692275"/>
                <a:gd name="connsiteY0" fmla="*/ 67876 h 1619886"/>
                <a:gd name="connsiteX1" fmla="*/ 1692275 w 1692275"/>
                <a:gd name="connsiteY1" fmla="*/ 1001326 h 1619886"/>
                <a:gd name="connsiteX2" fmla="*/ 1330325 w 1692275"/>
                <a:gd name="connsiteY2" fmla="*/ 1404551 h 1619886"/>
                <a:gd name="connsiteX3" fmla="*/ 0 w 1692275"/>
                <a:gd name="connsiteY3" fmla="*/ 67876 h 1619886"/>
                <a:gd name="connsiteX0" fmla="*/ 0 w 1628775"/>
                <a:gd name="connsiteY0" fmla="*/ 71322 h 1623332"/>
                <a:gd name="connsiteX1" fmla="*/ 1628775 w 1628775"/>
                <a:gd name="connsiteY1" fmla="*/ 903172 h 1623332"/>
                <a:gd name="connsiteX2" fmla="*/ 1330325 w 1628775"/>
                <a:gd name="connsiteY2" fmla="*/ 1407997 h 1623332"/>
                <a:gd name="connsiteX3" fmla="*/ 0 w 1628775"/>
                <a:gd name="connsiteY3" fmla="*/ 71322 h 1623332"/>
                <a:gd name="connsiteX0" fmla="*/ 0 w 1628775"/>
                <a:gd name="connsiteY0" fmla="*/ 70464 h 1622474"/>
                <a:gd name="connsiteX1" fmla="*/ 1628775 w 1628775"/>
                <a:gd name="connsiteY1" fmla="*/ 902314 h 1622474"/>
                <a:gd name="connsiteX2" fmla="*/ 1330325 w 1628775"/>
                <a:gd name="connsiteY2" fmla="*/ 1407139 h 1622474"/>
                <a:gd name="connsiteX3" fmla="*/ 0 w 1628775"/>
                <a:gd name="connsiteY3" fmla="*/ 70464 h 1622474"/>
                <a:gd name="connsiteX0" fmla="*/ 0 w 1628775"/>
                <a:gd name="connsiteY0" fmla="*/ 48215 h 1600225"/>
                <a:gd name="connsiteX1" fmla="*/ 1628775 w 1628775"/>
                <a:gd name="connsiteY1" fmla="*/ 880065 h 1600225"/>
                <a:gd name="connsiteX2" fmla="*/ 1330325 w 1628775"/>
                <a:gd name="connsiteY2" fmla="*/ 1384890 h 1600225"/>
                <a:gd name="connsiteX3" fmla="*/ 0 w 1628775"/>
                <a:gd name="connsiteY3" fmla="*/ 48215 h 1600225"/>
                <a:gd name="connsiteX0" fmla="*/ 0 w 1628775"/>
                <a:gd name="connsiteY0" fmla="*/ 19731 h 1571741"/>
                <a:gd name="connsiteX1" fmla="*/ 1628775 w 1628775"/>
                <a:gd name="connsiteY1" fmla="*/ 851581 h 1571741"/>
                <a:gd name="connsiteX2" fmla="*/ 1330325 w 1628775"/>
                <a:gd name="connsiteY2" fmla="*/ 1356406 h 1571741"/>
                <a:gd name="connsiteX3" fmla="*/ 0 w 1628775"/>
                <a:gd name="connsiteY3" fmla="*/ 19731 h 1571741"/>
                <a:gd name="connsiteX0" fmla="*/ 0 w 1628775"/>
                <a:gd name="connsiteY0" fmla="*/ 19731 h 1558020"/>
                <a:gd name="connsiteX1" fmla="*/ 1628775 w 1628775"/>
                <a:gd name="connsiteY1" fmla="*/ 851581 h 1558020"/>
                <a:gd name="connsiteX2" fmla="*/ 1330325 w 1628775"/>
                <a:gd name="connsiteY2" fmla="*/ 1356406 h 1558020"/>
                <a:gd name="connsiteX3" fmla="*/ 0 w 1628775"/>
                <a:gd name="connsiteY3" fmla="*/ 19731 h 1558020"/>
                <a:gd name="connsiteX0" fmla="*/ 0 w 1628775"/>
                <a:gd name="connsiteY0" fmla="*/ 19731 h 1526407"/>
                <a:gd name="connsiteX1" fmla="*/ 1628775 w 1628775"/>
                <a:gd name="connsiteY1" fmla="*/ 851581 h 1526407"/>
                <a:gd name="connsiteX2" fmla="*/ 1330325 w 1628775"/>
                <a:gd name="connsiteY2" fmla="*/ 1356406 h 1526407"/>
                <a:gd name="connsiteX3" fmla="*/ 0 w 1628775"/>
                <a:gd name="connsiteY3" fmla="*/ 19731 h 1526407"/>
                <a:gd name="connsiteX0" fmla="*/ 0 w 1628775"/>
                <a:gd name="connsiteY0" fmla="*/ 19731 h 1509237"/>
                <a:gd name="connsiteX1" fmla="*/ 1628775 w 1628775"/>
                <a:gd name="connsiteY1" fmla="*/ 851581 h 1509237"/>
                <a:gd name="connsiteX2" fmla="*/ 1330325 w 1628775"/>
                <a:gd name="connsiteY2" fmla="*/ 1356406 h 1509237"/>
                <a:gd name="connsiteX3" fmla="*/ 0 w 1628775"/>
                <a:gd name="connsiteY3" fmla="*/ 19731 h 1509237"/>
                <a:gd name="connsiteX0" fmla="*/ 0 w 1628775"/>
                <a:gd name="connsiteY0" fmla="*/ 19731 h 1526055"/>
                <a:gd name="connsiteX1" fmla="*/ 1628775 w 1628775"/>
                <a:gd name="connsiteY1" fmla="*/ 851581 h 1526055"/>
                <a:gd name="connsiteX2" fmla="*/ 1330325 w 1628775"/>
                <a:gd name="connsiteY2" fmla="*/ 1356406 h 1526055"/>
                <a:gd name="connsiteX3" fmla="*/ 0 w 1628775"/>
                <a:gd name="connsiteY3" fmla="*/ 19731 h 1526055"/>
                <a:gd name="connsiteX0" fmla="*/ 0 w 1628775"/>
                <a:gd name="connsiteY0" fmla="*/ 19731 h 1561949"/>
                <a:gd name="connsiteX1" fmla="*/ 1628775 w 1628775"/>
                <a:gd name="connsiteY1" fmla="*/ 851581 h 1561949"/>
                <a:gd name="connsiteX2" fmla="*/ 1330325 w 1628775"/>
                <a:gd name="connsiteY2" fmla="*/ 1356406 h 1561949"/>
                <a:gd name="connsiteX3" fmla="*/ 0 w 1628775"/>
                <a:gd name="connsiteY3" fmla="*/ 19731 h 1561949"/>
                <a:gd name="connsiteX0" fmla="*/ 0 w 1628775"/>
                <a:gd name="connsiteY0" fmla="*/ 19731 h 1501781"/>
                <a:gd name="connsiteX1" fmla="*/ 1628775 w 1628775"/>
                <a:gd name="connsiteY1" fmla="*/ 851581 h 1501781"/>
                <a:gd name="connsiteX2" fmla="*/ 1330325 w 1628775"/>
                <a:gd name="connsiteY2" fmla="*/ 1356406 h 1501781"/>
                <a:gd name="connsiteX3" fmla="*/ 0 w 1628775"/>
                <a:gd name="connsiteY3" fmla="*/ 19731 h 1501781"/>
                <a:gd name="connsiteX0" fmla="*/ 0 w 1628775"/>
                <a:gd name="connsiteY0" fmla="*/ 19731 h 1560496"/>
                <a:gd name="connsiteX1" fmla="*/ 1628775 w 1628775"/>
                <a:gd name="connsiteY1" fmla="*/ 851581 h 1560496"/>
                <a:gd name="connsiteX2" fmla="*/ 1317625 w 1628775"/>
                <a:gd name="connsiteY2" fmla="*/ 1419906 h 1560496"/>
                <a:gd name="connsiteX3" fmla="*/ 0 w 1628775"/>
                <a:gd name="connsiteY3" fmla="*/ 19731 h 1560496"/>
                <a:gd name="connsiteX0" fmla="*/ 0 w 1628775"/>
                <a:gd name="connsiteY0" fmla="*/ 19731 h 1514132"/>
                <a:gd name="connsiteX1" fmla="*/ 1628775 w 1628775"/>
                <a:gd name="connsiteY1" fmla="*/ 851581 h 1514132"/>
                <a:gd name="connsiteX2" fmla="*/ 1317625 w 1628775"/>
                <a:gd name="connsiteY2" fmla="*/ 1419906 h 1514132"/>
                <a:gd name="connsiteX3" fmla="*/ 0 w 1628775"/>
                <a:gd name="connsiteY3" fmla="*/ 19731 h 151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514132">
                  <a:moveTo>
                    <a:pt x="0" y="19731"/>
                  </a:moveTo>
                  <a:cubicBezTo>
                    <a:pt x="876300" y="-189819"/>
                    <a:pt x="441325" y="1350056"/>
                    <a:pt x="1628775" y="851581"/>
                  </a:cubicBezTo>
                  <a:lnTo>
                    <a:pt x="1317625" y="1419906"/>
                  </a:lnTo>
                  <a:cubicBezTo>
                    <a:pt x="-209550" y="1873931"/>
                    <a:pt x="412750" y="569006"/>
                    <a:pt x="0" y="19731"/>
                  </a:cubicBezTo>
                  <a:close/>
                </a:path>
              </a:pathLst>
            </a:custGeom>
            <a:solidFill>
              <a:srgbClr val="B8957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14">
              <a:extLst>
                <a:ext uri="{FF2B5EF4-FFF2-40B4-BE49-F238E27FC236}">
                  <a16:creationId xmlns:a16="http://schemas.microsoft.com/office/drawing/2014/main" id="{FE19E25C-3BC0-6B76-E4FA-28823668350A}"/>
                </a:ext>
              </a:extLst>
            </p:cNvPr>
            <p:cNvSpPr/>
            <p:nvPr/>
          </p:nvSpPr>
          <p:spPr>
            <a:xfrm flipH="1">
              <a:off x="6043918" y="2034531"/>
              <a:ext cx="1084301" cy="614766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78431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14">
              <a:extLst>
                <a:ext uri="{FF2B5EF4-FFF2-40B4-BE49-F238E27FC236}">
                  <a16:creationId xmlns:a16="http://schemas.microsoft.com/office/drawing/2014/main" id="{52C1055D-78BF-9F16-0782-71E09589129E}"/>
                </a:ext>
              </a:extLst>
            </p:cNvPr>
            <p:cNvSpPr/>
            <p:nvPr/>
          </p:nvSpPr>
          <p:spPr>
            <a:xfrm>
              <a:off x="3082111" y="2024199"/>
              <a:ext cx="1084301" cy="614766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solidFill>
              <a:srgbClr val="78431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28917BA-7457-CE31-386F-91B5A76EFABC}"/>
                </a:ext>
              </a:extLst>
            </p:cNvPr>
            <p:cNvSpPr/>
            <p:nvPr/>
          </p:nvSpPr>
          <p:spPr>
            <a:xfrm>
              <a:off x="3865848" y="1047139"/>
              <a:ext cx="2423885" cy="2815771"/>
            </a:xfrm>
            <a:prstGeom prst="ellipse">
              <a:avLst/>
            </a:pr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12">
              <a:extLst>
                <a:ext uri="{FF2B5EF4-FFF2-40B4-BE49-F238E27FC236}">
                  <a16:creationId xmlns:a16="http://schemas.microsoft.com/office/drawing/2014/main" id="{58C5CC5B-3C82-561D-3140-5B5951AFB720}"/>
                </a:ext>
              </a:extLst>
            </p:cNvPr>
            <p:cNvSpPr/>
            <p:nvPr/>
          </p:nvSpPr>
          <p:spPr>
            <a:xfrm>
              <a:off x="4691691" y="3745753"/>
              <a:ext cx="738514" cy="278764"/>
            </a:xfrm>
            <a:custGeom>
              <a:avLst/>
              <a:gdLst>
                <a:gd name="connsiteX0" fmla="*/ 0 w 358140"/>
                <a:gd name="connsiteY0" fmla="*/ 207903 h 415806"/>
                <a:gd name="connsiteX1" fmla="*/ 179070 w 358140"/>
                <a:gd name="connsiteY1" fmla="*/ 0 h 415806"/>
                <a:gd name="connsiteX2" fmla="*/ 358140 w 358140"/>
                <a:gd name="connsiteY2" fmla="*/ 207903 h 415806"/>
                <a:gd name="connsiteX3" fmla="*/ 179070 w 358140"/>
                <a:gd name="connsiteY3" fmla="*/ 415806 h 415806"/>
                <a:gd name="connsiteX4" fmla="*/ 0 w 358140"/>
                <a:gd name="connsiteY4" fmla="*/ 207903 h 415806"/>
                <a:gd name="connsiteX0" fmla="*/ 0 w 358140"/>
                <a:gd name="connsiteY0" fmla="*/ 207903 h 233890"/>
                <a:gd name="connsiteX1" fmla="*/ 179070 w 358140"/>
                <a:gd name="connsiteY1" fmla="*/ 0 h 233890"/>
                <a:gd name="connsiteX2" fmla="*/ 358140 w 358140"/>
                <a:gd name="connsiteY2" fmla="*/ 207903 h 233890"/>
                <a:gd name="connsiteX3" fmla="*/ 0 w 358140"/>
                <a:gd name="connsiteY3" fmla="*/ 207903 h 233890"/>
                <a:gd name="connsiteX0" fmla="*/ 16067 w 587567"/>
                <a:gd name="connsiteY0" fmla="*/ 211536 h 215292"/>
                <a:gd name="connsiteX1" fmla="*/ 195137 w 587567"/>
                <a:gd name="connsiteY1" fmla="*/ 3633 h 215292"/>
                <a:gd name="connsiteX2" fmla="*/ 587567 w 587567"/>
                <a:gd name="connsiteY2" fmla="*/ 127716 h 215292"/>
                <a:gd name="connsiteX3" fmla="*/ 16067 w 587567"/>
                <a:gd name="connsiteY3" fmla="*/ 211536 h 215292"/>
                <a:gd name="connsiteX0" fmla="*/ 9880 w 733780"/>
                <a:gd name="connsiteY0" fmla="*/ 155428 h 164513"/>
                <a:gd name="connsiteX1" fmla="*/ 341350 w 733780"/>
                <a:gd name="connsiteY1" fmla="*/ 865 h 164513"/>
                <a:gd name="connsiteX2" fmla="*/ 733780 w 733780"/>
                <a:gd name="connsiteY2" fmla="*/ 124948 h 164513"/>
                <a:gd name="connsiteX3" fmla="*/ 9880 w 733780"/>
                <a:gd name="connsiteY3" fmla="*/ 155428 h 164513"/>
                <a:gd name="connsiteX0" fmla="*/ 9880 w 733780"/>
                <a:gd name="connsiteY0" fmla="*/ 155428 h 232383"/>
                <a:gd name="connsiteX1" fmla="*/ 341350 w 733780"/>
                <a:gd name="connsiteY1" fmla="*/ 865 h 232383"/>
                <a:gd name="connsiteX2" fmla="*/ 733780 w 733780"/>
                <a:gd name="connsiteY2" fmla="*/ 124948 h 232383"/>
                <a:gd name="connsiteX3" fmla="*/ 9880 w 733780"/>
                <a:gd name="connsiteY3" fmla="*/ 155428 h 232383"/>
                <a:gd name="connsiteX0" fmla="*/ 33010 w 756910"/>
                <a:gd name="connsiteY0" fmla="*/ 155428 h 269574"/>
                <a:gd name="connsiteX1" fmla="*/ 364480 w 756910"/>
                <a:gd name="connsiteY1" fmla="*/ 865 h 269574"/>
                <a:gd name="connsiteX2" fmla="*/ 756910 w 756910"/>
                <a:gd name="connsiteY2" fmla="*/ 124948 h 269574"/>
                <a:gd name="connsiteX3" fmla="*/ 33010 w 756910"/>
                <a:gd name="connsiteY3" fmla="*/ 155428 h 269574"/>
                <a:gd name="connsiteX0" fmla="*/ 30059 w 757509"/>
                <a:gd name="connsiteY0" fmla="*/ 154763 h 209682"/>
                <a:gd name="connsiteX1" fmla="*/ 361529 w 757509"/>
                <a:gd name="connsiteY1" fmla="*/ 200 h 209682"/>
                <a:gd name="connsiteX2" fmla="*/ 753959 w 757509"/>
                <a:gd name="connsiteY2" fmla="*/ 124283 h 209682"/>
                <a:gd name="connsiteX3" fmla="*/ 97428 w 757509"/>
                <a:gd name="connsiteY3" fmla="*/ 209016 h 209682"/>
                <a:gd name="connsiteX4" fmla="*/ 30059 w 757509"/>
                <a:gd name="connsiteY4" fmla="*/ 154763 h 209682"/>
                <a:gd name="connsiteX0" fmla="*/ 11919 w 671890"/>
                <a:gd name="connsiteY0" fmla="*/ 210146 h 213922"/>
                <a:gd name="connsiteX1" fmla="*/ 276020 w 671890"/>
                <a:gd name="connsiteY1" fmla="*/ 1330 h 213922"/>
                <a:gd name="connsiteX2" fmla="*/ 668450 w 671890"/>
                <a:gd name="connsiteY2" fmla="*/ 125413 h 213922"/>
                <a:gd name="connsiteX3" fmla="*/ 11919 w 671890"/>
                <a:gd name="connsiteY3" fmla="*/ 210146 h 213922"/>
                <a:gd name="connsiteX0" fmla="*/ 9850 w 738514"/>
                <a:gd name="connsiteY0" fmla="*/ 155688 h 164845"/>
                <a:gd name="connsiteX1" fmla="*/ 342531 w 738514"/>
                <a:gd name="connsiteY1" fmla="*/ 212 h 164845"/>
                <a:gd name="connsiteX2" fmla="*/ 734961 w 738514"/>
                <a:gd name="connsiteY2" fmla="*/ 124295 h 164845"/>
                <a:gd name="connsiteX3" fmla="*/ 9850 w 738514"/>
                <a:gd name="connsiteY3" fmla="*/ 155688 h 164845"/>
                <a:gd name="connsiteX0" fmla="*/ 9850 w 738514"/>
                <a:gd name="connsiteY0" fmla="*/ 155688 h 242636"/>
                <a:gd name="connsiteX1" fmla="*/ 342531 w 738514"/>
                <a:gd name="connsiteY1" fmla="*/ 212 h 242636"/>
                <a:gd name="connsiteX2" fmla="*/ 734961 w 738514"/>
                <a:gd name="connsiteY2" fmla="*/ 124295 h 242636"/>
                <a:gd name="connsiteX3" fmla="*/ 9850 w 738514"/>
                <a:gd name="connsiteY3" fmla="*/ 155688 h 242636"/>
                <a:gd name="connsiteX0" fmla="*/ 9850 w 738514"/>
                <a:gd name="connsiteY0" fmla="*/ 155688 h 270787"/>
                <a:gd name="connsiteX1" fmla="*/ 342531 w 738514"/>
                <a:gd name="connsiteY1" fmla="*/ 212 h 270787"/>
                <a:gd name="connsiteX2" fmla="*/ 734961 w 738514"/>
                <a:gd name="connsiteY2" fmla="*/ 124295 h 270787"/>
                <a:gd name="connsiteX3" fmla="*/ 9850 w 738514"/>
                <a:gd name="connsiteY3" fmla="*/ 155688 h 270787"/>
                <a:gd name="connsiteX0" fmla="*/ 9850 w 738514"/>
                <a:gd name="connsiteY0" fmla="*/ 155688 h 278764"/>
                <a:gd name="connsiteX1" fmla="*/ 342531 w 738514"/>
                <a:gd name="connsiteY1" fmla="*/ 212 h 278764"/>
                <a:gd name="connsiteX2" fmla="*/ 734961 w 738514"/>
                <a:gd name="connsiteY2" fmla="*/ 124295 h 278764"/>
                <a:gd name="connsiteX3" fmla="*/ 9850 w 738514"/>
                <a:gd name="connsiteY3" fmla="*/ 155688 h 27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514" h="278764">
                  <a:moveTo>
                    <a:pt x="9850" y="155688"/>
                  </a:moveTo>
                  <a:cubicBezTo>
                    <a:pt x="-55555" y="135008"/>
                    <a:pt x="221679" y="5444"/>
                    <a:pt x="342531" y="212"/>
                  </a:cubicBezTo>
                  <a:cubicBezTo>
                    <a:pt x="463383" y="-5020"/>
                    <a:pt x="775168" y="88222"/>
                    <a:pt x="734961" y="124295"/>
                  </a:cubicBezTo>
                  <a:cubicBezTo>
                    <a:pt x="580454" y="358488"/>
                    <a:pt x="75255" y="290668"/>
                    <a:pt x="9850" y="155688"/>
                  </a:cubicBezTo>
                  <a:close/>
                </a:path>
              </a:pathLst>
            </a:custGeom>
            <a:solidFill>
              <a:srgbClr val="9D4D1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77709914-E0A3-E0BC-4070-453E875AAF0B}"/>
                </a:ext>
              </a:extLst>
            </p:cNvPr>
            <p:cNvSpPr/>
            <p:nvPr/>
          </p:nvSpPr>
          <p:spPr>
            <a:xfrm>
              <a:off x="4345605" y="3204726"/>
              <a:ext cx="1377234" cy="658184"/>
            </a:xfrm>
            <a:custGeom>
              <a:avLst/>
              <a:gdLst>
                <a:gd name="connsiteX0" fmla="*/ 0 w 922020"/>
                <a:gd name="connsiteY0" fmla="*/ 0 h 99060"/>
                <a:gd name="connsiteX1" fmla="*/ 922020 w 922020"/>
                <a:gd name="connsiteY1" fmla="*/ 0 h 99060"/>
                <a:gd name="connsiteX2" fmla="*/ 922020 w 922020"/>
                <a:gd name="connsiteY2" fmla="*/ 99060 h 99060"/>
                <a:gd name="connsiteX3" fmla="*/ 0 w 922020"/>
                <a:gd name="connsiteY3" fmla="*/ 99060 h 99060"/>
                <a:gd name="connsiteX4" fmla="*/ 0 w 922020"/>
                <a:gd name="connsiteY4" fmla="*/ 0 h 99060"/>
                <a:gd name="connsiteX0" fmla="*/ 0 w 922020"/>
                <a:gd name="connsiteY0" fmla="*/ 0 h 454660"/>
                <a:gd name="connsiteX1" fmla="*/ 922020 w 922020"/>
                <a:gd name="connsiteY1" fmla="*/ 0 h 454660"/>
                <a:gd name="connsiteX2" fmla="*/ 922020 w 922020"/>
                <a:gd name="connsiteY2" fmla="*/ 99060 h 454660"/>
                <a:gd name="connsiteX3" fmla="*/ 133350 w 922020"/>
                <a:gd name="connsiteY3" fmla="*/ 454660 h 454660"/>
                <a:gd name="connsiteX4" fmla="*/ 0 w 922020"/>
                <a:gd name="connsiteY4" fmla="*/ 0 h 454660"/>
                <a:gd name="connsiteX0" fmla="*/ 285750 w 788670"/>
                <a:gd name="connsiteY0" fmla="*/ 0 h 588010"/>
                <a:gd name="connsiteX1" fmla="*/ 788670 w 788670"/>
                <a:gd name="connsiteY1" fmla="*/ 133350 h 588010"/>
                <a:gd name="connsiteX2" fmla="*/ 788670 w 788670"/>
                <a:gd name="connsiteY2" fmla="*/ 232410 h 588010"/>
                <a:gd name="connsiteX3" fmla="*/ 0 w 788670"/>
                <a:gd name="connsiteY3" fmla="*/ 588010 h 588010"/>
                <a:gd name="connsiteX4" fmla="*/ 285750 w 788670"/>
                <a:gd name="connsiteY4" fmla="*/ 0 h 588010"/>
                <a:gd name="connsiteX0" fmla="*/ 285750 w 788670"/>
                <a:gd name="connsiteY0" fmla="*/ 0 h 588010"/>
                <a:gd name="connsiteX1" fmla="*/ 788670 w 788670"/>
                <a:gd name="connsiteY1" fmla="*/ 133350 h 588010"/>
                <a:gd name="connsiteX2" fmla="*/ 541020 w 788670"/>
                <a:gd name="connsiteY2" fmla="*/ 505460 h 588010"/>
                <a:gd name="connsiteX3" fmla="*/ 0 w 788670"/>
                <a:gd name="connsiteY3" fmla="*/ 588010 h 588010"/>
                <a:gd name="connsiteX4" fmla="*/ 285750 w 788670"/>
                <a:gd name="connsiteY4" fmla="*/ 0 h 588010"/>
                <a:gd name="connsiteX0" fmla="*/ 285750 w 541020"/>
                <a:gd name="connsiteY0" fmla="*/ 0 h 588010"/>
                <a:gd name="connsiteX1" fmla="*/ 541020 w 541020"/>
                <a:gd name="connsiteY1" fmla="*/ 505460 h 588010"/>
                <a:gd name="connsiteX2" fmla="*/ 0 w 541020"/>
                <a:gd name="connsiteY2" fmla="*/ 588010 h 588010"/>
                <a:gd name="connsiteX3" fmla="*/ 285750 w 541020"/>
                <a:gd name="connsiteY3" fmla="*/ 0 h 588010"/>
                <a:gd name="connsiteX0" fmla="*/ 323850 w 541020"/>
                <a:gd name="connsiteY0" fmla="*/ 0 h 588010"/>
                <a:gd name="connsiteX1" fmla="*/ 541020 w 541020"/>
                <a:gd name="connsiteY1" fmla="*/ 505460 h 588010"/>
                <a:gd name="connsiteX2" fmla="*/ 0 w 541020"/>
                <a:gd name="connsiteY2" fmla="*/ 588010 h 588010"/>
                <a:gd name="connsiteX3" fmla="*/ 323850 w 541020"/>
                <a:gd name="connsiteY3" fmla="*/ 0 h 588010"/>
                <a:gd name="connsiteX0" fmla="*/ 323850 w 807125"/>
                <a:gd name="connsiteY0" fmla="*/ 128577 h 716587"/>
                <a:gd name="connsiteX1" fmla="*/ 541020 w 807125"/>
                <a:gd name="connsiteY1" fmla="*/ 634037 h 716587"/>
                <a:gd name="connsiteX2" fmla="*/ 0 w 807125"/>
                <a:gd name="connsiteY2" fmla="*/ 716587 h 716587"/>
                <a:gd name="connsiteX3" fmla="*/ 323850 w 807125"/>
                <a:gd name="connsiteY3" fmla="*/ 128577 h 716587"/>
                <a:gd name="connsiteX0" fmla="*/ 323850 w 1032728"/>
                <a:gd name="connsiteY0" fmla="*/ 90924 h 678934"/>
                <a:gd name="connsiteX1" fmla="*/ 541020 w 1032728"/>
                <a:gd name="connsiteY1" fmla="*/ 596384 h 678934"/>
                <a:gd name="connsiteX2" fmla="*/ 0 w 1032728"/>
                <a:gd name="connsiteY2" fmla="*/ 678934 h 678934"/>
                <a:gd name="connsiteX3" fmla="*/ 323850 w 1032728"/>
                <a:gd name="connsiteY3" fmla="*/ 90924 h 678934"/>
                <a:gd name="connsiteX0" fmla="*/ 579682 w 1288560"/>
                <a:gd name="connsiteY0" fmla="*/ 90924 h 678934"/>
                <a:gd name="connsiteX1" fmla="*/ 796852 w 1288560"/>
                <a:gd name="connsiteY1" fmla="*/ 596384 h 678934"/>
                <a:gd name="connsiteX2" fmla="*/ 255832 w 1288560"/>
                <a:gd name="connsiteY2" fmla="*/ 678934 h 678934"/>
                <a:gd name="connsiteX3" fmla="*/ 579682 w 1288560"/>
                <a:gd name="connsiteY3" fmla="*/ 90924 h 678934"/>
                <a:gd name="connsiteX0" fmla="*/ 672866 w 1381744"/>
                <a:gd name="connsiteY0" fmla="*/ 90924 h 678934"/>
                <a:gd name="connsiteX1" fmla="*/ 890036 w 1381744"/>
                <a:gd name="connsiteY1" fmla="*/ 596384 h 678934"/>
                <a:gd name="connsiteX2" fmla="*/ 349016 w 1381744"/>
                <a:gd name="connsiteY2" fmla="*/ 678934 h 678934"/>
                <a:gd name="connsiteX3" fmla="*/ 672866 w 1381744"/>
                <a:gd name="connsiteY3" fmla="*/ 90924 h 678934"/>
                <a:gd name="connsiteX0" fmla="*/ 664910 w 1373788"/>
                <a:gd name="connsiteY0" fmla="*/ 90924 h 647184"/>
                <a:gd name="connsiteX1" fmla="*/ 882080 w 1373788"/>
                <a:gd name="connsiteY1" fmla="*/ 596384 h 647184"/>
                <a:gd name="connsiteX2" fmla="*/ 360110 w 1373788"/>
                <a:gd name="connsiteY2" fmla="*/ 647184 h 647184"/>
                <a:gd name="connsiteX3" fmla="*/ 664910 w 1373788"/>
                <a:gd name="connsiteY3" fmla="*/ 90924 h 647184"/>
                <a:gd name="connsiteX0" fmla="*/ 662295 w 1371173"/>
                <a:gd name="connsiteY0" fmla="*/ 90924 h 646009"/>
                <a:gd name="connsiteX1" fmla="*/ 879465 w 1371173"/>
                <a:gd name="connsiteY1" fmla="*/ 596384 h 646009"/>
                <a:gd name="connsiteX2" fmla="*/ 363845 w 1371173"/>
                <a:gd name="connsiteY2" fmla="*/ 615434 h 646009"/>
                <a:gd name="connsiteX3" fmla="*/ 662295 w 1371173"/>
                <a:gd name="connsiteY3" fmla="*/ 90924 h 646009"/>
                <a:gd name="connsiteX0" fmla="*/ 689698 w 1398576"/>
                <a:gd name="connsiteY0" fmla="*/ 90924 h 646009"/>
                <a:gd name="connsiteX1" fmla="*/ 906868 w 1398576"/>
                <a:gd name="connsiteY1" fmla="*/ 596384 h 646009"/>
                <a:gd name="connsiteX2" fmla="*/ 391248 w 1398576"/>
                <a:gd name="connsiteY2" fmla="*/ 615434 h 646009"/>
                <a:gd name="connsiteX3" fmla="*/ 689698 w 1398576"/>
                <a:gd name="connsiteY3" fmla="*/ 90924 h 646009"/>
                <a:gd name="connsiteX0" fmla="*/ 619002 w 1327880"/>
                <a:gd name="connsiteY0" fmla="*/ 90924 h 646009"/>
                <a:gd name="connsiteX1" fmla="*/ 836172 w 1327880"/>
                <a:gd name="connsiteY1" fmla="*/ 596384 h 646009"/>
                <a:gd name="connsiteX2" fmla="*/ 320552 w 1327880"/>
                <a:gd name="connsiteY2" fmla="*/ 615434 h 646009"/>
                <a:gd name="connsiteX3" fmla="*/ 619002 w 1327880"/>
                <a:gd name="connsiteY3" fmla="*/ 90924 h 646009"/>
                <a:gd name="connsiteX0" fmla="*/ 678132 w 1387010"/>
                <a:gd name="connsiteY0" fmla="*/ 90924 h 646009"/>
                <a:gd name="connsiteX1" fmla="*/ 895302 w 1387010"/>
                <a:gd name="connsiteY1" fmla="*/ 596384 h 646009"/>
                <a:gd name="connsiteX2" fmla="*/ 379682 w 1387010"/>
                <a:gd name="connsiteY2" fmla="*/ 615434 h 646009"/>
                <a:gd name="connsiteX3" fmla="*/ 678132 w 1387010"/>
                <a:gd name="connsiteY3" fmla="*/ 90924 h 646009"/>
                <a:gd name="connsiteX0" fmla="*/ 678132 w 1387010"/>
                <a:gd name="connsiteY0" fmla="*/ 90924 h 646009"/>
                <a:gd name="connsiteX1" fmla="*/ 895302 w 1387010"/>
                <a:gd name="connsiteY1" fmla="*/ 596384 h 646009"/>
                <a:gd name="connsiteX2" fmla="*/ 502871 w 1387010"/>
                <a:gd name="connsiteY2" fmla="*/ 605275 h 646009"/>
                <a:gd name="connsiteX3" fmla="*/ 379682 w 1387010"/>
                <a:gd name="connsiteY3" fmla="*/ 615434 h 646009"/>
                <a:gd name="connsiteX4" fmla="*/ 678132 w 1387010"/>
                <a:gd name="connsiteY4" fmla="*/ 90924 h 646009"/>
                <a:gd name="connsiteX0" fmla="*/ 175261 w 884139"/>
                <a:gd name="connsiteY0" fmla="*/ 90924 h 646009"/>
                <a:gd name="connsiteX1" fmla="*/ 392431 w 884139"/>
                <a:gd name="connsiteY1" fmla="*/ 596384 h 646009"/>
                <a:gd name="connsiteX2" fmla="*/ 0 w 884139"/>
                <a:gd name="connsiteY2" fmla="*/ 605275 h 646009"/>
                <a:gd name="connsiteX3" fmla="*/ 175261 w 884139"/>
                <a:gd name="connsiteY3" fmla="*/ 90924 h 646009"/>
                <a:gd name="connsiteX0" fmla="*/ 515378 w 1224256"/>
                <a:gd name="connsiteY0" fmla="*/ 116708 h 671793"/>
                <a:gd name="connsiteX1" fmla="*/ 732548 w 1224256"/>
                <a:gd name="connsiteY1" fmla="*/ 622168 h 671793"/>
                <a:gd name="connsiteX2" fmla="*/ 340117 w 1224256"/>
                <a:gd name="connsiteY2" fmla="*/ 631059 h 671793"/>
                <a:gd name="connsiteX3" fmla="*/ 515378 w 1224256"/>
                <a:gd name="connsiteY3" fmla="*/ 116708 h 671793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234" h="658184">
                  <a:moveTo>
                    <a:pt x="668356" y="90924"/>
                  </a:moveTo>
                  <a:cubicBezTo>
                    <a:pt x="1655146" y="-337489"/>
                    <a:pt x="1498936" y="904147"/>
                    <a:pt x="885526" y="596384"/>
                  </a:cubicBezTo>
                  <a:cubicBezTo>
                    <a:pt x="754716" y="548548"/>
                    <a:pt x="630255" y="557861"/>
                    <a:pt x="493095" y="605275"/>
                  </a:cubicBezTo>
                  <a:cubicBezTo>
                    <a:pt x="37165" y="922775"/>
                    <a:pt x="-412414" y="-309126"/>
                    <a:pt x="668356" y="90924"/>
                  </a:cubicBezTo>
                  <a:close/>
                </a:path>
              </a:pathLst>
            </a:custGeom>
            <a:solidFill>
              <a:srgbClr val="E3805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7F706D-D8BA-E834-36AB-18B8A4B1A8F9}"/>
                </a:ext>
              </a:extLst>
            </p:cNvPr>
            <p:cNvSpPr/>
            <p:nvPr/>
          </p:nvSpPr>
          <p:spPr>
            <a:xfrm>
              <a:off x="4656137" y="3455347"/>
              <a:ext cx="113023" cy="113023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C6C387A-189C-A849-230E-5972FB5B823E}"/>
                </a:ext>
              </a:extLst>
            </p:cNvPr>
            <p:cNvSpPr/>
            <p:nvPr/>
          </p:nvSpPr>
          <p:spPr>
            <a:xfrm>
              <a:off x="5248917" y="3455347"/>
              <a:ext cx="113023" cy="113023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6457B9A-1C09-6278-E421-5FD388C62208}"/>
                </a:ext>
              </a:extLst>
            </p:cNvPr>
            <p:cNvGrpSpPr/>
            <p:nvPr/>
          </p:nvGrpSpPr>
          <p:grpSpPr>
            <a:xfrm>
              <a:off x="5064326" y="2317768"/>
              <a:ext cx="695566" cy="892861"/>
              <a:chOff x="8321988" y="1141670"/>
              <a:chExt cx="695566" cy="892861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7AAD7BD-2679-5F3D-DE0A-AFF9700258E6}"/>
                  </a:ext>
                </a:extLst>
              </p:cNvPr>
              <p:cNvSpPr/>
              <p:nvPr/>
            </p:nvSpPr>
            <p:spPr>
              <a:xfrm>
                <a:off x="8321988" y="1141670"/>
                <a:ext cx="695566" cy="89286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EB9BFBB-338D-BC7C-68C2-9147B67A1E70}"/>
                  </a:ext>
                </a:extLst>
              </p:cNvPr>
              <p:cNvSpPr/>
              <p:nvPr/>
            </p:nvSpPr>
            <p:spPr>
              <a:xfrm>
                <a:off x="8524058" y="1387119"/>
                <a:ext cx="437348" cy="561400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8D7F05F-698E-C032-D6F2-2B8EE48CBEB5}"/>
                  </a:ext>
                </a:extLst>
              </p:cNvPr>
              <p:cNvSpPr/>
              <p:nvPr/>
            </p:nvSpPr>
            <p:spPr>
              <a:xfrm>
                <a:off x="8584618" y="1478794"/>
                <a:ext cx="170305" cy="2186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A0BF242-E48E-5B3F-E241-5CAE2193A170}"/>
                </a:ext>
              </a:extLst>
            </p:cNvPr>
            <p:cNvGrpSpPr/>
            <p:nvPr/>
          </p:nvGrpSpPr>
          <p:grpSpPr>
            <a:xfrm>
              <a:off x="4225222" y="2317770"/>
              <a:ext cx="695566" cy="892861"/>
              <a:chOff x="8321988" y="1141670"/>
              <a:chExt cx="695566" cy="892861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C41D189-1D15-C455-6935-689FBDF110E5}"/>
                  </a:ext>
                </a:extLst>
              </p:cNvPr>
              <p:cNvSpPr/>
              <p:nvPr/>
            </p:nvSpPr>
            <p:spPr>
              <a:xfrm>
                <a:off x="8321988" y="1141670"/>
                <a:ext cx="695566" cy="89286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CB8F406C-7AA6-F588-7C5D-AFE35C469279}"/>
                  </a:ext>
                </a:extLst>
              </p:cNvPr>
              <p:cNvSpPr/>
              <p:nvPr/>
            </p:nvSpPr>
            <p:spPr>
              <a:xfrm>
                <a:off x="8524058" y="1387119"/>
                <a:ext cx="437348" cy="561400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F2DD660-00B8-67FC-4A81-B9E027D9400C}"/>
                  </a:ext>
                </a:extLst>
              </p:cNvPr>
              <p:cNvSpPr/>
              <p:nvPr/>
            </p:nvSpPr>
            <p:spPr>
              <a:xfrm>
                <a:off x="8584618" y="1478794"/>
                <a:ext cx="170305" cy="2186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5" name="Oval 2">
              <a:extLst>
                <a:ext uri="{FF2B5EF4-FFF2-40B4-BE49-F238E27FC236}">
                  <a16:creationId xmlns:a16="http://schemas.microsoft.com/office/drawing/2014/main" id="{1B86339B-FB97-0167-9D7A-D87F8DC7DA1C}"/>
                </a:ext>
              </a:extLst>
            </p:cNvPr>
            <p:cNvSpPr/>
            <p:nvPr/>
          </p:nvSpPr>
          <p:spPr>
            <a:xfrm>
              <a:off x="3870665" y="1041937"/>
              <a:ext cx="2414253" cy="1845063"/>
            </a:xfrm>
            <a:custGeom>
              <a:avLst/>
              <a:gdLst>
                <a:gd name="connsiteX0" fmla="*/ 0 w 2423885"/>
                <a:gd name="connsiteY0" fmla="*/ 1407886 h 2815771"/>
                <a:gd name="connsiteX1" fmla="*/ 1211943 w 2423885"/>
                <a:gd name="connsiteY1" fmla="*/ 0 h 2815771"/>
                <a:gd name="connsiteX2" fmla="*/ 2423886 w 2423885"/>
                <a:gd name="connsiteY2" fmla="*/ 1407886 h 2815771"/>
                <a:gd name="connsiteX3" fmla="*/ 1211943 w 2423885"/>
                <a:gd name="connsiteY3" fmla="*/ 2815772 h 2815771"/>
                <a:gd name="connsiteX4" fmla="*/ 0 w 2423885"/>
                <a:gd name="connsiteY4" fmla="*/ 1407886 h 2815771"/>
                <a:gd name="connsiteX0" fmla="*/ 0 w 2423886"/>
                <a:gd name="connsiteY0" fmla="*/ 1407886 h 1583872"/>
                <a:gd name="connsiteX1" fmla="*/ 1211943 w 2423886"/>
                <a:gd name="connsiteY1" fmla="*/ 0 h 1583872"/>
                <a:gd name="connsiteX2" fmla="*/ 2423886 w 2423886"/>
                <a:gd name="connsiteY2" fmla="*/ 1407886 h 1583872"/>
                <a:gd name="connsiteX3" fmla="*/ 0 w 2423886"/>
                <a:gd name="connsiteY3" fmla="*/ 1407886 h 1583872"/>
                <a:gd name="connsiteX0" fmla="*/ 82880 w 2526067"/>
                <a:gd name="connsiteY0" fmla="*/ 1407886 h 1561363"/>
                <a:gd name="connsiteX1" fmla="*/ 1294823 w 2526067"/>
                <a:gd name="connsiteY1" fmla="*/ 0 h 1561363"/>
                <a:gd name="connsiteX2" fmla="*/ 2506766 w 2526067"/>
                <a:gd name="connsiteY2" fmla="*/ 1407886 h 1561363"/>
                <a:gd name="connsiteX3" fmla="*/ 373165 w 2526067"/>
                <a:gd name="connsiteY3" fmla="*/ 1524001 h 1561363"/>
                <a:gd name="connsiteX4" fmla="*/ 82880 w 2526067"/>
                <a:gd name="connsiteY4" fmla="*/ 1407886 h 1561363"/>
                <a:gd name="connsiteX0" fmla="*/ 82880 w 2509941"/>
                <a:gd name="connsiteY0" fmla="*/ 1407886 h 1561363"/>
                <a:gd name="connsiteX1" fmla="*/ 1294823 w 2509941"/>
                <a:gd name="connsiteY1" fmla="*/ 0 h 1561363"/>
                <a:gd name="connsiteX2" fmla="*/ 2506766 w 2509941"/>
                <a:gd name="connsiteY2" fmla="*/ 1407886 h 1561363"/>
                <a:gd name="connsiteX3" fmla="*/ 895679 w 2509941"/>
                <a:gd name="connsiteY3" fmla="*/ 1059545 h 1561363"/>
                <a:gd name="connsiteX4" fmla="*/ 373165 w 2509941"/>
                <a:gd name="connsiteY4" fmla="*/ 1524001 h 1561363"/>
                <a:gd name="connsiteX5" fmla="*/ 82880 w 2509941"/>
                <a:gd name="connsiteY5" fmla="*/ 1407886 h 1561363"/>
                <a:gd name="connsiteX0" fmla="*/ 82880 w 2506902"/>
                <a:gd name="connsiteY0" fmla="*/ 1407886 h 1561363"/>
                <a:gd name="connsiteX1" fmla="*/ 1294823 w 2506902"/>
                <a:gd name="connsiteY1" fmla="*/ 0 h 1561363"/>
                <a:gd name="connsiteX2" fmla="*/ 2506766 w 2506902"/>
                <a:gd name="connsiteY2" fmla="*/ 1407886 h 1561363"/>
                <a:gd name="connsiteX3" fmla="*/ 1287565 w 2506902"/>
                <a:gd name="connsiteY3" fmla="*/ 1480459 h 1561363"/>
                <a:gd name="connsiteX4" fmla="*/ 895679 w 2506902"/>
                <a:gd name="connsiteY4" fmla="*/ 1059545 h 1561363"/>
                <a:gd name="connsiteX5" fmla="*/ 373165 w 2506902"/>
                <a:gd name="connsiteY5" fmla="*/ 1524001 h 1561363"/>
                <a:gd name="connsiteX6" fmla="*/ 82880 w 2506902"/>
                <a:gd name="connsiteY6" fmla="*/ 1407886 h 1561363"/>
                <a:gd name="connsiteX0" fmla="*/ 82880 w 2514514"/>
                <a:gd name="connsiteY0" fmla="*/ 1407886 h 1561363"/>
                <a:gd name="connsiteX1" fmla="*/ 1294823 w 2514514"/>
                <a:gd name="connsiteY1" fmla="*/ 0 h 1561363"/>
                <a:gd name="connsiteX2" fmla="*/ 2506766 w 2514514"/>
                <a:gd name="connsiteY2" fmla="*/ 1407886 h 1561363"/>
                <a:gd name="connsiteX3" fmla="*/ 1737508 w 2514514"/>
                <a:gd name="connsiteY3" fmla="*/ 1248230 h 1561363"/>
                <a:gd name="connsiteX4" fmla="*/ 1287565 w 2514514"/>
                <a:gd name="connsiteY4" fmla="*/ 1480459 h 1561363"/>
                <a:gd name="connsiteX5" fmla="*/ 895679 w 2514514"/>
                <a:gd name="connsiteY5" fmla="*/ 1059545 h 1561363"/>
                <a:gd name="connsiteX6" fmla="*/ 373165 w 2514514"/>
                <a:gd name="connsiteY6" fmla="*/ 1524001 h 1561363"/>
                <a:gd name="connsiteX7" fmla="*/ 82880 w 2514514"/>
                <a:gd name="connsiteY7" fmla="*/ 1407886 h 1561363"/>
                <a:gd name="connsiteX0" fmla="*/ 82880 w 2542601"/>
                <a:gd name="connsiteY0" fmla="*/ 1407886 h 1561363"/>
                <a:gd name="connsiteX1" fmla="*/ 1294823 w 2542601"/>
                <a:gd name="connsiteY1" fmla="*/ 0 h 1561363"/>
                <a:gd name="connsiteX2" fmla="*/ 2506766 w 2542601"/>
                <a:gd name="connsiteY2" fmla="*/ 1407886 h 1561363"/>
                <a:gd name="connsiteX3" fmla="*/ 2172936 w 2542601"/>
                <a:gd name="connsiteY3" fmla="*/ 1349830 h 1561363"/>
                <a:gd name="connsiteX4" fmla="*/ 1737508 w 2542601"/>
                <a:gd name="connsiteY4" fmla="*/ 1248230 h 1561363"/>
                <a:gd name="connsiteX5" fmla="*/ 1287565 w 2542601"/>
                <a:gd name="connsiteY5" fmla="*/ 1480459 h 1561363"/>
                <a:gd name="connsiteX6" fmla="*/ 895679 w 2542601"/>
                <a:gd name="connsiteY6" fmla="*/ 1059545 h 1561363"/>
                <a:gd name="connsiteX7" fmla="*/ 373165 w 2542601"/>
                <a:gd name="connsiteY7" fmla="*/ 1524001 h 1561363"/>
                <a:gd name="connsiteX8" fmla="*/ 82880 w 2542601"/>
                <a:gd name="connsiteY8" fmla="*/ 1407886 h 1561363"/>
                <a:gd name="connsiteX0" fmla="*/ 38914 w 2498635"/>
                <a:gd name="connsiteY0" fmla="*/ 1407886 h 1627705"/>
                <a:gd name="connsiteX1" fmla="*/ 1250857 w 2498635"/>
                <a:gd name="connsiteY1" fmla="*/ 0 h 1627705"/>
                <a:gd name="connsiteX2" fmla="*/ 2462800 w 2498635"/>
                <a:gd name="connsiteY2" fmla="*/ 1407886 h 1627705"/>
                <a:gd name="connsiteX3" fmla="*/ 2128970 w 2498635"/>
                <a:gd name="connsiteY3" fmla="*/ 1349830 h 1627705"/>
                <a:gd name="connsiteX4" fmla="*/ 1693542 w 2498635"/>
                <a:gd name="connsiteY4" fmla="*/ 1248230 h 1627705"/>
                <a:gd name="connsiteX5" fmla="*/ 1243599 w 2498635"/>
                <a:gd name="connsiteY5" fmla="*/ 1480459 h 1627705"/>
                <a:gd name="connsiteX6" fmla="*/ 851713 w 2498635"/>
                <a:gd name="connsiteY6" fmla="*/ 1059545 h 1627705"/>
                <a:gd name="connsiteX7" fmla="*/ 329199 w 2498635"/>
                <a:gd name="connsiteY7" fmla="*/ 1524001 h 1627705"/>
                <a:gd name="connsiteX8" fmla="*/ 38914 w 2498635"/>
                <a:gd name="connsiteY8" fmla="*/ 1407886 h 1627705"/>
                <a:gd name="connsiteX0" fmla="*/ 48478 w 2477719"/>
                <a:gd name="connsiteY0" fmla="*/ 1407886 h 1627705"/>
                <a:gd name="connsiteX1" fmla="*/ 1229941 w 2477719"/>
                <a:gd name="connsiteY1" fmla="*/ 0 h 1627705"/>
                <a:gd name="connsiteX2" fmla="*/ 2441884 w 2477719"/>
                <a:gd name="connsiteY2" fmla="*/ 1407886 h 1627705"/>
                <a:gd name="connsiteX3" fmla="*/ 2108054 w 2477719"/>
                <a:gd name="connsiteY3" fmla="*/ 1349830 h 1627705"/>
                <a:gd name="connsiteX4" fmla="*/ 1672626 w 2477719"/>
                <a:gd name="connsiteY4" fmla="*/ 1248230 h 1627705"/>
                <a:gd name="connsiteX5" fmla="*/ 1222683 w 2477719"/>
                <a:gd name="connsiteY5" fmla="*/ 1480459 h 1627705"/>
                <a:gd name="connsiteX6" fmla="*/ 830797 w 2477719"/>
                <a:gd name="connsiteY6" fmla="*/ 1059545 h 1627705"/>
                <a:gd name="connsiteX7" fmla="*/ 308283 w 2477719"/>
                <a:gd name="connsiteY7" fmla="*/ 1524001 h 1627705"/>
                <a:gd name="connsiteX8" fmla="*/ 48478 w 2477719"/>
                <a:gd name="connsiteY8" fmla="*/ 1407886 h 1627705"/>
                <a:gd name="connsiteX0" fmla="*/ 41133 w 2493234"/>
                <a:gd name="connsiteY0" fmla="*/ 1377425 h 1608987"/>
                <a:gd name="connsiteX1" fmla="*/ 1245456 w 2493234"/>
                <a:gd name="connsiteY1" fmla="*/ 19 h 1608987"/>
                <a:gd name="connsiteX2" fmla="*/ 2457399 w 2493234"/>
                <a:gd name="connsiteY2" fmla="*/ 1407905 h 1608987"/>
                <a:gd name="connsiteX3" fmla="*/ 2123569 w 2493234"/>
                <a:gd name="connsiteY3" fmla="*/ 1349849 h 1608987"/>
                <a:gd name="connsiteX4" fmla="*/ 1688141 w 2493234"/>
                <a:gd name="connsiteY4" fmla="*/ 1248249 h 1608987"/>
                <a:gd name="connsiteX5" fmla="*/ 1238198 w 2493234"/>
                <a:gd name="connsiteY5" fmla="*/ 1480478 h 1608987"/>
                <a:gd name="connsiteX6" fmla="*/ 846312 w 2493234"/>
                <a:gd name="connsiteY6" fmla="*/ 1059564 h 1608987"/>
                <a:gd name="connsiteX7" fmla="*/ 323798 w 2493234"/>
                <a:gd name="connsiteY7" fmla="*/ 1524020 h 1608987"/>
                <a:gd name="connsiteX8" fmla="*/ 41133 w 2493234"/>
                <a:gd name="connsiteY8" fmla="*/ 1377425 h 1608987"/>
                <a:gd name="connsiteX0" fmla="*/ 44501 w 2496602"/>
                <a:gd name="connsiteY0" fmla="*/ 1377429 h 1677019"/>
                <a:gd name="connsiteX1" fmla="*/ 1248824 w 2496602"/>
                <a:gd name="connsiteY1" fmla="*/ 23 h 1677019"/>
                <a:gd name="connsiteX2" fmla="*/ 2460767 w 2496602"/>
                <a:gd name="connsiteY2" fmla="*/ 1407909 h 1677019"/>
                <a:gd name="connsiteX3" fmla="*/ 2126937 w 2496602"/>
                <a:gd name="connsiteY3" fmla="*/ 1349853 h 1677019"/>
                <a:gd name="connsiteX4" fmla="*/ 1691509 w 2496602"/>
                <a:gd name="connsiteY4" fmla="*/ 1248253 h 1677019"/>
                <a:gd name="connsiteX5" fmla="*/ 1241566 w 2496602"/>
                <a:gd name="connsiteY5" fmla="*/ 1480482 h 1677019"/>
                <a:gd name="connsiteX6" fmla="*/ 849680 w 2496602"/>
                <a:gd name="connsiteY6" fmla="*/ 1059568 h 1677019"/>
                <a:gd name="connsiteX7" fmla="*/ 327166 w 2496602"/>
                <a:gd name="connsiteY7" fmla="*/ 1524024 h 1677019"/>
                <a:gd name="connsiteX8" fmla="*/ 44501 w 2496602"/>
                <a:gd name="connsiteY8" fmla="*/ 1377429 h 1677019"/>
                <a:gd name="connsiteX0" fmla="*/ 32433 w 2484534"/>
                <a:gd name="connsiteY0" fmla="*/ 1379150 h 1526915"/>
                <a:gd name="connsiteX1" fmla="*/ 141652 w 2484534"/>
                <a:gd name="connsiteY1" fmla="*/ 1124064 h 1526915"/>
                <a:gd name="connsiteX2" fmla="*/ 1236756 w 2484534"/>
                <a:gd name="connsiteY2" fmla="*/ 1744 h 1526915"/>
                <a:gd name="connsiteX3" fmla="*/ 2448699 w 2484534"/>
                <a:gd name="connsiteY3" fmla="*/ 1409630 h 1526915"/>
                <a:gd name="connsiteX4" fmla="*/ 2114869 w 2484534"/>
                <a:gd name="connsiteY4" fmla="*/ 1351574 h 1526915"/>
                <a:gd name="connsiteX5" fmla="*/ 1679441 w 2484534"/>
                <a:gd name="connsiteY5" fmla="*/ 1249974 h 1526915"/>
                <a:gd name="connsiteX6" fmla="*/ 1229498 w 2484534"/>
                <a:gd name="connsiteY6" fmla="*/ 1482203 h 1526915"/>
                <a:gd name="connsiteX7" fmla="*/ 837612 w 2484534"/>
                <a:gd name="connsiteY7" fmla="*/ 1061289 h 1526915"/>
                <a:gd name="connsiteX8" fmla="*/ 315098 w 2484534"/>
                <a:gd name="connsiteY8" fmla="*/ 1525745 h 1526915"/>
                <a:gd name="connsiteX9" fmla="*/ 32433 w 2484534"/>
                <a:gd name="connsiteY9" fmla="*/ 1379150 h 1526915"/>
                <a:gd name="connsiteX0" fmla="*/ 227461 w 2396897"/>
                <a:gd name="connsiteY0" fmla="*/ 1525789 h 1526959"/>
                <a:gd name="connsiteX1" fmla="*/ 54015 w 2396897"/>
                <a:gd name="connsiteY1" fmla="*/ 1124108 h 1526959"/>
                <a:gd name="connsiteX2" fmla="*/ 1149119 w 2396897"/>
                <a:gd name="connsiteY2" fmla="*/ 1788 h 1526959"/>
                <a:gd name="connsiteX3" fmla="*/ 2361062 w 2396897"/>
                <a:gd name="connsiteY3" fmla="*/ 1409674 h 1526959"/>
                <a:gd name="connsiteX4" fmla="*/ 2027232 w 2396897"/>
                <a:gd name="connsiteY4" fmla="*/ 1351618 h 1526959"/>
                <a:gd name="connsiteX5" fmla="*/ 1591804 w 2396897"/>
                <a:gd name="connsiteY5" fmla="*/ 1250018 h 1526959"/>
                <a:gd name="connsiteX6" fmla="*/ 1141861 w 2396897"/>
                <a:gd name="connsiteY6" fmla="*/ 1482247 h 1526959"/>
                <a:gd name="connsiteX7" fmla="*/ 749975 w 2396897"/>
                <a:gd name="connsiteY7" fmla="*/ 1061333 h 1526959"/>
                <a:gd name="connsiteX8" fmla="*/ 227461 w 2396897"/>
                <a:gd name="connsiteY8" fmla="*/ 1525789 h 1526959"/>
                <a:gd name="connsiteX0" fmla="*/ 314356 w 2483792"/>
                <a:gd name="connsiteY0" fmla="*/ 1524175 h 1531370"/>
                <a:gd name="connsiteX1" fmla="*/ 41850 w 2483792"/>
                <a:gd name="connsiteY1" fmla="*/ 1312994 h 1531370"/>
                <a:gd name="connsiteX2" fmla="*/ 1236014 w 2483792"/>
                <a:gd name="connsiteY2" fmla="*/ 174 h 1531370"/>
                <a:gd name="connsiteX3" fmla="*/ 2447957 w 2483792"/>
                <a:gd name="connsiteY3" fmla="*/ 1408060 h 1531370"/>
                <a:gd name="connsiteX4" fmla="*/ 2114127 w 2483792"/>
                <a:gd name="connsiteY4" fmla="*/ 1350004 h 1531370"/>
                <a:gd name="connsiteX5" fmla="*/ 1678699 w 2483792"/>
                <a:gd name="connsiteY5" fmla="*/ 1248404 h 1531370"/>
                <a:gd name="connsiteX6" fmla="*/ 1228756 w 2483792"/>
                <a:gd name="connsiteY6" fmla="*/ 1480633 h 1531370"/>
                <a:gd name="connsiteX7" fmla="*/ 836870 w 2483792"/>
                <a:gd name="connsiteY7" fmla="*/ 1059719 h 1531370"/>
                <a:gd name="connsiteX8" fmla="*/ 314356 w 2483792"/>
                <a:gd name="connsiteY8" fmla="*/ 1524175 h 1531370"/>
                <a:gd name="connsiteX0" fmla="*/ 285606 w 2455042"/>
                <a:gd name="connsiteY0" fmla="*/ 1524175 h 1766709"/>
                <a:gd name="connsiteX1" fmla="*/ 13100 w 2455042"/>
                <a:gd name="connsiteY1" fmla="*/ 1312994 h 1766709"/>
                <a:gd name="connsiteX2" fmla="*/ 1207264 w 2455042"/>
                <a:gd name="connsiteY2" fmla="*/ 174 h 1766709"/>
                <a:gd name="connsiteX3" fmla="*/ 2419207 w 2455042"/>
                <a:gd name="connsiteY3" fmla="*/ 1408060 h 1766709"/>
                <a:gd name="connsiteX4" fmla="*/ 2085377 w 2455042"/>
                <a:gd name="connsiteY4" fmla="*/ 1350004 h 1766709"/>
                <a:gd name="connsiteX5" fmla="*/ 1649949 w 2455042"/>
                <a:gd name="connsiteY5" fmla="*/ 1248404 h 1766709"/>
                <a:gd name="connsiteX6" fmla="*/ 1200006 w 2455042"/>
                <a:gd name="connsiteY6" fmla="*/ 1480633 h 1766709"/>
                <a:gd name="connsiteX7" fmla="*/ 808120 w 2455042"/>
                <a:gd name="connsiteY7" fmla="*/ 1059719 h 1766709"/>
                <a:gd name="connsiteX8" fmla="*/ 285606 w 2455042"/>
                <a:gd name="connsiteY8" fmla="*/ 1524175 h 1766709"/>
                <a:gd name="connsiteX0" fmla="*/ 285606 w 2455042"/>
                <a:gd name="connsiteY0" fmla="*/ 1524222 h 1766756"/>
                <a:gd name="connsiteX1" fmla="*/ 13100 w 2455042"/>
                <a:gd name="connsiteY1" fmla="*/ 1313041 h 1766756"/>
                <a:gd name="connsiteX2" fmla="*/ 1207264 w 2455042"/>
                <a:gd name="connsiteY2" fmla="*/ 221 h 1766756"/>
                <a:gd name="connsiteX3" fmla="*/ 2419207 w 2455042"/>
                <a:gd name="connsiteY3" fmla="*/ 1408107 h 1766756"/>
                <a:gd name="connsiteX4" fmla="*/ 2085377 w 2455042"/>
                <a:gd name="connsiteY4" fmla="*/ 1350051 h 1766756"/>
                <a:gd name="connsiteX5" fmla="*/ 1649949 w 2455042"/>
                <a:gd name="connsiteY5" fmla="*/ 1248451 h 1766756"/>
                <a:gd name="connsiteX6" fmla="*/ 1200006 w 2455042"/>
                <a:gd name="connsiteY6" fmla="*/ 1480680 h 1766756"/>
                <a:gd name="connsiteX7" fmla="*/ 808120 w 2455042"/>
                <a:gd name="connsiteY7" fmla="*/ 1059766 h 1766756"/>
                <a:gd name="connsiteX8" fmla="*/ 285606 w 2455042"/>
                <a:gd name="connsiteY8" fmla="*/ 1524222 h 1766756"/>
                <a:gd name="connsiteX0" fmla="*/ 285606 w 2455042"/>
                <a:gd name="connsiteY0" fmla="*/ 1478515 h 1721049"/>
                <a:gd name="connsiteX1" fmla="*/ 13100 w 2455042"/>
                <a:gd name="connsiteY1" fmla="*/ 1267334 h 1721049"/>
                <a:gd name="connsiteX2" fmla="*/ 1245364 w 2455042"/>
                <a:gd name="connsiteY2" fmla="*/ 234 h 1721049"/>
                <a:gd name="connsiteX3" fmla="*/ 2419207 w 2455042"/>
                <a:gd name="connsiteY3" fmla="*/ 1362400 h 1721049"/>
                <a:gd name="connsiteX4" fmla="*/ 2085377 w 2455042"/>
                <a:gd name="connsiteY4" fmla="*/ 1304344 h 1721049"/>
                <a:gd name="connsiteX5" fmla="*/ 1649949 w 2455042"/>
                <a:gd name="connsiteY5" fmla="*/ 1202744 h 1721049"/>
                <a:gd name="connsiteX6" fmla="*/ 1200006 w 2455042"/>
                <a:gd name="connsiteY6" fmla="*/ 1434973 h 1721049"/>
                <a:gd name="connsiteX7" fmla="*/ 808120 w 2455042"/>
                <a:gd name="connsiteY7" fmla="*/ 1014059 h 1721049"/>
                <a:gd name="connsiteX8" fmla="*/ 285606 w 2455042"/>
                <a:gd name="connsiteY8" fmla="*/ 1478515 h 1721049"/>
                <a:gd name="connsiteX0" fmla="*/ 285606 w 2455042"/>
                <a:gd name="connsiteY0" fmla="*/ 1479152 h 1721686"/>
                <a:gd name="connsiteX1" fmla="*/ 13100 w 2455042"/>
                <a:gd name="connsiteY1" fmla="*/ 1267971 h 1721686"/>
                <a:gd name="connsiteX2" fmla="*/ 1245364 w 2455042"/>
                <a:gd name="connsiteY2" fmla="*/ 871 h 1721686"/>
                <a:gd name="connsiteX3" fmla="*/ 2419207 w 2455042"/>
                <a:gd name="connsiteY3" fmla="*/ 1363037 h 1721686"/>
                <a:gd name="connsiteX4" fmla="*/ 2085377 w 2455042"/>
                <a:gd name="connsiteY4" fmla="*/ 1304981 h 1721686"/>
                <a:gd name="connsiteX5" fmla="*/ 1649949 w 2455042"/>
                <a:gd name="connsiteY5" fmla="*/ 1203381 h 1721686"/>
                <a:gd name="connsiteX6" fmla="*/ 1200006 w 2455042"/>
                <a:gd name="connsiteY6" fmla="*/ 1435610 h 1721686"/>
                <a:gd name="connsiteX7" fmla="*/ 808120 w 2455042"/>
                <a:gd name="connsiteY7" fmla="*/ 1014696 h 1721686"/>
                <a:gd name="connsiteX8" fmla="*/ 285606 w 2455042"/>
                <a:gd name="connsiteY8" fmla="*/ 1479152 h 1721686"/>
                <a:gd name="connsiteX0" fmla="*/ 285606 w 2442620"/>
                <a:gd name="connsiteY0" fmla="*/ 1612990 h 1855524"/>
                <a:gd name="connsiteX1" fmla="*/ 13100 w 2442620"/>
                <a:gd name="connsiteY1" fmla="*/ 1401809 h 1855524"/>
                <a:gd name="connsiteX2" fmla="*/ 1245364 w 2442620"/>
                <a:gd name="connsiteY2" fmla="*/ 134709 h 1855524"/>
                <a:gd name="connsiteX3" fmla="*/ 1392320 w 2442620"/>
                <a:gd name="connsiteY3" fmla="*/ 190229 h 1855524"/>
                <a:gd name="connsiteX4" fmla="*/ 2419207 w 2442620"/>
                <a:gd name="connsiteY4" fmla="*/ 1496875 h 1855524"/>
                <a:gd name="connsiteX5" fmla="*/ 2085377 w 2442620"/>
                <a:gd name="connsiteY5" fmla="*/ 1438819 h 1855524"/>
                <a:gd name="connsiteX6" fmla="*/ 1649949 w 2442620"/>
                <a:gd name="connsiteY6" fmla="*/ 1337219 h 1855524"/>
                <a:gd name="connsiteX7" fmla="*/ 1200006 w 2442620"/>
                <a:gd name="connsiteY7" fmla="*/ 1569448 h 1855524"/>
                <a:gd name="connsiteX8" fmla="*/ 808120 w 2442620"/>
                <a:gd name="connsiteY8" fmla="*/ 1148534 h 1855524"/>
                <a:gd name="connsiteX9" fmla="*/ 285606 w 2442620"/>
                <a:gd name="connsiteY9" fmla="*/ 1612990 h 1855524"/>
                <a:gd name="connsiteX0" fmla="*/ 285606 w 2442620"/>
                <a:gd name="connsiteY0" fmla="*/ 1422949 h 1665483"/>
                <a:gd name="connsiteX1" fmla="*/ 13100 w 2442620"/>
                <a:gd name="connsiteY1" fmla="*/ 1211768 h 1665483"/>
                <a:gd name="connsiteX2" fmla="*/ 1392320 w 2442620"/>
                <a:gd name="connsiteY2" fmla="*/ 188 h 1665483"/>
                <a:gd name="connsiteX3" fmla="*/ 2419207 w 2442620"/>
                <a:gd name="connsiteY3" fmla="*/ 1306834 h 1665483"/>
                <a:gd name="connsiteX4" fmla="*/ 2085377 w 2442620"/>
                <a:gd name="connsiteY4" fmla="*/ 1248778 h 1665483"/>
                <a:gd name="connsiteX5" fmla="*/ 1649949 w 2442620"/>
                <a:gd name="connsiteY5" fmla="*/ 1147178 h 1665483"/>
                <a:gd name="connsiteX6" fmla="*/ 1200006 w 2442620"/>
                <a:gd name="connsiteY6" fmla="*/ 1379407 h 1665483"/>
                <a:gd name="connsiteX7" fmla="*/ 808120 w 2442620"/>
                <a:gd name="connsiteY7" fmla="*/ 958493 h 1665483"/>
                <a:gd name="connsiteX8" fmla="*/ 285606 w 2442620"/>
                <a:gd name="connsiteY8" fmla="*/ 1422949 h 1665483"/>
                <a:gd name="connsiteX0" fmla="*/ 285606 w 2442620"/>
                <a:gd name="connsiteY0" fmla="*/ 1438186 h 1680720"/>
                <a:gd name="connsiteX1" fmla="*/ 13100 w 2442620"/>
                <a:gd name="connsiteY1" fmla="*/ 1227005 h 1680720"/>
                <a:gd name="connsiteX2" fmla="*/ 1293260 w 2442620"/>
                <a:gd name="connsiteY2" fmla="*/ 185 h 1680720"/>
                <a:gd name="connsiteX3" fmla="*/ 2419207 w 2442620"/>
                <a:gd name="connsiteY3" fmla="*/ 1322071 h 1680720"/>
                <a:gd name="connsiteX4" fmla="*/ 2085377 w 2442620"/>
                <a:gd name="connsiteY4" fmla="*/ 1264015 h 1680720"/>
                <a:gd name="connsiteX5" fmla="*/ 1649949 w 2442620"/>
                <a:gd name="connsiteY5" fmla="*/ 1162415 h 1680720"/>
                <a:gd name="connsiteX6" fmla="*/ 1200006 w 2442620"/>
                <a:gd name="connsiteY6" fmla="*/ 1394644 h 1680720"/>
                <a:gd name="connsiteX7" fmla="*/ 808120 w 2442620"/>
                <a:gd name="connsiteY7" fmla="*/ 973730 h 1680720"/>
                <a:gd name="connsiteX8" fmla="*/ 285606 w 2442620"/>
                <a:gd name="connsiteY8" fmla="*/ 1438186 h 1680720"/>
                <a:gd name="connsiteX0" fmla="*/ 285606 w 2442620"/>
                <a:gd name="connsiteY0" fmla="*/ 1440018 h 1682552"/>
                <a:gd name="connsiteX1" fmla="*/ 13100 w 2442620"/>
                <a:gd name="connsiteY1" fmla="*/ 1228837 h 1682552"/>
                <a:gd name="connsiteX2" fmla="*/ 1293260 w 2442620"/>
                <a:gd name="connsiteY2" fmla="*/ 2017 h 1682552"/>
                <a:gd name="connsiteX3" fmla="*/ 2419207 w 2442620"/>
                <a:gd name="connsiteY3" fmla="*/ 1323903 h 1682552"/>
                <a:gd name="connsiteX4" fmla="*/ 2085377 w 2442620"/>
                <a:gd name="connsiteY4" fmla="*/ 1265847 h 1682552"/>
                <a:gd name="connsiteX5" fmla="*/ 1649949 w 2442620"/>
                <a:gd name="connsiteY5" fmla="*/ 1164247 h 1682552"/>
                <a:gd name="connsiteX6" fmla="*/ 1200006 w 2442620"/>
                <a:gd name="connsiteY6" fmla="*/ 1396476 h 1682552"/>
                <a:gd name="connsiteX7" fmla="*/ 808120 w 2442620"/>
                <a:gd name="connsiteY7" fmla="*/ 975562 h 1682552"/>
                <a:gd name="connsiteX8" fmla="*/ 285606 w 2442620"/>
                <a:gd name="connsiteY8" fmla="*/ 1440018 h 1682552"/>
                <a:gd name="connsiteX0" fmla="*/ 285606 w 2442620"/>
                <a:gd name="connsiteY0" fmla="*/ 1440005 h 1682539"/>
                <a:gd name="connsiteX1" fmla="*/ 13100 w 2442620"/>
                <a:gd name="connsiteY1" fmla="*/ 1228824 h 1682539"/>
                <a:gd name="connsiteX2" fmla="*/ 1293260 w 2442620"/>
                <a:gd name="connsiteY2" fmla="*/ 2004 h 1682539"/>
                <a:gd name="connsiteX3" fmla="*/ 2419207 w 2442620"/>
                <a:gd name="connsiteY3" fmla="*/ 1323890 h 1682539"/>
                <a:gd name="connsiteX4" fmla="*/ 2085377 w 2442620"/>
                <a:gd name="connsiteY4" fmla="*/ 1265834 h 1682539"/>
                <a:gd name="connsiteX5" fmla="*/ 1649949 w 2442620"/>
                <a:gd name="connsiteY5" fmla="*/ 1164234 h 1682539"/>
                <a:gd name="connsiteX6" fmla="*/ 1200006 w 2442620"/>
                <a:gd name="connsiteY6" fmla="*/ 1396463 h 1682539"/>
                <a:gd name="connsiteX7" fmla="*/ 808120 w 2442620"/>
                <a:gd name="connsiteY7" fmla="*/ 975549 h 1682539"/>
                <a:gd name="connsiteX8" fmla="*/ 285606 w 2442620"/>
                <a:gd name="connsiteY8" fmla="*/ 1440005 h 1682539"/>
                <a:gd name="connsiteX0" fmla="*/ 285606 w 2419732"/>
                <a:gd name="connsiteY0" fmla="*/ 1440005 h 1711144"/>
                <a:gd name="connsiteX1" fmla="*/ 13100 w 2419732"/>
                <a:gd name="connsiteY1" fmla="*/ 1228824 h 1711144"/>
                <a:gd name="connsiteX2" fmla="*/ 1293260 w 2419732"/>
                <a:gd name="connsiteY2" fmla="*/ 2004 h 1711144"/>
                <a:gd name="connsiteX3" fmla="*/ 2419207 w 2419732"/>
                <a:gd name="connsiteY3" fmla="*/ 1323890 h 1711144"/>
                <a:gd name="connsiteX4" fmla="*/ 2085377 w 2419732"/>
                <a:gd name="connsiteY4" fmla="*/ 1265834 h 1711144"/>
                <a:gd name="connsiteX5" fmla="*/ 1649949 w 2419732"/>
                <a:gd name="connsiteY5" fmla="*/ 1164234 h 1711144"/>
                <a:gd name="connsiteX6" fmla="*/ 1200006 w 2419732"/>
                <a:gd name="connsiteY6" fmla="*/ 1396463 h 1711144"/>
                <a:gd name="connsiteX7" fmla="*/ 808120 w 2419732"/>
                <a:gd name="connsiteY7" fmla="*/ 975549 h 1711144"/>
                <a:gd name="connsiteX8" fmla="*/ 285606 w 2419732"/>
                <a:gd name="connsiteY8" fmla="*/ 1440005 h 1711144"/>
                <a:gd name="connsiteX0" fmla="*/ 285606 w 2419397"/>
                <a:gd name="connsiteY0" fmla="*/ 1440005 h 1774568"/>
                <a:gd name="connsiteX1" fmla="*/ 13100 w 2419397"/>
                <a:gd name="connsiteY1" fmla="*/ 1228824 h 1774568"/>
                <a:gd name="connsiteX2" fmla="*/ 1293260 w 2419397"/>
                <a:gd name="connsiteY2" fmla="*/ 2004 h 1774568"/>
                <a:gd name="connsiteX3" fmla="*/ 2419207 w 2419397"/>
                <a:gd name="connsiteY3" fmla="*/ 1323890 h 1774568"/>
                <a:gd name="connsiteX4" fmla="*/ 2085377 w 2419397"/>
                <a:gd name="connsiteY4" fmla="*/ 1265834 h 1774568"/>
                <a:gd name="connsiteX5" fmla="*/ 1649949 w 2419397"/>
                <a:gd name="connsiteY5" fmla="*/ 1164234 h 1774568"/>
                <a:gd name="connsiteX6" fmla="*/ 1200006 w 2419397"/>
                <a:gd name="connsiteY6" fmla="*/ 1396463 h 1774568"/>
                <a:gd name="connsiteX7" fmla="*/ 808120 w 2419397"/>
                <a:gd name="connsiteY7" fmla="*/ 975549 h 1774568"/>
                <a:gd name="connsiteX8" fmla="*/ 285606 w 2419397"/>
                <a:gd name="connsiteY8" fmla="*/ 1440005 h 1774568"/>
                <a:gd name="connsiteX0" fmla="*/ 285606 w 2419397"/>
                <a:gd name="connsiteY0" fmla="*/ 1440005 h 1774568"/>
                <a:gd name="connsiteX1" fmla="*/ 13100 w 2419397"/>
                <a:gd name="connsiteY1" fmla="*/ 1228824 h 1774568"/>
                <a:gd name="connsiteX2" fmla="*/ 1293260 w 2419397"/>
                <a:gd name="connsiteY2" fmla="*/ 2004 h 1774568"/>
                <a:gd name="connsiteX3" fmla="*/ 2419207 w 2419397"/>
                <a:gd name="connsiteY3" fmla="*/ 1323890 h 1774568"/>
                <a:gd name="connsiteX4" fmla="*/ 2085377 w 2419397"/>
                <a:gd name="connsiteY4" fmla="*/ 1265834 h 1774568"/>
                <a:gd name="connsiteX5" fmla="*/ 1649949 w 2419397"/>
                <a:gd name="connsiteY5" fmla="*/ 1164234 h 1774568"/>
                <a:gd name="connsiteX6" fmla="*/ 1200006 w 2419397"/>
                <a:gd name="connsiteY6" fmla="*/ 1396463 h 1774568"/>
                <a:gd name="connsiteX7" fmla="*/ 808120 w 2419397"/>
                <a:gd name="connsiteY7" fmla="*/ 975549 h 1774568"/>
                <a:gd name="connsiteX8" fmla="*/ 285606 w 2419397"/>
                <a:gd name="connsiteY8" fmla="*/ 1440005 h 1774568"/>
                <a:gd name="connsiteX0" fmla="*/ 285606 w 2419386"/>
                <a:gd name="connsiteY0" fmla="*/ 1440005 h 1772172"/>
                <a:gd name="connsiteX1" fmla="*/ 13100 w 2419386"/>
                <a:gd name="connsiteY1" fmla="*/ 1228824 h 1772172"/>
                <a:gd name="connsiteX2" fmla="*/ 1293260 w 2419386"/>
                <a:gd name="connsiteY2" fmla="*/ 2004 h 1772172"/>
                <a:gd name="connsiteX3" fmla="*/ 2419207 w 2419386"/>
                <a:gd name="connsiteY3" fmla="*/ 1323890 h 1772172"/>
                <a:gd name="connsiteX4" fmla="*/ 2047277 w 2419386"/>
                <a:gd name="connsiteY4" fmla="*/ 1258214 h 1772172"/>
                <a:gd name="connsiteX5" fmla="*/ 1649949 w 2419386"/>
                <a:gd name="connsiteY5" fmla="*/ 1164234 h 1772172"/>
                <a:gd name="connsiteX6" fmla="*/ 1200006 w 2419386"/>
                <a:gd name="connsiteY6" fmla="*/ 1396463 h 1772172"/>
                <a:gd name="connsiteX7" fmla="*/ 808120 w 2419386"/>
                <a:gd name="connsiteY7" fmla="*/ 975549 h 1772172"/>
                <a:gd name="connsiteX8" fmla="*/ 285606 w 2419386"/>
                <a:gd name="connsiteY8" fmla="*/ 1440005 h 1772172"/>
                <a:gd name="connsiteX0" fmla="*/ 285606 w 2419386"/>
                <a:gd name="connsiteY0" fmla="*/ 1440005 h 1772172"/>
                <a:gd name="connsiteX1" fmla="*/ 13100 w 2419386"/>
                <a:gd name="connsiteY1" fmla="*/ 1228824 h 1772172"/>
                <a:gd name="connsiteX2" fmla="*/ 1293260 w 2419386"/>
                <a:gd name="connsiteY2" fmla="*/ 2004 h 1772172"/>
                <a:gd name="connsiteX3" fmla="*/ 2419207 w 2419386"/>
                <a:gd name="connsiteY3" fmla="*/ 1323890 h 1772172"/>
                <a:gd name="connsiteX4" fmla="*/ 2047277 w 2419386"/>
                <a:gd name="connsiteY4" fmla="*/ 1258214 h 1772172"/>
                <a:gd name="connsiteX5" fmla="*/ 1649949 w 2419386"/>
                <a:gd name="connsiteY5" fmla="*/ 1164234 h 1772172"/>
                <a:gd name="connsiteX6" fmla="*/ 1200006 w 2419386"/>
                <a:gd name="connsiteY6" fmla="*/ 1396463 h 1772172"/>
                <a:gd name="connsiteX7" fmla="*/ 808120 w 2419386"/>
                <a:gd name="connsiteY7" fmla="*/ 975549 h 1772172"/>
                <a:gd name="connsiteX8" fmla="*/ 285606 w 2419386"/>
                <a:gd name="connsiteY8" fmla="*/ 1440005 h 1772172"/>
                <a:gd name="connsiteX0" fmla="*/ 285606 w 2419406"/>
                <a:gd name="connsiteY0" fmla="*/ 1440005 h 1772172"/>
                <a:gd name="connsiteX1" fmla="*/ 13100 w 2419406"/>
                <a:gd name="connsiteY1" fmla="*/ 1228824 h 1772172"/>
                <a:gd name="connsiteX2" fmla="*/ 1293260 w 2419406"/>
                <a:gd name="connsiteY2" fmla="*/ 2004 h 1772172"/>
                <a:gd name="connsiteX3" fmla="*/ 2419207 w 2419406"/>
                <a:gd name="connsiteY3" fmla="*/ 1323890 h 1772172"/>
                <a:gd name="connsiteX4" fmla="*/ 2047277 w 2419406"/>
                <a:gd name="connsiteY4" fmla="*/ 1258214 h 1772172"/>
                <a:gd name="connsiteX5" fmla="*/ 1649949 w 2419406"/>
                <a:gd name="connsiteY5" fmla="*/ 1164234 h 1772172"/>
                <a:gd name="connsiteX6" fmla="*/ 1200006 w 2419406"/>
                <a:gd name="connsiteY6" fmla="*/ 1396463 h 1772172"/>
                <a:gd name="connsiteX7" fmla="*/ 808120 w 2419406"/>
                <a:gd name="connsiteY7" fmla="*/ 975549 h 1772172"/>
                <a:gd name="connsiteX8" fmla="*/ 285606 w 2419406"/>
                <a:gd name="connsiteY8" fmla="*/ 1440005 h 1772172"/>
                <a:gd name="connsiteX0" fmla="*/ 285606 w 2419406"/>
                <a:gd name="connsiteY0" fmla="*/ 1440005 h 1772172"/>
                <a:gd name="connsiteX1" fmla="*/ 13100 w 2419406"/>
                <a:gd name="connsiteY1" fmla="*/ 1228824 h 1772172"/>
                <a:gd name="connsiteX2" fmla="*/ 1293260 w 2419406"/>
                <a:gd name="connsiteY2" fmla="*/ 2004 h 1772172"/>
                <a:gd name="connsiteX3" fmla="*/ 2419207 w 2419406"/>
                <a:gd name="connsiteY3" fmla="*/ 1323890 h 1772172"/>
                <a:gd name="connsiteX4" fmla="*/ 2047277 w 2419406"/>
                <a:gd name="connsiteY4" fmla="*/ 1258214 h 1772172"/>
                <a:gd name="connsiteX5" fmla="*/ 1649949 w 2419406"/>
                <a:gd name="connsiteY5" fmla="*/ 1164234 h 1772172"/>
                <a:gd name="connsiteX6" fmla="*/ 1200006 w 2419406"/>
                <a:gd name="connsiteY6" fmla="*/ 1396463 h 1772172"/>
                <a:gd name="connsiteX7" fmla="*/ 808120 w 2419406"/>
                <a:gd name="connsiteY7" fmla="*/ 975549 h 1772172"/>
                <a:gd name="connsiteX8" fmla="*/ 285606 w 2419406"/>
                <a:gd name="connsiteY8" fmla="*/ 1440005 h 1772172"/>
                <a:gd name="connsiteX0" fmla="*/ 285606 w 2419406"/>
                <a:gd name="connsiteY0" fmla="*/ 1440005 h 1819809"/>
                <a:gd name="connsiteX1" fmla="*/ 13100 w 2419406"/>
                <a:gd name="connsiteY1" fmla="*/ 1228824 h 1819809"/>
                <a:gd name="connsiteX2" fmla="*/ 1293260 w 2419406"/>
                <a:gd name="connsiteY2" fmla="*/ 2004 h 1819809"/>
                <a:gd name="connsiteX3" fmla="*/ 2419207 w 2419406"/>
                <a:gd name="connsiteY3" fmla="*/ 1323890 h 1819809"/>
                <a:gd name="connsiteX4" fmla="*/ 2047277 w 2419406"/>
                <a:gd name="connsiteY4" fmla="*/ 1258214 h 1819809"/>
                <a:gd name="connsiteX5" fmla="*/ 1649949 w 2419406"/>
                <a:gd name="connsiteY5" fmla="*/ 1164234 h 1819809"/>
                <a:gd name="connsiteX6" fmla="*/ 1200006 w 2419406"/>
                <a:gd name="connsiteY6" fmla="*/ 1396463 h 1819809"/>
                <a:gd name="connsiteX7" fmla="*/ 808120 w 2419406"/>
                <a:gd name="connsiteY7" fmla="*/ 975549 h 1819809"/>
                <a:gd name="connsiteX8" fmla="*/ 285606 w 2419406"/>
                <a:gd name="connsiteY8" fmla="*/ 1440005 h 1819809"/>
                <a:gd name="connsiteX0" fmla="*/ 285606 w 2419406"/>
                <a:gd name="connsiteY0" fmla="*/ 1440005 h 1811158"/>
                <a:gd name="connsiteX1" fmla="*/ 13100 w 2419406"/>
                <a:gd name="connsiteY1" fmla="*/ 1228824 h 1811158"/>
                <a:gd name="connsiteX2" fmla="*/ 1293260 w 2419406"/>
                <a:gd name="connsiteY2" fmla="*/ 2004 h 1811158"/>
                <a:gd name="connsiteX3" fmla="*/ 2419207 w 2419406"/>
                <a:gd name="connsiteY3" fmla="*/ 1323890 h 1811158"/>
                <a:gd name="connsiteX4" fmla="*/ 2047277 w 2419406"/>
                <a:gd name="connsiteY4" fmla="*/ 1258214 h 1811158"/>
                <a:gd name="connsiteX5" fmla="*/ 1611849 w 2419406"/>
                <a:gd name="connsiteY5" fmla="*/ 1133754 h 1811158"/>
                <a:gd name="connsiteX6" fmla="*/ 1200006 w 2419406"/>
                <a:gd name="connsiteY6" fmla="*/ 1396463 h 1811158"/>
                <a:gd name="connsiteX7" fmla="*/ 808120 w 2419406"/>
                <a:gd name="connsiteY7" fmla="*/ 975549 h 1811158"/>
                <a:gd name="connsiteX8" fmla="*/ 285606 w 2419406"/>
                <a:gd name="connsiteY8" fmla="*/ 1440005 h 1811158"/>
                <a:gd name="connsiteX0" fmla="*/ 285606 w 2419406"/>
                <a:gd name="connsiteY0" fmla="*/ 1440005 h 1816623"/>
                <a:gd name="connsiteX1" fmla="*/ 13100 w 2419406"/>
                <a:gd name="connsiteY1" fmla="*/ 1228824 h 1816623"/>
                <a:gd name="connsiteX2" fmla="*/ 1293260 w 2419406"/>
                <a:gd name="connsiteY2" fmla="*/ 2004 h 1816623"/>
                <a:gd name="connsiteX3" fmla="*/ 2419207 w 2419406"/>
                <a:gd name="connsiteY3" fmla="*/ 1323890 h 1816623"/>
                <a:gd name="connsiteX4" fmla="*/ 2047277 w 2419406"/>
                <a:gd name="connsiteY4" fmla="*/ 1258214 h 1816623"/>
                <a:gd name="connsiteX5" fmla="*/ 1611849 w 2419406"/>
                <a:gd name="connsiteY5" fmla="*/ 1133754 h 1816623"/>
                <a:gd name="connsiteX6" fmla="*/ 1200006 w 2419406"/>
                <a:gd name="connsiteY6" fmla="*/ 1396463 h 1816623"/>
                <a:gd name="connsiteX7" fmla="*/ 808120 w 2419406"/>
                <a:gd name="connsiteY7" fmla="*/ 975549 h 1816623"/>
                <a:gd name="connsiteX8" fmla="*/ 285606 w 2419406"/>
                <a:gd name="connsiteY8" fmla="*/ 1440005 h 1816623"/>
                <a:gd name="connsiteX0" fmla="*/ 285606 w 2419439"/>
                <a:gd name="connsiteY0" fmla="*/ 1440005 h 1816623"/>
                <a:gd name="connsiteX1" fmla="*/ 13100 w 2419439"/>
                <a:gd name="connsiteY1" fmla="*/ 1228824 h 1816623"/>
                <a:gd name="connsiteX2" fmla="*/ 1293260 w 2419439"/>
                <a:gd name="connsiteY2" fmla="*/ 2004 h 1816623"/>
                <a:gd name="connsiteX3" fmla="*/ 2419207 w 2419439"/>
                <a:gd name="connsiteY3" fmla="*/ 1323890 h 1816623"/>
                <a:gd name="connsiteX4" fmla="*/ 2047277 w 2419439"/>
                <a:gd name="connsiteY4" fmla="*/ 1258214 h 1816623"/>
                <a:gd name="connsiteX5" fmla="*/ 1611849 w 2419439"/>
                <a:gd name="connsiteY5" fmla="*/ 1133754 h 1816623"/>
                <a:gd name="connsiteX6" fmla="*/ 1200006 w 2419439"/>
                <a:gd name="connsiteY6" fmla="*/ 1396463 h 1816623"/>
                <a:gd name="connsiteX7" fmla="*/ 808120 w 2419439"/>
                <a:gd name="connsiteY7" fmla="*/ 975549 h 1816623"/>
                <a:gd name="connsiteX8" fmla="*/ 285606 w 2419439"/>
                <a:gd name="connsiteY8" fmla="*/ 1440005 h 1816623"/>
                <a:gd name="connsiteX0" fmla="*/ 285606 w 2419439"/>
                <a:gd name="connsiteY0" fmla="*/ 1440005 h 1816623"/>
                <a:gd name="connsiteX1" fmla="*/ 13100 w 2419439"/>
                <a:gd name="connsiteY1" fmla="*/ 1228824 h 1816623"/>
                <a:gd name="connsiteX2" fmla="*/ 1293260 w 2419439"/>
                <a:gd name="connsiteY2" fmla="*/ 2004 h 1816623"/>
                <a:gd name="connsiteX3" fmla="*/ 2419207 w 2419439"/>
                <a:gd name="connsiteY3" fmla="*/ 1323890 h 1816623"/>
                <a:gd name="connsiteX4" fmla="*/ 2047277 w 2419439"/>
                <a:gd name="connsiteY4" fmla="*/ 1258214 h 1816623"/>
                <a:gd name="connsiteX5" fmla="*/ 1611849 w 2419439"/>
                <a:gd name="connsiteY5" fmla="*/ 1133754 h 1816623"/>
                <a:gd name="connsiteX6" fmla="*/ 1200006 w 2419439"/>
                <a:gd name="connsiteY6" fmla="*/ 1396463 h 1816623"/>
                <a:gd name="connsiteX7" fmla="*/ 808120 w 2419439"/>
                <a:gd name="connsiteY7" fmla="*/ 975549 h 1816623"/>
                <a:gd name="connsiteX8" fmla="*/ 285606 w 2419439"/>
                <a:gd name="connsiteY8" fmla="*/ 1440005 h 181662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808120 w 2419439"/>
                <a:gd name="connsiteY7" fmla="*/ 97554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808120 w 2419439"/>
                <a:gd name="connsiteY7" fmla="*/ 97554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4253" h="1845063">
                  <a:moveTo>
                    <a:pt x="280420" y="1440005"/>
                  </a:moveTo>
                  <a:cubicBezTo>
                    <a:pt x="354927" y="1679067"/>
                    <a:pt x="-61876" y="2100044"/>
                    <a:pt x="7914" y="1228824"/>
                  </a:cubicBezTo>
                  <a:cubicBezTo>
                    <a:pt x="47586" y="999317"/>
                    <a:pt x="231736" y="-51940"/>
                    <a:pt x="1288074" y="2004"/>
                  </a:cubicBezTo>
                  <a:cubicBezTo>
                    <a:pt x="2405372" y="40708"/>
                    <a:pt x="2370902" y="1110712"/>
                    <a:pt x="2414021" y="1323890"/>
                  </a:cubicBezTo>
                  <a:cubicBezTo>
                    <a:pt x="2426661" y="2215248"/>
                    <a:pt x="1918841" y="1551523"/>
                    <a:pt x="2042091" y="1258214"/>
                  </a:cubicBezTo>
                  <a:cubicBezTo>
                    <a:pt x="1898641" y="2435565"/>
                    <a:pt x="1657584" y="1545960"/>
                    <a:pt x="1606663" y="1133754"/>
                  </a:cubicBezTo>
                  <a:cubicBezTo>
                    <a:pt x="1685282" y="1331148"/>
                    <a:pt x="1469140" y="2304452"/>
                    <a:pt x="1194820" y="1396463"/>
                  </a:cubicBezTo>
                  <a:cubicBezTo>
                    <a:pt x="1232920" y="1578134"/>
                    <a:pt x="695528" y="2367711"/>
                    <a:pt x="757214" y="952689"/>
                  </a:cubicBezTo>
                  <a:cubicBezTo>
                    <a:pt x="681740" y="2372307"/>
                    <a:pt x="232281" y="1565675"/>
                    <a:pt x="280420" y="1440005"/>
                  </a:cubicBezTo>
                  <a:close/>
                </a:path>
              </a:pathLst>
            </a:custGeom>
            <a:solidFill>
              <a:srgbClr val="7336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6DFCD93-3960-D29D-040A-9E8213F39F08}"/>
              </a:ext>
            </a:extLst>
          </p:cNvPr>
          <p:cNvGrpSpPr/>
          <p:nvPr/>
        </p:nvGrpSpPr>
        <p:grpSpPr>
          <a:xfrm>
            <a:off x="3902107" y="1891967"/>
            <a:ext cx="4961044" cy="5047870"/>
            <a:chOff x="2962275" y="353565"/>
            <a:chExt cx="5915677" cy="6019210"/>
          </a:xfrm>
          <a:solidFill>
            <a:schemeClr val="bg1"/>
          </a:solidFill>
        </p:grpSpPr>
        <p:sp>
          <p:nvSpPr>
            <p:cNvPr id="63" name="Rectangle 17">
              <a:extLst>
                <a:ext uri="{FF2B5EF4-FFF2-40B4-BE49-F238E27FC236}">
                  <a16:creationId xmlns:a16="http://schemas.microsoft.com/office/drawing/2014/main" id="{59D7112A-B512-F122-C608-F238B156BC6D}"/>
                </a:ext>
              </a:extLst>
            </p:cNvPr>
            <p:cNvSpPr/>
            <p:nvPr/>
          </p:nvSpPr>
          <p:spPr>
            <a:xfrm>
              <a:off x="4400282" y="4330700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DE6C8CA-C16C-A0B6-38FD-FBE8227636A3}"/>
                </a:ext>
              </a:extLst>
            </p:cNvPr>
            <p:cNvSpPr/>
            <p:nvPr/>
          </p:nvSpPr>
          <p:spPr>
            <a:xfrm>
              <a:off x="4400282" y="6078013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17">
              <a:extLst>
                <a:ext uri="{FF2B5EF4-FFF2-40B4-BE49-F238E27FC236}">
                  <a16:creationId xmlns:a16="http://schemas.microsoft.com/office/drawing/2014/main" id="{37EFE599-D7D4-A6B3-556E-A7CC95EBCE38}"/>
                </a:ext>
              </a:extLst>
            </p:cNvPr>
            <p:cNvSpPr/>
            <p:nvPr/>
          </p:nvSpPr>
          <p:spPr>
            <a:xfrm>
              <a:off x="5301989" y="4264595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922AB3C-5DEC-39CB-3188-1EF12759B357}"/>
                </a:ext>
              </a:extLst>
            </p:cNvPr>
            <p:cNvSpPr/>
            <p:nvPr/>
          </p:nvSpPr>
          <p:spPr>
            <a:xfrm>
              <a:off x="5301989" y="6011908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17">
              <a:extLst>
                <a:ext uri="{FF2B5EF4-FFF2-40B4-BE49-F238E27FC236}">
                  <a16:creationId xmlns:a16="http://schemas.microsoft.com/office/drawing/2014/main" id="{639E2FB4-146C-82ED-F30F-2835E35A27AE}"/>
                </a:ext>
              </a:extLst>
            </p:cNvPr>
            <p:cNvSpPr/>
            <p:nvPr/>
          </p:nvSpPr>
          <p:spPr>
            <a:xfrm>
              <a:off x="7624274" y="4188559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7D77297-A771-63F6-928A-9599646EC665}"/>
                </a:ext>
              </a:extLst>
            </p:cNvPr>
            <p:cNvSpPr/>
            <p:nvPr/>
          </p:nvSpPr>
          <p:spPr>
            <a:xfrm>
              <a:off x="7624274" y="5935872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17">
              <a:extLst>
                <a:ext uri="{FF2B5EF4-FFF2-40B4-BE49-F238E27FC236}">
                  <a16:creationId xmlns:a16="http://schemas.microsoft.com/office/drawing/2014/main" id="{F5DA36BC-6C70-758F-103B-698EEEE98B90}"/>
                </a:ext>
              </a:extLst>
            </p:cNvPr>
            <p:cNvSpPr/>
            <p:nvPr/>
          </p:nvSpPr>
          <p:spPr>
            <a:xfrm>
              <a:off x="6767145" y="4066357"/>
              <a:ext cx="697713" cy="2042075"/>
            </a:xfrm>
            <a:custGeom>
              <a:avLst/>
              <a:gdLst>
                <a:gd name="connsiteX0" fmla="*/ 0 w 571500"/>
                <a:gd name="connsiteY0" fmla="*/ 0 h 1480161"/>
                <a:gd name="connsiteX1" fmla="*/ 571500 w 571500"/>
                <a:gd name="connsiteY1" fmla="*/ 0 h 1480161"/>
                <a:gd name="connsiteX2" fmla="*/ 571500 w 571500"/>
                <a:gd name="connsiteY2" fmla="*/ 1480161 h 1480161"/>
                <a:gd name="connsiteX3" fmla="*/ 0 w 571500"/>
                <a:gd name="connsiteY3" fmla="*/ 1480161 h 1480161"/>
                <a:gd name="connsiteX4" fmla="*/ 0 w 571500"/>
                <a:gd name="connsiteY4" fmla="*/ 0 h 14801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1480161 h 1950061"/>
                <a:gd name="connsiteX4" fmla="*/ 0 w 571500"/>
                <a:gd name="connsiteY4" fmla="*/ 0 h 1950061"/>
                <a:gd name="connsiteX0" fmla="*/ 0 w 571500"/>
                <a:gd name="connsiteY0" fmla="*/ 0 h 1950061"/>
                <a:gd name="connsiteX1" fmla="*/ 571500 w 571500"/>
                <a:gd name="connsiteY1" fmla="*/ 0 h 1950061"/>
                <a:gd name="connsiteX2" fmla="*/ 190500 w 571500"/>
                <a:gd name="connsiteY2" fmla="*/ 1950061 h 1950061"/>
                <a:gd name="connsiteX3" fmla="*/ 0 w 571500"/>
                <a:gd name="connsiteY3" fmla="*/ 0 h 1950061"/>
                <a:gd name="connsiteX0" fmla="*/ 0 w 571500"/>
                <a:gd name="connsiteY0" fmla="*/ 0 h 1924661"/>
                <a:gd name="connsiteX1" fmla="*/ 571500 w 571500"/>
                <a:gd name="connsiteY1" fmla="*/ 0 h 1924661"/>
                <a:gd name="connsiteX2" fmla="*/ 139700 w 571500"/>
                <a:gd name="connsiteY2" fmla="*/ 1924661 h 1924661"/>
                <a:gd name="connsiteX3" fmla="*/ 0 w 571500"/>
                <a:gd name="connsiteY3" fmla="*/ 0 h 1924661"/>
                <a:gd name="connsiteX0" fmla="*/ 72568 w 644068"/>
                <a:gd name="connsiteY0" fmla="*/ 0 h 2028736"/>
                <a:gd name="connsiteX1" fmla="*/ 644068 w 644068"/>
                <a:gd name="connsiteY1" fmla="*/ 0 h 2028736"/>
                <a:gd name="connsiteX2" fmla="*/ 212268 w 644068"/>
                <a:gd name="connsiteY2" fmla="*/ 1924661 h 2028736"/>
                <a:gd name="connsiteX3" fmla="*/ 72568 w 644068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23447"/>
                <a:gd name="connsiteY0" fmla="*/ 0 h 2028736"/>
                <a:gd name="connsiteX1" fmla="*/ 623447 w 623447"/>
                <a:gd name="connsiteY1" fmla="*/ 0 h 2028736"/>
                <a:gd name="connsiteX2" fmla="*/ 191647 w 623447"/>
                <a:gd name="connsiteY2" fmla="*/ 1924661 h 2028736"/>
                <a:gd name="connsiteX3" fmla="*/ 115447 w 623447"/>
                <a:gd name="connsiteY3" fmla="*/ 0 h 2028736"/>
                <a:gd name="connsiteX0" fmla="*/ 115447 w 641441"/>
                <a:gd name="connsiteY0" fmla="*/ 0 h 2028736"/>
                <a:gd name="connsiteX1" fmla="*/ 623447 w 641441"/>
                <a:gd name="connsiteY1" fmla="*/ 0 h 2028736"/>
                <a:gd name="connsiteX2" fmla="*/ 191647 w 641441"/>
                <a:gd name="connsiteY2" fmla="*/ 1924661 h 2028736"/>
                <a:gd name="connsiteX3" fmla="*/ 115447 w 641441"/>
                <a:gd name="connsiteY3" fmla="*/ 0 h 2028736"/>
                <a:gd name="connsiteX0" fmla="*/ 152013 w 678007"/>
                <a:gd name="connsiteY0" fmla="*/ 0 h 2025030"/>
                <a:gd name="connsiteX1" fmla="*/ 660013 w 678007"/>
                <a:gd name="connsiteY1" fmla="*/ 0 h 2025030"/>
                <a:gd name="connsiteX2" fmla="*/ 228213 w 678007"/>
                <a:gd name="connsiteY2" fmla="*/ 1924661 h 2025030"/>
                <a:gd name="connsiteX3" fmla="*/ 152013 w 678007"/>
                <a:gd name="connsiteY3" fmla="*/ 0 h 2025030"/>
                <a:gd name="connsiteX0" fmla="*/ 152013 w 678007"/>
                <a:gd name="connsiteY0" fmla="*/ 0 h 2049316"/>
                <a:gd name="connsiteX1" fmla="*/ 660013 w 678007"/>
                <a:gd name="connsiteY1" fmla="*/ 0 h 2049316"/>
                <a:gd name="connsiteX2" fmla="*/ 228213 w 678007"/>
                <a:gd name="connsiteY2" fmla="*/ 1950061 h 2049316"/>
                <a:gd name="connsiteX3" fmla="*/ 152013 w 678007"/>
                <a:gd name="connsiteY3" fmla="*/ 0 h 2049316"/>
                <a:gd name="connsiteX0" fmla="*/ 171719 w 697713"/>
                <a:gd name="connsiteY0" fmla="*/ 0 h 2042075"/>
                <a:gd name="connsiteX1" fmla="*/ 679719 w 697713"/>
                <a:gd name="connsiteY1" fmla="*/ 0 h 2042075"/>
                <a:gd name="connsiteX2" fmla="*/ 247919 w 697713"/>
                <a:gd name="connsiteY2" fmla="*/ 1950061 h 2042075"/>
                <a:gd name="connsiteX3" fmla="*/ 171719 w 697713"/>
                <a:gd name="connsiteY3" fmla="*/ 0 h 204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7713" h="2042075">
                  <a:moveTo>
                    <a:pt x="171719" y="0"/>
                  </a:moveTo>
                  <a:lnTo>
                    <a:pt x="679719" y="0"/>
                  </a:lnTo>
                  <a:cubicBezTo>
                    <a:pt x="713586" y="622504"/>
                    <a:pt x="753802" y="2445157"/>
                    <a:pt x="247919" y="1950061"/>
                  </a:cubicBezTo>
                  <a:cubicBezTo>
                    <a:pt x="-287598" y="2470557"/>
                    <a:pt x="218286" y="641554"/>
                    <a:pt x="171719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2BBCB5D-85F8-632E-6C86-B05B605C9D83}"/>
                </a:ext>
              </a:extLst>
            </p:cNvPr>
            <p:cNvSpPr/>
            <p:nvPr/>
          </p:nvSpPr>
          <p:spPr>
            <a:xfrm>
              <a:off x="6767145" y="5813670"/>
              <a:ext cx="602328" cy="284281"/>
            </a:xfrm>
            <a:custGeom>
              <a:avLst/>
              <a:gdLst>
                <a:gd name="connsiteX0" fmla="*/ 0 w 602328"/>
                <a:gd name="connsiteY0" fmla="*/ 0 h 284281"/>
                <a:gd name="connsiteX1" fmla="*/ 602328 w 602328"/>
                <a:gd name="connsiteY1" fmla="*/ 0 h 284281"/>
                <a:gd name="connsiteX2" fmla="*/ 577967 w 602328"/>
                <a:gd name="connsiteY2" fmla="*/ 84749 h 284281"/>
                <a:gd name="connsiteX3" fmla="*/ 246832 w 602328"/>
                <a:gd name="connsiteY3" fmla="*/ 192267 h 284281"/>
                <a:gd name="connsiteX4" fmla="*/ 1242 w 602328"/>
                <a:gd name="connsiteY4" fmla="*/ 99841 h 284281"/>
                <a:gd name="connsiteX5" fmla="*/ 0 w 602328"/>
                <a:gd name="connsiteY5" fmla="*/ 0 h 28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2328" h="284281">
                  <a:moveTo>
                    <a:pt x="0" y="0"/>
                  </a:moveTo>
                  <a:lnTo>
                    <a:pt x="602328" y="0"/>
                  </a:lnTo>
                  <a:lnTo>
                    <a:pt x="577967" y="84749"/>
                  </a:lnTo>
                  <a:cubicBezTo>
                    <a:pt x="509679" y="275360"/>
                    <a:pt x="404921" y="346985"/>
                    <a:pt x="246832" y="192267"/>
                  </a:cubicBezTo>
                  <a:cubicBezTo>
                    <a:pt x="79483" y="354922"/>
                    <a:pt x="13833" y="288134"/>
                    <a:pt x="1242" y="9984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ectangle 14">
              <a:extLst>
                <a:ext uri="{FF2B5EF4-FFF2-40B4-BE49-F238E27FC236}">
                  <a16:creationId xmlns:a16="http://schemas.microsoft.com/office/drawing/2014/main" id="{5FDC12BA-98D4-E9D9-18B2-0C9C820919E1}"/>
                </a:ext>
              </a:extLst>
            </p:cNvPr>
            <p:cNvSpPr/>
            <p:nvPr/>
          </p:nvSpPr>
          <p:spPr>
            <a:xfrm>
              <a:off x="2962275" y="1866901"/>
              <a:ext cx="1323975" cy="750654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ctangle 14">
              <a:extLst>
                <a:ext uri="{FF2B5EF4-FFF2-40B4-BE49-F238E27FC236}">
                  <a16:creationId xmlns:a16="http://schemas.microsoft.com/office/drawing/2014/main" id="{875E6C62-3C18-9F50-A17B-7CB3C1C8DD49}"/>
                </a:ext>
              </a:extLst>
            </p:cNvPr>
            <p:cNvSpPr/>
            <p:nvPr/>
          </p:nvSpPr>
          <p:spPr>
            <a:xfrm>
              <a:off x="3027362" y="353565"/>
              <a:ext cx="1628775" cy="1514132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920875"/>
                <a:gd name="connsiteY0" fmla="*/ 0 h 1236214"/>
                <a:gd name="connsiteX1" fmla="*/ 1920875 w 1920875"/>
                <a:gd name="connsiteY1" fmla="*/ 742950 h 1236214"/>
                <a:gd name="connsiteX2" fmla="*/ 1825625 w 1920875"/>
                <a:gd name="connsiteY2" fmla="*/ 981075 h 1236214"/>
                <a:gd name="connsiteX3" fmla="*/ 0 w 1920875"/>
                <a:gd name="connsiteY3" fmla="*/ 0 h 1236214"/>
                <a:gd name="connsiteX0" fmla="*/ 0 w 1920875"/>
                <a:gd name="connsiteY0" fmla="*/ 0 h 1552010"/>
                <a:gd name="connsiteX1" fmla="*/ 1920875 w 1920875"/>
                <a:gd name="connsiteY1" fmla="*/ 742950 h 1552010"/>
                <a:gd name="connsiteX2" fmla="*/ 1330325 w 1920875"/>
                <a:gd name="connsiteY2" fmla="*/ 1336675 h 1552010"/>
                <a:gd name="connsiteX3" fmla="*/ 0 w 1920875"/>
                <a:gd name="connsiteY3" fmla="*/ 0 h 1552010"/>
                <a:gd name="connsiteX0" fmla="*/ 0 w 1692275"/>
                <a:gd name="connsiteY0" fmla="*/ 0 h 1552010"/>
                <a:gd name="connsiteX1" fmla="*/ 1692275 w 1692275"/>
                <a:gd name="connsiteY1" fmla="*/ 933450 h 1552010"/>
                <a:gd name="connsiteX2" fmla="*/ 1330325 w 1692275"/>
                <a:gd name="connsiteY2" fmla="*/ 1336675 h 1552010"/>
                <a:gd name="connsiteX3" fmla="*/ 0 w 1692275"/>
                <a:gd name="connsiteY3" fmla="*/ 0 h 1552010"/>
                <a:gd name="connsiteX0" fmla="*/ 0 w 1692275"/>
                <a:gd name="connsiteY0" fmla="*/ 64117 h 1616127"/>
                <a:gd name="connsiteX1" fmla="*/ 1692275 w 1692275"/>
                <a:gd name="connsiteY1" fmla="*/ 997567 h 1616127"/>
                <a:gd name="connsiteX2" fmla="*/ 1330325 w 1692275"/>
                <a:gd name="connsiteY2" fmla="*/ 1400792 h 1616127"/>
                <a:gd name="connsiteX3" fmla="*/ 0 w 1692275"/>
                <a:gd name="connsiteY3" fmla="*/ 64117 h 1616127"/>
                <a:gd name="connsiteX0" fmla="*/ 0 w 1692275"/>
                <a:gd name="connsiteY0" fmla="*/ 55225 h 1607235"/>
                <a:gd name="connsiteX1" fmla="*/ 1692275 w 1692275"/>
                <a:gd name="connsiteY1" fmla="*/ 988675 h 1607235"/>
                <a:gd name="connsiteX2" fmla="*/ 1330325 w 1692275"/>
                <a:gd name="connsiteY2" fmla="*/ 1391900 h 1607235"/>
                <a:gd name="connsiteX3" fmla="*/ 0 w 1692275"/>
                <a:gd name="connsiteY3" fmla="*/ 55225 h 1607235"/>
                <a:gd name="connsiteX0" fmla="*/ 0 w 1692275"/>
                <a:gd name="connsiteY0" fmla="*/ 67876 h 1619886"/>
                <a:gd name="connsiteX1" fmla="*/ 1692275 w 1692275"/>
                <a:gd name="connsiteY1" fmla="*/ 1001326 h 1619886"/>
                <a:gd name="connsiteX2" fmla="*/ 1330325 w 1692275"/>
                <a:gd name="connsiteY2" fmla="*/ 1404551 h 1619886"/>
                <a:gd name="connsiteX3" fmla="*/ 0 w 1692275"/>
                <a:gd name="connsiteY3" fmla="*/ 67876 h 1619886"/>
                <a:gd name="connsiteX0" fmla="*/ 0 w 1628775"/>
                <a:gd name="connsiteY0" fmla="*/ 71322 h 1623332"/>
                <a:gd name="connsiteX1" fmla="*/ 1628775 w 1628775"/>
                <a:gd name="connsiteY1" fmla="*/ 903172 h 1623332"/>
                <a:gd name="connsiteX2" fmla="*/ 1330325 w 1628775"/>
                <a:gd name="connsiteY2" fmla="*/ 1407997 h 1623332"/>
                <a:gd name="connsiteX3" fmla="*/ 0 w 1628775"/>
                <a:gd name="connsiteY3" fmla="*/ 71322 h 1623332"/>
                <a:gd name="connsiteX0" fmla="*/ 0 w 1628775"/>
                <a:gd name="connsiteY0" fmla="*/ 70464 h 1622474"/>
                <a:gd name="connsiteX1" fmla="*/ 1628775 w 1628775"/>
                <a:gd name="connsiteY1" fmla="*/ 902314 h 1622474"/>
                <a:gd name="connsiteX2" fmla="*/ 1330325 w 1628775"/>
                <a:gd name="connsiteY2" fmla="*/ 1407139 h 1622474"/>
                <a:gd name="connsiteX3" fmla="*/ 0 w 1628775"/>
                <a:gd name="connsiteY3" fmla="*/ 70464 h 1622474"/>
                <a:gd name="connsiteX0" fmla="*/ 0 w 1628775"/>
                <a:gd name="connsiteY0" fmla="*/ 48215 h 1600225"/>
                <a:gd name="connsiteX1" fmla="*/ 1628775 w 1628775"/>
                <a:gd name="connsiteY1" fmla="*/ 880065 h 1600225"/>
                <a:gd name="connsiteX2" fmla="*/ 1330325 w 1628775"/>
                <a:gd name="connsiteY2" fmla="*/ 1384890 h 1600225"/>
                <a:gd name="connsiteX3" fmla="*/ 0 w 1628775"/>
                <a:gd name="connsiteY3" fmla="*/ 48215 h 1600225"/>
                <a:gd name="connsiteX0" fmla="*/ 0 w 1628775"/>
                <a:gd name="connsiteY0" fmla="*/ 19731 h 1571741"/>
                <a:gd name="connsiteX1" fmla="*/ 1628775 w 1628775"/>
                <a:gd name="connsiteY1" fmla="*/ 851581 h 1571741"/>
                <a:gd name="connsiteX2" fmla="*/ 1330325 w 1628775"/>
                <a:gd name="connsiteY2" fmla="*/ 1356406 h 1571741"/>
                <a:gd name="connsiteX3" fmla="*/ 0 w 1628775"/>
                <a:gd name="connsiteY3" fmla="*/ 19731 h 1571741"/>
                <a:gd name="connsiteX0" fmla="*/ 0 w 1628775"/>
                <a:gd name="connsiteY0" fmla="*/ 19731 h 1558020"/>
                <a:gd name="connsiteX1" fmla="*/ 1628775 w 1628775"/>
                <a:gd name="connsiteY1" fmla="*/ 851581 h 1558020"/>
                <a:gd name="connsiteX2" fmla="*/ 1330325 w 1628775"/>
                <a:gd name="connsiteY2" fmla="*/ 1356406 h 1558020"/>
                <a:gd name="connsiteX3" fmla="*/ 0 w 1628775"/>
                <a:gd name="connsiteY3" fmla="*/ 19731 h 1558020"/>
                <a:gd name="connsiteX0" fmla="*/ 0 w 1628775"/>
                <a:gd name="connsiteY0" fmla="*/ 19731 h 1526407"/>
                <a:gd name="connsiteX1" fmla="*/ 1628775 w 1628775"/>
                <a:gd name="connsiteY1" fmla="*/ 851581 h 1526407"/>
                <a:gd name="connsiteX2" fmla="*/ 1330325 w 1628775"/>
                <a:gd name="connsiteY2" fmla="*/ 1356406 h 1526407"/>
                <a:gd name="connsiteX3" fmla="*/ 0 w 1628775"/>
                <a:gd name="connsiteY3" fmla="*/ 19731 h 1526407"/>
                <a:gd name="connsiteX0" fmla="*/ 0 w 1628775"/>
                <a:gd name="connsiteY0" fmla="*/ 19731 h 1509237"/>
                <a:gd name="connsiteX1" fmla="*/ 1628775 w 1628775"/>
                <a:gd name="connsiteY1" fmla="*/ 851581 h 1509237"/>
                <a:gd name="connsiteX2" fmla="*/ 1330325 w 1628775"/>
                <a:gd name="connsiteY2" fmla="*/ 1356406 h 1509237"/>
                <a:gd name="connsiteX3" fmla="*/ 0 w 1628775"/>
                <a:gd name="connsiteY3" fmla="*/ 19731 h 1509237"/>
                <a:gd name="connsiteX0" fmla="*/ 0 w 1628775"/>
                <a:gd name="connsiteY0" fmla="*/ 19731 h 1526055"/>
                <a:gd name="connsiteX1" fmla="*/ 1628775 w 1628775"/>
                <a:gd name="connsiteY1" fmla="*/ 851581 h 1526055"/>
                <a:gd name="connsiteX2" fmla="*/ 1330325 w 1628775"/>
                <a:gd name="connsiteY2" fmla="*/ 1356406 h 1526055"/>
                <a:gd name="connsiteX3" fmla="*/ 0 w 1628775"/>
                <a:gd name="connsiteY3" fmla="*/ 19731 h 1526055"/>
                <a:gd name="connsiteX0" fmla="*/ 0 w 1628775"/>
                <a:gd name="connsiteY0" fmla="*/ 19731 h 1561949"/>
                <a:gd name="connsiteX1" fmla="*/ 1628775 w 1628775"/>
                <a:gd name="connsiteY1" fmla="*/ 851581 h 1561949"/>
                <a:gd name="connsiteX2" fmla="*/ 1330325 w 1628775"/>
                <a:gd name="connsiteY2" fmla="*/ 1356406 h 1561949"/>
                <a:gd name="connsiteX3" fmla="*/ 0 w 1628775"/>
                <a:gd name="connsiteY3" fmla="*/ 19731 h 1561949"/>
                <a:gd name="connsiteX0" fmla="*/ 0 w 1628775"/>
                <a:gd name="connsiteY0" fmla="*/ 19731 h 1501781"/>
                <a:gd name="connsiteX1" fmla="*/ 1628775 w 1628775"/>
                <a:gd name="connsiteY1" fmla="*/ 851581 h 1501781"/>
                <a:gd name="connsiteX2" fmla="*/ 1330325 w 1628775"/>
                <a:gd name="connsiteY2" fmla="*/ 1356406 h 1501781"/>
                <a:gd name="connsiteX3" fmla="*/ 0 w 1628775"/>
                <a:gd name="connsiteY3" fmla="*/ 19731 h 1501781"/>
                <a:gd name="connsiteX0" fmla="*/ 0 w 1628775"/>
                <a:gd name="connsiteY0" fmla="*/ 19731 h 1560496"/>
                <a:gd name="connsiteX1" fmla="*/ 1628775 w 1628775"/>
                <a:gd name="connsiteY1" fmla="*/ 851581 h 1560496"/>
                <a:gd name="connsiteX2" fmla="*/ 1317625 w 1628775"/>
                <a:gd name="connsiteY2" fmla="*/ 1419906 h 1560496"/>
                <a:gd name="connsiteX3" fmla="*/ 0 w 1628775"/>
                <a:gd name="connsiteY3" fmla="*/ 19731 h 1560496"/>
                <a:gd name="connsiteX0" fmla="*/ 0 w 1628775"/>
                <a:gd name="connsiteY0" fmla="*/ 19731 h 1514132"/>
                <a:gd name="connsiteX1" fmla="*/ 1628775 w 1628775"/>
                <a:gd name="connsiteY1" fmla="*/ 851581 h 1514132"/>
                <a:gd name="connsiteX2" fmla="*/ 1317625 w 1628775"/>
                <a:gd name="connsiteY2" fmla="*/ 1419906 h 1514132"/>
                <a:gd name="connsiteX3" fmla="*/ 0 w 1628775"/>
                <a:gd name="connsiteY3" fmla="*/ 19731 h 151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514132">
                  <a:moveTo>
                    <a:pt x="0" y="19731"/>
                  </a:moveTo>
                  <a:cubicBezTo>
                    <a:pt x="876300" y="-189819"/>
                    <a:pt x="441325" y="1350056"/>
                    <a:pt x="1628775" y="851581"/>
                  </a:cubicBezTo>
                  <a:lnTo>
                    <a:pt x="1317625" y="1419906"/>
                  </a:lnTo>
                  <a:cubicBezTo>
                    <a:pt x="-209550" y="1873931"/>
                    <a:pt x="412750" y="569006"/>
                    <a:pt x="0" y="1973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 16">
              <a:extLst>
                <a:ext uri="{FF2B5EF4-FFF2-40B4-BE49-F238E27FC236}">
                  <a16:creationId xmlns:a16="http://schemas.microsoft.com/office/drawing/2014/main" id="{A8CB2BB8-F308-FD24-C20F-F6B2B3EA185B}"/>
                </a:ext>
              </a:extLst>
            </p:cNvPr>
            <p:cNvSpPr/>
            <p:nvPr/>
          </p:nvSpPr>
          <p:spPr>
            <a:xfrm>
              <a:off x="3825821" y="1389929"/>
              <a:ext cx="5052131" cy="4092376"/>
            </a:xfrm>
            <a:custGeom>
              <a:avLst/>
              <a:gdLst>
                <a:gd name="connsiteX0" fmla="*/ 0 w 3947495"/>
                <a:gd name="connsiteY0" fmla="*/ 0 h 3492499"/>
                <a:gd name="connsiteX1" fmla="*/ 3947495 w 3947495"/>
                <a:gd name="connsiteY1" fmla="*/ 0 h 3492499"/>
                <a:gd name="connsiteX2" fmla="*/ 3947495 w 3947495"/>
                <a:gd name="connsiteY2" fmla="*/ 3492499 h 3492499"/>
                <a:gd name="connsiteX3" fmla="*/ 0 w 3947495"/>
                <a:gd name="connsiteY3" fmla="*/ 3492499 h 3492499"/>
                <a:gd name="connsiteX4" fmla="*/ 0 w 3947495"/>
                <a:gd name="connsiteY4" fmla="*/ 0 h 3492499"/>
                <a:gd name="connsiteX0" fmla="*/ 0 w 4468195"/>
                <a:gd name="connsiteY0" fmla="*/ 0 h 3492499"/>
                <a:gd name="connsiteX1" fmla="*/ 4468195 w 4468195"/>
                <a:gd name="connsiteY1" fmla="*/ 2882900 h 3492499"/>
                <a:gd name="connsiteX2" fmla="*/ 3947495 w 4468195"/>
                <a:gd name="connsiteY2" fmla="*/ 3492499 h 3492499"/>
                <a:gd name="connsiteX3" fmla="*/ 0 w 4468195"/>
                <a:gd name="connsiteY3" fmla="*/ 3492499 h 3492499"/>
                <a:gd name="connsiteX4" fmla="*/ 0 w 4468195"/>
                <a:gd name="connsiteY4" fmla="*/ 0 h 3492499"/>
                <a:gd name="connsiteX0" fmla="*/ 0 w 4468195"/>
                <a:gd name="connsiteY0" fmla="*/ 501941 h 3994440"/>
                <a:gd name="connsiteX1" fmla="*/ 4468195 w 4468195"/>
                <a:gd name="connsiteY1" fmla="*/ 3384841 h 3994440"/>
                <a:gd name="connsiteX2" fmla="*/ 3947495 w 4468195"/>
                <a:gd name="connsiteY2" fmla="*/ 3994440 h 3994440"/>
                <a:gd name="connsiteX3" fmla="*/ 0 w 4468195"/>
                <a:gd name="connsiteY3" fmla="*/ 3994440 h 3994440"/>
                <a:gd name="connsiteX4" fmla="*/ 0 w 4468195"/>
                <a:gd name="connsiteY4" fmla="*/ 501941 h 3994440"/>
                <a:gd name="connsiteX0" fmla="*/ 0 w 4532347"/>
                <a:gd name="connsiteY0" fmla="*/ 476976 h 3969475"/>
                <a:gd name="connsiteX1" fmla="*/ 4468195 w 4532347"/>
                <a:gd name="connsiteY1" fmla="*/ 3359876 h 3969475"/>
                <a:gd name="connsiteX2" fmla="*/ 3947495 w 4532347"/>
                <a:gd name="connsiteY2" fmla="*/ 3969475 h 3969475"/>
                <a:gd name="connsiteX3" fmla="*/ 0 w 4532347"/>
                <a:gd name="connsiteY3" fmla="*/ 3969475 h 3969475"/>
                <a:gd name="connsiteX4" fmla="*/ 0 w 4532347"/>
                <a:gd name="connsiteY4" fmla="*/ 476976 h 3969475"/>
                <a:gd name="connsiteX0" fmla="*/ 419100 w 4951447"/>
                <a:gd name="connsiteY0" fmla="*/ 476976 h 3969475"/>
                <a:gd name="connsiteX1" fmla="*/ 4887295 w 4951447"/>
                <a:gd name="connsiteY1" fmla="*/ 3359876 h 3969475"/>
                <a:gd name="connsiteX2" fmla="*/ 4366595 w 4951447"/>
                <a:gd name="connsiteY2" fmla="*/ 3969475 h 3969475"/>
                <a:gd name="connsiteX3" fmla="*/ 0 w 4951447"/>
                <a:gd name="connsiteY3" fmla="*/ 3474175 h 3969475"/>
                <a:gd name="connsiteX4" fmla="*/ 419100 w 4951447"/>
                <a:gd name="connsiteY4" fmla="*/ 476976 h 3969475"/>
                <a:gd name="connsiteX0" fmla="*/ 501094 w 5033441"/>
                <a:gd name="connsiteY0" fmla="*/ 476976 h 3969475"/>
                <a:gd name="connsiteX1" fmla="*/ 4969289 w 5033441"/>
                <a:gd name="connsiteY1" fmla="*/ 3359876 h 3969475"/>
                <a:gd name="connsiteX2" fmla="*/ 4448589 w 5033441"/>
                <a:gd name="connsiteY2" fmla="*/ 3969475 h 3969475"/>
                <a:gd name="connsiteX3" fmla="*/ 81994 w 5033441"/>
                <a:gd name="connsiteY3" fmla="*/ 3474175 h 3969475"/>
                <a:gd name="connsiteX4" fmla="*/ 501094 w 5033441"/>
                <a:gd name="connsiteY4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100684 w 5052131"/>
                <a:gd name="connsiteY3" fmla="*/ 3474175 h 3969475"/>
                <a:gd name="connsiteX4" fmla="*/ 519784 w 5052131"/>
                <a:gd name="connsiteY4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314379 w 5052131"/>
                <a:gd name="connsiteY3" fmla="*/ 2826475 h 3969475"/>
                <a:gd name="connsiteX4" fmla="*/ 100684 w 5052131"/>
                <a:gd name="connsiteY4" fmla="*/ 3474175 h 3969475"/>
                <a:gd name="connsiteX5" fmla="*/ 519784 w 5052131"/>
                <a:gd name="connsiteY5" fmla="*/ 476976 h 3969475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619179 w 5052131"/>
                <a:gd name="connsiteY3" fmla="*/ 3359875 h 3969475"/>
                <a:gd name="connsiteX4" fmla="*/ 314379 w 5052131"/>
                <a:gd name="connsiteY4" fmla="*/ 2826475 h 3969475"/>
                <a:gd name="connsiteX5" fmla="*/ 100684 w 5052131"/>
                <a:gd name="connsiteY5" fmla="*/ 3474175 h 3969475"/>
                <a:gd name="connsiteX6" fmla="*/ 519784 w 5052131"/>
                <a:gd name="connsiteY6" fmla="*/ 476976 h 3969475"/>
                <a:gd name="connsiteX0" fmla="*/ 519784 w 5052131"/>
                <a:gd name="connsiteY0" fmla="*/ 476976 h 3969799"/>
                <a:gd name="connsiteX1" fmla="*/ 4987979 w 5052131"/>
                <a:gd name="connsiteY1" fmla="*/ 3359876 h 3969799"/>
                <a:gd name="connsiteX2" fmla="*/ 4467279 w 5052131"/>
                <a:gd name="connsiteY2" fmla="*/ 3969475 h 3969799"/>
                <a:gd name="connsiteX3" fmla="*/ 1063679 w 5052131"/>
                <a:gd name="connsiteY3" fmla="*/ 3232875 h 3969799"/>
                <a:gd name="connsiteX4" fmla="*/ 619179 w 5052131"/>
                <a:gd name="connsiteY4" fmla="*/ 3359875 h 3969799"/>
                <a:gd name="connsiteX5" fmla="*/ 314379 w 5052131"/>
                <a:gd name="connsiteY5" fmla="*/ 2826475 h 3969799"/>
                <a:gd name="connsiteX6" fmla="*/ 100684 w 5052131"/>
                <a:gd name="connsiteY6" fmla="*/ 3474175 h 3969799"/>
                <a:gd name="connsiteX7" fmla="*/ 519784 w 5052131"/>
                <a:gd name="connsiteY7" fmla="*/ 476976 h 3969799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1419279 w 5052131"/>
                <a:gd name="connsiteY3" fmla="*/ 3448775 h 3969475"/>
                <a:gd name="connsiteX4" fmla="*/ 1063679 w 5052131"/>
                <a:gd name="connsiteY4" fmla="*/ 3232875 h 3969475"/>
                <a:gd name="connsiteX5" fmla="*/ 619179 w 5052131"/>
                <a:gd name="connsiteY5" fmla="*/ 3359875 h 3969475"/>
                <a:gd name="connsiteX6" fmla="*/ 314379 w 5052131"/>
                <a:gd name="connsiteY6" fmla="*/ 2826475 h 3969475"/>
                <a:gd name="connsiteX7" fmla="*/ 100684 w 5052131"/>
                <a:gd name="connsiteY7" fmla="*/ 3474175 h 3969475"/>
                <a:gd name="connsiteX8" fmla="*/ 519784 w 5052131"/>
                <a:gd name="connsiteY8" fmla="*/ 476976 h 3969475"/>
                <a:gd name="connsiteX0" fmla="*/ 519784 w 5052131"/>
                <a:gd name="connsiteY0" fmla="*/ 476976 h 3973374"/>
                <a:gd name="connsiteX1" fmla="*/ 4987979 w 5052131"/>
                <a:gd name="connsiteY1" fmla="*/ 3359876 h 3973374"/>
                <a:gd name="connsiteX2" fmla="*/ 4467279 w 5052131"/>
                <a:gd name="connsiteY2" fmla="*/ 3969475 h 3973374"/>
                <a:gd name="connsiteX3" fmla="*/ 1685979 w 5052131"/>
                <a:gd name="connsiteY3" fmla="*/ 3804375 h 3973374"/>
                <a:gd name="connsiteX4" fmla="*/ 1419279 w 5052131"/>
                <a:gd name="connsiteY4" fmla="*/ 3448775 h 3973374"/>
                <a:gd name="connsiteX5" fmla="*/ 1063679 w 5052131"/>
                <a:gd name="connsiteY5" fmla="*/ 3232875 h 3973374"/>
                <a:gd name="connsiteX6" fmla="*/ 619179 w 5052131"/>
                <a:gd name="connsiteY6" fmla="*/ 3359875 h 3973374"/>
                <a:gd name="connsiteX7" fmla="*/ 314379 w 5052131"/>
                <a:gd name="connsiteY7" fmla="*/ 2826475 h 3973374"/>
                <a:gd name="connsiteX8" fmla="*/ 100684 w 5052131"/>
                <a:gd name="connsiteY8" fmla="*/ 3474175 h 3973374"/>
                <a:gd name="connsiteX9" fmla="*/ 519784 w 5052131"/>
                <a:gd name="connsiteY9" fmla="*/ 476976 h 3973374"/>
                <a:gd name="connsiteX0" fmla="*/ 519784 w 5052131"/>
                <a:gd name="connsiteY0" fmla="*/ 476976 h 3974749"/>
                <a:gd name="connsiteX1" fmla="*/ 4987979 w 5052131"/>
                <a:gd name="connsiteY1" fmla="*/ 3359876 h 3974749"/>
                <a:gd name="connsiteX2" fmla="*/ 4467279 w 5052131"/>
                <a:gd name="connsiteY2" fmla="*/ 3969475 h 3974749"/>
                <a:gd name="connsiteX3" fmla="*/ 2143179 w 5052131"/>
                <a:gd name="connsiteY3" fmla="*/ 3156674 h 3974749"/>
                <a:gd name="connsiteX4" fmla="*/ 1685979 w 5052131"/>
                <a:gd name="connsiteY4" fmla="*/ 3804375 h 3974749"/>
                <a:gd name="connsiteX5" fmla="*/ 1419279 w 5052131"/>
                <a:gd name="connsiteY5" fmla="*/ 3448775 h 3974749"/>
                <a:gd name="connsiteX6" fmla="*/ 1063679 w 5052131"/>
                <a:gd name="connsiteY6" fmla="*/ 3232875 h 3974749"/>
                <a:gd name="connsiteX7" fmla="*/ 619179 w 5052131"/>
                <a:gd name="connsiteY7" fmla="*/ 3359875 h 3974749"/>
                <a:gd name="connsiteX8" fmla="*/ 314379 w 5052131"/>
                <a:gd name="connsiteY8" fmla="*/ 2826475 h 3974749"/>
                <a:gd name="connsiteX9" fmla="*/ 100684 w 5052131"/>
                <a:gd name="connsiteY9" fmla="*/ 3474175 h 3974749"/>
                <a:gd name="connsiteX10" fmla="*/ 519784 w 5052131"/>
                <a:gd name="connsiteY10" fmla="*/ 476976 h 3974749"/>
                <a:gd name="connsiteX0" fmla="*/ 519784 w 5052131"/>
                <a:gd name="connsiteY0" fmla="*/ 476976 h 3969475"/>
                <a:gd name="connsiteX1" fmla="*/ 4987979 w 5052131"/>
                <a:gd name="connsiteY1" fmla="*/ 3359876 h 3969475"/>
                <a:gd name="connsiteX2" fmla="*/ 4467279 w 5052131"/>
                <a:gd name="connsiteY2" fmla="*/ 3969475 h 3969475"/>
                <a:gd name="connsiteX3" fmla="*/ 2409879 w 5052131"/>
                <a:gd name="connsiteY3" fmla="*/ 3766274 h 3969475"/>
                <a:gd name="connsiteX4" fmla="*/ 2143179 w 5052131"/>
                <a:gd name="connsiteY4" fmla="*/ 3156674 h 3969475"/>
                <a:gd name="connsiteX5" fmla="*/ 1685979 w 5052131"/>
                <a:gd name="connsiteY5" fmla="*/ 3804375 h 3969475"/>
                <a:gd name="connsiteX6" fmla="*/ 1419279 w 5052131"/>
                <a:gd name="connsiteY6" fmla="*/ 3448775 h 3969475"/>
                <a:gd name="connsiteX7" fmla="*/ 1063679 w 5052131"/>
                <a:gd name="connsiteY7" fmla="*/ 3232875 h 3969475"/>
                <a:gd name="connsiteX8" fmla="*/ 619179 w 5052131"/>
                <a:gd name="connsiteY8" fmla="*/ 3359875 h 3969475"/>
                <a:gd name="connsiteX9" fmla="*/ 314379 w 5052131"/>
                <a:gd name="connsiteY9" fmla="*/ 2826475 h 3969475"/>
                <a:gd name="connsiteX10" fmla="*/ 100684 w 5052131"/>
                <a:gd name="connsiteY10" fmla="*/ 3474175 h 3969475"/>
                <a:gd name="connsiteX11" fmla="*/ 519784 w 5052131"/>
                <a:gd name="connsiteY11" fmla="*/ 476976 h 3969475"/>
                <a:gd name="connsiteX0" fmla="*/ 519784 w 5052131"/>
                <a:gd name="connsiteY0" fmla="*/ 476976 h 3980176"/>
                <a:gd name="connsiteX1" fmla="*/ 4987979 w 5052131"/>
                <a:gd name="connsiteY1" fmla="*/ 3359876 h 3980176"/>
                <a:gd name="connsiteX2" fmla="*/ 4467279 w 5052131"/>
                <a:gd name="connsiteY2" fmla="*/ 3969475 h 3980176"/>
                <a:gd name="connsiteX3" fmla="*/ 2841679 w 5052131"/>
                <a:gd name="connsiteY3" fmla="*/ 3575774 h 3980176"/>
                <a:gd name="connsiteX4" fmla="*/ 2409879 w 5052131"/>
                <a:gd name="connsiteY4" fmla="*/ 3766274 h 3980176"/>
                <a:gd name="connsiteX5" fmla="*/ 2143179 w 5052131"/>
                <a:gd name="connsiteY5" fmla="*/ 3156674 h 3980176"/>
                <a:gd name="connsiteX6" fmla="*/ 1685979 w 5052131"/>
                <a:gd name="connsiteY6" fmla="*/ 3804375 h 3980176"/>
                <a:gd name="connsiteX7" fmla="*/ 1419279 w 5052131"/>
                <a:gd name="connsiteY7" fmla="*/ 3448775 h 3980176"/>
                <a:gd name="connsiteX8" fmla="*/ 1063679 w 5052131"/>
                <a:gd name="connsiteY8" fmla="*/ 3232875 h 3980176"/>
                <a:gd name="connsiteX9" fmla="*/ 619179 w 5052131"/>
                <a:gd name="connsiteY9" fmla="*/ 3359875 h 3980176"/>
                <a:gd name="connsiteX10" fmla="*/ 314379 w 5052131"/>
                <a:gd name="connsiteY10" fmla="*/ 2826475 h 3980176"/>
                <a:gd name="connsiteX11" fmla="*/ 100684 w 5052131"/>
                <a:gd name="connsiteY11" fmla="*/ 3474175 h 3980176"/>
                <a:gd name="connsiteX12" fmla="*/ 519784 w 5052131"/>
                <a:gd name="connsiteY12" fmla="*/ 476976 h 3980176"/>
                <a:gd name="connsiteX0" fmla="*/ 519784 w 5052131"/>
                <a:gd name="connsiteY0" fmla="*/ 476976 h 3972214"/>
                <a:gd name="connsiteX1" fmla="*/ 4987979 w 5052131"/>
                <a:gd name="connsiteY1" fmla="*/ 3359876 h 3972214"/>
                <a:gd name="connsiteX2" fmla="*/ 4467279 w 5052131"/>
                <a:gd name="connsiteY2" fmla="*/ 3969475 h 3972214"/>
                <a:gd name="connsiteX3" fmla="*/ 3197279 w 5052131"/>
                <a:gd name="connsiteY3" fmla="*/ 3105873 h 3972214"/>
                <a:gd name="connsiteX4" fmla="*/ 2841679 w 5052131"/>
                <a:gd name="connsiteY4" fmla="*/ 3575774 h 3972214"/>
                <a:gd name="connsiteX5" fmla="*/ 2409879 w 5052131"/>
                <a:gd name="connsiteY5" fmla="*/ 3766274 h 3972214"/>
                <a:gd name="connsiteX6" fmla="*/ 2143179 w 5052131"/>
                <a:gd name="connsiteY6" fmla="*/ 3156674 h 3972214"/>
                <a:gd name="connsiteX7" fmla="*/ 1685979 w 5052131"/>
                <a:gd name="connsiteY7" fmla="*/ 3804375 h 3972214"/>
                <a:gd name="connsiteX8" fmla="*/ 1419279 w 5052131"/>
                <a:gd name="connsiteY8" fmla="*/ 3448775 h 3972214"/>
                <a:gd name="connsiteX9" fmla="*/ 1063679 w 5052131"/>
                <a:gd name="connsiteY9" fmla="*/ 3232875 h 3972214"/>
                <a:gd name="connsiteX10" fmla="*/ 619179 w 5052131"/>
                <a:gd name="connsiteY10" fmla="*/ 3359875 h 3972214"/>
                <a:gd name="connsiteX11" fmla="*/ 314379 w 5052131"/>
                <a:gd name="connsiteY11" fmla="*/ 2826475 h 3972214"/>
                <a:gd name="connsiteX12" fmla="*/ 100684 w 5052131"/>
                <a:gd name="connsiteY12" fmla="*/ 3474175 h 3972214"/>
                <a:gd name="connsiteX13" fmla="*/ 519784 w 5052131"/>
                <a:gd name="connsiteY13" fmla="*/ 476976 h 3972214"/>
                <a:gd name="connsiteX0" fmla="*/ 519784 w 5052131"/>
                <a:gd name="connsiteY0" fmla="*/ 476976 h 3970199"/>
                <a:gd name="connsiteX1" fmla="*/ 4987979 w 5052131"/>
                <a:gd name="connsiteY1" fmla="*/ 3359876 h 3970199"/>
                <a:gd name="connsiteX2" fmla="*/ 4467279 w 5052131"/>
                <a:gd name="connsiteY2" fmla="*/ 3969475 h 3970199"/>
                <a:gd name="connsiteX3" fmla="*/ 3730679 w 5052131"/>
                <a:gd name="connsiteY3" fmla="*/ 3397973 h 3970199"/>
                <a:gd name="connsiteX4" fmla="*/ 3197279 w 5052131"/>
                <a:gd name="connsiteY4" fmla="*/ 3105873 h 3970199"/>
                <a:gd name="connsiteX5" fmla="*/ 2841679 w 5052131"/>
                <a:gd name="connsiteY5" fmla="*/ 3575774 h 3970199"/>
                <a:gd name="connsiteX6" fmla="*/ 2409879 w 5052131"/>
                <a:gd name="connsiteY6" fmla="*/ 3766274 h 3970199"/>
                <a:gd name="connsiteX7" fmla="*/ 2143179 w 5052131"/>
                <a:gd name="connsiteY7" fmla="*/ 3156674 h 3970199"/>
                <a:gd name="connsiteX8" fmla="*/ 1685979 w 5052131"/>
                <a:gd name="connsiteY8" fmla="*/ 3804375 h 3970199"/>
                <a:gd name="connsiteX9" fmla="*/ 1419279 w 5052131"/>
                <a:gd name="connsiteY9" fmla="*/ 3448775 h 3970199"/>
                <a:gd name="connsiteX10" fmla="*/ 1063679 w 5052131"/>
                <a:gd name="connsiteY10" fmla="*/ 3232875 h 3970199"/>
                <a:gd name="connsiteX11" fmla="*/ 619179 w 5052131"/>
                <a:gd name="connsiteY11" fmla="*/ 3359875 h 3970199"/>
                <a:gd name="connsiteX12" fmla="*/ 314379 w 5052131"/>
                <a:gd name="connsiteY12" fmla="*/ 2826475 h 3970199"/>
                <a:gd name="connsiteX13" fmla="*/ 100684 w 5052131"/>
                <a:gd name="connsiteY13" fmla="*/ 3474175 h 3970199"/>
                <a:gd name="connsiteX14" fmla="*/ 519784 w 5052131"/>
                <a:gd name="connsiteY14" fmla="*/ 476976 h 3970199"/>
                <a:gd name="connsiteX0" fmla="*/ 519784 w 5052131"/>
                <a:gd name="connsiteY0" fmla="*/ 476976 h 3976108"/>
                <a:gd name="connsiteX1" fmla="*/ 4987979 w 5052131"/>
                <a:gd name="connsiteY1" fmla="*/ 3359876 h 3976108"/>
                <a:gd name="connsiteX2" fmla="*/ 4467279 w 5052131"/>
                <a:gd name="connsiteY2" fmla="*/ 3969475 h 3976108"/>
                <a:gd name="connsiteX3" fmla="*/ 4060879 w 5052131"/>
                <a:gd name="connsiteY3" fmla="*/ 3626574 h 3976108"/>
                <a:gd name="connsiteX4" fmla="*/ 3730679 w 5052131"/>
                <a:gd name="connsiteY4" fmla="*/ 3397973 h 3976108"/>
                <a:gd name="connsiteX5" fmla="*/ 3197279 w 5052131"/>
                <a:gd name="connsiteY5" fmla="*/ 3105873 h 3976108"/>
                <a:gd name="connsiteX6" fmla="*/ 2841679 w 5052131"/>
                <a:gd name="connsiteY6" fmla="*/ 3575774 h 3976108"/>
                <a:gd name="connsiteX7" fmla="*/ 2409879 w 5052131"/>
                <a:gd name="connsiteY7" fmla="*/ 3766274 h 3976108"/>
                <a:gd name="connsiteX8" fmla="*/ 2143179 w 5052131"/>
                <a:gd name="connsiteY8" fmla="*/ 3156674 h 3976108"/>
                <a:gd name="connsiteX9" fmla="*/ 1685979 w 5052131"/>
                <a:gd name="connsiteY9" fmla="*/ 3804375 h 3976108"/>
                <a:gd name="connsiteX10" fmla="*/ 1419279 w 5052131"/>
                <a:gd name="connsiteY10" fmla="*/ 3448775 h 3976108"/>
                <a:gd name="connsiteX11" fmla="*/ 1063679 w 5052131"/>
                <a:gd name="connsiteY11" fmla="*/ 3232875 h 3976108"/>
                <a:gd name="connsiteX12" fmla="*/ 619179 w 5052131"/>
                <a:gd name="connsiteY12" fmla="*/ 3359875 h 3976108"/>
                <a:gd name="connsiteX13" fmla="*/ 314379 w 5052131"/>
                <a:gd name="connsiteY13" fmla="*/ 2826475 h 3976108"/>
                <a:gd name="connsiteX14" fmla="*/ 100684 w 5052131"/>
                <a:gd name="connsiteY14" fmla="*/ 3474175 h 3976108"/>
                <a:gd name="connsiteX15" fmla="*/ 519784 w 5052131"/>
                <a:gd name="connsiteY15" fmla="*/ 476976 h 3976108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340279 w 5052131"/>
                <a:gd name="connsiteY2" fmla="*/ 3283675 h 3809225"/>
                <a:gd name="connsiteX3" fmla="*/ 4060879 w 5052131"/>
                <a:gd name="connsiteY3" fmla="*/ 3626574 h 3809225"/>
                <a:gd name="connsiteX4" fmla="*/ 3730679 w 5052131"/>
                <a:gd name="connsiteY4" fmla="*/ 3397973 h 3809225"/>
                <a:gd name="connsiteX5" fmla="*/ 3197279 w 5052131"/>
                <a:gd name="connsiteY5" fmla="*/ 3105873 h 3809225"/>
                <a:gd name="connsiteX6" fmla="*/ 2841679 w 5052131"/>
                <a:gd name="connsiteY6" fmla="*/ 3575774 h 3809225"/>
                <a:gd name="connsiteX7" fmla="*/ 2409879 w 5052131"/>
                <a:gd name="connsiteY7" fmla="*/ 3766274 h 3809225"/>
                <a:gd name="connsiteX8" fmla="*/ 2143179 w 5052131"/>
                <a:gd name="connsiteY8" fmla="*/ 3156674 h 3809225"/>
                <a:gd name="connsiteX9" fmla="*/ 1685979 w 5052131"/>
                <a:gd name="connsiteY9" fmla="*/ 3804375 h 3809225"/>
                <a:gd name="connsiteX10" fmla="*/ 1419279 w 5052131"/>
                <a:gd name="connsiteY10" fmla="*/ 3448775 h 3809225"/>
                <a:gd name="connsiteX11" fmla="*/ 1063679 w 5052131"/>
                <a:gd name="connsiteY11" fmla="*/ 3232875 h 3809225"/>
                <a:gd name="connsiteX12" fmla="*/ 619179 w 5052131"/>
                <a:gd name="connsiteY12" fmla="*/ 3359875 h 3809225"/>
                <a:gd name="connsiteX13" fmla="*/ 314379 w 5052131"/>
                <a:gd name="connsiteY13" fmla="*/ 2826475 h 3809225"/>
                <a:gd name="connsiteX14" fmla="*/ 100684 w 5052131"/>
                <a:gd name="connsiteY14" fmla="*/ 3474175 h 3809225"/>
                <a:gd name="connsiteX15" fmla="*/ 519784 w 5052131"/>
                <a:gd name="connsiteY15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809225"/>
                <a:gd name="connsiteX1" fmla="*/ 4987979 w 5052131"/>
                <a:gd name="connsiteY1" fmla="*/ 3359876 h 3809225"/>
                <a:gd name="connsiteX2" fmla="*/ 4708579 w 5052131"/>
                <a:gd name="connsiteY2" fmla="*/ 2585174 h 3809225"/>
                <a:gd name="connsiteX3" fmla="*/ 4340279 w 5052131"/>
                <a:gd name="connsiteY3" fmla="*/ 3283675 h 3809225"/>
                <a:gd name="connsiteX4" fmla="*/ 4060879 w 5052131"/>
                <a:gd name="connsiteY4" fmla="*/ 3626574 h 3809225"/>
                <a:gd name="connsiteX5" fmla="*/ 3730679 w 5052131"/>
                <a:gd name="connsiteY5" fmla="*/ 3397973 h 3809225"/>
                <a:gd name="connsiteX6" fmla="*/ 3197279 w 5052131"/>
                <a:gd name="connsiteY6" fmla="*/ 3105873 h 3809225"/>
                <a:gd name="connsiteX7" fmla="*/ 2841679 w 5052131"/>
                <a:gd name="connsiteY7" fmla="*/ 3575774 h 3809225"/>
                <a:gd name="connsiteX8" fmla="*/ 2409879 w 5052131"/>
                <a:gd name="connsiteY8" fmla="*/ 3766274 h 3809225"/>
                <a:gd name="connsiteX9" fmla="*/ 2143179 w 5052131"/>
                <a:gd name="connsiteY9" fmla="*/ 3156674 h 3809225"/>
                <a:gd name="connsiteX10" fmla="*/ 1685979 w 5052131"/>
                <a:gd name="connsiteY10" fmla="*/ 3804375 h 3809225"/>
                <a:gd name="connsiteX11" fmla="*/ 1419279 w 5052131"/>
                <a:gd name="connsiteY11" fmla="*/ 3448775 h 3809225"/>
                <a:gd name="connsiteX12" fmla="*/ 1063679 w 5052131"/>
                <a:gd name="connsiteY12" fmla="*/ 3232875 h 3809225"/>
                <a:gd name="connsiteX13" fmla="*/ 619179 w 5052131"/>
                <a:gd name="connsiteY13" fmla="*/ 3359875 h 3809225"/>
                <a:gd name="connsiteX14" fmla="*/ 314379 w 5052131"/>
                <a:gd name="connsiteY14" fmla="*/ 2826475 h 3809225"/>
                <a:gd name="connsiteX15" fmla="*/ 100684 w 5052131"/>
                <a:gd name="connsiteY15" fmla="*/ 3474175 h 3809225"/>
                <a:gd name="connsiteX16" fmla="*/ 519784 w 5052131"/>
                <a:gd name="connsiteY16" fmla="*/ 476976 h 3809225"/>
                <a:gd name="connsiteX0" fmla="*/ 519784 w 5052131"/>
                <a:gd name="connsiteY0" fmla="*/ 476976 h 3964986"/>
                <a:gd name="connsiteX1" fmla="*/ 4987979 w 5052131"/>
                <a:gd name="connsiteY1" fmla="*/ 3359876 h 3964986"/>
                <a:gd name="connsiteX2" fmla="*/ 4708579 w 5052131"/>
                <a:gd name="connsiteY2" fmla="*/ 2585174 h 3964986"/>
                <a:gd name="connsiteX3" fmla="*/ 4340279 w 5052131"/>
                <a:gd name="connsiteY3" fmla="*/ 3283675 h 3964986"/>
                <a:gd name="connsiteX4" fmla="*/ 4060879 w 5052131"/>
                <a:gd name="connsiteY4" fmla="*/ 3626574 h 3964986"/>
                <a:gd name="connsiteX5" fmla="*/ 3730679 w 5052131"/>
                <a:gd name="connsiteY5" fmla="*/ 3397973 h 3964986"/>
                <a:gd name="connsiteX6" fmla="*/ 3197279 w 5052131"/>
                <a:gd name="connsiteY6" fmla="*/ 3105873 h 3964986"/>
                <a:gd name="connsiteX7" fmla="*/ 2841679 w 5052131"/>
                <a:gd name="connsiteY7" fmla="*/ 3575774 h 3964986"/>
                <a:gd name="connsiteX8" fmla="*/ 2409879 w 5052131"/>
                <a:gd name="connsiteY8" fmla="*/ 3766274 h 3964986"/>
                <a:gd name="connsiteX9" fmla="*/ 2143179 w 5052131"/>
                <a:gd name="connsiteY9" fmla="*/ 3156674 h 3964986"/>
                <a:gd name="connsiteX10" fmla="*/ 1685979 w 5052131"/>
                <a:gd name="connsiteY10" fmla="*/ 3804375 h 3964986"/>
                <a:gd name="connsiteX11" fmla="*/ 1419279 w 5052131"/>
                <a:gd name="connsiteY11" fmla="*/ 3448775 h 3964986"/>
                <a:gd name="connsiteX12" fmla="*/ 1063679 w 5052131"/>
                <a:gd name="connsiteY12" fmla="*/ 3232875 h 3964986"/>
                <a:gd name="connsiteX13" fmla="*/ 619179 w 5052131"/>
                <a:gd name="connsiteY13" fmla="*/ 3359875 h 3964986"/>
                <a:gd name="connsiteX14" fmla="*/ 314379 w 5052131"/>
                <a:gd name="connsiteY14" fmla="*/ 2826475 h 3964986"/>
                <a:gd name="connsiteX15" fmla="*/ 100684 w 5052131"/>
                <a:gd name="connsiteY15" fmla="*/ 3474175 h 3964986"/>
                <a:gd name="connsiteX16" fmla="*/ 519784 w 5052131"/>
                <a:gd name="connsiteY16" fmla="*/ 476976 h 3964986"/>
                <a:gd name="connsiteX0" fmla="*/ 519784 w 5052131"/>
                <a:gd name="connsiteY0" fmla="*/ 476976 h 3982383"/>
                <a:gd name="connsiteX1" fmla="*/ 4987979 w 5052131"/>
                <a:gd name="connsiteY1" fmla="*/ 3359876 h 3982383"/>
                <a:gd name="connsiteX2" fmla="*/ 4708579 w 5052131"/>
                <a:gd name="connsiteY2" fmla="*/ 2585174 h 3982383"/>
                <a:gd name="connsiteX3" fmla="*/ 4340279 w 5052131"/>
                <a:gd name="connsiteY3" fmla="*/ 3283675 h 3982383"/>
                <a:gd name="connsiteX4" fmla="*/ 4060879 w 5052131"/>
                <a:gd name="connsiteY4" fmla="*/ 3626574 h 3982383"/>
                <a:gd name="connsiteX5" fmla="*/ 3730679 w 5052131"/>
                <a:gd name="connsiteY5" fmla="*/ 3397973 h 3982383"/>
                <a:gd name="connsiteX6" fmla="*/ 3197279 w 5052131"/>
                <a:gd name="connsiteY6" fmla="*/ 3105873 h 3982383"/>
                <a:gd name="connsiteX7" fmla="*/ 2841679 w 5052131"/>
                <a:gd name="connsiteY7" fmla="*/ 3575774 h 3982383"/>
                <a:gd name="connsiteX8" fmla="*/ 2409879 w 5052131"/>
                <a:gd name="connsiteY8" fmla="*/ 3766274 h 3982383"/>
                <a:gd name="connsiteX9" fmla="*/ 2143179 w 5052131"/>
                <a:gd name="connsiteY9" fmla="*/ 3156674 h 3982383"/>
                <a:gd name="connsiteX10" fmla="*/ 1685979 w 5052131"/>
                <a:gd name="connsiteY10" fmla="*/ 3804375 h 3982383"/>
                <a:gd name="connsiteX11" fmla="*/ 1419279 w 5052131"/>
                <a:gd name="connsiteY11" fmla="*/ 3448775 h 3982383"/>
                <a:gd name="connsiteX12" fmla="*/ 1063679 w 5052131"/>
                <a:gd name="connsiteY12" fmla="*/ 3232875 h 3982383"/>
                <a:gd name="connsiteX13" fmla="*/ 619179 w 5052131"/>
                <a:gd name="connsiteY13" fmla="*/ 3359875 h 3982383"/>
                <a:gd name="connsiteX14" fmla="*/ 314379 w 5052131"/>
                <a:gd name="connsiteY14" fmla="*/ 2826475 h 3982383"/>
                <a:gd name="connsiteX15" fmla="*/ 100684 w 5052131"/>
                <a:gd name="connsiteY15" fmla="*/ 3474175 h 3982383"/>
                <a:gd name="connsiteX16" fmla="*/ 519784 w 5052131"/>
                <a:gd name="connsiteY16" fmla="*/ 476976 h 3982383"/>
                <a:gd name="connsiteX0" fmla="*/ 519784 w 5052131"/>
                <a:gd name="connsiteY0" fmla="*/ 476976 h 4037613"/>
                <a:gd name="connsiteX1" fmla="*/ 4987979 w 5052131"/>
                <a:gd name="connsiteY1" fmla="*/ 3359876 h 4037613"/>
                <a:gd name="connsiteX2" fmla="*/ 4708579 w 5052131"/>
                <a:gd name="connsiteY2" fmla="*/ 2585174 h 4037613"/>
                <a:gd name="connsiteX3" fmla="*/ 4340279 w 5052131"/>
                <a:gd name="connsiteY3" fmla="*/ 3283675 h 4037613"/>
                <a:gd name="connsiteX4" fmla="*/ 4060879 w 5052131"/>
                <a:gd name="connsiteY4" fmla="*/ 3626574 h 4037613"/>
                <a:gd name="connsiteX5" fmla="*/ 3730679 w 5052131"/>
                <a:gd name="connsiteY5" fmla="*/ 3397973 h 4037613"/>
                <a:gd name="connsiteX6" fmla="*/ 3197279 w 5052131"/>
                <a:gd name="connsiteY6" fmla="*/ 3105873 h 4037613"/>
                <a:gd name="connsiteX7" fmla="*/ 2841679 w 5052131"/>
                <a:gd name="connsiteY7" fmla="*/ 3575774 h 4037613"/>
                <a:gd name="connsiteX8" fmla="*/ 2409879 w 5052131"/>
                <a:gd name="connsiteY8" fmla="*/ 3766274 h 4037613"/>
                <a:gd name="connsiteX9" fmla="*/ 2143179 w 5052131"/>
                <a:gd name="connsiteY9" fmla="*/ 3156674 h 4037613"/>
                <a:gd name="connsiteX10" fmla="*/ 1685979 w 5052131"/>
                <a:gd name="connsiteY10" fmla="*/ 3804375 h 4037613"/>
                <a:gd name="connsiteX11" fmla="*/ 1419279 w 5052131"/>
                <a:gd name="connsiteY11" fmla="*/ 3448775 h 4037613"/>
                <a:gd name="connsiteX12" fmla="*/ 1063679 w 5052131"/>
                <a:gd name="connsiteY12" fmla="*/ 3232875 h 4037613"/>
                <a:gd name="connsiteX13" fmla="*/ 619179 w 5052131"/>
                <a:gd name="connsiteY13" fmla="*/ 3359875 h 4037613"/>
                <a:gd name="connsiteX14" fmla="*/ 314379 w 5052131"/>
                <a:gd name="connsiteY14" fmla="*/ 2826475 h 4037613"/>
                <a:gd name="connsiteX15" fmla="*/ 100684 w 5052131"/>
                <a:gd name="connsiteY15" fmla="*/ 3474175 h 4037613"/>
                <a:gd name="connsiteX16" fmla="*/ 519784 w 5052131"/>
                <a:gd name="connsiteY16" fmla="*/ 476976 h 4037613"/>
                <a:gd name="connsiteX0" fmla="*/ 519784 w 5052131"/>
                <a:gd name="connsiteY0" fmla="*/ 476976 h 4060216"/>
                <a:gd name="connsiteX1" fmla="*/ 4987979 w 5052131"/>
                <a:gd name="connsiteY1" fmla="*/ 3359876 h 4060216"/>
                <a:gd name="connsiteX2" fmla="*/ 4708579 w 5052131"/>
                <a:gd name="connsiteY2" fmla="*/ 2585174 h 4060216"/>
                <a:gd name="connsiteX3" fmla="*/ 4340279 w 5052131"/>
                <a:gd name="connsiteY3" fmla="*/ 3283675 h 4060216"/>
                <a:gd name="connsiteX4" fmla="*/ 4060879 w 5052131"/>
                <a:gd name="connsiteY4" fmla="*/ 3626574 h 4060216"/>
                <a:gd name="connsiteX5" fmla="*/ 3730679 w 5052131"/>
                <a:gd name="connsiteY5" fmla="*/ 3397973 h 4060216"/>
                <a:gd name="connsiteX6" fmla="*/ 3197279 w 5052131"/>
                <a:gd name="connsiteY6" fmla="*/ 3105873 h 4060216"/>
                <a:gd name="connsiteX7" fmla="*/ 2841679 w 5052131"/>
                <a:gd name="connsiteY7" fmla="*/ 3575774 h 4060216"/>
                <a:gd name="connsiteX8" fmla="*/ 2409879 w 5052131"/>
                <a:gd name="connsiteY8" fmla="*/ 3766274 h 4060216"/>
                <a:gd name="connsiteX9" fmla="*/ 2143179 w 5052131"/>
                <a:gd name="connsiteY9" fmla="*/ 3156674 h 4060216"/>
                <a:gd name="connsiteX10" fmla="*/ 1685979 w 5052131"/>
                <a:gd name="connsiteY10" fmla="*/ 3804375 h 4060216"/>
                <a:gd name="connsiteX11" fmla="*/ 1419279 w 5052131"/>
                <a:gd name="connsiteY11" fmla="*/ 3448775 h 4060216"/>
                <a:gd name="connsiteX12" fmla="*/ 1063679 w 5052131"/>
                <a:gd name="connsiteY12" fmla="*/ 3232875 h 4060216"/>
                <a:gd name="connsiteX13" fmla="*/ 619179 w 5052131"/>
                <a:gd name="connsiteY13" fmla="*/ 3359875 h 4060216"/>
                <a:gd name="connsiteX14" fmla="*/ 314379 w 5052131"/>
                <a:gd name="connsiteY14" fmla="*/ 2826475 h 4060216"/>
                <a:gd name="connsiteX15" fmla="*/ 100684 w 5052131"/>
                <a:gd name="connsiteY15" fmla="*/ 3474175 h 4060216"/>
                <a:gd name="connsiteX16" fmla="*/ 519784 w 5052131"/>
                <a:gd name="connsiteY16" fmla="*/ 476976 h 4060216"/>
                <a:gd name="connsiteX0" fmla="*/ 519784 w 5052131"/>
                <a:gd name="connsiteY0" fmla="*/ 476976 h 4021106"/>
                <a:gd name="connsiteX1" fmla="*/ 4987979 w 5052131"/>
                <a:gd name="connsiteY1" fmla="*/ 3359876 h 4021106"/>
                <a:gd name="connsiteX2" fmla="*/ 4708579 w 5052131"/>
                <a:gd name="connsiteY2" fmla="*/ 2585174 h 4021106"/>
                <a:gd name="connsiteX3" fmla="*/ 4340279 w 5052131"/>
                <a:gd name="connsiteY3" fmla="*/ 3283675 h 4021106"/>
                <a:gd name="connsiteX4" fmla="*/ 4060879 w 5052131"/>
                <a:gd name="connsiteY4" fmla="*/ 3626574 h 4021106"/>
                <a:gd name="connsiteX5" fmla="*/ 3730679 w 5052131"/>
                <a:gd name="connsiteY5" fmla="*/ 3397973 h 4021106"/>
                <a:gd name="connsiteX6" fmla="*/ 3197279 w 5052131"/>
                <a:gd name="connsiteY6" fmla="*/ 3105873 h 4021106"/>
                <a:gd name="connsiteX7" fmla="*/ 2841679 w 5052131"/>
                <a:gd name="connsiteY7" fmla="*/ 3575774 h 4021106"/>
                <a:gd name="connsiteX8" fmla="*/ 2409879 w 5052131"/>
                <a:gd name="connsiteY8" fmla="*/ 3766274 h 4021106"/>
                <a:gd name="connsiteX9" fmla="*/ 2143179 w 5052131"/>
                <a:gd name="connsiteY9" fmla="*/ 3156674 h 4021106"/>
                <a:gd name="connsiteX10" fmla="*/ 1685979 w 5052131"/>
                <a:gd name="connsiteY10" fmla="*/ 3804375 h 4021106"/>
                <a:gd name="connsiteX11" fmla="*/ 1419279 w 5052131"/>
                <a:gd name="connsiteY11" fmla="*/ 3448775 h 4021106"/>
                <a:gd name="connsiteX12" fmla="*/ 1063679 w 5052131"/>
                <a:gd name="connsiteY12" fmla="*/ 3232875 h 4021106"/>
                <a:gd name="connsiteX13" fmla="*/ 619179 w 5052131"/>
                <a:gd name="connsiteY13" fmla="*/ 3359875 h 4021106"/>
                <a:gd name="connsiteX14" fmla="*/ 314379 w 5052131"/>
                <a:gd name="connsiteY14" fmla="*/ 2826475 h 4021106"/>
                <a:gd name="connsiteX15" fmla="*/ 100684 w 5052131"/>
                <a:gd name="connsiteY15" fmla="*/ 3474175 h 4021106"/>
                <a:gd name="connsiteX16" fmla="*/ 519784 w 5052131"/>
                <a:gd name="connsiteY16" fmla="*/ 476976 h 4021106"/>
                <a:gd name="connsiteX0" fmla="*/ 519784 w 5052131"/>
                <a:gd name="connsiteY0" fmla="*/ 476976 h 4024233"/>
                <a:gd name="connsiteX1" fmla="*/ 4987979 w 5052131"/>
                <a:gd name="connsiteY1" fmla="*/ 3359876 h 4024233"/>
                <a:gd name="connsiteX2" fmla="*/ 4708579 w 5052131"/>
                <a:gd name="connsiteY2" fmla="*/ 2585174 h 4024233"/>
                <a:gd name="connsiteX3" fmla="*/ 4340279 w 5052131"/>
                <a:gd name="connsiteY3" fmla="*/ 3283675 h 4024233"/>
                <a:gd name="connsiteX4" fmla="*/ 4060879 w 5052131"/>
                <a:gd name="connsiteY4" fmla="*/ 3626574 h 4024233"/>
                <a:gd name="connsiteX5" fmla="*/ 3730679 w 5052131"/>
                <a:gd name="connsiteY5" fmla="*/ 3397973 h 4024233"/>
                <a:gd name="connsiteX6" fmla="*/ 3197279 w 5052131"/>
                <a:gd name="connsiteY6" fmla="*/ 3105873 h 4024233"/>
                <a:gd name="connsiteX7" fmla="*/ 2841679 w 5052131"/>
                <a:gd name="connsiteY7" fmla="*/ 3575774 h 4024233"/>
                <a:gd name="connsiteX8" fmla="*/ 2409879 w 5052131"/>
                <a:gd name="connsiteY8" fmla="*/ 3766274 h 4024233"/>
                <a:gd name="connsiteX9" fmla="*/ 2143179 w 5052131"/>
                <a:gd name="connsiteY9" fmla="*/ 3156674 h 4024233"/>
                <a:gd name="connsiteX10" fmla="*/ 1685979 w 5052131"/>
                <a:gd name="connsiteY10" fmla="*/ 3804375 h 4024233"/>
                <a:gd name="connsiteX11" fmla="*/ 1419279 w 5052131"/>
                <a:gd name="connsiteY11" fmla="*/ 3448775 h 4024233"/>
                <a:gd name="connsiteX12" fmla="*/ 1063679 w 5052131"/>
                <a:gd name="connsiteY12" fmla="*/ 3232875 h 4024233"/>
                <a:gd name="connsiteX13" fmla="*/ 619179 w 5052131"/>
                <a:gd name="connsiteY13" fmla="*/ 3359875 h 4024233"/>
                <a:gd name="connsiteX14" fmla="*/ 314379 w 5052131"/>
                <a:gd name="connsiteY14" fmla="*/ 2826475 h 4024233"/>
                <a:gd name="connsiteX15" fmla="*/ 100684 w 5052131"/>
                <a:gd name="connsiteY15" fmla="*/ 3474175 h 4024233"/>
                <a:gd name="connsiteX16" fmla="*/ 519784 w 5052131"/>
                <a:gd name="connsiteY16" fmla="*/ 476976 h 4024233"/>
                <a:gd name="connsiteX0" fmla="*/ 519784 w 5052131"/>
                <a:gd name="connsiteY0" fmla="*/ 476976 h 4021106"/>
                <a:gd name="connsiteX1" fmla="*/ 4987979 w 5052131"/>
                <a:gd name="connsiteY1" fmla="*/ 3359876 h 4021106"/>
                <a:gd name="connsiteX2" fmla="*/ 4708579 w 5052131"/>
                <a:gd name="connsiteY2" fmla="*/ 2585174 h 4021106"/>
                <a:gd name="connsiteX3" fmla="*/ 4340279 w 5052131"/>
                <a:gd name="connsiteY3" fmla="*/ 3283675 h 4021106"/>
                <a:gd name="connsiteX4" fmla="*/ 4060879 w 5052131"/>
                <a:gd name="connsiteY4" fmla="*/ 3626574 h 4021106"/>
                <a:gd name="connsiteX5" fmla="*/ 3730679 w 5052131"/>
                <a:gd name="connsiteY5" fmla="*/ 3397973 h 4021106"/>
                <a:gd name="connsiteX6" fmla="*/ 3197279 w 5052131"/>
                <a:gd name="connsiteY6" fmla="*/ 3105873 h 4021106"/>
                <a:gd name="connsiteX7" fmla="*/ 2841679 w 5052131"/>
                <a:gd name="connsiteY7" fmla="*/ 3575774 h 4021106"/>
                <a:gd name="connsiteX8" fmla="*/ 2409879 w 5052131"/>
                <a:gd name="connsiteY8" fmla="*/ 3766274 h 4021106"/>
                <a:gd name="connsiteX9" fmla="*/ 2143179 w 5052131"/>
                <a:gd name="connsiteY9" fmla="*/ 3156674 h 4021106"/>
                <a:gd name="connsiteX10" fmla="*/ 1685979 w 5052131"/>
                <a:gd name="connsiteY10" fmla="*/ 3804375 h 4021106"/>
                <a:gd name="connsiteX11" fmla="*/ 1419279 w 5052131"/>
                <a:gd name="connsiteY11" fmla="*/ 3448775 h 4021106"/>
                <a:gd name="connsiteX12" fmla="*/ 1063679 w 5052131"/>
                <a:gd name="connsiteY12" fmla="*/ 3232875 h 4021106"/>
                <a:gd name="connsiteX13" fmla="*/ 619179 w 5052131"/>
                <a:gd name="connsiteY13" fmla="*/ 3359875 h 4021106"/>
                <a:gd name="connsiteX14" fmla="*/ 314379 w 5052131"/>
                <a:gd name="connsiteY14" fmla="*/ 2826475 h 4021106"/>
                <a:gd name="connsiteX15" fmla="*/ 100684 w 5052131"/>
                <a:gd name="connsiteY15" fmla="*/ 3474175 h 4021106"/>
                <a:gd name="connsiteX16" fmla="*/ 519784 w 5052131"/>
                <a:gd name="connsiteY16" fmla="*/ 476976 h 4021106"/>
                <a:gd name="connsiteX0" fmla="*/ 519784 w 5052131"/>
                <a:gd name="connsiteY0" fmla="*/ 476976 h 4025794"/>
                <a:gd name="connsiteX1" fmla="*/ 4987979 w 5052131"/>
                <a:gd name="connsiteY1" fmla="*/ 3359876 h 4025794"/>
                <a:gd name="connsiteX2" fmla="*/ 4708579 w 5052131"/>
                <a:gd name="connsiteY2" fmla="*/ 2585174 h 4025794"/>
                <a:gd name="connsiteX3" fmla="*/ 4340279 w 5052131"/>
                <a:gd name="connsiteY3" fmla="*/ 3283675 h 4025794"/>
                <a:gd name="connsiteX4" fmla="*/ 4060879 w 5052131"/>
                <a:gd name="connsiteY4" fmla="*/ 3626574 h 4025794"/>
                <a:gd name="connsiteX5" fmla="*/ 3730679 w 5052131"/>
                <a:gd name="connsiteY5" fmla="*/ 3397973 h 4025794"/>
                <a:gd name="connsiteX6" fmla="*/ 3197279 w 5052131"/>
                <a:gd name="connsiteY6" fmla="*/ 3105873 h 4025794"/>
                <a:gd name="connsiteX7" fmla="*/ 2841679 w 5052131"/>
                <a:gd name="connsiteY7" fmla="*/ 3575774 h 4025794"/>
                <a:gd name="connsiteX8" fmla="*/ 2409879 w 5052131"/>
                <a:gd name="connsiteY8" fmla="*/ 3766274 h 4025794"/>
                <a:gd name="connsiteX9" fmla="*/ 2143179 w 5052131"/>
                <a:gd name="connsiteY9" fmla="*/ 3156674 h 4025794"/>
                <a:gd name="connsiteX10" fmla="*/ 1685979 w 5052131"/>
                <a:gd name="connsiteY10" fmla="*/ 3804375 h 4025794"/>
                <a:gd name="connsiteX11" fmla="*/ 1419279 w 5052131"/>
                <a:gd name="connsiteY11" fmla="*/ 3448775 h 4025794"/>
                <a:gd name="connsiteX12" fmla="*/ 1063679 w 5052131"/>
                <a:gd name="connsiteY12" fmla="*/ 3232875 h 4025794"/>
                <a:gd name="connsiteX13" fmla="*/ 619179 w 5052131"/>
                <a:gd name="connsiteY13" fmla="*/ 3359875 h 4025794"/>
                <a:gd name="connsiteX14" fmla="*/ 314379 w 5052131"/>
                <a:gd name="connsiteY14" fmla="*/ 2826475 h 4025794"/>
                <a:gd name="connsiteX15" fmla="*/ 100684 w 5052131"/>
                <a:gd name="connsiteY15" fmla="*/ 3474175 h 4025794"/>
                <a:gd name="connsiteX16" fmla="*/ 519784 w 5052131"/>
                <a:gd name="connsiteY16" fmla="*/ 476976 h 4025794"/>
                <a:gd name="connsiteX0" fmla="*/ 519784 w 5052131"/>
                <a:gd name="connsiteY0" fmla="*/ 476976 h 4041094"/>
                <a:gd name="connsiteX1" fmla="*/ 4987979 w 5052131"/>
                <a:gd name="connsiteY1" fmla="*/ 3359876 h 4041094"/>
                <a:gd name="connsiteX2" fmla="*/ 4708579 w 5052131"/>
                <a:gd name="connsiteY2" fmla="*/ 2585174 h 4041094"/>
                <a:gd name="connsiteX3" fmla="*/ 4340279 w 5052131"/>
                <a:gd name="connsiteY3" fmla="*/ 3283675 h 4041094"/>
                <a:gd name="connsiteX4" fmla="*/ 4060879 w 5052131"/>
                <a:gd name="connsiteY4" fmla="*/ 3626574 h 4041094"/>
                <a:gd name="connsiteX5" fmla="*/ 3730679 w 5052131"/>
                <a:gd name="connsiteY5" fmla="*/ 3397973 h 4041094"/>
                <a:gd name="connsiteX6" fmla="*/ 3197279 w 5052131"/>
                <a:gd name="connsiteY6" fmla="*/ 3105873 h 4041094"/>
                <a:gd name="connsiteX7" fmla="*/ 2841679 w 5052131"/>
                <a:gd name="connsiteY7" fmla="*/ 3575774 h 4041094"/>
                <a:gd name="connsiteX8" fmla="*/ 2409879 w 5052131"/>
                <a:gd name="connsiteY8" fmla="*/ 3766274 h 4041094"/>
                <a:gd name="connsiteX9" fmla="*/ 2143179 w 5052131"/>
                <a:gd name="connsiteY9" fmla="*/ 3156674 h 4041094"/>
                <a:gd name="connsiteX10" fmla="*/ 1685979 w 5052131"/>
                <a:gd name="connsiteY10" fmla="*/ 3804375 h 4041094"/>
                <a:gd name="connsiteX11" fmla="*/ 1419279 w 5052131"/>
                <a:gd name="connsiteY11" fmla="*/ 3448775 h 4041094"/>
                <a:gd name="connsiteX12" fmla="*/ 1063679 w 5052131"/>
                <a:gd name="connsiteY12" fmla="*/ 3232875 h 4041094"/>
                <a:gd name="connsiteX13" fmla="*/ 619179 w 5052131"/>
                <a:gd name="connsiteY13" fmla="*/ 3359875 h 4041094"/>
                <a:gd name="connsiteX14" fmla="*/ 314379 w 5052131"/>
                <a:gd name="connsiteY14" fmla="*/ 2826475 h 4041094"/>
                <a:gd name="connsiteX15" fmla="*/ 100684 w 5052131"/>
                <a:gd name="connsiteY15" fmla="*/ 3474175 h 4041094"/>
                <a:gd name="connsiteX16" fmla="*/ 519784 w 5052131"/>
                <a:gd name="connsiteY16" fmla="*/ 476976 h 4041094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85979 w 5052131"/>
                <a:gd name="connsiteY10" fmla="*/ 38043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09779 w 5052131"/>
                <a:gd name="connsiteY10" fmla="*/ 39948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80953"/>
                <a:gd name="connsiteX1" fmla="*/ 4987979 w 5052131"/>
                <a:gd name="connsiteY1" fmla="*/ 3359876 h 4080953"/>
                <a:gd name="connsiteX2" fmla="*/ 4708579 w 5052131"/>
                <a:gd name="connsiteY2" fmla="*/ 2585174 h 4080953"/>
                <a:gd name="connsiteX3" fmla="*/ 4340279 w 5052131"/>
                <a:gd name="connsiteY3" fmla="*/ 3283675 h 4080953"/>
                <a:gd name="connsiteX4" fmla="*/ 4060879 w 5052131"/>
                <a:gd name="connsiteY4" fmla="*/ 3626574 h 4080953"/>
                <a:gd name="connsiteX5" fmla="*/ 3730679 w 5052131"/>
                <a:gd name="connsiteY5" fmla="*/ 3397973 h 4080953"/>
                <a:gd name="connsiteX6" fmla="*/ 3197279 w 5052131"/>
                <a:gd name="connsiteY6" fmla="*/ 3105873 h 4080953"/>
                <a:gd name="connsiteX7" fmla="*/ 2841679 w 5052131"/>
                <a:gd name="connsiteY7" fmla="*/ 3575774 h 4080953"/>
                <a:gd name="connsiteX8" fmla="*/ 2409879 w 5052131"/>
                <a:gd name="connsiteY8" fmla="*/ 3766274 h 4080953"/>
                <a:gd name="connsiteX9" fmla="*/ 2143179 w 5052131"/>
                <a:gd name="connsiteY9" fmla="*/ 3156674 h 4080953"/>
                <a:gd name="connsiteX10" fmla="*/ 1660579 w 5052131"/>
                <a:gd name="connsiteY10" fmla="*/ 3829775 h 4080953"/>
                <a:gd name="connsiteX11" fmla="*/ 1419279 w 5052131"/>
                <a:gd name="connsiteY11" fmla="*/ 3448775 h 4080953"/>
                <a:gd name="connsiteX12" fmla="*/ 1063679 w 5052131"/>
                <a:gd name="connsiteY12" fmla="*/ 3232875 h 4080953"/>
                <a:gd name="connsiteX13" fmla="*/ 619179 w 5052131"/>
                <a:gd name="connsiteY13" fmla="*/ 3359875 h 4080953"/>
                <a:gd name="connsiteX14" fmla="*/ 314379 w 5052131"/>
                <a:gd name="connsiteY14" fmla="*/ 2826475 h 4080953"/>
                <a:gd name="connsiteX15" fmla="*/ 100684 w 5052131"/>
                <a:gd name="connsiteY15" fmla="*/ 3474175 h 4080953"/>
                <a:gd name="connsiteX16" fmla="*/ 519784 w 5052131"/>
                <a:gd name="connsiteY16" fmla="*/ 476976 h 4080953"/>
                <a:gd name="connsiteX0" fmla="*/ 519784 w 5052131"/>
                <a:gd name="connsiteY0" fmla="*/ 476976 h 4092376"/>
                <a:gd name="connsiteX1" fmla="*/ 4987979 w 5052131"/>
                <a:gd name="connsiteY1" fmla="*/ 3359876 h 4092376"/>
                <a:gd name="connsiteX2" fmla="*/ 4708579 w 5052131"/>
                <a:gd name="connsiteY2" fmla="*/ 2585174 h 4092376"/>
                <a:gd name="connsiteX3" fmla="*/ 4340279 w 5052131"/>
                <a:gd name="connsiteY3" fmla="*/ 3283675 h 4092376"/>
                <a:gd name="connsiteX4" fmla="*/ 4060879 w 5052131"/>
                <a:gd name="connsiteY4" fmla="*/ 3626574 h 4092376"/>
                <a:gd name="connsiteX5" fmla="*/ 3730679 w 5052131"/>
                <a:gd name="connsiteY5" fmla="*/ 3397973 h 4092376"/>
                <a:gd name="connsiteX6" fmla="*/ 3197279 w 5052131"/>
                <a:gd name="connsiteY6" fmla="*/ 3105873 h 4092376"/>
                <a:gd name="connsiteX7" fmla="*/ 2841679 w 5052131"/>
                <a:gd name="connsiteY7" fmla="*/ 3575774 h 4092376"/>
                <a:gd name="connsiteX8" fmla="*/ 2409879 w 5052131"/>
                <a:gd name="connsiteY8" fmla="*/ 3766274 h 4092376"/>
                <a:gd name="connsiteX9" fmla="*/ 2143179 w 5052131"/>
                <a:gd name="connsiteY9" fmla="*/ 3156674 h 4092376"/>
                <a:gd name="connsiteX10" fmla="*/ 1660579 w 5052131"/>
                <a:gd name="connsiteY10" fmla="*/ 3829775 h 4092376"/>
                <a:gd name="connsiteX11" fmla="*/ 1419279 w 5052131"/>
                <a:gd name="connsiteY11" fmla="*/ 3448775 h 4092376"/>
                <a:gd name="connsiteX12" fmla="*/ 1063679 w 5052131"/>
                <a:gd name="connsiteY12" fmla="*/ 3232875 h 4092376"/>
                <a:gd name="connsiteX13" fmla="*/ 619179 w 5052131"/>
                <a:gd name="connsiteY13" fmla="*/ 3359875 h 4092376"/>
                <a:gd name="connsiteX14" fmla="*/ 314379 w 5052131"/>
                <a:gd name="connsiteY14" fmla="*/ 2826475 h 4092376"/>
                <a:gd name="connsiteX15" fmla="*/ 100684 w 5052131"/>
                <a:gd name="connsiteY15" fmla="*/ 3474175 h 4092376"/>
                <a:gd name="connsiteX16" fmla="*/ 519784 w 5052131"/>
                <a:gd name="connsiteY16" fmla="*/ 476976 h 4092376"/>
                <a:gd name="connsiteX0" fmla="*/ 519784 w 5052131"/>
                <a:gd name="connsiteY0" fmla="*/ 476976 h 4092376"/>
                <a:gd name="connsiteX1" fmla="*/ 4987979 w 5052131"/>
                <a:gd name="connsiteY1" fmla="*/ 3359876 h 4092376"/>
                <a:gd name="connsiteX2" fmla="*/ 4708579 w 5052131"/>
                <a:gd name="connsiteY2" fmla="*/ 2585174 h 4092376"/>
                <a:gd name="connsiteX3" fmla="*/ 4340279 w 5052131"/>
                <a:gd name="connsiteY3" fmla="*/ 3283675 h 4092376"/>
                <a:gd name="connsiteX4" fmla="*/ 4060879 w 5052131"/>
                <a:gd name="connsiteY4" fmla="*/ 3626574 h 4092376"/>
                <a:gd name="connsiteX5" fmla="*/ 3730679 w 5052131"/>
                <a:gd name="connsiteY5" fmla="*/ 3397973 h 4092376"/>
                <a:gd name="connsiteX6" fmla="*/ 3197279 w 5052131"/>
                <a:gd name="connsiteY6" fmla="*/ 3105873 h 4092376"/>
                <a:gd name="connsiteX7" fmla="*/ 2841679 w 5052131"/>
                <a:gd name="connsiteY7" fmla="*/ 3575774 h 4092376"/>
                <a:gd name="connsiteX8" fmla="*/ 2409879 w 5052131"/>
                <a:gd name="connsiteY8" fmla="*/ 3766274 h 4092376"/>
                <a:gd name="connsiteX9" fmla="*/ 2143179 w 5052131"/>
                <a:gd name="connsiteY9" fmla="*/ 3156674 h 4092376"/>
                <a:gd name="connsiteX10" fmla="*/ 1660579 w 5052131"/>
                <a:gd name="connsiteY10" fmla="*/ 3829775 h 4092376"/>
                <a:gd name="connsiteX11" fmla="*/ 1419279 w 5052131"/>
                <a:gd name="connsiteY11" fmla="*/ 3448775 h 4092376"/>
                <a:gd name="connsiteX12" fmla="*/ 1063679 w 5052131"/>
                <a:gd name="connsiteY12" fmla="*/ 3232875 h 4092376"/>
                <a:gd name="connsiteX13" fmla="*/ 619179 w 5052131"/>
                <a:gd name="connsiteY13" fmla="*/ 3359875 h 4092376"/>
                <a:gd name="connsiteX14" fmla="*/ 314379 w 5052131"/>
                <a:gd name="connsiteY14" fmla="*/ 2826475 h 4092376"/>
                <a:gd name="connsiteX15" fmla="*/ 100684 w 5052131"/>
                <a:gd name="connsiteY15" fmla="*/ 3474175 h 4092376"/>
                <a:gd name="connsiteX16" fmla="*/ 519784 w 5052131"/>
                <a:gd name="connsiteY16" fmla="*/ 476976 h 409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2131" h="4092376">
                  <a:moveTo>
                    <a:pt x="519784" y="476976"/>
                  </a:moveTo>
                  <a:cubicBezTo>
                    <a:pt x="4803182" y="-1368757"/>
                    <a:pt x="5263881" y="2691009"/>
                    <a:pt x="4987979" y="3359876"/>
                  </a:cubicBezTo>
                  <a:cubicBezTo>
                    <a:pt x="4937179" y="3342942"/>
                    <a:pt x="4772079" y="3961008"/>
                    <a:pt x="4708579" y="2585174"/>
                  </a:cubicBezTo>
                  <a:cubicBezTo>
                    <a:pt x="4750912" y="4989708"/>
                    <a:pt x="4272546" y="3749341"/>
                    <a:pt x="4340279" y="3283675"/>
                  </a:cubicBezTo>
                  <a:cubicBezTo>
                    <a:pt x="4554062" y="3491108"/>
                    <a:pt x="4018546" y="4610824"/>
                    <a:pt x="4060879" y="3626574"/>
                  </a:cubicBezTo>
                  <a:cubicBezTo>
                    <a:pt x="4039712" y="3683724"/>
                    <a:pt x="3798412" y="4752640"/>
                    <a:pt x="3730679" y="3397973"/>
                  </a:cubicBezTo>
                  <a:cubicBezTo>
                    <a:pt x="3586746" y="4824606"/>
                    <a:pt x="3148596" y="3707006"/>
                    <a:pt x="3197279" y="3105873"/>
                  </a:cubicBezTo>
                  <a:cubicBezTo>
                    <a:pt x="3328512" y="3346115"/>
                    <a:pt x="2915762" y="4784391"/>
                    <a:pt x="2841679" y="3575774"/>
                  </a:cubicBezTo>
                  <a:cubicBezTo>
                    <a:pt x="2704096" y="4322958"/>
                    <a:pt x="2433162" y="4088007"/>
                    <a:pt x="2409879" y="3766274"/>
                  </a:cubicBezTo>
                  <a:cubicBezTo>
                    <a:pt x="2094496" y="4562141"/>
                    <a:pt x="2083912" y="3454065"/>
                    <a:pt x="2143179" y="3156674"/>
                  </a:cubicBezTo>
                  <a:cubicBezTo>
                    <a:pt x="2100846" y="4354708"/>
                    <a:pt x="1694446" y="4149392"/>
                    <a:pt x="1660579" y="3829775"/>
                  </a:cubicBezTo>
                  <a:cubicBezTo>
                    <a:pt x="1360012" y="4373759"/>
                    <a:pt x="1279579" y="3723942"/>
                    <a:pt x="1419279" y="3448775"/>
                  </a:cubicBezTo>
                  <a:cubicBezTo>
                    <a:pt x="1114479" y="4850008"/>
                    <a:pt x="1031929" y="3402208"/>
                    <a:pt x="1063679" y="3232875"/>
                  </a:cubicBezTo>
                  <a:cubicBezTo>
                    <a:pt x="1006529" y="4511342"/>
                    <a:pt x="547212" y="3859408"/>
                    <a:pt x="619179" y="3359875"/>
                  </a:cubicBezTo>
                  <a:cubicBezTo>
                    <a:pt x="399046" y="4651042"/>
                    <a:pt x="273795" y="3137625"/>
                    <a:pt x="314379" y="2826475"/>
                  </a:cubicBezTo>
                  <a:cubicBezTo>
                    <a:pt x="243147" y="3436075"/>
                    <a:pt x="210016" y="3512275"/>
                    <a:pt x="100684" y="3474175"/>
                  </a:cubicBezTo>
                  <a:cubicBezTo>
                    <a:pt x="-191416" y="2284609"/>
                    <a:pt x="214984" y="1323642"/>
                    <a:pt x="519784" y="47697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Rectangle 14">
              <a:extLst>
                <a:ext uri="{FF2B5EF4-FFF2-40B4-BE49-F238E27FC236}">
                  <a16:creationId xmlns:a16="http://schemas.microsoft.com/office/drawing/2014/main" id="{D22EE3C3-E1D4-F7E1-EFEC-C04FFE59FD24}"/>
                </a:ext>
              </a:extLst>
            </p:cNvPr>
            <p:cNvSpPr/>
            <p:nvPr/>
          </p:nvSpPr>
          <p:spPr>
            <a:xfrm flipH="1">
              <a:off x="5904317" y="1898643"/>
              <a:ext cx="1323975" cy="750654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Rectangle 14">
              <a:extLst>
                <a:ext uri="{FF2B5EF4-FFF2-40B4-BE49-F238E27FC236}">
                  <a16:creationId xmlns:a16="http://schemas.microsoft.com/office/drawing/2014/main" id="{2404D239-7416-9C09-D634-649249262F7B}"/>
                </a:ext>
              </a:extLst>
            </p:cNvPr>
            <p:cNvSpPr/>
            <p:nvPr/>
          </p:nvSpPr>
          <p:spPr>
            <a:xfrm flipH="1">
              <a:off x="5599517" y="384604"/>
              <a:ext cx="1628775" cy="1514132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920875"/>
                <a:gd name="connsiteY0" fmla="*/ 0 h 1236214"/>
                <a:gd name="connsiteX1" fmla="*/ 1920875 w 1920875"/>
                <a:gd name="connsiteY1" fmla="*/ 742950 h 1236214"/>
                <a:gd name="connsiteX2" fmla="*/ 1825625 w 1920875"/>
                <a:gd name="connsiteY2" fmla="*/ 981075 h 1236214"/>
                <a:gd name="connsiteX3" fmla="*/ 0 w 1920875"/>
                <a:gd name="connsiteY3" fmla="*/ 0 h 1236214"/>
                <a:gd name="connsiteX0" fmla="*/ 0 w 1920875"/>
                <a:gd name="connsiteY0" fmla="*/ 0 h 1552010"/>
                <a:gd name="connsiteX1" fmla="*/ 1920875 w 1920875"/>
                <a:gd name="connsiteY1" fmla="*/ 742950 h 1552010"/>
                <a:gd name="connsiteX2" fmla="*/ 1330325 w 1920875"/>
                <a:gd name="connsiteY2" fmla="*/ 1336675 h 1552010"/>
                <a:gd name="connsiteX3" fmla="*/ 0 w 1920875"/>
                <a:gd name="connsiteY3" fmla="*/ 0 h 1552010"/>
                <a:gd name="connsiteX0" fmla="*/ 0 w 1692275"/>
                <a:gd name="connsiteY0" fmla="*/ 0 h 1552010"/>
                <a:gd name="connsiteX1" fmla="*/ 1692275 w 1692275"/>
                <a:gd name="connsiteY1" fmla="*/ 933450 h 1552010"/>
                <a:gd name="connsiteX2" fmla="*/ 1330325 w 1692275"/>
                <a:gd name="connsiteY2" fmla="*/ 1336675 h 1552010"/>
                <a:gd name="connsiteX3" fmla="*/ 0 w 1692275"/>
                <a:gd name="connsiteY3" fmla="*/ 0 h 1552010"/>
                <a:gd name="connsiteX0" fmla="*/ 0 w 1692275"/>
                <a:gd name="connsiteY0" fmla="*/ 64117 h 1616127"/>
                <a:gd name="connsiteX1" fmla="*/ 1692275 w 1692275"/>
                <a:gd name="connsiteY1" fmla="*/ 997567 h 1616127"/>
                <a:gd name="connsiteX2" fmla="*/ 1330325 w 1692275"/>
                <a:gd name="connsiteY2" fmla="*/ 1400792 h 1616127"/>
                <a:gd name="connsiteX3" fmla="*/ 0 w 1692275"/>
                <a:gd name="connsiteY3" fmla="*/ 64117 h 1616127"/>
                <a:gd name="connsiteX0" fmla="*/ 0 w 1692275"/>
                <a:gd name="connsiteY0" fmla="*/ 55225 h 1607235"/>
                <a:gd name="connsiteX1" fmla="*/ 1692275 w 1692275"/>
                <a:gd name="connsiteY1" fmla="*/ 988675 h 1607235"/>
                <a:gd name="connsiteX2" fmla="*/ 1330325 w 1692275"/>
                <a:gd name="connsiteY2" fmla="*/ 1391900 h 1607235"/>
                <a:gd name="connsiteX3" fmla="*/ 0 w 1692275"/>
                <a:gd name="connsiteY3" fmla="*/ 55225 h 1607235"/>
                <a:gd name="connsiteX0" fmla="*/ 0 w 1692275"/>
                <a:gd name="connsiteY0" fmla="*/ 67876 h 1619886"/>
                <a:gd name="connsiteX1" fmla="*/ 1692275 w 1692275"/>
                <a:gd name="connsiteY1" fmla="*/ 1001326 h 1619886"/>
                <a:gd name="connsiteX2" fmla="*/ 1330325 w 1692275"/>
                <a:gd name="connsiteY2" fmla="*/ 1404551 h 1619886"/>
                <a:gd name="connsiteX3" fmla="*/ 0 w 1692275"/>
                <a:gd name="connsiteY3" fmla="*/ 67876 h 1619886"/>
                <a:gd name="connsiteX0" fmla="*/ 0 w 1628775"/>
                <a:gd name="connsiteY0" fmla="*/ 71322 h 1623332"/>
                <a:gd name="connsiteX1" fmla="*/ 1628775 w 1628775"/>
                <a:gd name="connsiteY1" fmla="*/ 903172 h 1623332"/>
                <a:gd name="connsiteX2" fmla="*/ 1330325 w 1628775"/>
                <a:gd name="connsiteY2" fmla="*/ 1407997 h 1623332"/>
                <a:gd name="connsiteX3" fmla="*/ 0 w 1628775"/>
                <a:gd name="connsiteY3" fmla="*/ 71322 h 1623332"/>
                <a:gd name="connsiteX0" fmla="*/ 0 w 1628775"/>
                <a:gd name="connsiteY0" fmla="*/ 70464 h 1622474"/>
                <a:gd name="connsiteX1" fmla="*/ 1628775 w 1628775"/>
                <a:gd name="connsiteY1" fmla="*/ 902314 h 1622474"/>
                <a:gd name="connsiteX2" fmla="*/ 1330325 w 1628775"/>
                <a:gd name="connsiteY2" fmla="*/ 1407139 h 1622474"/>
                <a:gd name="connsiteX3" fmla="*/ 0 w 1628775"/>
                <a:gd name="connsiteY3" fmla="*/ 70464 h 1622474"/>
                <a:gd name="connsiteX0" fmla="*/ 0 w 1628775"/>
                <a:gd name="connsiteY0" fmla="*/ 48215 h 1600225"/>
                <a:gd name="connsiteX1" fmla="*/ 1628775 w 1628775"/>
                <a:gd name="connsiteY1" fmla="*/ 880065 h 1600225"/>
                <a:gd name="connsiteX2" fmla="*/ 1330325 w 1628775"/>
                <a:gd name="connsiteY2" fmla="*/ 1384890 h 1600225"/>
                <a:gd name="connsiteX3" fmla="*/ 0 w 1628775"/>
                <a:gd name="connsiteY3" fmla="*/ 48215 h 1600225"/>
                <a:gd name="connsiteX0" fmla="*/ 0 w 1628775"/>
                <a:gd name="connsiteY0" fmla="*/ 19731 h 1571741"/>
                <a:gd name="connsiteX1" fmla="*/ 1628775 w 1628775"/>
                <a:gd name="connsiteY1" fmla="*/ 851581 h 1571741"/>
                <a:gd name="connsiteX2" fmla="*/ 1330325 w 1628775"/>
                <a:gd name="connsiteY2" fmla="*/ 1356406 h 1571741"/>
                <a:gd name="connsiteX3" fmla="*/ 0 w 1628775"/>
                <a:gd name="connsiteY3" fmla="*/ 19731 h 1571741"/>
                <a:gd name="connsiteX0" fmla="*/ 0 w 1628775"/>
                <a:gd name="connsiteY0" fmla="*/ 19731 h 1558020"/>
                <a:gd name="connsiteX1" fmla="*/ 1628775 w 1628775"/>
                <a:gd name="connsiteY1" fmla="*/ 851581 h 1558020"/>
                <a:gd name="connsiteX2" fmla="*/ 1330325 w 1628775"/>
                <a:gd name="connsiteY2" fmla="*/ 1356406 h 1558020"/>
                <a:gd name="connsiteX3" fmla="*/ 0 w 1628775"/>
                <a:gd name="connsiteY3" fmla="*/ 19731 h 1558020"/>
                <a:gd name="connsiteX0" fmla="*/ 0 w 1628775"/>
                <a:gd name="connsiteY0" fmla="*/ 19731 h 1526407"/>
                <a:gd name="connsiteX1" fmla="*/ 1628775 w 1628775"/>
                <a:gd name="connsiteY1" fmla="*/ 851581 h 1526407"/>
                <a:gd name="connsiteX2" fmla="*/ 1330325 w 1628775"/>
                <a:gd name="connsiteY2" fmla="*/ 1356406 h 1526407"/>
                <a:gd name="connsiteX3" fmla="*/ 0 w 1628775"/>
                <a:gd name="connsiteY3" fmla="*/ 19731 h 1526407"/>
                <a:gd name="connsiteX0" fmla="*/ 0 w 1628775"/>
                <a:gd name="connsiteY0" fmla="*/ 19731 h 1509237"/>
                <a:gd name="connsiteX1" fmla="*/ 1628775 w 1628775"/>
                <a:gd name="connsiteY1" fmla="*/ 851581 h 1509237"/>
                <a:gd name="connsiteX2" fmla="*/ 1330325 w 1628775"/>
                <a:gd name="connsiteY2" fmla="*/ 1356406 h 1509237"/>
                <a:gd name="connsiteX3" fmla="*/ 0 w 1628775"/>
                <a:gd name="connsiteY3" fmla="*/ 19731 h 1509237"/>
                <a:gd name="connsiteX0" fmla="*/ 0 w 1628775"/>
                <a:gd name="connsiteY0" fmla="*/ 19731 h 1526055"/>
                <a:gd name="connsiteX1" fmla="*/ 1628775 w 1628775"/>
                <a:gd name="connsiteY1" fmla="*/ 851581 h 1526055"/>
                <a:gd name="connsiteX2" fmla="*/ 1330325 w 1628775"/>
                <a:gd name="connsiteY2" fmla="*/ 1356406 h 1526055"/>
                <a:gd name="connsiteX3" fmla="*/ 0 w 1628775"/>
                <a:gd name="connsiteY3" fmla="*/ 19731 h 1526055"/>
                <a:gd name="connsiteX0" fmla="*/ 0 w 1628775"/>
                <a:gd name="connsiteY0" fmla="*/ 19731 h 1561949"/>
                <a:gd name="connsiteX1" fmla="*/ 1628775 w 1628775"/>
                <a:gd name="connsiteY1" fmla="*/ 851581 h 1561949"/>
                <a:gd name="connsiteX2" fmla="*/ 1330325 w 1628775"/>
                <a:gd name="connsiteY2" fmla="*/ 1356406 h 1561949"/>
                <a:gd name="connsiteX3" fmla="*/ 0 w 1628775"/>
                <a:gd name="connsiteY3" fmla="*/ 19731 h 1561949"/>
                <a:gd name="connsiteX0" fmla="*/ 0 w 1628775"/>
                <a:gd name="connsiteY0" fmla="*/ 19731 h 1501781"/>
                <a:gd name="connsiteX1" fmla="*/ 1628775 w 1628775"/>
                <a:gd name="connsiteY1" fmla="*/ 851581 h 1501781"/>
                <a:gd name="connsiteX2" fmla="*/ 1330325 w 1628775"/>
                <a:gd name="connsiteY2" fmla="*/ 1356406 h 1501781"/>
                <a:gd name="connsiteX3" fmla="*/ 0 w 1628775"/>
                <a:gd name="connsiteY3" fmla="*/ 19731 h 1501781"/>
                <a:gd name="connsiteX0" fmla="*/ 0 w 1628775"/>
                <a:gd name="connsiteY0" fmla="*/ 19731 h 1560496"/>
                <a:gd name="connsiteX1" fmla="*/ 1628775 w 1628775"/>
                <a:gd name="connsiteY1" fmla="*/ 851581 h 1560496"/>
                <a:gd name="connsiteX2" fmla="*/ 1317625 w 1628775"/>
                <a:gd name="connsiteY2" fmla="*/ 1419906 h 1560496"/>
                <a:gd name="connsiteX3" fmla="*/ 0 w 1628775"/>
                <a:gd name="connsiteY3" fmla="*/ 19731 h 1560496"/>
                <a:gd name="connsiteX0" fmla="*/ 0 w 1628775"/>
                <a:gd name="connsiteY0" fmla="*/ 19731 h 1514132"/>
                <a:gd name="connsiteX1" fmla="*/ 1628775 w 1628775"/>
                <a:gd name="connsiteY1" fmla="*/ 851581 h 1514132"/>
                <a:gd name="connsiteX2" fmla="*/ 1317625 w 1628775"/>
                <a:gd name="connsiteY2" fmla="*/ 1419906 h 1514132"/>
                <a:gd name="connsiteX3" fmla="*/ 0 w 1628775"/>
                <a:gd name="connsiteY3" fmla="*/ 19731 h 151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514132">
                  <a:moveTo>
                    <a:pt x="0" y="19731"/>
                  </a:moveTo>
                  <a:cubicBezTo>
                    <a:pt x="876300" y="-189819"/>
                    <a:pt x="441325" y="1350056"/>
                    <a:pt x="1628775" y="851581"/>
                  </a:cubicBezTo>
                  <a:lnTo>
                    <a:pt x="1317625" y="1419906"/>
                  </a:lnTo>
                  <a:cubicBezTo>
                    <a:pt x="-209550" y="1873931"/>
                    <a:pt x="412750" y="569006"/>
                    <a:pt x="0" y="1973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Rectangle 14">
              <a:extLst>
                <a:ext uri="{FF2B5EF4-FFF2-40B4-BE49-F238E27FC236}">
                  <a16:creationId xmlns:a16="http://schemas.microsoft.com/office/drawing/2014/main" id="{0DCD1311-02AB-818D-C613-D24C8A5173F8}"/>
                </a:ext>
              </a:extLst>
            </p:cNvPr>
            <p:cNvSpPr/>
            <p:nvPr/>
          </p:nvSpPr>
          <p:spPr>
            <a:xfrm flipH="1">
              <a:off x="6043918" y="2034531"/>
              <a:ext cx="1084301" cy="614766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Rectangle 14">
              <a:extLst>
                <a:ext uri="{FF2B5EF4-FFF2-40B4-BE49-F238E27FC236}">
                  <a16:creationId xmlns:a16="http://schemas.microsoft.com/office/drawing/2014/main" id="{34EE22B6-1377-06A1-A015-801A807BA0E7}"/>
                </a:ext>
              </a:extLst>
            </p:cNvPr>
            <p:cNvSpPr/>
            <p:nvPr/>
          </p:nvSpPr>
          <p:spPr>
            <a:xfrm>
              <a:off x="3082111" y="2024199"/>
              <a:ext cx="1084301" cy="614766"/>
            </a:xfrm>
            <a:custGeom>
              <a:avLst/>
              <a:gdLst>
                <a:gd name="connsiteX0" fmla="*/ 0 w 609600"/>
                <a:gd name="connsiteY0" fmla="*/ 0 h 66675"/>
                <a:gd name="connsiteX1" fmla="*/ 609600 w 609600"/>
                <a:gd name="connsiteY1" fmla="*/ 0 h 66675"/>
                <a:gd name="connsiteX2" fmla="*/ 609600 w 609600"/>
                <a:gd name="connsiteY2" fmla="*/ 66675 h 66675"/>
                <a:gd name="connsiteX3" fmla="*/ 0 w 609600"/>
                <a:gd name="connsiteY3" fmla="*/ 66675 h 66675"/>
                <a:gd name="connsiteX4" fmla="*/ 0 w 609600"/>
                <a:gd name="connsiteY4" fmla="*/ 0 h 66675"/>
                <a:gd name="connsiteX0" fmla="*/ 0 w 942975"/>
                <a:gd name="connsiteY0" fmla="*/ 400050 h 466725"/>
                <a:gd name="connsiteX1" fmla="*/ 942975 w 942975"/>
                <a:gd name="connsiteY1" fmla="*/ 0 h 466725"/>
                <a:gd name="connsiteX2" fmla="*/ 609600 w 942975"/>
                <a:gd name="connsiteY2" fmla="*/ 466725 h 466725"/>
                <a:gd name="connsiteX3" fmla="*/ 0 w 942975"/>
                <a:gd name="connsiteY3" fmla="*/ 466725 h 466725"/>
                <a:gd name="connsiteX4" fmla="*/ 0 w 942975"/>
                <a:gd name="connsiteY4" fmla="*/ 400050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390525 w 1333500"/>
                <a:gd name="connsiteY3" fmla="*/ 466725 h 466725"/>
                <a:gd name="connsiteX4" fmla="*/ 0 w 1333500"/>
                <a:gd name="connsiteY4" fmla="*/ 333375 h 466725"/>
                <a:gd name="connsiteX0" fmla="*/ 0 w 1333500"/>
                <a:gd name="connsiteY0" fmla="*/ 333375 h 466725"/>
                <a:gd name="connsiteX1" fmla="*/ 1333500 w 1333500"/>
                <a:gd name="connsiteY1" fmla="*/ 0 h 466725"/>
                <a:gd name="connsiteX2" fmla="*/ 1000125 w 1333500"/>
                <a:gd name="connsiteY2" fmla="*/ 466725 h 466725"/>
                <a:gd name="connsiteX3" fmla="*/ 0 w 1333500"/>
                <a:gd name="connsiteY3" fmla="*/ 333375 h 466725"/>
                <a:gd name="connsiteX0" fmla="*/ 0 w 1333500"/>
                <a:gd name="connsiteY0" fmla="*/ 333375 h 333375"/>
                <a:gd name="connsiteX1" fmla="*/ 1333500 w 1333500"/>
                <a:gd name="connsiteY1" fmla="*/ 0 h 333375"/>
                <a:gd name="connsiteX2" fmla="*/ 1238250 w 1333500"/>
                <a:gd name="connsiteY2" fmla="*/ 314325 h 333375"/>
                <a:gd name="connsiteX3" fmla="*/ 0 w 1333500"/>
                <a:gd name="connsiteY3" fmla="*/ 333375 h 333375"/>
                <a:gd name="connsiteX0" fmla="*/ 0 w 1333500"/>
                <a:gd name="connsiteY0" fmla="*/ 333375 h 629752"/>
                <a:gd name="connsiteX1" fmla="*/ 1333500 w 1333500"/>
                <a:gd name="connsiteY1" fmla="*/ 0 h 629752"/>
                <a:gd name="connsiteX2" fmla="*/ 1238250 w 1333500"/>
                <a:gd name="connsiteY2" fmla="*/ 314325 h 629752"/>
                <a:gd name="connsiteX3" fmla="*/ 0 w 1333500"/>
                <a:gd name="connsiteY3" fmla="*/ 333375 h 629752"/>
                <a:gd name="connsiteX0" fmla="*/ 0 w 1333500"/>
                <a:gd name="connsiteY0" fmla="*/ 333375 h 737558"/>
                <a:gd name="connsiteX1" fmla="*/ 1333500 w 1333500"/>
                <a:gd name="connsiteY1" fmla="*/ 0 h 737558"/>
                <a:gd name="connsiteX2" fmla="*/ 1238250 w 1333500"/>
                <a:gd name="connsiteY2" fmla="*/ 314325 h 737558"/>
                <a:gd name="connsiteX3" fmla="*/ 0 w 1333500"/>
                <a:gd name="connsiteY3" fmla="*/ 333375 h 737558"/>
                <a:gd name="connsiteX0" fmla="*/ 0 w 1333500"/>
                <a:gd name="connsiteY0" fmla="*/ 333375 h 694317"/>
                <a:gd name="connsiteX1" fmla="*/ 1333500 w 1333500"/>
                <a:gd name="connsiteY1" fmla="*/ 0 h 694317"/>
                <a:gd name="connsiteX2" fmla="*/ 1238250 w 1333500"/>
                <a:gd name="connsiteY2" fmla="*/ 238125 h 694317"/>
                <a:gd name="connsiteX3" fmla="*/ 0 w 1333500"/>
                <a:gd name="connsiteY3" fmla="*/ 333375 h 694317"/>
                <a:gd name="connsiteX0" fmla="*/ 0 w 1333500"/>
                <a:gd name="connsiteY0" fmla="*/ 333375 h 728742"/>
                <a:gd name="connsiteX1" fmla="*/ 1333500 w 1333500"/>
                <a:gd name="connsiteY1" fmla="*/ 0 h 728742"/>
                <a:gd name="connsiteX2" fmla="*/ 1238250 w 1333500"/>
                <a:gd name="connsiteY2" fmla="*/ 238125 h 728742"/>
                <a:gd name="connsiteX3" fmla="*/ 0 w 1333500"/>
                <a:gd name="connsiteY3" fmla="*/ 333375 h 728742"/>
                <a:gd name="connsiteX0" fmla="*/ 0 w 1323975"/>
                <a:gd name="connsiteY0" fmla="*/ 285750 h 706119"/>
                <a:gd name="connsiteX1" fmla="*/ 1323975 w 1323975"/>
                <a:gd name="connsiteY1" fmla="*/ 0 h 706119"/>
                <a:gd name="connsiteX2" fmla="*/ 1228725 w 1323975"/>
                <a:gd name="connsiteY2" fmla="*/ 238125 h 706119"/>
                <a:gd name="connsiteX3" fmla="*/ 0 w 1323975"/>
                <a:gd name="connsiteY3" fmla="*/ 285750 h 706119"/>
                <a:gd name="connsiteX0" fmla="*/ 0 w 1323975"/>
                <a:gd name="connsiteY0" fmla="*/ 285750 h 712898"/>
                <a:gd name="connsiteX1" fmla="*/ 1323975 w 1323975"/>
                <a:gd name="connsiteY1" fmla="*/ 0 h 712898"/>
                <a:gd name="connsiteX2" fmla="*/ 1228725 w 1323975"/>
                <a:gd name="connsiteY2" fmla="*/ 238125 h 712898"/>
                <a:gd name="connsiteX3" fmla="*/ 0 w 1323975"/>
                <a:gd name="connsiteY3" fmla="*/ 285750 h 712898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  <a:gd name="connsiteX0" fmla="*/ 0 w 1323975"/>
                <a:gd name="connsiteY0" fmla="*/ 285750 h 750654"/>
                <a:gd name="connsiteX1" fmla="*/ 1323975 w 1323975"/>
                <a:gd name="connsiteY1" fmla="*/ 0 h 750654"/>
                <a:gd name="connsiteX2" fmla="*/ 1228725 w 1323975"/>
                <a:gd name="connsiteY2" fmla="*/ 238125 h 750654"/>
                <a:gd name="connsiteX3" fmla="*/ 0 w 1323975"/>
                <a:gd name="connsiteY3" fmla="*/ 285750 h 75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3975" h="750654">
                  <a:moveTo>
                    <a:pt x="0" y="285750"/>
                  </a:moveTo>
                  <a:cubicBezTo>
                    <a:pt x="203200" y="304800"/>
                    <a:pt x="873125" y="180975"/>
                    <a:pt x="1323975" y="0"/>
                  </a:cubicBezTo>
                  <a:lnTo>
                    <a:pt x="1228725" y="238125"/>
                  </a:lnTo>
                  <a:cubicBezTo>
                    <a:pt x="577850" y="1035050"/>
                    <a:pt x="31750" y="784225"/>
                    <a:pt x="0" y="2857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C9F7618-D6F2-2CF3-5EFA-EB25F7528AB2}"/>
                </a:ext>
              </a:extLst>
            </p:cNvPr>
            <p:cNvSpPr/>
            <p:nvPr/>
          </p:nvSpPr>
          <p:spPr>
            <a:xfrm>
              <a:off x="3865848" y="1047139"/>
              <a:ext cx="2423885" cy="281577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Oval 12">
              <a:extLst>
                <a:ext uri="{FF2B5EF4-FFF2-40B4-BE49-F238E27FC236}">
                  <a16:creationId xmlns:a16="http://schemas.microsoft.com/office/drawing/2014/main" id="{C98E0589-D78D-0E88-C84C-678EE19C9E8C}"/>
                </a:ext>
              </a:extLst>
            </p:cNvPr>
            <p:cNvSpPr/>
            <p:nvPr/>
          </p:nvSpPr>
          <p:spPr>
            <a:xfrm>
              <a:off x="4691691" y="3745753"/>
              <a:ext cx="738514" cy="278764"/>
            </a:xfrm>
            <a:custGeom>
              <a:avLst/>
              <a:gdLst>
                <a:gd name="connsiteX0" fmla="*/ 0 w 358140"/>
                <a:gd name="connsiteY0" fmla="*/ 207903 h 415806"/>
                <a:gd name="connsiteX1" fmla="*/ 179070 w 358140"/>
                <a:gd name="connsiteY1" fmla="*/ 0 h 415806"/>
                <a:gd name="connsiteX2" fmla="*/ 358140 w 358140"/>
                <a:gd name="connsiteY2" fmla="*/ 207903 h 415806"/>
                <a:gd name="connsiteX3" fmla="*/ 179070 w 358140"/>
                <a:gd name="connsiteY3" fmla="*/ 415806 h 415806"/>
                <a:gd name="connsiteX4" fmla="*/ 0 w 358140"/>
                <a:gd name="connsiteY4" fmla="*/ 207903 h 415806"/>
                <a:gd name="connsiteX0" fmla="*/ 0 w 358140"/>
                <a:gd name="connsiteY0" fmla="*/ 207903 h 233890"/>
                <a:gd name="connsiteX1" fmla="*/ 179070 w 358140"/>
                <a:gd name="connsiteY1" fmla="*/ 0 h 233890"/>
                <a:gd name="connsiteX2" fmla="*/ 358140 w 358140"/>
                <a:gd name="connsiteY2" fmla="*/ 207903 h 233890"/>
                <a:gd name="connsiteX3" fmla="*/ 0 w 358140"/>
                <a:gd name="connsiteY3" fmla="*/ 207903 h 233890"/>
                <a:gd name="connsiteX0" fmla="*/ 16067 w 587567"/>
                <a:gd name="connsiteY0" fmla="*/ 211536 h 215292"/>
                <a:gd name="connsiteX1" fmla="*/ 195137 w 587567"/>
                <a:gd name="connsiteY1" fmla="*/ 3633 h 215292"/>
                <a:gd name="connsiteX2" fmla="*/ 587567 w 587567"/>
                <a:gd name="connsiteY2" fmla="*/ 127716 h 215292"/>
                <a:gd name="connsiteX3" fmla="*/ 16067 w 587567"/>
                <a:gd name="connsiteY3" fmla="*/ 211536 h 215292"/>
                <a:gd name="connsiteX0" fmla="*/ 9880 w 733780"/>
                <a:gd name="connsiteY0" fmla="*/ 155428 h 164513"/>
                <a:gd name="connsiteX1" fmla="*/ 341350 w 733780"/>
                <a:gd name="connsiteY1" fmla="*/ 865 h 164513"/>
                <a:gd name="connsiteX2" fmla="*/ 733780 w 733780"/>
                <a:gd name="connsiteY2" fmla="*/ 124948 h 164513"/>
                <a:gd name="connsiteX3" fmla="*/ 9880 w 733780"/>
                <a:gd name="connsiteY3" fmla="*/ 155428 h 164513"/>
                <a:gd name="connsiteX0" fmla="*/ 9880 w 733780"/>
                <a:gd name="connsiteY0" fmla="*/ 155428 h 232383"/>
                <a:gd name="connsiteX1" fmla="*/ 341350 w 733780"/>
                <a:gd name="connsiteY1" fmla="*/ 865 h 232383"/>
                <a:gd name="connsiteX2" fmla="*/ 733780 w 733780"/>
                <a:gd name="connsiteY2" fmla="*/ 124948 h 232383"/>
                <a:gd name="connsiteX3" fmla="*/ 9880 w 733780"/>
                <a:gd name="connsiteY3" fmla="*/ 155428 h 232383"/>
                <a:gd name="connsiteX0" fmla="*/ 33010 w 756910"/>
                <a:gd name="connsiteY0" fmla="*/ 155428 h 269574"/>
                <a:gd name="connsiteX1" fmla="*/ 364480 w 756910"/>
                <a:gd name="connsiteY1" fmla="*/ 865 h 269574"/>
                <a:gd name="connsiteX2" fmla="*/ 756910 w 756910"/>
                <a:gd name="connsiteY2" fmla="*/ 124948 h 269574"/>
                <a:gd name="connsiteX3" fmla="*/ 33010 w 756910"/>
                <a:gd name="connsiteY3" fmla="*/ 155428 h 269574"/>
                <a:gd name="connsiteX0" fmla="*/ 30059 w 757509"/>
                <a:gd name="connsiteY0" fmla="*/ 154763 h 209682"/>
                <a:gd name="connsiteX1" fmla="*/ 361529 w 757509"/>
                <a:gd name="connsiteY1" fmla="*/ 200 h 209682"/>
                <a:gd name="connsiteX2" fmla="*/ 753959 w 757509"/>
                <a:gd name="connsiteY2" fmla="*/ 124283 h 209682"/>
                <a:gd name="connsiteX3" fmla="*/ 97428 w 757509"/>
                <a:gd name="connsiteY3" fmla="*/ 209016 h 209682"/>
                <a:gd name="connsiteX4" fmla="*/ 30059 w 757509"/>
                <a:gd name="connsiteY4" fmla="*/ 154763 h 209682"/>
                <a:gd name="connsiteX0" fmla="*/ 11919 w 671890"/>
                <a:gd name="connsiteY0" fmla="*/ 210146 h 213922"/>
                <a:gd name="connsiteX1" fmla="*/ 276020 w 671890"/>
                <a:gd name="connsiteY1" fmla="*/ 1330 h 213922"/>
                <a:gd name="connsiteX2" fmla="*/ 668450 w 671890"/>
                <a:gd name="connsiteY2" fmla="*/ 125413 h 213922"/>
                <a:gd name="connsiteX3" fmla="*/ 11919 w 671890"/>
                <a:gd name="connsiteY3" fmla="*/ 210146 h 213922"/>
                <a:gd name="connsiteX0" fmla="*/ 9850 w 738514"/>
                <a:gd name="connsiteY0" fmla="*/ 155688 h 164845"/>
                <a:gd name="connsiteX1" fmla="*/ 342531 w 738514"/>
                <a:gd name="connsiteY1" fmla="*/ 212 h 164845"/>
                <a:gd name="connsiteX2" fmla="*/ 734961 w 738514"/>
                <a:gd name="connsiteY2" fmla="*/ 124295 h 164845"/>
                <a:gd name="connsiteX3" fmla="*/ 9850 w 738514"/>
                <a:gd name="connsiteY3" fmla="*/ 155688 h 164845"/>
                <a:gd name="connsiteX0" fmla="*/ 9850 w 738514"/>
                <a:gd name="connsiteY0" fmla="*/ 155688 h 242636"/>
                <a:gd name="connsiteX1" fmla="*/ 342531 w 738514"/>
                <a:gd name="connsiteY1" fmla="*/ 212 h 242636"/>
                <a:gd name="connsiteX2" fmla="*/ 734961 w 738514"/>
                <a:gd name="connsiteY2" fmla="*/ 124295 h 242636"/>
                <a:gd name="connsiteX3" fmla="*/ 9850 w 738514"/>
                <a:gd name="connsiteY3" fmla="*/ 155688 h 242636"/>
                <a:gd name="connsiteX0" fmla="*/ 9850 w 738514"/>
                <a:gd name="connsiteY0" fmla="*/ 155688 h 270787"/>
                <a:gd name="connsiteX1" fmla="*/ 342531 w 738514"/>
                <a:gd name="connsiteY1" fmla="*/ 212 h 270787"/>
                <a:gd name="connsiteX2" fmla="*/ 734961 w 738514"/>
                <a:gd name="connsiteY2" fmla="*/ 124295 h 270787"/>
                <a:gd name="connsiteX3" fmla="*/ 9850 w 738514"/>
                <a:gd name="connsiteY3" fmla="*/ 155688 h 270787"/>
                <a:gd name="connsiteX0" fmla="*/ 9850 w 738514"/>
                <a:gd name="connsiteY0" fmla="*/ 155688 h 278764"/>
                <a:gd name="connsiteX1" fmla="*/ 342531 w 738514"/>
                <a:gd name="connsiteY1" fmla="*/ 212 h 278764"/>
                <a:gd name="connsiteX2" fmla="*/ 734961 w 738514"/>
                <a:gd name="connsiteY2" fmla="*/ 124295 h 278764"/>
                <a:gd name="connsiteX3" fmla="*/ 9850 w 738514"/>
                <a:gd name="connsiteY3" fmla="*/ 155688 h 27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514" h="278764">
                  <a:moveTo>
                    <a:pt x="9850" y="155688"/>
                  </a:moveTo>
                  <a:cubicBezTo>
                    <a:pt x="-55555" y="135008"/>
                    <a:pt x="221679" y="5444"/>
                    <a:pt x="342531" y="212"/>
                  </a:cubicBezTo>
                  <a:cubicBezTo>
                    <a:pt x="463383" y="-5020"/>
                    <a:pt x="775168" y="88222"/>
                    <a:pt x="734961" y="124295"/>
                  </a:cubicBezTo>
                  <a:cubicBezTo>
                    <a:pt x="580454" y="358488"/>
                    <a:pt x="75255" y="290668"/>
                    <a:pt x="9850" y="15568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Rectangle 10">
              <a:extLst>
                <a:ext uri="{FF2B5EF4-FFF2-40B4-BE49-F238E27FC236}">
                  <a16:creationId xmlns:a16="http://schemas.microsoft.com/office/drawing/2014/main" id="{CB6D9539-8124-0760-E22E-2A3089BE6C6B}"/>
                </a:ext>
              </a:extLst>
            </p:cNvPr>
            <p:cNvSpPr/>
            <p:nvPr/>
          </p:nvSpPr>
          <p:spPr>
            <a:xfrm>
              <a:off x="4345605" y="3204726"/>
              <a:ext cx="1377234" cy="658184"/>
            </a:xfrm>
            <a:custGeom>
              <a:avLst/>
              <a:gdLst>
                <a:gd name="connsiteX0" fmla="*/ 0 w 922020"/>
                <a:gd name="connsiteY0" fmla="*/ 0 h 99060"/>
                <a:gd name="connsiteX1" fmla="*/ 922020 w 922020"/>
                <a:gd name="connsiteY1" fmla="*/ 0 h 99060"/>
                <a:gd name="connsiteX2" fmla="*/ 922020 w 922020"/>
                <a:gd name="connsiteY2" fmla="*/ 99060 h 99060"/>
                <a:gd name="connsiteX3" fmla="*/ 0 w 922020"/>
                <a:gd name="connsiteY3" fmla="*/ 99060 h 99060"/>
                <a:gd name="connsiteX4" fmla="*/ 0 w 922020"/>
                <a:gd name="connsiteY4" fmla="*/ 0 h 99060"/>
                <a:gd name="connsiteX0" fmla="*/ 0 w 922020"/>
                <a:gd name="connsiteY0" fmla="*/ 0 h 454660"/>
                <a:gd name="connsiteX1" fmla="*/ 922020 w 922020"/>
                <a:gd name="connsiteY1" fmla="*/ 0 h 454660"/>
                <a:gd name="connsiteX2" fmla="*/ 922020 w 922020"/>
                <a:gd name="connsiteY2" fmla="*/ 99060 h 454660"/>
                <a:gd name="connsiteX3" fmla="*/ 133350 w 922020"/>
                <a:gd name="connsiteY3" fmla="*/ 454660 h 454660"/>
                <a:gd name="connsiteX4" fmla="*/ 0 w 922020"/>
                <a:gd name="connsiteY4" fmla="*/ 0 h 454660"/>
                <a:gd name="connsiteX0" fmla="*/ 285750 w 788670"/>
                <a:gd name="connsiteY0" fmla="*/ 0 h 588010"/>
                <a:gd name="connsiteX1" fmla="*/ 788670 w 788670"/>
                <a:gd name="connsiteY1" fmla="*/ 133350 h 588010"/>
                <a:gd name="connsiteX2" fmla="*/ 788670 w 788670"/>
                <a:gd name="connsiteY2" fmla="*/ 232410 h 588010"/>
                <a:gd name="connsiteX3" fmla="*/ 0 w 788670"/>
                <a:gd name="connsiteY3" fmla="*/ 588010 h 588010"/>
                <a:gd name="connsiteX4" fmla="*/ 285750 w 788670"/>
                <a:gd name="connsiteY4" fmla="*/ 0 h 588010"/>
                <a:gd name="connsiteX0" fmla="*/ 285750 w 788670"/>
                <a:gd name="connsiteY0" fmla="*/ 0 h 588010"/>
                <a:gd name="connsiteX1" fmla="*/ 788670 w 788670"/>
                <a:gd name="connsiteY1" fmla="*/ 133350 h 588010"/>
                <a:gd name="connsiteX2" fmla="*/ 541020 w 788670"/>
                <a:gd name="connsiteY2" fmla="*/ 505460 h 588010"/>
                <a:gd name="connsiteX3" fmla="*/ 0 w 788670"/>
                <a:gd name="connsiteY3" fmla="*/ 588010 h 588010"/>
                <a:gd name="connsiteX4" fmla="*/ 285750 w 788670"/>
                <a:gd name="connsiteY4" fmla="*/ 0 h 588010"/>
                <a:gd name="connsiteX0" fmla="*/ 285750 w 541020"/>
                <a:gd name="connsiteY0" fmla="*/ 0 h 588010"/>
                <a:gd name="connsiteX1" fmla="*/ 541020 w 541020"/>
                <a:gd name="connsiteY1" fmla="*/ 505460 h 588010"/>
                <a:gd name="connsiteX2" fmla="*/ 0 w 541020"/>
                <a:gd name="connsiteY2" fmla="*/ 588010 h 588010"/>
                <a:gd name="connsiteX3" fmla="*/ 285750 w 541020"/>
                <a:gd name="connsiteY3" fmla="*/ 0 h 588010"/>
                <a:gd name="connsiteX0" fmla="*/ 323850 w 541020"/>
                <a:gd name="connsiteY0" fmla="*/ 0 h 588010"/>
                <a:gd name="connsiteX1" fmla="*/ 541020 w 541020"/>
                <a:gd name="connsiteY1" fmla="*/ 505460 h 588010"/>
                <a:gd name="connsiteX2" fmla="*/ 0 w 541020"/>
                <a:gd name="connsiteY2" fmla="*/ 588010 h 588010"/>
                <a:gd name="connsiteX3" fmla="*/ 323850 w 541020"/>
                <a:gd name="connsiteY3" fmla="*/ 0 h 588010"/>
                <a:gd name="connsiteX0" fmla="*/ 323850 w 807125"/>
                <a:gd name="connsiteY0" fmla="*/ 128577 h 716587"/>
                <a:gd name="connsiteX1" fmla="*/ 541020 w 807125"/>
                <a:gd name="connsiteY1" fmla="*/ 634037 h 716587"/>
                <a:gd name="connsiteX2" fmla="*/ 0 w 807125"/>
                <a:gd name="connsiteY2" fmla="*/ 716587 h 716587"/>
                <a:gd name="connsiteX3" fmla="*/ 323850 w 807125"/>
                <a:gd name="connsiteY3" fmla="*/ 128577 h 716587"/>
                <a:gd name="connsiteX0" fmla="*/ 323850 w 1032728"/>
                <a:gd name="connsiteY0" fmla="*/ 90924 h 678934"/>
                <a:gd name="connsiteX1" fmla="*/ 541020 w 1032728"/>
                <a:gd name="connsiteY1" fmla="*/ 596384 h 678934"/>
                <a:gd name="connsiteX2" fmla="*/ 0 w 1032728"/>
                <a:gd name="connsiteY2" fmla="*/ 678934 h 678934"/>
                <a:gd name="connsiteX3" fmla="*/ 323850 w 1032728"/>
                <a:gd name="connsiteY3" fmla="*/ 90924 h 678934"/>
                <a:gd name="connsiteX0" fmla="*/ 579682 w 1288560"/>
                <a:gd name="connsiteY0" fmla="*/ 90924 h 678934"/>
                <a:gd name="connsiteX1" fmla="*/ 796852 w 1288560"/>
                <a:gd name="connsiteY1" fmla="*/ 596384 h 678934"/>
                <a:gd name="connsiteX2" fmla="*/ 255832 w 1288560"/>
                <a:gd name="connsiteY2" fmla="*/ 678934 h 678934"/>
                <a:gd name="connsiteX3" fmla="*/ 579682 w 1288560"/>
                <a:gd name="connsiteY3" fmla="*/ 90924 h 678934"/>
                <a:gd name="connsiteX0" fmla="*/ 672866 w 1381744"/>
                <a:gd name="connsiteY0" fmla="*/ 90924 h 678934"/>
                <a:gd name="connsiteX1" fmla="*/ 890036 w 1381744"/>
                <a:gd name="connsiteY1" fmla="*/ 596384 h 678934"/>
                <a:gd name="connsiteX2" fmla="*/ 349016 w 1381744"/>
                <a:gd name="connsiteY2" fmla="*/ 678934 h 678934"/>
                <a:gd name="connsiteX3" fmla="*/ 672866 w 1381744"/>
                <a:gd name="connsiteY3" fmla="*/ 90924 h 678934"/>
                <a:gd name="connsiteX0" fmla="*/ 664910 w 1373788"/>
                <a:gd name="connsiteY0" fmla="*/ 90924 h 647184"/>
                <a:gd name="connsiteX1" fmla="*/ 882080 w 1373788"/>
                <a:gd name="connsiteY1" fmla="*/ 596384 h 647184"/>
                <a:gd name="connsiteX2" fmla="*/ 360110 w 1373788"/>
                <a:gd name="connsiteY2" fmla="*/ 647184 h 647184"/>
                <a:gd name="connsiteX3" fmla="*/ 664910 w 1373788"/>
                <a:gd name="connsiteY3" fmla="*/ 90924 h 647184"/>
                <a:gd name="connsiteX0" fmla="*/ 662295 w 1371173"/>
                <a:gd name="connsiteY0" fmla="*/ 90924 h 646009"/>
                <a:gd name="connsiteX1" fmla="*/ 879465 w 1371173"/>
                <a:gd name="connsiteY1" fmla="*/ 596384 h 646009"/>
                <a:gd name="connsiteX2" fmla="*/ 363845 w 1371173"/>
                <a:gd name="connsiteY2" fmla="*/ 615434 h 646009"/>
                <a:gd name="connsiteX3" fmla="*/ 662295 w 1371173"/>
                <a:gd name="connsiteY3" fmla="*/ 90924 h 646009"/>
                <a:gd name="connsiteX0" fmla="*/ 689698 w 1398576"/>
                <a:gd name="connsiteY0" fmla="*/ 90924 h 646009"/>
                <a:gd name="connsiteX1" fmla="*/ 906868 w 1398576"/>
                <a:gd name="connsiteY1" fmla="*/ 596384 h 646009"/>
                <a:gd name="connsiteX2" fmla="*/ 391248 w 1398576"/>
                <a:gd name="connsiteY2" fmla="*/ 615434 h 646009"/>
                <a:gd name="connsiteX3" fmla="*/ 689698 w 1398576"/>
                <a:gd name="connsiteY3" fmla="*/ 90924 h 646009"/>
                <a:gd name="connsiteX0" fmla="*/ 619002 w 1327880"/>
                <a:gd name="connsiteY0" fmla="*/ 90924 h 646009"/>
                <a:gd name="connsiteX1" fmla="*/ 836172 w 1327880"/>
                <a:gd name="connsiteY1" fmla="*/ 596384 h 646009"/>
                <a:gd name="connsiteX2" fmla="*/ 320552 w 1327880"/>
                <a:gd name="connsiteY2" fmla="*/ 615434 h 646009"/>
                <a:gd name="connsiteX3" fmla="*/ 619002 w 1327880"/>
                <a:gd name="connsiteY3" fmla="*/ 90924 h 646009"/>
                <a:gd name="connsiteX0" fmla="*/ 678132 w 1387010"/>
                <a:gd name="connsiteY0" fmla="*/ 90924 h 646009"/>
                <a:gd name="connsiteX1" fmla="*/ 895302 w 1387010"/>
                <a:gd name="connsiteY1" fmla="*/ 596384 h 646009"/>
                <a:gd name="connsiteX2" fmla="*/ 379682 w 1387010"/>
                <a:gd name="connsiteY2" fmla="*/ 615434 h 646009"/>
                <a:gd name="connsiteX3" fmla="*/ 678132 w 1387010"/>
                <a:gd name="connsiteY3" fmla="*/ 90924 h 646009"/>
                <a:gd name="connsiteX0" fmla="*/ 678132 w 1387010"/>
                <a:gd name="connsiteY0" fmla="*/ 90924 h 646009"/>
                <a:gd name="connsiteX1" fmla="*/ 895302 w 1387010"/>
                <a:gd name="connsiteY1" fmla="*/ 596384 h 646009"/>
                <a:gd name="connsiteX2" fmla="*/ 502871 w 1387010"/>
                <a:gd name="connsiteY2" fmla="*/ 605275 h 646009"/>
                <a:gd name="connsiteX3" fmla="*/ 379682 w 1387010"/>
                <a:gd name="connsiteY3" fmla="*/ 615434 h 646009"/>
                <a:gd name="connsiteX4" fmla="*/ 678132 w 1387010"/>
                <a:gd name="connsiteY4" fmla="*/ 90924 h 646009"/>
                <a:gd name="connsiteX0" fmla="*/ 175261 w 884139"/>
                <a:gd name="connsiteY0" fmla="*/ 90924 h 646009"/>
                <a:gd name="connsiteX1" fmla="*/ 392431 w 884139"/>
                <a:gd name="connsiteY1" fmla="*/ 596384 h 646009"/>
                <a:gd name="connsiteX2" fmla="*/ 0 w 884139"/>
                <a:gd name="connsiteY2" fmla="*/ 605275 h 646009"/>
                <a:gd name="connsiteX3" fmla="*/ 175261 w 884139"/>
                <a:gd name="connsiteY3" fmla="*/ 90924 h 646009"/>
                <a:gd name="connsiteX0" fmla="*/ 515378 w 1224256"/>
                <a:gd name="connsiteY0" fmla="*/ 116708 h 671793"/>
                <a:gd name="connsiteX1" fmla="*/ 732548 w 1224256"/>
                <a:gd name="connsiteY1" fmla="*/ 622168 h 671793"/>
                <a:gd name="connsiteX2" fmla="*/ 340117 w 1224256"/>
                <a:gd name="connsiteY2" fmla="*/ 631059 h 671793"/>
                <a:gd name="connsiteX3" fmla="*/ 515378 w 1224256"/>
                <a:gd name="connsiteY3" fmla="*/ 116708 h 671793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  <a:gd name="connsiteX0" fmla="*/ 668356 w 1377234"/>
                <a:gd name="connsiteY0" fmla="*/ 90924 h 658184"/>
                <a:gd name="connsiteX1" fmla="*/ 885526 w 1377234"/>
                <a:gd name="connsiteY1" fmla="*/ 596384 h 658184"/>
                <a:gd name="connsiteX2" fmla="*/ 493095 w 1377234"/>
                <a:gd name="connsiteY2" fmla="*/ 605275 h 658184"/>
                <a:gd name="connsiteX3" fmla="*/ 668356 w 1377234"/>
                <a:gd name="connsiteY3" fmla="*/ 90924 h 6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234" h="658184">
                  <a:moveTo>
                    <a:pt x="668356" y="90924"/>
                  </a:moveTo>
                  <a:cubicBezTo>
                    <a:pt x="1655146" y="-337489"/>
                    <a:pt x="1498936" y="904147"/>
                    <a:pt x="885526" y="596384"/>
                  </a:cubicBezTo>
                  <a:cubicBezTo>
                    <a:pt x="754716" y="548548"/>
                    <a:pt x="630255" y="557861"/>
                    <a:pt x="493095" y="605275"/>
                  </a:cubicBezTo>
                  <a:cubicBezTo>
                    <a:pt x="37165" y="922775"/>
                    <a:pt x="-412414" y="-309126"/>
                    <a:pt x="668356" y="9092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2150316-617D-F04A-56DC-C8FFA43CAD5C}"/>
                </a:ext>
              </a:extLst>
            </p:cNvPr>
            <p:cNvSpPr/>
            <p:nvPr/>
          </p:nvSpPr>
          <p:spPr>
            <a:xfrm>
              <a:off x="4656137" y="3455347"/>
              <a:ext cx="113023" cy="113023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F6FDDFC-684D-4A79-BCC9-F951F2C34CA8}"/>
                </a:ext>
              </a:extLst>
            </p:cNvPr>
            <p:cNvSpPr/>
            <p:nvPr/>
          </p:nvSpPr>
          <p:spPr>
            <a:xfrm>
              <a:off x="5248917" y="3455347"/>
              <a:ext cx="113023" cy="113023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A2B2245-500D-334F-053D-6FA2B9481851}"/>
                </a:ext>
              </a:extLst>
            </p:cNvPr>
            <p:cNvGrpSpPr/>
            <p:nvPr/>
          </p:nvGrpSpPr>
          <p:grpSpPr>
            <a:xfrm>
              <a:off x="5064326" y="2317768"/>
              <a:ext cx="695566" cy="892861"/>
              <a:chOff x="8321988" y="1141670"/>
              <a:chExt cx="695566" cy="892861"/>
            </a:xfrm>
            <a:grpFill/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96BB2A85-675E-459C-DF3C-0C95C24B0051}"/>
                  </a:ext>
                </a:extLst>
              </p:cNvPr>
              <p:cNvSpPr/>
              <p:nvPr/>
            </p:nvSpPr>
            <p:spPr>
              <a:xfrm>
                <a:off x="8321988" y="1141670"/>
                <a:ext cx="695566" cy="89286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F6F9C0A4-C59C-165B-A044-7F5811FBC851}"/>
                  </a:ext>
                </a:extLst>
              </p:cNvPr>
              <p:cNvSpPr/>
              <p:nvPr/>
            </p:nvSpPr>
            <p:spPr>
              <a:xfrm>
                <a:off x="8524058" y="1387119"/>
                <a:ext cx="437348" cy="5614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1316001-0600-4E74-95A2-2E72DEF9AB7B}"/>
                  </a:ext>
                </a:extLst>
              </p:cNvPr>
              <p:cNvSpPr/>
              <p:nvPr/>
            </p:nvSpPr>
            <p:spPr>
              <a:xfrm>
                <a:off x="8584618" y="1478794"/>
                <a:ext cx="170305" cy="21861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63D5B20-CA5F-252E-5738-E30A2AC1B24E}"/>
                </a:ext>
              </a:extLst>
            </p:cNvPr>
            <p:cNvGrpSpPr/>
            <p:nvPr/>
          </p:nvGrpSpPr>
          <p:grpSpPr>
            <a:xfrm>
              <a:off x="4225222" y="2317770"/>
              <a:ext cx="695566" cy="892861"/>
              <a:chOff x="8321988" y="1141670"/>
              <a:chExt cx="695566" cy="892861"/>
            </a:xfrm>
            <a:grpFill/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611853FD-7CC9-A1F6-8B33-48670097406B}"/>
                  </a:ext>
                </a:extLst>
              </p:cNvPr>
              <p:cNvSpPr/>
              <p:nvPr/>
            </p:nvSpPr>
            <p:spPr>
              <a:xfrm>
                <a:off x="8321988" y="1141670"/>
                <a:ext cx="695566" cy="89286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185F65BD-2443-B4C7-BC93-556BA531AC27}"/>
                  </a:ext>
                </a:extLst>
              </p:cNvPr>
              <p:cNvSpPr/>
              <p:nvPr/>
            </p:nvSpPr>
            <p:spPr>
              <a:xfrm>
                <a:off x="8524058" y="1387119"/>
                <a:ext cx="437348" cy="5614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C4496452-2ECF-0568-AA5A-4E68CE13799F}"/>
                  </a:ext>
                </a:extLst>
              </p:cNvPr>
              <p:cNvSpPr/>
              <p:nvPr/>
            </p:nvSpPr>
            <p:spPr>
              <a:xfrm>
                <a:off x="8584618" y="1478794"/>
                <a:ext cx="170305" cy="21861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5" name="Oval 2">
              <a:extLst>
                <a:ext uri="{FF2B5EF4-FFF2-40B4-BE49-F238E27FC236}">
                  <a16:creationId xmlns:a16="http://schemas.microsoft.com/office/drawing/2014/main" id="{C7729024-43D5-5F97-6109-D6B4C3FB5215}"/>
                </a:ext>
              </a:extLst>
            </p:cNvPr>
            <p:cNvSpPr/>
            <p:nvPr/>
          </p:nvSpPr>
          <p:spPr>
            <a:xfrm>
              <a:off x="3870665" y="1041937"/>
              <a:ext cx="2414253" cy="1845063"/>
            </a:xfrm>
            <a:custGeom>
              <a:avLst/>
              <a:gdLst>
                <a:gd name="connsiteX0" fmla="*/ 0 w 2423885"/>
                <a:gd name="connsiteY0" fmla="*/ 1407886 h 2815771"/>
                <a:gd name="connsiteX1" fmla="*/ 1211943 w 2423885"/>
                <a:gd name="connsiteY1" fmla="*/ 0 h 2815771"/>
                <a:gd name="connsiteX2" fmla="*/ 2423886 w 2423885"/>
                <a:gd name="connsiteY2" fmla="*/ 1407886 h 2815771"/>
                <a:gd name="connsiteX3" fmla="*/ 1211943 w 2423885"/>
                <a:gd name="connsiteY3" fmla="*/ 2815772 h 2815771"/>
                <a:gd name="connsiteX4" fmla="*/ 0 w 2423885"/>
                <a:gd name="connsiteY4" fmla="*/ 1407886 h 2815771"/>
                <a:gd name="connsiteX0" fmla="*/ 0 w 2423886"/>
                <a:gd name="connsiteY0" fmla="*/ 1407886 h 1583872"/>
                <a:gd name="connsiteX1" fmla="*/ 1211943 w 2423886"/>
                <a:gd name="connsiteY1" fmla="*/ 0 h 1583872"/>
                <a:gd name="connsiteX2" fmla="*/ 2423886 w 2423886"/>
                <a:gd name="connsiteY2" fmla="*/ 1407886 h 1583872"/>
                <a:gd name="connsiteX3" fmla="*/ 0 w 2423886"/>
                <a:gd name="connsiteY3" fmla="*/ 1407886 h 1583872"/>
                <a:gd name="connsiteX0" fmla="*/ 82880 w 2526067"/>
                <a:gd name="connsiteY0" fmla="*/ 1407886 h 1561363"/>
                <a:gd name="connsiteX1" fmla="*/ 1294823 w 2526067"/>
                <a:gd name="connsiteY1" fmla="*/ 0 h 1561363"/>
                <a:gd name="connsiteX2" fmla="*/ 2506766 w 2526067"/>
                <a:gd name="connsiteY2" fmla="*/ 1407886 h 1561363"/>
                <a:gd name="connsiteX3" fmla="*/ 373165 w 2526067"/>
                <a:gd name="connsiteY3" fmla="*/ 1524001 h 1561363"/>
                <a:gd name="connsiteX4" fmla="*/ 82880 w 2526067"/>
                <a:gd name="connsiteY4" fmla="*/ 1407886 h 1561363"/>
                <a:gd name="connsiteX0" fmla="*/ 82880 w 2509941"/>
                <a:gd name="connsiteY0" fmla="*/ 1407886 h 1561363"/>
                <a:gd name="connsiteX1" fmla="*/ 1294823 w 2509941"/>
                <a:gd name="connsiteY1" fmla="*/ 0 h 1561363"/>
                <a:gd name="connsiteX2" fmla="*/ 2506766 w 2509941"/>
                <a:gd name="connsiteY2" fmla="*/ 1407886 h 1561363"/>
                <a:gd name="connsiteX3" fmla="*/ 895679 w 2509941"/>
                <a:gd name="connsiteY3" fmla="*/ 1059545 h 1561363"/>
                <a:gd name="connsiteX4" fmla="*/ 373165 w 2509941"/>
                <a:gd name="connsiteY4" fmla="*/ 1524001 h 1561363"/>
                <a:gd name="connsiteX5" fmla="*/ 82880 w 2509941"/>
                <a:gd name="connsiteY5" fmla="*/ 1407886 h 1561363"/>
                <a:gd name="connsiteX0" fmla="*/ 82880 w 2506902"/>
                <a:gd name="connsiteY0" fmla="*/ 1407886 h 1561363"/>
                <a:gd name="connsiteX1" fmla="*/ 1294823 w 2506902"/>
                <a:gd name="connsiteY1" fmla="*/ 0 h 1561363"/>
                <a:gd name="connsiteX2" fmla="*/ 2506766 w 2506902"/>
                <a:gd name="connsiteY2" fmla="*/ 1407886 h 1561363"/>
                <a:gd name="connsiteX3" fmla="*/ 1287565 w 2506902"/>
                <a:gd name="connsiteY3" fmla="*/ 1480459 h 1561363"/>
                <a:gd name="connsiteX4" fmla="*/ 895679 w 2506902"/>
                <a:gd name="connsiteY4" fmla="*/ 1059545 h 1561363"/>
                <a:gd name="connsiteX5" fmla="*/ 373165 w 2506902"/>
                <a:gd name="connsiteY5" fmla="*/ 1524001 h 1561363"/>
                <a:gd name="connsiteX6" fmla="*/ 82880 w 2506902"/>
                <a:gd name="connsiteY6" fmla="*/ 1407886 h 1561363"/>
                <a:gd name="connsiteX0" fmla="*/ 82880 w 2514514"/>
                <a:gd name="connsiteY0" fmla="*/ 1407886 h 1561363"/>
                <a:gd name="connsiteX1" fmla="*/ 1294823 w 2514514"/>
                <a:gd name="connsiteY1" fmla="*/ 0 h 1561363"/>
                <a:gd name="connsiteX2" fmla="*/ 2506766 w 2514514"/>
                <a:gd name="connsiteY2" fmla="*/ 1407886 h 1561363"/>
                <a:gd name="connsiteX3" fmla="*/ 1737508 w 2514514"/>
                <a:gd name="connsiteY3" fmla="*/ 1248230 h 1561363"/>
                <a:gd name="connsiteX4" fmla="*/ 1287565 w 2514514"/>
                <a:gd name="connsiteY4" fmla="*/ 1480459 h 1561363"/>
                <a:gd name="connsiteX5" fmla="*/ 895679 w 2514514"/>
                <a:gd name="connsiteY5" fmla="*/ 1059545 h 1561363"/>
                <a:gd name="connsiteX6" fmla="*/ 373165 w 2514514"/>
                <a:gd name="connsiteY6" fmla="*/ 1524001 h 1561363"/>
                <a:gd name="connsiteX7" fmla="*/ 82880 w 2514514"/>
                <a:gd name="connsiteY7" fmla="*/ 1407886 h 1561363"/>
                <a:gd name="connsiteX0" fmla="*/ 82880 w 2542601"/>
                <a:gd name="connsiteY0" fmla="*/ 1407886 h 1561363"/>
                <a:gd name="connsiteX1" fmla="*/ 1294823 w 2542601"/>
                <a:gd name="connsiteY1" fmla="*/ 0 h 1561363"/>
                <a:gd name="connsiteX2" fmla="*/ 2506766 w 2542601"/>
                <a:gd name="connsiteY2" fmla="*/ 1407886 h 1561363"/>
                <a:gd name="connsiteX3" fmla="*/ 2172936 w 2542601"/>
                <a:gd name="connsiteY3" fmla="*/ 1349830 h 1561363"/>
                <a:gd name="connsiteX4" fmla="*/ 1737508 w 2542601"/>
                <a:gd name="connsiteY4" fmla="*/ 1248230 h 1561363"/>
                <a:gd name="connsiteX5" fmla="*/ 1287565 w 2542601"/>
                <a:gd name="connsiteY5" fmla="*/ 1480459 h 1561363"/>
                <a:gd name="connsiteX6" fmla="*/ 895679 w 2542601"/>
                <a:gd name="connsiteY6" fmla="*/ 1059545 h 1561363"/>
                <a:gd name="connsiteX7" fmla="*/ 373165 w 2542601"/>
                <a:gd name="connsiteY7" fmla="*/ 1524001 h 1561363"/>
                <a:gd name="connsiteX8" fmla="*/ 82880 w 2542601"/>
                <a:gd name="connsiteY8" fmla="*/ 1407886 h 1561363"/>
                <a:gd name="connsiteX0" fmla="*/ 38914 w 2498635"/>
                <a:gd name="connsiteY0" fmla="*/ 1407886 h 1627705"/>
                <a:gd name="connsiteX1" fmla="*/ 1250857 w 2498635"/>
                <a:gd name="connsiteY1" fmla="*/ 0 h 1627705"/>
                <a:gd name="connsiteX2" fmla="*/ 2462800 w 2498635"/>
                <a:gd name="connsiteY2" fmla="*/ 1407886 h 1627705"/>
                <a:gd name="connsiteX3" fmla="*/ 2128970 w 2498635"/>
                <a:gd name="connsiteY3" fmla="*/ 1349830 h 1627705"/>
                <a:gd name="connsiteX4" fmla="*/ 1693542 w 2498635"/>
                <a:gd name="connsiteY4" fmla="*/ 1248230 h 1627705"/>
                <a:gd name="connsiteX5" fmla="*/ 1243599 w 2498635"/>
                <a:gd name="connsiteY5" fmla="*/ 1480459 h 1627705"/>
                <a:gd name="connsiteX6" fmla="*/ 851713 w 2498635"/>
                <a:gd name="connsiteY6" fmla="*/ 1059545 h 1627705"/>
                <a:gd name="connsiteX7" fmla="*/ 329199 w 2498635"/>
                <a:gd name="connsiteY7" fmla="*/ 1524001 h 1627705"/>
                <a:gd name="connsiteX8" fmla="*/ 38914 w 2498635"/>
                <a:gd name="connsiteY8" fmla="*/ 1407886 h 1627705"/>
                <a:gd name="connsiteX0" fmla="*/ 48478 w 2477719"/>
                <a:gd name="connsiteY0" fmla="*/ 1407886 h 1627705"/>
                <a:gd name="connsiteX1" fmla="*/ 1229941 w 2477719"/>
                <a:gd name="connsiteY1" fmla="*/ 0 h 1627705"/>
                <a:gd name="connsiteX2" fmla="*/ 2441884 w 2477719"/>
                <a:gd name="connsiteY2" fmla="*/ 1407886 h 1627705"/>
                <a:gd name="connsiteX3" fmla="*/ 2108054 w 2477719"/>
                <a:gd name="connsiteY3" fmla="*/ 1349830 h 1627705"/>
                <a:gd name="connsiteX4" fmla="*/ 1672626 w 2477719"/>
                <a:gd name="connsiteY4" fmla="*/ 1248230 h 1627705"/>
                <a:gd name="connsiteX5" fmla="*/ 1222683 w 2477719"/>
                <a:gd name="connsiteY5" fmla="*/ 1480459 h 1627705"/>
                <a:gd name="connsiteX6" fmla="*/ 830797 w 2477719"/>
                <a:gd name="connsiteY6" fmla="*/ 1059545 h 1627705"/>
                <a:gd name="connsiteX7" fmla="*/ 308283 w 2477719"/>
                <a:gd name="connsiteY7" fmla="*/ 1524001 h 1627705"/>
                <a:gd name="connsiteX8" fmla="*/ 48478 w 2477719"/>
                <a:gd name="connsiteY8" fmla="*/ 1407886 h 1627705"/>
                <a:gd name="connsiteX0" fmla="*/ 41133 w 2493234"/>
                <a:gd name="connsiteY0" fmla="*/ 1377425 h 1608987"/>
                <a:gd name="connsiteX1" fmla="*/ 1245456 w 2493234"/>
                <a:gd name="connsiteY1" fmla="*/ 19 h 1608987"/>
                <a:gd name="connsiteX2" fmla="*/ 2457399 w 2493234"/>
                <a:gd name="connsiteY2" fmla="*/ 1407905 h 1608987"/>
                <a:gd name="connsiteX3" fmla="*/ 2123569 w 2493234"/>
                <a:gd name="connsiteY3" fmla="*/ 1349849 h 1608987"/>
                <a:gd name="connsiteX4" fmla="*/ 1688141 w 2493234"/>
                <a:gd name="connsiteY4" fmla="*/ 1248249 h 1608987"/>
                <a:gd name="connsiteX5" fmla="*/ 1238198 w 2493234"/>
                <a:gd name="connsiteY5" fmla="*/ 1480478 h 1608987"/>
                <a:gd name="connsiteX6" fmla="*/ 846312 w 2493234"/>
                <a:gd name="connsiteY6" fmla="*/ 1059564 h 1608987"/>
                <a:gd name="connsiteX7" fmla="*/ 323798 w 2493234"/>
                <a:gd name="connsiteY7" fmla="*/ 1524020 h 1608987"/>
                <a:gd name="connsiteX8" fmla="*/ 41133 w 2493234"/>
                <a:gd name="connsiteY8" fmla="*/ 1377425 h 1608987"/>
                <a:gd name="connsiteX0" fmla="*/ 44501 w 2496602"/>
                <a:gd name="connsiteY0" fmla="*/ 1377429 h 1677019"/>
                <a:gd name="connsiteX1" fmla="*/ 1248824 w 2496602"/>
                <a:gd name="connsiteY1" fmla="*/ 23 h 1677019"/>
                <a:gd name="connsiteX2" fmla="*/ 2460767 w 2496602"/>
                <a:gd name="connsiteY2" fmla="*/ 1407909 h 1677019"/>
                <a:gd name="connsiteX3" fmla="*/ 2126937 w 2496602"/>
                <a:gd name="connsiteY3" fmla="*/ 1349853 h 1677019"/>
                <a:gd name="connsiteX4" fmla="*/ 1691509 w 2496602"/>
                <a:gd name="connsiteY4" fmla="*/ 1248253 h 1677019"/>
                <a:gd name="connsiteX5" fmla="*/ 1241566 w 2496602"/>
                <a:gd name="connsiteY5" fmla="*/ 1480482 h 1677019"/>
                <a:gd name="connsiteX6" fmla="*/ 849680 w 2496602"/>
                <a:gd name="connsiteY6" fmla="*/ 1059568 h 1677019"/>
                <a:gd name="connsiteX7" fmla="*/ 327166 w 2496602"/>
                <a:gd name="connsiteY7" fmla="*/ 1524024 h 1677019"/>
                <a:gd name="connsiteX8" fmla="*/ 44501 w 2496602"/>
                <a:gd name="connsiteY8" fmla="*/ 1377429 h 1677019"/>
                <a:gd name="connsiteX0" fmla="*/ 32433 w 2484534"/>
                <a:gd name="connsiteY0" fmla="*/ 1379150 h 1526915"/>
                <a:gd name="connsiteX1" fmla="*/ 141652 w 2484534"/>
                <a:gd name="connsiteY1" fmla="*/ 1124064 h 1526915"/>
                <a:gd name="connsiteX2" fmla="*/ 1236756 w 2484534"/>
                <a:gd name="connsiteY2" fmla="*/ 1744 h 1526915"/>
                <a:gd name="connsiteX3" fmla="*/ 2448699 w 2484534"/>
                <a:gd name="connsiteY3" fmla="*/ 1409630 h 1526915"/>
                <a:gd name="connsiteX4" fmla="*/ 2114869 w 2484534"/>
                <a:gd name="connsiteY4" fmla="*/ 1351574 h 1526915"/>
                <a:gd name="connsiteX5" fmla="*/ 1679441 w 2484534"/>
                <a:gd name="connsiteY5" fmla="*/ 1249974 h 1526915"/>
                <a:gd name="connsiteX6" fmla="*/ 1229498 w 2484534"/>
                <a:gd name="connsiteY6" fmla="*/ 1482203 h 1526915"/>
                <a:gd name="connsiteX7" fmla="*/ 837612 w 2484534"/>
                <a:gd name="connsiteY7" fmla="*/ 1061289 h 1526915"/>
                <a:gd name="connsiteX8" fmla="*/ 315098 w 2484534"/>
                <a:gd name="connsiteY8" fmla="*/ 1525745 h 1526915"/>
                <a:gd name="connsiteX9" fmla="*/ 32433 w 2484534"/>
                <a:gd name="connsiteY9" fmla="*/ 1379150 h 1526915"/>
                <a:gd name="connsiteX0" fmla="*/ 227461 w 2396897"/>
                <a:gd name="connsiteY0" fmla="*/ 1525789 h 1526959"/>
                <a:gd name="connsiteX1" fmla="*/ 54015 w 2396897"/>
                <a:gd name="connsiteY1" fmla="*/ 1124108 h 1526959"/>
                <a:gd name="connsiteX2" fmla="*/ 1149119 w 2396897"/>
                <a:gd name="connsiteY2" fmla="*/ 1788 h 1526959"/>
                <a:gd name="connsiteX3" fmla="*/ 2361062 w 2396897"/>
                <a:gd name="connsiteY3" fmla="*/ 1409674 h 1526959"/>
                <a:gd name="connsiteX4" fmla="*/ 2027232 w 2396897"/>
                <a:gd name="connsiteY4" fmla="*/ 1351618 h 1526959"/>
                <a:gd name="connsiteX5" fmla="*/ 1591804 w 2396897"/>
                <a:gd name="connsiteY5" fmla="*/ 1250018 h 1526959"/>
                <a:gd name="connsiteX6" fmla="*/ 1141861 w 2396897"/>
                <a:gd name="connsiteY6" fmla="*/ 1482247 h 1526959"/>
                <a:gd name="connsiteX7" fmla="*/ 749975 w 2396897"/>
                <a:gd name="connsiteY7" fmla="*/ 1061333 h 1526959"/>
                <a:gd name="connsiteX8" fmla="*/ 227461 w 2396897"/>
                <a:gd name="connsiteY8" fmla="*/ 1525789 h 1526959"/>
                <a:gd name="connsiteX0" fmla="*/ 314356 w 2483792"/>
                <a:gd name="connsiteY0" fmla="*/ 1524175 h 1531370"/>
                <a:gd name="connsiteX1" fmla="*/ 41850 w 2483792"/>
                <a:gd name="connsiteY1" fmla="*/ 1312994 h 1531370"/>
                <a:gd name="connsiteX2" fmla="*/ 1236014 w 2483792"/>
                <a:gd name="connsiteY2" fmla="*/ 174 h 1531370"/>
                <a:gd name="connsiteX3" fmla="*/ 2447957 w 2483792"/>
                <a:gd name="connsiteY3" fmla="*/ 1408060 h 1531370"/>
                <a:gd name="connsiteX4" fmla="*/ 2114127 w 2483792"/>
                <a:gd name="connsiteY4" fmla="*/ 1350004 h 1531370"/>
                <a:gd name="connsiteX5" fmla="*/ 1678699 w 2483792"/>
                <a:gd name="connsiteY5" fmla="*/ 1248404 h 1531370"/>
                <a:gd name="connsiteX6" fmla="*/ 1228756 w 2483792"/>
                <a:gd name="connsiteY6" fmla="*/ 1480633 h 1531370"/>
                <a:gd name="connsiteX7" fmla="*/ 836870 w 2483792"/>
                <a:gd name="connsiteY7" fmla="*/ 1059719 h 1531370"/>
                <a:gd name="connsiteX8" fmla="*/ 314356 w 2483792"/>
                <a:gd name="connsiteY8" fmla="*/ 1524175 h 1531370"/>
                <a:gd name="connsiteX0" fmla="*/ 285606 w 2455042"/>
                <a:gd name="connsiteY0" fmla="*/ 1524175 h 1766709"/>
                <a:gd name="connsiteX1" fmla="*/ 13100 w 2455042"/>
                <a:gd name="connsiteY1" fmla="*/ 1312994 h 1766709"/>
                <a:gd name="connsiteX2" fmla="*/ 1207264 w 2455042"/>
                <a:gd name="connsiteY2" fmla="*/ 174 h 1766709"/>
                <a:gd name="connsiteX3" fmla="*/ 2419207 w 2455042"/>
                <a:gd name="connsiteY3" fmla="*/ 1408060 h 1766709"/>
                <a:gd name="connsiteX4" fmla="*/ 2085377 w 2455042"/>
                <a:gd name="connsiteY4" fmla="*/ 1350004 h 1766709"/>
                <a:gd name="connsiteX5" fmla="*/ 1649949 w 2455042"/>
                <a:gd name="connsiteY5" fmla="*/ 1248404 h 1766709"/>
                <a:gd name="connsiteX6" fmla="*/ 1200006 w 2455042"/>
                <a:gd name="connsiteY6" fmla="*/ 1480633 h 1766709"/>
                <a:gd name="connsiteX7" fmla="*/ 808120 w 2455042"/>
                <a:gd name="connsiteY7" fmla="*/ 1059719 h 1766709"/>
                <a:gd name="connsiteX8" fmla="*/ 285606 w 2455042"/>
                <a:gd name="connsiteY8" fmla="*/ 1524175 h 1766709"/>
                <a:gd name="connsiteX0" fmla="*/ 285606 w 2455042"/>
                <a:gd name="connsiteY0" fmla="*/ 1524222 h 1766756"/>
                <a:gd name="connsiteX1" fmla="*/ 13100 w 2455042"/>
                <a:gd name="connsiteY1" fmla="*/ 1313041 h 1766756"/>
                <a:gd name="connsiteX2" fmla="*/ 1207264 w 2455042"/>
                <a:gd name="connsiteY2" fmla="*/ 221 h 1766756"/>
                <a:gd name="connsiteX3" fmla="*/ 2419207 w 2455042"/>
                <a:gd name="connsiteY3" fmla="*/ 1408107 h 1766756"/>
                <a:gd name="connsiteX4" fmla="*/ 2085377 w 2455042"/>
                <a:gd name="connsiteY4" fmla="*/ 1350051 h 1766756"/>
                <a:gd name="connsiteX5" fmla="*/ 1649949 w 2455042"/>
                <a:gd name="connsiteY5" fmla="*/ 1248451 h 1766756"/>
                <a:gd name="connsiteX6" fmla="*/ 1200006 w 2455042"/>
                <a:gd name="connsiteY6" fmla="*/ 1480680 h 1766756"/>
                <a:gd name="connsiteX7" fmla="*/ 808120 w 2455042"/>
                <a:gd name="connsiteY7" fmla="*/ 1059766 h 1766756"/>
                <a:gd name="connsiteX8" fmla="*/ 285606 w 2455042"/>
                <a:gd name="connsiteY8" fmla="*/ 1524222 h 1766756"/>
                <a:gd name="connsiteX0" fmla="*/ 285606 w 2455042"/>
                <a:gd name="connsiteY0" fmla="*/ 1478515 h 1721049"/>
                <a:gd name="connsiteX1" fmla="*/ 13100 w 2455042"/>
                <a:gd name="connsiteY1" fmla="*/ 1267334 h 1721049"/>
                <a:gd name="connsiteX2" fmla="*/ 1245364 w 2455042"/>
                <a:gd name="connsiteY2" fmla="*/ 234 h 1721049"/>
                <a:gd name="connsiteX3" fmla="*/ 2419207 w 2455042"/>
                <a:gd name="connsiteY3" fmla="*/ 1362400 h 1721049"/>
                <a:gd name="connsiteX4" fmla="*/ 2085377 w 2455042"/>
                <a:gd name="connsiteY4" fmla="*/ 1304344 h 1721049"/>
                <a:gd name="connsiteX5" fmla="*/ 1649949 w 2455042"/>
                <a:gd name="connsiteY5" fmla="*/ 1202744 h 1721049"/>
                <a:gd name="connsiteX6" fmla="*/ 1200006 w 2455042"/>
                <a:gd name="connsiteY6" fmla="*/ 1434973 h 1721049"/>
                <a:gd name="connsiteX7" fmla="*/ 808120 w 2455042"/>
                <a:gd name="connsiteY7" fmla="*/ 1014059 h 1721049"/>
                <a:gd name="connsiteX8" fmla="*/ 285606 w 2455042"/>
                <a:gd name="connsiteY8" fmla="*/ 1478515 h 1721049"/>
                <a:gd name="connsiteX0" fmla="*/ 285606 w 2455042"/>
                <a:gd name="connsiteY0" fmla="*/ 1479152 h 1721686"/>
                <a:gd name="connsiteX1" fmla="*/ 13100 w 2455042"/>
                <a:gd name="connsiteY1" fmla="*/ 1267971 h 1721686"/>
                <a:gd name="connsiteX2" fmla="*/ 1245364 w 2455042"/>
                <a:gd name="connsiteY2" fmla="*/ 871 h 1721686"/>
                <a:gd name="connsiteX3" fmla="*/ 2419207 w 2455042"/>
                <a:gd name="connsiteY3" fmla="*/ 1363037 h 1721686"/>
                <a:gd name="connsiteX4" fmla="*/ 2085377 w 2455042"/>
                <a:gd name="connsiteY4" fmla="*/ 1304981 h 1721686"/>
                <a:gd name="connsiteX5" fmla="*/ 1649949 w 2455042"/>
                <a:gd name="connsiteY5" fmla="*/ 1203381 h 1721686"/>
                <a:gd name="connsiteX6" fmla="*/ 1200006 w 2455042"/>
                <a:gd name="connsiteY6" fmla="*/ 1435610 h 1721686"/>
                <a:gd name="connsiteX7" fmla="*/ 808120 w 2455042"/>
                <a:gd name="connsiteY7" fmla="*/ 1014696 h 1721686"/>
                <a:gd name="connsiteX8" fmla="*/ 285606 w 2455042"/>
                <a:gd name="connsiteY8" fmla="*/ 1479152 h 1721686"/>
                <a:gd name="connsiteX0" fmla="*/ 285606 w 2442620"/>
                <a:gd name="connsiteY0" fmla="*/ 1612990 h 1855524"/>
                <a:gd name="connsiteX1" fmla="*/ 13100 w 2442620"/>
                <a:gd name="connsiteY1" fmla="*/ 1401809 h 1855524"/>
                <a:gd name="connsiteX2" fmla="*/ 1245364 w 2442620"/>
                <a:gd name="connsiteY2" fmla="*/ 134709 h 1855524"/>
                <a:gd name="connsiteX3" fmla="*/ 1392320 w 2442620"/>
                <a:gd name="connsiteY3" fmla="*/ 190229 h 1855524"/>
                <a:gd name="connsiteX4" fmla="*/ 2419207 w 2442620"/>
                <a:gd name="connsiteY4" fmla="*/ 1496875 h 1855524"/>
                <a:gd name="connsiteX5" fmla="*/ 2085377 w 2442620"/>
                <a:gd name="connsiteY5" fmla="*/ 1438819 h 1855524"/>
                <a:gd name="connsiteX6" fmla="*/ 1649949 w 2442620"/>
                <a:gd name="connsiteY6" fmla="*/ 1337219 h 1855524"/>
                <a:gd name="connsiteX7" fmla="*/ 1200006 w 2442620"/>
                <a:gd name="connsiteY7" fmla="*/ 1569448 h 1855524"/>
                <a:gd name="connsiteX8" fmla="*/ 808120 w 2442620"/>
                <a:gd name="connsiteY8" fmla="*/ 1148534 h 1855524"/>
                <a:gd name="connsiteX9" fmla="*/ 285606 w 2442620"/>
                <a:gd name="connsiteY9" fmla="*/ 1612990 h 1855524"/>
                <a:gd name="connsiteX0" fmla="*/ 285606 w 2442620"/>
                <a:gd name="connsiteY0" fmla="*/ 1422949 h 1665483"/>
                <a:gd name="connsiteX1" fmla="*/ 13100 w 2442620"/>
                <a:gd name="connsiteY1" fmla="*/ 1211768 h 1665483"/>
                <a:gd name="connsiteX2" fmla="*/ 1392320 w 2442620"/>
                <a:gd name="connsiteY2" fmla="*/ 188 h 1665483"/>
                <a:gd name="connsiteX3" fmla="*/ 2419207 w 2442620"/>
                <a:gd name="connsiteY3" fmla="*/ 1306834 h 1665483"/>
                <a:gd name="connsiteX4" fmla="*/ 2085377 w 2442620"/>
                <a:gd name="connsiteY4" fmla="*/ 1248778 h 1665483"/>
                <a:gd name="connsiteX5" fmla="*/ 1649949 w 2442620"/>
                <a:gd name="connsiteY5" fmla="*/ 1147178 h 1665483"/>
                <a:gd name="connsiteX6" fmla="*/ 1200006 w 2442620"/>
                <a:gd name="connsiteY6" fmla="*/ 1379407 h 1665483"/>
                <a:gd name="connsiteX7" fmla="*/ 808120 w 2442620"/>
                <a:gd name="connsiteY7" fmla="*/ 958493 h 1665483"/>
                <a:gd name="connsiteX8" fmla="*/ 285606 w 2442620"/>
                <a:gd name="connsiteY8" fmla="*/ 1422949 h 1665483"/>
                <a:gd name="connsiteX0" fmla="*/ 285606 w 2442620"/>
                <a:gd name="connsiteY0" fmla="*/ 1438186 h 1680720"/>
                <a:gd name="connsiteX1" fmla="*/ 13100 w 2442620"/>
                <a:gd name="connsiteY1" fmla="*/ 1227005 h 1680720"/>
                <a:gd name="connsiteX2" fmla="*/ 1293260 w 2442620"/>
                <a:gd name="connsiteY2" fmla="*/ 185 h 1680720"/>
                <a:gd name="connsiteX3" fmla="*/ 2419207 w 2442620"/>
                <a:gd name="connsiteY3" fmla="*/ 1322071 h 1680720"/>
                <a:gd name="connsiteX4" fmla="*/ 2085377 w 2442620"/>
                <a:gd name="connsiteY4" fmla="*/ 1264015 h 1680720"/>
                <a:gd name="connsiteX5" fmla="*/ 1649949 w 2442620"/>
                <a:gd name="connsiteY5" fmla="*/ 1162415 h 1680720"/>
                <a:gd name="connsiteX6" fmla="*/ 1200006 w 2442620"/>
                <a:gd name="connsiteY6" fmla="*/ 1394644 h 1680720"/>
                <a:gd name="connsiteX7" fmla="*/ 808120 w 2442620"/>
                <a:gd name="connsiteY7" fmla="*/ 973730 h 1680720"/>
                <a:gd name="connsiteX8" fmla="*/ 285606 w 2442620"/>
                <a:gd name="connsiteY8" fmla="*/ 1438186 h 1680720"/>
                <a:gd name="connsiteX0" fmla="*/ 285606 w 2442620"/>
                <a:gd name="connsiteY0" fmla="*/ 1440018 h 1682552"/>
                <a:gd name="connsiteX1" fmla="*/ 13100 w 2442620"/>
                <a:gd name="connsiteY1" fmla="*/ 1228837 h 1682552"/>
                <a:gd name="connsiteX2" fmla="*/ 1293260 w 2442620"/>
                <a:gd name="connsiteY2" fmla="*/ 2017 h 1682552"/>
                <a:gd name="connsiteX3" fmla="*/ 2419207 w 2442620"/>
                <a:gd name="connsiteY3" fmla="*/ 1323903 h 1682552"/>
                <a:gd name="connsiteX4" fmla="*/ 2085377 w 2442620"/>
                <a:gd name="connsiteY4" fmla="*/ 1265847 h 1682552"/>
                <a:gd name="connsiteX5" fmla="*/ 1649949 w 2442620"/>
                <a:gd name="connsiteY5" fmla="*/ 1164247 h 1682552"/>
                <a:gd name="connsiteX6" fmla="*/ 1200006 w 2442620"/>
                <a:gd name="connsiteY6" fmla="*/ 1396476 h 1682552"/>
                <a:gd name="connsiteX7" fmla="*/ 808120 w 2442620"/>
                <a:gd name="connsiteY7" fmla="*/ 975562 h 1682552"/>
                <a:gd name="connsiteX8" fmla="*/ 285606 w 2442620"/>
                <a:gd name="connsiteY8" fmla="*/ 1440018 h 1682552"/>
                <a:gd name="connsiteX0" fmla="*/ 285606 w 2442620"/>
                <a:gd name="connsiteY0" fmla="*/ 1440005 h 1682539"/>
                <a:gd name="connsiteX1" fmla="*/ 13100 w 2442620"/>
                <a:gd name="connsiteY1" fmla="*/ 1228824 h 1682539"/>
                <a:gd name="connsiteX2" fmla="*/ 1293260 w 2442620"/>
                <a:gd name="connsiteY2" fmla="*/ 2004 h 1682539"/>
                <a:gd name="connsiteX3" fmla="*/ 2419207 w 2442620"/>
                <a:gd name="connsiteY3" fmla="*/ 1323890 h 1682539"/>
                <a:gd name="connsiteX4" fmla="*/ 2085377 w 2442620"/>
                <a:gd name="connsiteY4" fmla="*/ 1265834 h 1682539"/>
                <a:gd name="connsiteX5" fmla="*/ 1649949 w 2442620"/>
                <a:gd name="connsiteY5" fmla="*/ 1164234 h 1682539"/>
                <a:gd name="connsiteX6" fmla="*/ 1200006 w 2442620"/>
                <a:gd name="connsiteY6" fmla="*/ 1396463 h 1682539"/>
                <a:gd name="connsiteX7" fmla="*/ 808120 w 2442620"/>
                <a:gd name="connsiteY7" fmla="*/ 975549 h 1682539"/>
                <a:gd name="connsiteX8" fmla="*/ 285606 w 2442620"/>
                <a:gd name="connsiteY8" fmla="*/ 1440005 h 1682539"/>
                <a:gd name="connsiteX0" fmla="*/ 285606 w 2419732"/>
                <a:gd name="connsiteY0" fmla="*/ 1440005 h 1711144"/>
                <a:gd name="connsiteX1" fmla="*/ 13100 w 2419732"/>
                <a:gd name="connsiteY1" fmla="*/ 1228824 h 1711144"/>
                <a:gd name="connsiteX2" fmla="*/ 1293260 w 2419732"/>
                <a:gd name="connsiteY2" fmla="*/ 2004 h 1711144"/>
                <a:gd name="connsiteX3" fmla="*/ 2419207 w 2419732"/>
                <a:gd name="connsiteY3" fmla="*/ 1323890 h 1711144"/>
                <a:gd name="connsiteX4" fmla="*/ 2085377 w 2419732"/>
                <a:gd name="connsiteY4" fmla="*/ 1265834 h 1711144"/>
                <a:gd name="connsiteX5" fmla="*/ 1649949 w 2419732"/>
                <a:gd name="connsiteY5" fmla="*/ 1164234 h 1711144"/>
                <a:gd name="connsiteX6" fmla="*/ 1200006 w 2419732"/>
                <a:gd name="connsiteY6" fmla="*/ 1396463 h 1711144"/>
                <a:gd name="connsiteX7" fmla="*/ 808120 w 2419732"/>
                <a:gd name="connsiteY7" fmla="*/ 975549 h 1711144"/>
                <a:gd name="connsiteX8" fmla="*/ 285606 w 2419732"/>
                <a:gd name="connsiteY8" fmla="*/ 1440005 h 1711144"/>
                <a:gd name="connsiteX0" fmla="*/ 285606 w 2419397"/>
                <a:gd name="connsiteY0" fmla="*/ 1440005 h 1774568"/>
                <a:gd name="connsiteX1" fmla="*/ 13100 w 2419397"/>
                <a:gd name="connsiteY1" fmla="*/ 1228824 h 1774568"/>
                <a:gd name="connsiteX2" fmla="*/ 1293260 w 2419397"/>
                <a:gd name="connsiteY2" fmla="*/ 2004 h 1774568"/>
                <a:gd name="connsiteX3" fmla="*/ 2419207 w 2419397"/>
                <a:gd name="connsiteY3" fmla="*/ 1323890 h 1774568"/>
                <a:gd name="connsiteX4" fmla="*/ 2085377 w 2419397"/>
                <a:gd name="connsiteY4" fmla="*/ 1265834 h 1774568"/>
                <a:gd name="connsiteX5" fmla="*/ 1649949 w 2419397"/>
                <a:gd name="connsiteY5" fmla="*/ 1164234 h 1774568"/>
                <a:gd name="connsiteX6" fmla="*/ 1200006 w 2419397"/>
                <a:gd name="connsiteY6" fmla="*/ 1396463 h 1774568"/>
                <a:gd name="connsiteX7" fmla="*/ 808120 w 2419397"/>
                <a:gd name="connsiteY7" fmla="*/ 975549 h 1774568"/>
                <a:gd name="connsiteX8" fmla="*/ 285606 w 2419397"/>
                <a:gd name="connsiteY8" fmla="*/ 1440005 h 1774568"/>
                <a:gd name="connsiteX0" fmla="*/ 285606 w 2419397"/>
                <a:gd name="connsiteY0" fmla="*/ 1440005 h 1774568"/>
                <a:gd name="connsiteX1" fmla="*/ 13100 w 2419397"/>
                <a:gd name="connsiteY1" fmla="*/ 1228824 h 1774568"/>
                <a:gd name="connsiteX2" fmla="*/ 1293260 w 2419397"/>
                <a:gd name="connsiteY2" fmla="*/ 2004 h 1774568"/>
                <a:gd name="connsiteX3" fmla="*/ 2419207 w 2419397"/>
                <a:gd name="connsiteY3" fmla="*/ 1323890 h 1774568"/>
                <a:gd name="connsiteX4" fmla="*/ 2085377 w 2419397"/>
                <a:gd name="connsiteY4" fmla="*/ 1265834 h 1774568"/>
                <a:gd name="connsiteX5" fmla="*/ 1649949 w 2419397"/>
                <a:gd name="connsiteY5" fmla="*/ 1164234 h 1774568"/>
                <a:gd name="connsiteX6" fmla="*/ 1200006 w 2419397"/>
                <a:gd name="connsiteY6" fmla="*/ 1396463 h 1774568"/>
                <a:gd name="connsiteX7" fmla="*/ 808120 w 2419397"/>
                <a:gd name="connsiteY7" fmla="*/ 975549 h 1774568"/>
                <a:gd name="connsiteX8" fmla="*/ 285606 w 2419397"/>
                <a:gd name="connsiteY8" fmla="*/ 1440005 h 1774568"/>
                <a:gd name="connsiteX0" fmla="*/ 285606 w 2419386"/>
                <a:gd name="connsiteY0" fmla="*/ 1440005 h 1772172"/>
                <a:gd name="connsiteX1" fmla="*/ 13100 w 2419386"/>
                <a:gd name="connsiteY1" fmla="*/ 1228824 h 1772172"/>
                <a:gd name="connsiteX2" fmla="*/ 1293260 w 2419386"/>
                <a:gd name="connsiteY2" fmla="*/ 2004 h 1772172"/>
                <a:gd name="connsiteX3" fmla="*/ 2419207 w 2419386"/>
                <a:gd name="connsiteY3" fmla="*/ 1323890 h 1772172"/>
                <a:gd name="connsiteX4" fmla="*/ 2047277 w 2419386"/>
                <a:gd name="connsiteY4" fmla="*/ 1258214 h 1772172"/>
                <a:gd name="connsiteX5" fmla="*/ 1649949 w 2419386"/>
                <a:gd name="connsiteY5" fmla="*/ 1164234 h 1772172"/>
                <a:gd name="connsiteX6" fmla="*/ 1200006 w 2419386"/>
                <a:gd name="connsiteY6" fmla="*/ 1396463 h 1772172"/>
                <a:gd name="connsiteX7" fmla="*/ 808120 w 2419386"/>
                <a:gd name="connsiteY7" fmla="*/ 975549 h 1772172"/>
                <a:gd name="connsiteX8" fmla="*/ 285606 w 2419386"/>
                <a:gd name="connsiteY8" fmla="*/ 1440005 h 1772172"/>
                <a:gd name="connsiteX0" fmla="*/ 285606 w 2419386"/>
                <a:gd name="connsiteY0" fmla="*/ 1440005 h 1772172"/>
                <a:gd name="connsiteX1" fmla="*/ 13100 w 2419386"/>
                <a:gd name="connsiteY1" fmla="*/ 1228824 h 1772172"/>
                <a:gd name="connsiteX2" fmla="*/ 1293260 w 2419386"/>
                <a:gd name="connsiteY2" fmla="*/ 2004 h 1772172"/>
                <a:gd name="connsiteX3" fmla="*/ 2419207 w 2419386"/>
                <a:gd name="connsiteY3" fmla="*/ 1323890 h 1772172"/>
                <a:gd name="connsiteX4" fmla="*/ 2047277 w 2419386"/>
                <a:gd name="connsiteY4" fmla="*/ 1258214 h 1772172"/>
                <a:gd name="connsiteX5" fmla="*/ 1649949 w 2419386"/>
                <a:gd name="connsiteY5" fmla="*/ 1164234 h 1772172"/>
                <a:gd name="connsiteX6" fmla="*/ 1200006 w 2419386"/>
                <a:gd name="connsiteY6" fmla="*/ 1396463 h 1772172"/>
                <a:gd name="connsiteX7" fmla="*/ 808120 w 2419386"/>
                <a:gd name="connsiteY7" fmla="*/ 975549 h 1772172"/>
                <a:gd name="connsiteX8" fmla="*/ 285606 w 2419386"/>
                <a:gd name="connsiteY8" fmla="*/ 1440005 h 1772172"/>
                <a:gd name="connsiteX0" fmla="*/ 285606 w 2419406"/>
                <a:gd name="connsiteY0" fmla="*/ 1440005 h 1772172"/>
                <a:gd name="connsiteX1" fmla="*/ 13100 w 2419406"/>
                <a:gd name="connsiteY1" fmla="*/ 1228824 h 1772172"/>
                <a:gd name="connsiteX2" fmla="*/ 1293260 w 2419406"/>
                <a:gd name="connsiteY2" fmla="*/ 2004 h 1772172"/>
                <a:gd name="connsiteX3" fmla="*/ 2419207 w 2419406"/>
                <a:gd name="connsiteY3" fmla="*/ 1323890 h 1772172"/>
                <a:gd name="connsiteX4" fmla="*/ 2047277 w 2419406"/>
                <a:gd name="connsiteY4" fmla="*/ 1258214 h 1772172"/>
                <a:gd name="connsiteX5" fmla="*/ 1649949 w 2419406"/>
                <a:gd name="connsiteY5" fmla="*/ 1164234 h 1772172"/>
                <a:gd name="connsiteX6" fmla="*/ 1200006 w 2419406"/>
                <a:gd name="connsiteY6" fmla="*/ 1396463 h 1772172"/>
                <a:gd name="connsiteX7" fmla="*/ 808120 w 2419406"/>
                <a:gd name="connsiteY7" fmla="*/ 975549 h 1772172"/>
                <a:gd name="connsiteX8" fmla="*/ 285606 w 2419406"/>
                <a:gd name="connsiteY8" fmla="*/ 1440005 h 1772172"/>
                <a:gd name="connsiteX0" fmla="*/ 285606 w 2419406"/>
                <a:gd name="connsiteY0" fmla="*/ 1440005 h 1772172"/>
                <a:gd name="connsiteX1" fmla="*/ 13100 w 2419406"/>
                <a:gd name="connsiteY1" fmla="*/ 1228824 h 1772172"/>
                <a:gd name="connsiteX2" fmla="*/ 1293260 w 2419406"/>
                <a:gd name="connsiteY2" fmla="*/ 2004 h 1772172"/>
                <a:gd name="connsiteX3" fmla="*/ 2419207 w 2419406"/>
                <a:gd name="connsiteY3" fmla="*/ 1323890 h 1772172"/>
                <a:gd name="connsiteX4" fmla="*/ 2047277 w 2419406"/>
                <a:gd name="connsiteY4" fmla="*/ 1258214 h 1772172"/>
                <a:gd name="connsiteX5" fmla="*/ 1649949 w 2419406"/>
                <a:gd name="connsiteY5" fmla="*/ 1164234 h 1772172"/>
                <a:gd name="connsiteX6" fmla="*/ 1200006 w 2419406"/>
                <a:gd name="connsiteY6" fmla="*/ 1396463 h 1772172"/>
                <a:gd name="connsiteX7" fmla="*/ 808120 w 2419406"/>
                <a:gd name="connsiteY7" fmla="*/ 975549 h 1772172"/>
                <a:gd name="connsiteX8" fmla="*/ 285606 w 2419406"/>
                <a:gd name="connsiteY8" fmla="*/ 1440005 h 1772172"/>
                <a:gd name="connsiteX0" fmla="*/ 285606 w 2419406"/>
                <a:gd name="connsiteY0" fmla="*/ 1440005 h 1819809"/>
                <a:gd name="connsiteX1" fmla="*/ 13100 w 2419406"/>
                <a:gd name="connsiteY1" fmla="*/ 1228824 h 1819809"/>
                <a:gd name="connsiteX2" fmla="*/ 1293260 w 2419406"/>
                <a:gd name="connsiteY2" fmla="*/ 2004 h 1819809"/>
                <a:gd name="connsiteX3" fmla="*/ 2419207 w 2419406"/>
                <a:gd name="connsiteY3" fmla="*/ 1323890 h 1819809"/>
                <a:gd name="connsiteX4" fmla="*/ 2047277 w 2419406"/>
                <a:gd name="connsiteY4" fmla="*/ 1258214 h 1819809"/>
                <a:gd name="connsiteX5" fmla="*/ 1649949 w 2419406"/>
                <a:gd name="connsiteY5" fmla="*/ 1164234 h 1819809"/>
                <a:gd name="connsiteX6" fmla="*/ 1200006 w 2419406"/>
                <a:gd name="connsiteY6" fmla="*/ 1396463 h 1819809"/>
                <a:gd name="connsiteX7" fmla="*/ 808120 w 2419406"/>
                <a:gd name="connsiteY7" fmla="*/ 975549 h 1819809"/>
                <a:gd name="connsiteX8" fmla="*/ 285606 w 2419406"/>
                <a:gd name="connsiteY8" fmla="*/ 1440005 h 1819809"/>
                <a:gd name="connsiteX0" fmla="*/ 285606 w 2419406"/>
                <a:gd name="connsiteY0" fmla="*/ 1440005 h 1811158"/>
                <a:gd name="connsiteX1" fmla="*/ 13100 w 2419406"/>
                <a:gd name="connsiteY1" fmla="*/ 1228824 h 1811158"/>
                <a:gd name="connsiteX2" fmla="*/ 1293260 w 2419406"/>
                <a:gd name="connsiteY2" fmla="*/ 2004 h 1811158"/>
                <a:gd name="connsiteX3" fmla="*/ 2419207 w 2419406"/>
                <a:gd name="connsiteY3" fmla="*/ 1323890 h 1811158"/>
                <a:gd name="connsiteX4" fmla="*/ 2047277 w 2419406"/>
                <a:gd name="connsiteY4" fmla="*/ 1258214 h 1811158"/>
                <a:gd name="connsiteX5" fmla="*/ 1611849 w 2419406"/>
                <a:gd name="connsiteY5" fmla="*/ 1133754 h 1811158"/>
                <a:gd name="connsiteX6" fmla="*/ 1200006 w 2419406"/>
                <a:gd name="connsiteY6" fmla="*/ 1396463 h 1811158"/>
                <a:gd name="connsiteX7" fmla="*/ 808120 w 2419406"/>
                <a:gd name="connsiteY7" fmla="*/ 975549 h 1811158"/>
                <a:gd name="connsiteX8" fmla="*/ 285606 w 2419406"/>
                <a:gd name="connsiteY8" fmla="*/ 1440005 h 1811158"/>
                <a:gd name="connsiteX0" fmla="*/ 285606 w 2419406"/>
                <a:gd name="connsiteY0" fmla="*/ 1440005 h 1816623"/>
                <a:gd name="connsiteX1" fmla="*/ 13100 w 2419406"/>
                <a:gd name="connsiteY1" fmla="*/ 1228824 h 1816623"/>
                <a:gd name="connsiteX2" fmla="*/ 1293260 w 2419406"/>
                <a:gd name="connsiteY2" fmla="*/ 2004 h 1816623"/>
                <a:gd name="connsiteX3" fmla="*/ 2419207 w 2419406"/>
                <a:gd name="connsiteY3" fmla="*/ 1323890 h 1816623"/>
                <a:gd name="connsiteX4" fmla="*/ 2047277 w 2419406"/>
                <a:gd name="connsiteY4" fmla="*/ 1258214 h 1816623"/>
                <a:gd name="connsiteX5" fmla="*/ 1611849 w 2419406"/>
                <a:gd name="connsiteY5" fmla="*/ 1133754 h 1816623"/>
                <a:gd name="connsiteX6" fmla="*/ 1200006 w 2419406"/>
                <a:gd name="connsiteY6" fmla="*/ 1396463 h 1816623"/>
                <a:gd name="connsiteX7" fmla="*/ 808120 w 2419406"/>
                <a:gd name="connsiteY7" fmla="*/ 975549 h 1816623"/>
                <a:gd name="connsiteX8" fmla="*/ 285606 w 2419406"/>
                <a:gd name="connsiteY8" fmla="*/ 1440005 h 1816623"/>
                <a:gd name="connsiteX0" fmla="*/ 285606 w 2419439"/>
                <a:gd name="connsiteY0" fmla="*/ 1440005 h 1816623"/>
                <a:gd name="connsiteX1" fmla="*/ 13100 w 2419439"/>
                <a:gd name="connsiteY1" fmla="*/ 1228824 h 1816623"/>
                <a:gd name="connsiteX2" fmla="*/ 1293260 w 2419439"/>
                <a:gd name="connsiteY2" fmla="*/ 2004 h 1816623"/>
                <a:gd name="connsiteX3" fmla="*/ 2419207 w 2419439"/>
                <a:gd name="connsiteY3" fmla="*/ 1323890 h 1816623"/>
                <a:gd name="connsiteX4" fmla="*/ 2047277 w 2419439"/>
                <a:gd name="connsiteY4" fmla="*/ 1258214 h 1816623"/>
                <a:gd name="connsiteX5" fmla="*/ 1611849 w 2419439"/>
                <a:gd name="connsiteY5" fmla="*/ 1133754 h 1816623"/>
                <a:gd name="connsiteX6" fmla="*/ 1200006 w 2419439"/>
                <a:gd name="connsiteY6" fmla="*/ 1396463 h 1816623"/>
                <a:gd name="connsiteX7" fmla="*/ 808120 w 2419439"/>
                <a:gd name="connsiteY7" fmla="*/ 975549 h 1816623"/>
                <a:gd name="connsiteX8" fmla="*/ 285606 w 2419439"/>
                <a:gd name="connsiteY8" fmla="*/ 1440005 h 1816623"/>
                <a:gd name="connsiteX0" fmla="*/ 285606 w 2419439"/>
                <a:gd name="connsiteY0" fmla="*/ 1440005 h 1816623"/>
                <a:gd name="connsiteX1" fmla="*/ 13100 w 2419439"/>
                <a:gd name="connsiteY1" fmla="*/ 1228824 h 1816623"/>
                <a:gd name="connsiteX2" fmla="*/ 1293260 w 2419439"/>
                <a:gd name="connsiteY2" fmla="*/ 2004 h 1816623"/>
                <a:gd name="connsiteX3" fmla="*/ 2419207 w 2419439"/>
                <a:gd name="connsiteY3" fmla="*/ 1323890 h 1816623"/>
                <a:gd name="connsiteX4" fmla="*/ 2047277 w 2419439"/>
                <a:gd name="connsiteY4" fmla="*/ 1258214 h 1816623"/>
                <a:gd name="connsiteX5" fmla="*/ 1611849 w 2419439"/>
                <a:gd name="connsiteY5" fmla="*/ 1133754 h 1816623"/>
                <a:gd name="connsiteX6" fmla="*/ 1200006 w 2419439"/>
                <a:gd name="connsiteY6" fmla="*/ 1396463 h 1816623"/>
                <a:gd name="connsiteX7" fmla="*/ 808120 w 2419439"/>
                <a:gd name="connsiteY7" fmla="*/ 975549 h 1816623"/>
                <a:gd name="connsiteX8" fmla="*/ 285606 w 2419439"/>
                <a:gd name="connsiteY8" fmla="*/ 1440005 h 181662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808120 w 2419439"/>
                <a:gd name="connsiteY7" fmla="*/ 97554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808120 w 2419439"/>
                <a:gd name="connsiteY7" fmla="*/ 97554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8526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5606 w 2419439"/>
                <a:gd name="connsiteY0" fmla="*/ 1440005 h 1845063"/>
                <a:gd name="connsiteX1" fmla="*/ 13100 w 2419439"/>
                <a:gd name="connsiteY1" fmla="*/ 1228824 h 1845063"/>
                <a:gd name="connsiteX2" fmla="*/ 1293260 w 2419439"/>
                <a:gd name="connsiteY2" fmla="*/ 2004 h 1845063"/>
                <a:gd name="connsiteX3" fmla="*/ 2419207 w 2419439"/>
                <a:gd name="connsiteY3" fmla="*/ 1323890 h 1845063"/>
                <a:gd name="connsiteX4" fmla="*/ 2047277 w 2419439"/>
                <a:gd name="connsiteY4" fmla="*/ 1258214 h 1845063"/>
                <a:gd name="connsiteX5" fmla="*/ 1611849 w 2419439"/>
                <a:gd name="connsiteY5" fmla="*/ 1133754 h 1845063"/>
                <a:gd name="connsiteX6" fmla="*/ 1200006 w 2419439"/>
                <a:gd name="connsiteY6" fmla="*/ 1396463 h 1845063"/>
                <a:gd name="connsiteX7" fmla="*/ 762400 w 2419439"/>
                <a:gd name="connsiteY7" fmla="*/ 952689 h 1845063"/>
                <a:gd name="connsiteX8" fmla="*/ 285606 w 2419439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  <a:gd name="connsiteX0" fmla="*/ 280420 w 2414253"/>
                <a:gd name="connsiteY0" fmla="*/ 1440005 h 1845063"/>
                <a:gd name="connsiteX1" fmla="*/ 7914 w 2414253"/>
                <a:gd name="connsiteY1" fmla="*/ 1228824 h 1845063"/>
                <a:gd name="connsiteX2" fmla="*/ 1288074 w 2414253"/>
                <a:gd name="connsiteY2" fmla="*/ 2004 h 1845063"/>
                <a:gd name="connsiteX3" fmla="*/ 2414021 w 2414253"/>
                <a:gd name="connsiteY3" fmla="*/ 1323890 h 1845063"/>
                <a:gd name="connsiteX4" fmla="*/ 2042091 w 2414253"/>
                <a:gd name="connsiteY4" fmla="*/ 1258214 h 1845063"/>
                <a:gd name="connsiteX5" fmla="*/ 1606663 w 2414253"/>
                <a:gd name="connsiteY5" fmla="*/ 1133754 h 1845063"/>
                <a:gd name="connsiteX6" fmla="*/ 1194820 w 2414253"/>
                <a:gd name="connsiteY6" fmla="*/ 1396463 h 1845063"/>
                <a:gd name="connsiteX7" fmla="*/ 757214 w 2414253"/>
                <a:gd name="connsiteY7" fmla="*/ 952689 h 1845063"/>
                <a:gd name="connsiteX8" fmla="*/ 280420 w 2414253"/>
                <a:gd name="connsiteY8" fmla="*/ 1440005 h 184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4253" h="1845063">
                  <a:moveTo>
                    <a:pt x="280420" y="1440005"/>
                  </a:moveTo>
                  <a:cubicBezTo>
                    <a:pt x="354927" y="1679067"/>
                    <a:pt x="-61876" y="2100044"/>
                    <a:pt x="7914" y="1228824"/>
                  </a:cubicBezTo>
                  <a:cubicBezTo>
                    <a:pt x="47586" y="999317"/>
                    <a:pt x="231736" y="-51940"/>
                    <a:pt x="1288074" y="2004"/>
                  </a:cubicBezTo>
                  <a:cubicBezTo>
                    <a:pt x="2405372" y="40708"/>
                    <a:pt x="2370902" y="1110712"/>
                    <a:pt x="2414021" y="1323890"/>
                  </a:cubicBezTo>
                  <a:cubicBezTo>
                    <a:pt x="2426661" y="2215248"/>
                    <a:pt x="1918841" y="1551523"/>
                    <a:pt x="2042091" y="1258214"/>
                  </a:cubicBezTo>
                  <a:cubicBezTo>
                    <a:pt x="1898641" y="2435565"/>
                    <a:pt x="1657584" y="1545960"/>
                    <a:pt x="1606663" y="1133754"/>
                  </a:cubicBezTo>
                  <a:cubicBezTo>
                    <a:pt x="1685282" y="1331148"/>
                    <a:pt x="1469140" y="2304452"/>
                    <a:pt x="1194820" y="1396463"/>
                  </a:cubicBezTo>
                  <a:cubicBezTo>
                    <a:pt x="1232920" y="1578134"/>
                    <a:pt x="695528" y="2367711"/>
                    <a:pt x="757214" y="952689"/>
                  </a:cubicBezTo>
                  <a:cubicBezTo>
                    <a:pt x="681740" y="2372307"/>
                    <a:pt x="232281" y="1565675"/>
                    <a:pt x="280420" y="144000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099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C1B83C4-FD0F-4B93-3C6D-B80D7D3C0A1F}"/>
              </a:ext>
            </a:extLst>
          </p:cNvPr>
          <p:cNvGrpSpPr/>
          <p:nvPr/>
        </p:nvGrpSpPr>
        <p:grpSpPr>
          <a:xfrm>
            <a:off x="8305469" y="139728"/>
            <a:ext cx="3460154" cy="6510180"/>
            <a:chOff x="5301094" y="2003156"/>
            <a:chExt cx="1182632" cy="222508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1E186C3-B690-D367-DF2D-7DC188DF3AF2}"/>
                </a:ext>
              </a:extLst>
            </p:cNvPr>
            <p:cNvGrpSpPr/>
            <p:nvPr/>
          </p:nvGrpSpPr>
          <p:grpSpPr>
            <a:xfrm>
              <a:off x="5301094" y="2003156"/>
              <a:ext cx="1182632" cy="2225088"/>
              <a:chOff x="5301094" y="2003156"/>
              <a:chExt cx="1182632" cy="222508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A04E226-2384-F947-8CB7-2ABBBB07EA08}"/>
                  </a:ext>
                </a:extLst>
              </p:cNvPr>
              <p:cNvSpPr/>
              <p:nvPr/>
            </p:nvSpPr>
            <p:spPr>
              <a:xfrm>
                <a:off x="6049185" y="348573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AADD5B2-4005-5A2A-F3A5-963058A02A5C}"/>
                  </a:ext>
                </a:extLst>
              </p:cNvPr>
              <p:cNvSpPr/>
              <p:nvPr/>
            </p:nvSpPr>
            <p:spPr>
              <a:xfrm>
                <a:off x="6049185" y="4133890"/>
                <a:ext cx="120683" cy="85304"/>
              </a:xfrm>
              <a:prstGeom prst="rect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F35284F-0F43-6B79-8AEA-EB367C90EE8D}"/>
                  </a:ext>
                </a:extLst>
              </p:cNvPr>
              <p:cNvSpPr/>
              <p:nvPr/>
            </p:nvSpPr>
            <p:spPr>
              <a:xfrm>
                <a:off x="6142835" y="3494649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AF95A2-07C5-55C6-CF53-145BC6F25F55}"/>
                  </a:ext>
                </a:extLst>
              </p:cNvPr>
              <p:cNvSpPr/>
              <p:nvPr/>
            </p:nvSpPr>
            <p:spPr>
              <a:xfrm>
                <a:off x="6142835" y="4142662"/>
                <a:ext cx="127425" cy="85443"/>
              </a:xfrm>
              <a:prstGeom prst="rect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5612EB2-30EC-B02F-21F5-140629B6A38A}"/>
                  </a:ext>
                </a:extLst>
              </p:cNvPr>
              <p:cNvSpPr/>
              <p:nvPr/>
            </p:nvSpPr>
            <p:spPr>
              <a:xfrm>
                <a:off x="5646067" y="3492400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46A23B0-2C8E-0F24-904D-2BA311717FF8}"/>
                  </a:ext>
                </a:extLst>
              </p:cNvPr>
              <p:cNvSpPr/>
              <p:nvPr/>
            </p:nvSpPr>
            <p:spPr>
              <a:xfrm>
                <a:off x="5735049" y="349478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5424824-D374-2102-D277-7C348757FB30}"/>
                  </a:ext>
                </a:extLst>
              </p:cNvPr>
              <p:cNvSpPr/>
              <p:nvPr/>
            </p:nvSpPr>
            <p:spPr>
              <a:xfrm>
                <a:off x="5642430" y="4142801"/>
                <a:ext cx="120683" cy="85304"/>
              </a:xfrm>
              <a:prstGeom prst="rect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A922CE-3513-E061-6A95-4198ECF1ABFD}"/>
                  </a:ext>
                </a:extLst>
              </p:cNvPr>
              <p:cNvSpPr/>
              <p:nvPr/>
            </p:nvSpPr>
            <p:spPr>
              <a:xfrm>
                <a:off x="5736080" y="4142662"/>
                <a:ext cx="127425" cy="85443"/>
              </a:xfrm>
              <a:prstGeom prst="rect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Moon 15">
                <a:extLst>
                  <a:ext uri="{FF2B5EF4-FFF2-40B4-BE49-F238E27FC236}">
                    <a16:creationId xmlns:a16="http://schemas.microsoft.com/office/drawing/2014/main" id="{775E81FB-71AA-78D4-DF02-C2B2AB16BAAC}"/>
                  </a:ext>
                </a:extLst>
              </p:cNvPr>
              <p:cNvSpPr/>
              <p:nvPr/>
            </p:nvSpPr>
            <p:spPr>
              <a:xfrm rot="6414822">
                <a:off x="6298340" y="3246872"/>
                <a:ext cx="93136" cy="213141"/>
              </a:xfrm>
              <a:custGeom>
                <a:avLst/>
                <a:gdLst>
                  <a:gd name="connsiteX0" fmla="*/ 79352 w 79352"/>
                  <a:gd name="connsiteY0" fmla="*/ 246025 h 246025"/>
                  <a:gd name="connsiteX1" fmla="*/ 0 w 79352"/>
                  <a:gd name="connsiteY1" fmla="*/ 123012 h 246025"/>
                  <a:gd name="connsiteX2" fmla="*/ 79352 w 79352"/>
                  <a:gd name="connsiteY2" fmla="*/ -1 h 246025"/>
                  <a:gd name="connsiteX3" fmla="*/ 79352 w 79352"/>
                  <a:gd name="connsiteY3" fmla="*/ 246024 h 246025"/>
                  <a:gd name="connsiteX4" fmla="*/ 79352 w 79352"/>
                  <a:gd name="connsiteY4" fmla="*/ 246025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21814"/>
                  <a:gd name="connsiteY0" fmla="*/ 234942 h 242355"/>
                  <a:gd name="connsiteX1" fmla="*/ 592 w 121814"/>
                  <a:gd name="connsiteY1" fmla="*/ 123013 h 242355"/>
                  <a:gd name="connsiteX2" fmla="*/ 79944 w 121814"/>
                  <a:gd name="connsiteY2" fmla="*/ 0 h 242355"/>
                  <a:gd name="connsiteX3" fmla="*/ 121814 w 121814"/>
                  <a:gd name="connsiteY3" fmla="*/ 220018 h 242355"/>
                  <a:gd name="connsiteX4" fmla="*/ 116396 w 121814"/>
                  <a:gd name="connsiteY4" fmla="*/ 234942 h 242355"/>
                  <a:gd name="connsiteX0" fmla="*/ 116396 w 116396"/>
                  <a:gd name="connsiteY0" fmla="*/ 234942 h 266364"/>
                  <a:gd name="connsiteX1" fmla="*/ 592 w 116396"/>
                  <a:gd name="connsiteY1" fmla="*/ 123013 h 266364"/>
                  <a:gd name="connsiteX2" fmla="*/ 79944 w 116396"/>
                  <a:gd name="connsiteY2" fmla="*/ 0 h 266364"/>
                  <a:gd name="connsiteX3" fmla="*/ 89448 w 116396"/>
                  <a:gd name="connsiteY3" fmla="*/ 266364 h 266364"/>
                  <a:gd name="connsiteX4" fmla="*/ 116396 w 116396"/>
                  <a:gd name="connsiteY4" fmla="*/ 234942 h 266364"/>
                  <a:gd name="connsiteX0" fmla="*/ 89448 w 89448"/>
                  <a:gd name="connsiteY0" fmla="*/ 266364 h 266364"/>
                  <a:gd name="connsiteX1" fmla="*/ 592 w 89448"/>
                  <a:gd name="connsiteY1" fmla="*/ 123013 h 266364"/>
                  <a:gd name="connsiteX2" fmla="*/ 79944 w 89448"/>
                  <a:gd name="connsiteY2" fmla="*/ 0 h 266364"/>
                  <a:gd name="connsiteX3" fmla="*/ 89448 w 89448"/>
                  <a:gd name="connsiteY3" fmla="*/ 266364 h 266364"/>
                  <a:gd name="connsiteX0" fmla="*/ 89448 w 89448"/>
                  <a:gd name="connsiteY0" fmla="*/ 266364 h 299034"/>
                  <a:gd name="connsiteX1" fmla="*/ 592 w 89448"/>
                  <a:gd name="connsiteY1" fmla="*/ 123013 h 299034"/>
                  <a:gd name="connsiteX2" fmla="*/ 79944 w 89448"/>
                  <a:gd name="connsiteY2" fmla="*/ 0 h 299034"/>
                  <a:gd name="connsiteX3" fmla="*/ 89448 w 89448"/>
                  <a:gd name="connsiteY3" fmla="*/ 266364 h 299034"/>
                  <a:gd name="connsiteX0" fmla="*/ 89448 w 132681"/>
                  <a:gd name="connsiteY0" fmla="*/ 266364 h 302489"/>
                  <a:gd name="connsiteX1" fmla="*/ 592 w 132681"/>
                  <a:gd name="connsiteY1" fmla="*/ 123013 h 302489"/>
                  <a:gd name="connsiteX2" fmla="*/ 79944 w 132681"/>
                  <a:gd name="connsiteY2" fmla="*/ 0 h 302489"/>
                  <a:gd name="connsiteX3" fmla="*/ 89448 w 132681"/>
                  <a:gd name="connsiteY3" fmla="*/ 266364 h 302489"/>
                  <a:gd name="connsiteX0" fmla="*/ 91414 w 134647"/>
                  <a:gd name="connsiteY0" fmla="*/ 266364 h 303738"/>
                  <a:gd name="connsiteX1" fmla="*/ 569 w 134647"/>
                  <a:gd name="connsiteY1" fmla="*/ 160122 h 303738"/>
                  <a:gd name="connsiteX2" fmla="*/ 81910 w 134647"/>
                  <a:gd name="connsiteY2" fmla="*/ 0 h 303738"/>
                  <a:gd name="connsiteX3" fmla="*/ 91414 w 134647"/>
                  <a:gd name="connsiteY3" fmla="*/ 266364 h 303738"/>
                  <a:gd name="connsiteX0" fmla="*/ 10454 w 53687"/>
                  <a:gd name="connsiteY0" fmla="*/ 266364 h 302489"/>
                  <a:gd name="connsiteX1" fmla="*/ 950 w 53687"/>
                  <a:gd name="connsiteY1" fmla="*/ 0 h 302489"/>
                  <a:gd name="connsiteX2" fmla="*/ 10454 w 53687"/>
                  <a:gd name="connsiteY2" fmla="*/ 266364 h 302489"/>
                  <a:gd name="connsiteX0" fmla="*/ 84428 w 127661"/>
                  <a:gd name="connsiteY0" fmla="*/ 266364 h 374597"/>
                  <a:gd name="connsiteX1" fmla="*/ 74924 w 127661"/>
                  <a:gd name="connsiteY1" fmla="*/ 0 h 374597"/>
                  <a:gd name="connsiteX2" fmla="*/ 84428 w 127661"/>
                  <a:gd name="connsiteY2" fmla="*/ 266364 h 374597"/>
                  <a:gd name="connsiteX0" fmla="*/ 84428 w 149206"/>
                  <a:gd name="connsiteY0" fmla="*/ 266364 h 374597"/>
                  <a:gd name="connsiteX1" fmla="*/ 74924 w 149206"/>
                  <a:gd name="connsiteY1" fmla="*/ 0 h 374597"/>
                  <a:gd name="connsiteX2" fmla="*/ 84428 w 149206"/>
                  <a:gd name="connsiteY2" fmla="*/ 266364 h 374597"/>
                  <a:gd name="connsiteX0" fmla="*/ 121563 w 186341"/>
                  <a:gd name="connsiteY0" fmla="*/ 266364 h 368668"/>
                  <a:gd name="connsiteX1" fmla="*/ 112059 w 186341"/>
                  <a:gd name="connsiteY1" fmla="*/ 0 h 368668"/>
                  <a:gd name="connsiteX2" fmla="*/ 121563 w 186341"/>
                  <a:gd name="connsiteY2" fmla="*/ 266364 h 368668"/>
                  <a:gd name="connsiteX0" fmla="*/ 143062 w 193878"/>
                  <a:gd name="connsiteY0" fmla="*/ 123879 h 248765"/>
                  <a:gd name="connsiteX1" fmla="*/ 90602 w 193878"/>
                  <a:gd name="connsiteY1" fmla="*/ 0 h 248765"/>
                  <a:gd name="connsiteX2" fmla="*/ 143062 w 193878"/>
                  <a:gd name="connsiteY2" fmla="*/ 123879 h 248765"/>
                  <a:gd name="connsiteX0" fmla="*/ 130279 w 181095"/>
                  <a:gd name="connsiteY0" fmla="*/ 123879 h 223478"/>
                  <a:gd name="connsiteX1" fmla="*/ 77819 w 181095"/>
                  <a:gd name="connsiteY1" fmla="*/ 0 h 223478"/>
                  <a:gd name="connsiteX2" fmla="*/ 130279 w 181095"/>
                  <a:gd name="connsiteY2" fmla="*/ 123879 h 223478"/>
                  <a:gd name="connsiteX0" fmla="*/ 130196 w 181012"/>
                  <a:gd name="connsiteY0" fmla="*/ 123879 h 219141"/>
                  <a:gd name="connsiteX1" fmla="*/ 77736 w 181012"/>
                  <a:gd name="connsiteY1" fmla="*/ 0 h 219141"/>
                  <a:gd name="connsiteX2" fmla="*/ 130196 w 181012"/>
                  <a:gd name="connsiteY2" fmla="*/ 123879 h 219141"/>
                  <a:gd name="connsiteX0" fmla="*/ 110294 w 172146"/>
                  <a:gd name="connsiteY0" fmla="*/ 127965 h 222499"/>
                  <a:gd name="connsiteX1" fmla="*/ 93096 w 172146"/>
                  <a:gd name="connsiteY1" fmla="*/ 0 h 222499"/>
                  <a:gd name="connsiteX2" fmla="*/ 110294 w 172146"/>
                  <a:gd name="connsiteY2" fmla="*/ 127965 h 222499"/>
                  <a:gd name="connsiteX0" fmla="*/ 93136 w 154988"/>
                  <a:gd name="connsiteY0" fmla="*/ 127965 h 213141"/>
                  <a:gd name="connsiteX1" fmla="*/ 75938 w 154988"/>
                  <a:gd name="connsiteY1" fmla="*/ 0 h 213141"/>
                  <a:gd name="connsiteX2" fmla="*/ 93136 w 154988"/>
                  <a:gd name="connsiteY2" fmla="*/ 127965 h 213141"/>
                  <a:gd name="connsiteX0" fmla="*/ 93136 w 103967"/>
                  <a:gd name="connsiteY0" fmla="*/ 127965 h 213141"/>
                  <a:gd name="connsiteX1" fmla="*/ 75938 w 103967"/>
                  <a:gd name="connsiteY1" fmla="*/ 0 h 213141"/>
                  <a:gd name="connsiteX2" fmla="*/ 93136 w 103967"/>
                  <a:gd name="connsiteY2" fmla="*/ 127965 h 213141"/>
                  <a:gd name="connsiteX0" fmla="*/ 93136 w 93136"/>
                  <a:gd name="connsiteY0" fmla="*/ 127965 h 213141"/>
                  <a:gd name="connsiteX1" fmla="*/ 75938 w 93136"/>
                  <a:gd name="connsiteY1" fmla="*/ 0 h 213141"/>
                  <a:gd name="connsiteX2" fmla="*/ 93136 w 93136"/>
                  <a:gd name="connsiteY2" fmla="*/ 127965 h 21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136" h="213141">
                    <a:moveTo>
                      <a:pt x="93136" y="127965"/>
                    </a:moveTo>
                    <a:cubicBezTo>
                      <a:pt x="-4007" y="363105"/>
                      <a:pt x="-48191" y="41214"/>
                      <a:pt x="75938" y="0"/>
                    </a:cubicBezTo>
                    <a:cubicBezTo>
                      <a:pt x="69055" y="68843"/>
                      <a:pt x="50992" y="39439"/>
                      <a:pt x="93136" y="127965"/>
                    </a:cubicBezTo>
                    <a:close/>
                  </a:path>
                </a:pathLst>
              </a:cu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5A8A2F5-9C2F-96C5-B4E5-194AFD82B73C}"/>
                  </a:ext>
                </a:extLst>
              </p:cNvPr>
              <p:cNvSpPr/>
              <p:nvPr/>
            </p:nvSpPr>
            <p:spPr>
              <a:xfrm rot="2373007">
                <a:off x="5687738" y="2103227"/>
                <a:ext cx="45719" cy="290443"/>
              </a:xfrm>
              <a:prstGeom prst="roundRect">
                <a:avLst/>
              </a:pr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3A2A88-B834-8EDE-915B-57719F466E21}"/>
                  </a:ext>
                </a:extLst>
              </p:cNvPr>
              <p:cNvSpPr/>
              <p:nvPr/>
            </p:nvSpPr>
            <p:spPr>
              <a:xfrm>
                <a:off x="5754254" y="2067767"/>
                <a:ext cx="89627" cy="89627"/>
              </a:xfrm>
              <a:prstGeom prst="ellipse">
                <a:avLst/>
              </a:pr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AB9F9B0-EF55-70DD-469E-BF2459571C6E}"/>
                  </a:ext>
                </a:extLst>
              </p:cNvPr>
              <p:cNvSpPr/>
              <p:nvPr/>
            </p:nvSpPr>
            <p:spPr>
              <a:xfrm>
                <a:off x="5570220" y="2316163"/>
                <a:ext cx="236220" cy="1112837"/>
              </a:xfrm>
              <a:prstGeom prst="roundRect">
                <a:avLst/>
              </a:pr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Oval 4">
                <a:extLst>
                  <a:ext uri="{FF2B5EF4-FFF2-40B4-BE49-F238E27FC236}">
                    <a16:creationId xmlns:a16="http://schemas.microsoft.com/office/drawing/2014/main" id="{5AEF038D-0F3A-BC41-AD7E-A49490DBB349}"/>
                  </a:ext>
                </a:extLst>
              </p:cNvPr>
              <p:cNvSpPr/>
              <p:nvPr/>
            </p:nvSpPr>
            <p:spPr>
              <a:xfrm rot="374752">
                <a:off x="5545271" y="3078549"/>
                <a:ext cx="769289" cy="563893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2">
                <a:extLst>
                  <a:ext uri="{FF2B5EF4-FFF2-40B4-BE49-F238E27FC236}">
                    <a16:creationId xmlns:a16="http://schemas.microsoft.com/office/drawing/2014/main" id="{83F1BFF1-CE45-F1A1-06F0-A0E4DA2D4314}"/>
                  </a:ext>
                </a:extLst>
              </p:cNvPr>
              <p:cNvSpPr/>
              <p:nvPr/>
            </p:nvSpPr>
            <p:spPr>
              <a:xfrm rot="20414911">
                <a:off x="5454207" y="2003156"/>
                <a:ext cx="149032" cy="181773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rgbClr val="ED7D31">
                  <a:lumMod val="20000"/>
                  <a:lumOff val="8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2">
                <a:extLst>
                  <a:ext uri="{FF2B5EF4-FFF2-40B4-BE49-F238E27FC236}">
                    <a16:creationId xmlns:a16="http://schemas.microsoft.com/office/drawing/2014/main" id="{58000092-C289-D3D3-3076-43FE35562E3A}"/>
                  </a:ext>
                </a:extLst>
              </p:cNvPr>
              <p:cNvSpPr/>
              <p:nvPr/>
            </p:nvSpPr>
            <p:spPr>
              <a:xfrm rot="3268710">
                <a:off x="5782452" y="2109884"/>
                <a:ext cx="160235" cy="268594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rgbClr val="ED7D31">
                  <a:lumMod val="20000"/>
                  <a:lumOff val="8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6">
                <a:extLst>
                  <a:ext uri="{FF2B5EF4-FFF2-40B4-BE49-F238E27FC236}">
                    <a16:creationId xmlns:a16="http://schemas.microsoft.com/office/drawing/2014/main" id="{A89CFE46-67C5-1802-2EF1-C2B8C6B72315}"/>
                  </a:ext>
                </a:extLst>
              </p:cNvPr>
              <p:cNvSpPr/>
              <p:nvPr/>
            </p:nvSpPr>
            <p:spPr>
              <a:xfrm flipH="1">
                <a:off x="6394524" y="3376826"/>
                <a:ext cx="89202" cy="126602"/>
              </a:xfrm>
              <a:custGeom>
                <a:avLst/>
                <a:gdLst>
                  <a:gd name="connsiteX0" fmla="*/ 0 w 321945"/>
                  <a:gd name="connsiteY0" fmla="*/ 186531 h 373062"/>
                  <a:gd name="connsiteX1" fmla="*/ 160973 w 321945"/>
                  <a:gd name="connsiteY1" fmla="*/ 0 h 373062"/>
                  <a:gd name="connsiteX2" fmla="*/ 321946 w 321945"/>
                  <a:gd name="connsiteY2" fmla="*/ 186531 h 373062"/>
                  <a:gd name="connsiteX3" fmla="*/ 160973 w 321945"/>
                  <a:gd name="connsiteY3" fmla="*/ 373062 h 373062"/>
                  <a:gd name="connsiteX4" fmla="*/ 0 w 321945"/>
                  <a:gd name="connsiteY4" fmla="*/ 186531 h 373062"/>
                  <a:gd name="connsiteX0" fmla="*/ 0 w 181094"/>
                  <a:gd name="connsiteY0" fmla="*/ 191716 h 383432"/>
                  <a:gd name="connsiteX1" fmla="*/ 160973 w 181094"/>
                  <a:gd name="connsiteY1" fmla="*/ 5185 h 383432"/>
                  <a:gd name="connsiteX2" fmla="*/ 160973 w 181094"/>
                  <a:gd name="connsiteY2" fmla="*/ 378247 h 383432"/>
                  <a:gd name="connsiteX3" fmla="*/ 0 w 181094"/>
                  <a:gd name="connsiteY3" fmla="*/ 191716 h 383432"/>
                  <a:gd name="connsiteX0" fmla="*/ 232 w 168395"/>
                  <a:gd name="connsiteY0" fmla="*/ 188967 h 336168"/>
                  <a:gd name="connsiteX1" fmla="*/ 161205 w 168395"/>
                  <a:gd name="connsiteY1" fmla="*/ 2436 h 336168"/>
                  <a:gd name="connsiteX2" fmla="*/ 126280 w 168395"/>
                  <a:gd name="connsiteY2" fmla="*/ 331048 h 336168"/>
                  <a:gd name="connsiteX3" fmla="*/ 232 w 168395"/>
                  <a:gd name="connsiteY3" fmla="*/ 188967 h 336168"/>
                  <a:gd name="connsiteX0" fmla="*/ 10771 w 233974"/>
                  <a:gd name="connsiteY0" fmla="*/ 188967 h 341860"/>
                  <a:gd name="connsiteX1" fmla="*/ 171744 w 233974"/>
                  <a:gd name="connsiteY1" fmla="*/ 2436 h 341860"/>
                  <a:gd name="connsiteX2" fmla="*/ 136819 w 233974"/>
                  <a:gd name="connsiteY2" fmla="*/ 331048 h 341860"/>
                  <a:gd name="connsiteX3" fmla="*/ 10771 w 233974"/>
                  <a:gd name="connsiteY3" fmla="*/ 188967 h 341860"/>
                  <a:gd name="connsiteX0" fmla="*/ 10771 w 263900"/>
                  <a:gd name="connsiteY0" fmla="*/ 187285 h 340178"/>
                  <a:gd name="connsiteX1" fmla="*/ 171744 w 263900"/>
                  <a:gd name="connsiteY1" fmla="*/ 754 h 340178"/>
                  <a:gd name="connsiteX2" fmla="*/ 136819 w 263900"/>
                  <a:gd name="connsiteY2" fmla="*/ 329366 h 340178"/>
                  <a:gd name="connsiteX3" fmla="*/ 10771 w 263900"/>
                  <a:gd name="connsiteY3" fmla="*/ 187285 h 340178"/>
                  <a:gd name="connsiteX0" fmla="*/ 7989 w 261118"/>
                  <a:gd name="connsiteY0" fmla="*/ 187285 h 339029"/>
                  <a:gd name="connsiteX1" fmla="*/ 168962 w 261118"/>
                  <a:gd name="connsiteY1" fmla="*/ 754 h 339029"/>
                  <a:gd name="connsiteX2" fmla="*/ 134037 w 261118"/>
                  <a:gd name="connsiteY2" fmla="*/ 329366 h 339029"/>
                  <a:gd name="connsiteX3" fmla="*/ 7989 w 261118"/>
                  <a:gd name="connsiteY3" fmla="*/ 187285 h 339029"/>
                  <a:gd name="connsiteX0" fmla="*/ 0 w 76114"/>
                  <a:gd name="connsiteY0" fmla="*/ 329261 h 329261"/>
                  <a:gd name="connsiteX1" fmla="*/ 34925 w 76114"/>
                  <a:gd name="connsiteY1" fmla="*/ 649 h 329261"/>
                  <a:gd name="connsiteX2" fmla="*/ 0 w 76114"/>
                  <a:gd name="connsiteY2" fmla="*/ 329261 h 329261"/>
                  <a:gd name="connsiteX0" fmla="*/ 40960 w 136543"/>
                  <a:gd name="connsiteY0" fmla="*/ 335265 h 335265"/>
                  <a:gd name="connsiteX1" fmla="*/ 75885 w 136543"/>
                  <a:gd name="connsiteY1" fmla="*/ 6653 h 335265"/>
                  <a:gd name="connsiteX2" fmla="*/ 40960 w 136543"/>
                  <a:gd name="connsiteY2" fmla="*/ 335265 h 335265"/>
                  <a:gd name="connsiteX0" fmla="*/ 75964 w 206499"/>
                  <a:gd name="connsiteY0" fmla="*/ 328687 h 328687"/>
                  <a:gd name="connsiteX1" fmla="*/ 110889 w 206499"/>
                  <a:gd name="connsiteY1" fmla="*/ 75 h 328687"/>
                  <a:gd name="connsiteX2" fmla="*/ 75964 w 206499"/>
                  <a:gd name="connsiteY2" fmla="*/ 328687 h 328687"/>
                  <a:gd name="connsiteX0" fmla="*/ 78923 w 209458"/>
                  <a:gd name="connsiteY0" fmla="*/ 322314 h 322314"/>
                  <a:gd name="connsiteX1" fmla="*/ 113848 w 209458"/>
                  <a:gd name="connsiteY1" fmla="*/ 52 h 322314"/>
                  <a:gd name="connsiteX2" fmla="*/ 78923 w 209458"/>
                  <a:gd name="connsiteY2" fmla="*/ 322314 h 322314"/>
                  <a:gd name="connsiteX0" fmla="*/ 98534 w 248718"/>
                  <a:gd name="connsiteY0" fmla="*/ 322268 h 322268"/>
                  <a:gd name="connsiteX1" fmla="*/ 133459 w 248718"/>
                  <a:gd name="connsiteY1" fmla="*/ 6 h 322268"/>
                  <a:gd name="connsiteX2" fmla="*/ 98534 w 248718"/>
                  <a:gd name="connsiteY2" fmla="*/ 322268 h 322268"/>
                  <a:gd name="connsiteX0" fmla="*/ 96322 w 248969"/>
                  <a:gd name="connsiteY0" fmla="*/ 309569 h 309569"/>
                  <a:gd name="connsiteX1" fmla="*/ 134422 w 248969"/>
                  <a:gd name="connsiteY1" fmla="*/ 7 h 309569"/>
                  <a:gd name="connsiteX2" fmla="*/ 96322 w 248969"/>
                  <a:gd name="connsiteY2" fmla="*/ 309569 h 309569"/>
                  <a:gd name="connsiteX0" fmla="*/ 75345 w 206961"/>
                  <a:gd name="connsiteY0" fmla="*/ 309569 h 309569"/>
                  <a:gd name="connsiteX1" fmla="*/ 113445 w 206961"/>
                  <a:gd name="connsiteY1" fmla="*/ 7 h 309569"/>
                  <a:gd name="connsiteX2" fmla="*/ 75345 w 206961"/>
                  <a:gd name="connsiteY2" fmla="*/ 309569 h 309569"/>
                  <a:gd name="connsiteX0" fmla="*/ 85123 w 226548"/>
                  <a:gd name="connsiteY0" fmla="*/ 309708 h 309708"/>
                  <a:gd name="connsiteX1" fmla="*/ 123223 w 226548"/>
                  <a:gd name="connsiteY1" fmla="*/ 146 h 309708"/>
                  <a:gd name="connsiteX2" fmla="*/ 85123 w 226548"/>
                  <a:gd name="connsiteY2" fmla="*/ 309708 h 309708"/>
                  <a:gd name="connsiteX0" fmla="*/ 75345 w 206961"/>
                  <a:gd name="connsiteY0" fmla="*/ 310490 h 310490"/>
                  <a:gd name="connsiteX1" fmla="*/ 113445 w 206961"/>
                  <a:gd name="connsiteY1" fmla="*/ 928 h 310490"/>
                  <a:gd name="connsiteX2" fmla="*/ 75345 w 206961"/>
                  <a:gd name="connsiteY2" fmla="*/ 310490 h 310490"/>
                  <a:gd name="connsiteX0" fmla="*/ 93520 w 243360"/>
                  <a:gd name="connsiteY0" fmla="*/ 310238 h 310238"/>
                  <a:gd name="connsiteX1" fmla="*/ 131620 w 243360"/>
                  <a:gd name="connsiteY1" fmla="*/ 676 h 310238"/>
                  <a:gd name="connsiteX2" fmla="*/ 93520 w 243360"/>
                  <a:gd name="connsiteY2" fmla="*/ 310238 h 310238"/>
                  <a:gd name="connsiteX0" fmla="*/ 62807 w 181832"/>
                  <a:gd name="connsiteY0" fmla="*/ 309616 h 309616"/>
                  <a:gd name="connsiteX1" fmla="*/ 100907 w 181832"/>
                  <a:gd name="connsiteY1" fmla="*/ 54 h 309616"/>
                  <a:gd name="connsiteX2" fmla="*/ 62807 w 181832"/>
                  <a:gd name="connsiteY2" fmla="*/ 309616 h 309616"/>
                  <a:gd name="connsiteX0" fmla="*/ 80930 w 218150"/>
                  <a:gd name="connsiteY0" fmla="*/ 309616 h 309616"/>
                  <a:gd name="connsiteX1" fmla="*/ 119030 w 218150"/>
                  <a:gd name="connsiteY1" fmla="*/ 54 h 309616"/>
                  <a:gd name="connsiteX2" fmla="*/ 80930 w 218150"/>
                  <a:gd name="connsiteY2" fmla="*/ 309616 h 309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8150" h="309616">
                    <a:moveTo>
                      <a:pt x="80930" y="309616"/>
                    </a:moveTo>
                    <a:cubicBezTo>
                      <a:pt x="80930" y="309616"/>
                      <a:pt x="-124387" y="4816"/>
                      <a:pt x="119030" y="54"/>
                    </a:cubicBezTo>
                    <a:cubicBezTo>
                      <a:pt x="362447" y="-4708"/>
                      <a:pt x="80930" y="309616"/>
                      <a:pt x="80930" y="309616"/>
                    </a:cubicBezTo>
                    <a:close/>
                  </a:path>
                </a:pathLst>
              </a:cu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A1F9682-8D0E-1BC3-6663-18DBF0187B4B}"/>
                  </a:ext>
                </a:extLst>
              </p:cNvPr>
              <p:cNvSpPr/>
              <p:nvPr/>
            </p:nvSpPr>
            <p:spPr>
              <a:xfrm>
                <a:off x="5711598" y="2474133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45474E3-503A-F220-B8AF-9D5B7515146F}"/>
                  </a:ext>
                </a:extLst>
              </p:cNvPr>
              <p:cNvSpPr/>
              <p:nvPr/>
            </p:nvSpPr>
            <p:spPr>
              <a:xfrm rot="16996436">
                <a:off x="5623179" y="3226824"/>
                <a:ext cx="229541" cy="281497"/>
              </a:xfrm>
              <a:prstGeom prst="ellipse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74642FA-F627-4239-44AA-9765290D57B2}"/>
                  </a:ext>
                </a:extLst>
              </p:cNvPr>
              <p:cNvSpPr/>
              <p:nvPr/>
            </p:nvSpPr>
            <p:spPr>
              <a:xfrm rot="2373007">
                <a:off x="5594252" y="2055416"/>
                <a:ext cx="45719" cy="290443"/>
              </a:xfrm>
              <a:prstGeom prst="roundRect">
                <a:avLst/>
              </a:pr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5C24739-6408-8823-2C80-D12123501DD5}"/>
                  </a:ext>
                </a:extLst>
              </p:cNvPr>
              <p:cNvSpPr/>
              <p:nvPr/>
            </p:nvSpPr>
            <p:spPr>
              <a:xfrm>
                <a:off x="5663894" y="2020139"/>
                <a:ext cx="89627" cy="89627"/>
              </a:xfrm>
              <a:prstGeom prst="ellipse">
                <a:avLst/>
              </a:pr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4">
                <a:extLst>
                  <a:ext uri="{FF2B5EF4-FFF2-40B4-BE49-F238E27FC236}">
                    <a16:creationId xmlns:a16="http://schemas.microsoft.com/office/drawing/2014/main" id="{800ABB8D-B546-DEC3-684B-B9EB33285AEA}"/>
                  </a:ext>
                </a:extLst>
              </p:cNvPr>
              <p:cNvSpPr/>
              <p:nvPr/>
            </p:nvSpPr>
            <p:spPr>
              <a:xfrm rot="16926036">
                <a:off x="5254859" y="2207292"/>
                <a:ext cx="639950" cy="457908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0">
                <a:extLst>
                  <a:ext uri="{FF2B5EF4-FFF2-40B4-BE49-F238E27FC236}">
                    <a16:creationId xmlns:a16="http://schemas.microsoft.com/office/drawing/2014/main" id="{99B989DB-AACD-D803-4C21-3B6BB118D49D}"/>
                  </a:ext>
                </a:extLst>
              </p:cNvPr>
              <p:cNvSpPr/>
              <p:nvPr/>
            </p:nvSpPr>
            <p:spPr>
              <a:xfrm flipH="1">
                <a:off x="5570220" y="2698395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3F9AFB4-B0E9-490E-BA7B-5AE4475223F8}"/>
                  </a:ext>
                </a:extLst>
              </p:cNvPr>
              <p:cNvSpPr/>
              <p:nvPr/>
            </p:nvSpPr>
            <p:spPr>
              <a:xfrm rot="11924998">
                <a:off x="5301094" y="2484913"/>
                <a:ext cx="445542" cy="266889"/>
              </a:xfrm>
              <a:custGeom>
                <a:avLst/>
                <a:gdLst>
                  <a:gd name="connsiteX0" fmla="*/ 445542 w 445542"/>
                  <a:gd name="connsiteY0" fmla="*/ 197985 h 266889"/>
                  <a:gd name="connsiteX1" fmla="*/ 414552 w 445542"/>
                  <a:gd name="connsiteY1" fmla="*/ 222062 h 266889"/>
                  <a:gd name="connsiteX2" fmla="*/ 190487 w 445542"/>
                  <a:gd name="connsiteY2" fmla="*/ 266889 h 266889"/>
                  <a:gd name="connsiteX3" fmla="*/ 13253 w 445542"/>
                  <a:gd name="connsiteY3" fmla="*/ 246253 h 266889"/>
                  <a:gd name="connsiteX4" fmla="*/ 0 w 445542"/>
                  <a:gd name="connsiteY4" fmla="*/ 240529 h 266889"/>
                  <a:gd name="connsiteX5" fmla="*/ 2857 w 445542"/>
                  <a:gd name="connsiteY5" fmla="*/ 203225 h 266889"/>
                  <a:gd name="connsiteX6" fmla="*/ 217642 w 445542"/>
                  <a:gd name="connsiteY6" fmla="*/ 634 h 266889"/>
                  <a:gd name="connsiteX7" fmla="*/ 444228 w 445542"/>
                  <a:gd name="connsiteY7" fmla="*/ 188304 h 266889"/>
                  <a:gd name="connsiteX8" fmla="*/ 445542 w 445542"/>
                  <a:gd name="connsiteY8" fmla="*/ 197985 h 266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542" h="266889">
                    <a:moveTo>
                      <a:pt x="445542" y="197985"/>
                    </a:moveTo>
                    <a:lnTo>
                      <a:pt x="414552" y="222062"/>
                    </a:lnTo>
                    <a:cubicBezTo>
                      <a:pt x="357360" y="256084"/>
                      <a:pt x="278753" y="266889"/>
                      <a:pt x="190487" y="266889"/>
                    </a:cubicBezTo>
                    <a:cubicBezTo>
                      <a:pt x="124289" y="266889"/>
                      <a:pt x="63578" y="262323"/>
                      <a:pt x="13253" y="246253"/>
                    </a:cubicBezTo>
                    <a:lnTo>
                      <a:pt x="0" y="240529"/>
                    </a:lnTo>
                    <a:lnTo>
                      <a:pt x="2857" y="203225"/>
                    </a:lnTo>
                    <a:cubicBezTo>
                      <a:pt x="17765" y="89313"/>
                      <a:pt x="70478" y="9287"/>
                      <a:pt x="217642" y="634"/>
                    </a:cubicBezTo>
                    <a:cubicBezTo>
                      <a:pt x="364807" y="-8019"/>
                      <a:pt x="422386" y="72876"/>
                      <a:pt x="444228" y="188304"/>
                    </a:cubicBezTo>
                    <a:lnTo>
                      <a:pt x="445542" y="197985"/>
                    </a:lnTo>
                    <a:close/>
                  </a:path>
                </a:pathLst>
              </a:cu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1755238-6ABB-D449-F319-DEA867998819}"/>
                  </a:ext>
                </a:extLst>
              </p:cNvPr>
              <p:cNvSpPr/>
              <p:nvPr/>
            </p:nvSpPr>
            <p:spPr>
              <a:xfrm rot="16996436">
                <a:off x="5997629" y="3165442"/>
                <a:ext cx="178542" cy="218955"/>
              </a:xfrm>
              <a:prstGeom prst="ellipse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F6C1933-789C-5565-EE1B-2A67BB7B6CC4}"/>
                  </a:ext>
                </a:extLst>
              </p:cNvPr>
              <p:cNvSpPr/>
              <p:nvPr/>
            </p:nvSpPr>
            <p:spPr>
              <a:xfrm rot="16996436">
                <a:off x="5945655" y="3431527"/>
                <a:ext cx="158511" cy="194390"/>
              </a:xfrm>
              <a:prstGeom prst="ellipse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9754673-7088-EB9D-D985-18F861CE3DAC}"/>
                  </a:ext>
                </a:extLst>
              </p:cNvPr>
              <p:cNvSpPr/>
              <p:nvPr/>
            </p:nvSpPr>
            <p:spPr>
              <a:xfrm rot="13764884">
                <a:off x="5615793" y="3021000"/>
                <a:ext cx="122384" cy="236082"/>
              </a:xfrm>
              <a:custGeom>
                <a:avLst/>
                <a:gdLst>
                  <a:gd name="connsiteX0" fmla="*/ 91400 w 139238"/>
                  <a:gd name="connsiteY0" fmla="*/ 0 h 227707"/>
                  <a:gd name="connsiteX1" fmla="*/ 109025 w 139238"/>
                  <a:gd name="connsiteY1" fmla="*/ 20134 h 227707"/>
                  <a:gd name="connsiteX2" fmla="*/ 139238 w 139238"/>
                  <a:gd name="connsiteY2" fmla="*/ 143725 h 227707"/>
                  <a:gd name="connsiteX3" fmla="*/ 131132 w 139238"/>
                  <a:gd name="connsiteY3" fmla="*/ 211759 h 227707"/>
                  <a:gd name="connsiteX4" fmla="*/ 124786 w 139238"/>
                  <a:gd name="connsiteY4" fmla="*/ 227707 h 227707"/>
                  <a:gd name="connsiteX5" fmla="*/ 63819 w 139238"/>
                  <a:gd name="connsiteY5" fmla="*/ 179694 h 227707"/>
                  <a:gd name="connsiteX6" fmla="*/ 2898 w 139238"/>
                  <a:gd name="connsiteY6" fmla="*/ 139080 h 227707"/>
                  <a:gd name="connsiteX7" fmla="*/ 0 w 139238"/>
                  <a:gd name="connsiteY7" fmla="*/ 137620 h 227707"/>
                  <a:gd name="connsiteX8" fmla="*/ 91400 w 139238"/>
                  <a:gd name="connsiteY8" fmla="*/ 0 h 22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238" h="227707">
                    <a:moveTo>
                      <a:pt x="91400" y="0"/>
                    </a:moveTo>
                    <a:lnTo>
                      <a:pt x="109025" y="20134"/>
                    </a:lnTo>
                    <a:cubicBezTo>
                      <a:pt x="127692" y="51764"/>
                      <a:pt x="139238" y="95460"/>
                      <a:pt x="139238" y="143725"/>
                    </a:cubicBezTo>
                    <a:cubicBezTo>
                      <a:pt x="139238" y="167858"/>
                      <a:pt x="136352" y="190848"/>
                      <a:pt x="131132" y="211759"/>
                    </a:cubicBezTo>
                    <a:lnTo>
                      <a:pt x="124786" y="227707"/>
                    </a:lnTo>
                    <a:lnTo>
                      <a:pt x="63819" y="179694"/>
                    </a:lnTo>
                    <a:cubicBezTo>
                      <a:pt x="43477" y="164764"/>
                      <a:pt x="23162" y="151081"/>
                      <a:pt x="2898" y="139080"/>
                    </a:cubicBezTo>
                    <a:lnTo>
                      <a:pt x="0" y="137620"/>
                    </a:lnTo>
                    <a:lnTo>
                      <a:pt x="91400" y="0"/>
                    </a:lnTo>
                    <a:close/>
                  </a:path>
                </a:pathLst>
              </a:custGeom>
              <a:solidFill>
                <a:srgbClr val="E89A3A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164A985-5073-508E-C091-03BC7575E27A}"/>
                  </a:ext>
                </a:extLst>
              </p:cNvPr>
              <p:cNvSpPr/>
              <p:nvPr/>
            </p:nvSpPr>
            <p:spPr>
              <a:xfrm rot="19584607">
                <a:off x="5739791" y="2886782"/>
                <a:ext cx="191858" cy="349569"/>
              </a:xfrm>
              <a:custGeom>
                <a:avLst/>
                <a:gdLst>
                  <a:gd name="connsiteX0" fmla="*/ 143308 w 191858"/>
                  <a:gd name="connsiteY0" fmla="*/ 13735 h 349569"/>
                  <a:gd name="connsiteX1" fmla="*/ 158472 w 191858"/>
                  <a:gd name="connsiteY1" fmla="*/ 31059 h 349569"/>
                  <a:gd name="connsiteX2" fmla="*/ 67072 w 191858"/>
                  <a:gd name="connsiteY2" fmla="*/ 168679 h 349569"/>
                  <a:gd name="connsiteX3" fmla="*/ 69970 w 191858"/>
                  <a:gd name="connsiteY3" fmla="*/ 170139 h 349569"/>
                  <a:gd name="connsiteX4" fmla="*/ 130891 w 191858"/>
                  <a:gd name="connsiteY4" fmla="*/ 210753 h 349569"/>
                  <a:gd name="connsiteX5" fmla="*/ 191858 w 191858"/>
                  <a:gd name="connsiteY5" fmla="*/ 258766 h 349569"/>
                  <a:gd name="connsiteX6" fmla="*/ 176097 w 191858"/>
                  <a:gd name="connsiteY6" fmla="*/ 298375 h 349569"/>
                  <a:gd name="connsiteX7" fmla="*/ 103155 w 191858"/>
                  <a:gd name="connsiteY7" fmla="*/ 349569 h 349569"/>
                  <a:gd name="connsiteX8" fmla="*/ 0 w 191858"/>
                  <a:gd name="connsiteY8" fmla="*/ 174784 h 349569"/>
                  <a:gd name="connsiteX9" fmla="*/ 103155 w 191858"/>
                  <a:gd name="connsiteY9" fmla="*/ 0 h 349569"/>
                  <a:gd name="connsiteX10" fmla="*/ 143308 w 191858"/>
                  <a:gd name="connsiteY10" fmla="*/ 13735 h 34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1858" h="349569">
                    <a:moveTo>
                      <a:pt x="143308" y="13735"/>
                    </a:moveTo>
                    <a:lnTo>
                      <a:pt x="158472" y="31059"/>
                    </a:lnTo>
                    <a:lnTo>
                      <a:pt x="67072" y="168679"/>
                    </a:lnTo>
                    <a:lnTo>
                      <a:pt x="69970" y="170139"/>
                    </a:lnTo>
                    <a:cubicBezTo>
                      <a:pt x="90234" y="182140"/>
                      <a:pt x="110549" y="195823"/>
                      <a:pt x="130891" y="210753"/>
                    </a:cubicBezTo>
                    <a:lnTo>
                      <a:pt x="191858" y="258766"/>
                    </a:lnTo>
                    <a:lnTo>
                      <a:pt x="176097" y="298375"/>
                    </a:lnTo>
                    <a:cubicBezTo>
                      <a:pt x="157429" y="330005"/>
                      <a:pt x="131640" y="349569"/>
                      <a:pt x="103155" y="349569"/>
                    </a:cubicBezTo>
                    <a:cubicBezTo>
                      <a:pt x="46185" y="349568"/>
                      <a:pt x="0" y="271315"/>
                      <a:pt x="0" y="174784"/>
                    </a:cubicBezTo>
                    <a:cubicBezTo>
                      <a:pt x="0" y="78253"/>
                      <a:pt x="46184" y="1"/>
                      <a:pt x="103155" y="0"/>
                    </a:cubicBezTo>
                    <a:cubicBezTo>
                      <a:pt x="117398" y="0"/>
                      <a:pt x="130966" y="4891"/>
                      <a:pt x="143308" y="13735"/>
                    </a:cubicBezTo>
                    <a:close/>
                  </a:path>
                </a:pathLst>
              </a:cu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E4EED8C-34CE-85F6-9AEF-E6E7AF8462E0}"/>
                  </a:ext>
                </a:extLst>
              </p:cNvPr>
              <p:cNvSpPr/>
              <p:nvPr/>
            </p:nvSpPr>
            <p:spPr>
              <a:xfrm rot="16996436">
                <a:off x="5421290" y="2491633"/>
                <a:ext cx="45719" cy="56067"/>
              </a:xfrm>
              <a:prstGeom prst="ellipse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182880C-32E1-BE22-DB67-E6A4D486AE7D}"/>
                  </a:ext>
                </a:extLst>
              </p:cNvPr>
              <p:cNvSpPr/>
              <p:nvPr/>
            </p:nvSpPr>
            <p:spPr>
              <a:xfrm rot="16996436">
                <a:off x="5538397" y="2520318"/>
                <a:ext cx="45719" cy="56067"/>
              </a:xfrm>
              <a:prstGeom prst="ellipse">
                <a:avLst/>
              </a:prstGeom>
              <a:solidFill>
                <a:srgbClr val="A5A5A5">
                  <a:lumMod val="5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6634372-CA2F-6ADA-332C-44AEA06FF46C}"/>
                  </a:ext>
                </a:extLst>
              </p:cNvPr>
              <p:cNvSpPr/>
              <p:nvPr/>
            </p:nvSpPr>
            <p:spPr>
              <a:xfrm rot="12751688">
                <a:off x="5443238" y="2226999"/>
                <a:ext cx="79269" cy="972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C3C284F-0502-2822-98C2-AD3C29FFA856}"/>
                  </a:ext>
                </a:extLst>
              </p:cNvPr>
              <p:cNvSpPr/>
              <p:nvPr/>
            </p:nvSpPr>
            <p:spPr>
              <a:xfrm rot="13202437">
                <a:off x="5448471" y="2250638"/>
                <a:ext cx="57448" cy="7045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C933F59-AD82-83BF-434A-5384C6C25D54}"/>
                  </a:ext>
                </a:extLst>
              </p:cNvPr>
              <p:cNvSpPr/>
              <p:nvPr/>
            </p:nvSpPr>
            <p:spPr>
              <a:xfrm rot="13066296">
                <a:off x="5480594" y="2245802"/>
                <a:ext cx="36983" cy="45354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A36C76D-7822-717E-08DF-3F40E4BB058F}"/>
                  </a:ext>
                </a:extLst>
              </p:cNvPr>
              <p:cNvSpPr/>
              <p:nvPr/>
            </p:nvSpPr>
            <p:spPr>
              <a:xfrm rot="12751688">
                <a:off x="5597514" y="2252879"/>
                <a:ext cx="79269" cy="97211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0FA09AA-F8C2-1677-1AEF-11306BC80A04}"/>
                  </a:ext>
                </a:extLst>
              </p:cNvPr>
              <p:cNvSpPr/>
              <p:nvPr/>
            </p:nvSpPr>
            <p:spPr>
              <a:xfrm rot="13202437">
                <a:off x="5599984" y="2271665"/>
                <a:ext cx="57448" cy="7045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124F418-E170-0A6F-80F0-E2B92040B66B}"/>
                  </a:ext>
                </a:extLst>
              </p:cNvPr>
              <p:cNvSpPr/>
              <p:nvPr/>
            </p:nvSpPr>
            <p:spPr>
              <a:xfrm rot="13066296">
                <a:off x="5628324" y="2266977"/>
                <a:ext cx="36983" cy="45354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3550883D-210B-4B39-1227-A0F21E720B83}"/>
                </a:ext>
              </a:extLst>
            </p:cNvPr>
            <p:cNvSpPr/>
            <p:nvPr/>
          </p:nvSpPr>
          <p:spPr>
            <a:xfrm rot="7973619">
              <a:off x="5399586" y="2423620"/>
              <a:ext cx="252524" cy="252524"/>
            </a:xfrm>
            <a:prstGeom prst="arc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E500055-E928-B4D2-B4C1-85A8644073A3}"/>
              </a:ext>
            </a:extLst>
          </p:cNvPr>
          <p:cNvGrpSpPr/>
          <p:nvPr/>
        </p:nvGrpSpPr>
        <p:grpSpPr>
          <a:xfrm>
            <a:off x="4610225" y="631110"/>
            <a:ext cx="3460154" cy="6510180"/>
            <a:chOff x="5301094" y="2003156"/>
            <a:chExt cx="1182632" cy="2225088"/>
          </a:xfrm>
          <a:solidFill>
            <a:schemeClr val="bg1"/>
          </a:solidFill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4F149C7-FB19-B5DA-EF3D-695EB8A508EA}"/>
                </a:ext>
              </a:extLst>
            </p:cNvPr>
            <p:cNvGrpSpPr/>
            <p:nvPr/>
          </p:nvGrpSpPr>
          <p:grpSpPr>
            <a:xfrm>
              <a:off x="5301094" y="2003156"/>
              <a:ext cx="1182632" cy="2225088"/>
              <a:chOff x="5301094" y="2003156"/>
              <a:chExt cx="1182632" cy="2225088"/>
            </a:xfrm>
            <a:grpFill/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CDC98ED-92A0-8D94-1B01-D930C42310A6}"/>
                  </a:ext>
                </a:extLst>
              </p:cNvPr>
              <p:cNvSpPr/>
              <p:nvPr/>
            </p:nvSpPr>
            <p:spPr>
              <a:xfrm>
                <a:off x="6049185" y="3485738"/>
                <a:ext cx="125494" cy="733456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3EC5C35-152E-2184-A710-B5D9DA6E4D6F}"/>
                  </a:ext>
                </a:extLst>
              </p:cNvPr>
              <p:cNvSpPr/>
              <p:nvPr/>
            </p:nvSpPr>
            <p:spPr>
              <a:xfrm>
                <a:off x="6049185" y="4133890"/>
                <a:ext cx="120683" cy="85304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4F298DD-45F1-992E-5776-0B7BA2265DED}"/>
                  </a:ext>
                </a:extLst>
              </p:cNvPr>
              <p:cNvSpPr/>
              <p:nvPr/>
            </p:nvSpPr>
            <p:spPr>
              <a:xfrm>
                <a:off x="6142835" y="3494649"/>
                <a:ext cx="125494" cy="733456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41F22A-16EE-67E8-59B7-A37B0D8188F5}"/>
                  </a:ext>
                </a:extLst>
              </p:cNvPr>
              <p:cNvSpPr/>
              <p:nvPr/>
            </p:nvSpPr>
            <p:spPr>
              <a:xfrm>
                <a:off x="6142835" y="4142662"/>
                <a:ext cx="127425" cy="85443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C5712B5-1EDA-0ADE-14C8-597050E7FA6D}"/>
                  </a:ext>
                </a:extLst>
              </p:cNvPr>
              <p:cNvSpPr/>
              <p:nvPr/>
            </p:nvSpPr>
            <p:spPr>
              <a:xfrm>
                <a:off x="5646067" y="3492400"/>
                <a:ext cx="125494" cy="733456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2FA1929-7BEE-D809-A047-C88D15B7D52E}"/>
                  </a:ext>
                </a:extLst>
              </p:cNvPr>
              <p:cNvSpPr/>
              <p:nvPr/>
            </p:nvSpPr>
            <p:spPr>
              <a:xfrm>
                <a:off x="5735049" y="3494788"/>
                <a:ext cx="125494" cy="733456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EDD4398-608B-2DD6-53F4-F56D026BDE4D}"/>
                  </a:ext>
                </a:extLst>
              </p:cNvPr>
              <p:cNvSpPr/>
              <p:nvPr/>
            </p:nvSpPr>
            <p:spPr>
              <a:xfrm>
                <a:off x="5642430" y="4142801"/>
                <a:ext cx="120683" cy="85304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100BBED-345F-56D4-703D-FD7FE3946D54}"/>
                  </a:ext>
                </a:extLst>
              </p:cNvPr>
              <p:cNvSpPr/>
              <p:nvPr/>
            </p:nvSpPr>
            <p:spPr>
              <a:xfrm>
                <a:off x="5736080" y="4142662"/>
                <a:ext cx="127425" cy="85443"/>
              </a:xfrm>
              <a:prstGeom prst="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Moon 15">
                <a:extLst>
                  <a:ext uri="{FF2B5EF4-FFF2-40B4-BE49-F238E27FC236}">
                    <a16:creationId xmlns:a16="http://schemas.microsoft.com/office/drawing/2014/main" id="{9C86DAAF-5411-0303-34C0-2C4221620C5C}"/>
                  </a:ext>
                </a:extLst>
              </p:cNvPr>
              <p:cNvSpPr/>
              <p:nvPr/>
            </p:nvSpPr>
            <p:spPr>
              <a:xfrm rot="6414822">
                <a:off x="6298340" y="3246872"/>
                <a:ext cx="93136" cy="213141"/>
              </a:xfrm>
              <a:custGeom>
                <a:avLst/>
                <a:gdLst>
                  <a:gd name="connsiteX0" fmla="*/ 79352 w 79352"/>
                  <a:gd name="connsiteY0" fmla="*/ 246025 h 246025"/>
                  <a:gd name="connsiteX1" fmla="*/ 0 w 79352"/>
                  <a:gd name="connsiteY1" fmla="*/ 123012 h 246025"/>
                  <a:gd name="connsiteX2" fmla="*/ 79352 w 79352"/>
                  <a:gd name="connsiteY2" fmla="*/ -1 h 246025"/>
                  <a:gd name="connsiteX3" fmla="*/ 79352 w 79352"/>
                  <a:gd name="connsiteY3" fmla="*/ 246024 h 246025"/>
                  <a:gd name="connsiteX4" fmla="*/ 79352 w 79352"/>
                  <a:gd name="connsiteY4" fmla="*/ 246025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21814"/>
                  <a:gd name="connsiteY0" fmla="*/ 234942 h 242355"/>
                  <a:gd name="connsiteX1" fmla="*/ 592 w 121814"/>
                  <a:gd name="connsiteY1" fmla="*/ 123013 h 242355"/>
                  <a:gd name="connsiteX2" fmla="*/ 79944 w 121814"/>
                  <a:gd name="connsiteY2" fmla="*/ 0 h 242355"/>
                  <a:gd name="connsiteX3" fmla="*/ 121814 w 121814"/>
                  <a:gd name="connsiteY3" fmla="*/ 220018 h 242355"/>
                  <a:gd name="connsiteX4" fmla="*/ 116396 w 121814"/>
                  <a:gd name="connsiteY4" fmla="*/ 234942 h 242355"/>
                  <a:gd name="connsiteX0" fmla="*/ 116396 w 116396"/>
                  <a:gd name="connsiteY0" fmla="*/ 234942 h 266364"/>
                  <a:gd name="connsiteX1" fmla="*/ 592 w 116396"/>
                  <a:gd name="connsiteY1" fmla="*/ 123013 h 266364"/>
                  <a:gd name="connsiteX2" fmla="*/ 79944 w 116396"/>
                  <a:gd name="connsiteY2" fmla="*/ 0 h 266364"/>
                  <a:gd name="connsiteX3" fmla="*/ 89448 w 116396"/>
                  <a:gd name="connsiteY3" fmla="*/ 266364 h 266364"/>
                  <a:gd name="connsiteX4" fmla="*/ 116396 w 116396"/>
                  <a:gd name="connsiteY4" fmla="*/ 234942 h 266364"/>
                  <a:gd name="connsiteX0" fmla="*/ 89448 w 89448"/>
                  <a:gd name="connsiteY0" fmla="*/ 266364 h 266364"/>
                  <a:gd name="connsiteX1" fmla="*/ 592 w 89448"/>
                  <a:gd name="connsiteY1" fmla="*/ 123013 h 266364"/>
                  <a:gd name="connsiteX2" fmla="*/ 79944 w 89448"/>
                  <a:gd name="connsiteY2" fmla="*/ 0 h 266364"/>
                  <a:gd name="connsiteX3" fmla="*/ 89448 w 89448"/>
                  <a:gd name="connsiteY3" fmla="*/ 266364 h 266364"/>
                  <a:gd name="connsiteX0" fmla="*/ 89448 w 89448"/>
                  <a:gd name="connsiteY0" fmla="*/ 266364 h 299034"/>
                  <a:gd name="connsiteX1" fmla="*/ 592 w 89448"/>
                  <a:gd name="connsiteY1" fmla="*/ 123013 h 299034"/>
                  <a:gd name="connsiteX2" fmla="*/ 79944 w 89448"/>
                  <a:gd name="connsiteY2" fmla="*/ 0 h 299034"/>
                  <a:gd name="connsiteX3" fmla="*/ 89448 w 89448"/>
                  <a:gd name="connsiteY3" fmla="*/ 266364 h 299034"/>
                  <a:gd name="connsiteX0" fmla="*/ 89448 w 132681"/>
                  <a:gd name="connsiteY0" fmla="*/ 266364 h 302489"/>
                  <a:gd name="connsiteX1" fmla="*/ 592 w 132681"/>
                  <a:gd name="connsiteY1" fmla="*/ 123013 h 302489"/>
                  <a:gd name="connsiteX2" fmla="*/ 79944 w 132681"/>
                  <a:gd name="connsiteY2" fmla="*/ 0 h 302489"/>
                  <a:gd name="connsiteX3" fmla="*/ 89448 w 132681"/>
                  <a:gd name="connsiteY3" fmla="*/ 266364 h 302489"/>
                  <a:gd name="connsiteX0" fmla="*/ 91414 w 134647"/>
                  <a:gd name="connsiteY0" fmla="*/ 266364 h 303738"/>
                  <a:gd name="connsiteX1" fmla="*/ 569 w 134647"/>
                  <a:gd name="connsiteY1" fmla="*/ 160122 h 303738"/>
                  <a:gd name="connsiteX2" fmla="*/ 81910 w 134647"/>
                  <a:gd name="connsiteY2" fmla="*/ 0 h 303738"/>
                  <a:gd name="connsiteX3" fmla="*/ 91414 w 134647"/>
                  <a:gd name="connsiteY3" fmla="*/ 266364 h 303738"/>
                  <a:gd name="connsiteX0" fmla="*/ 10454 w 53687"/>
                  <a:gd name="connsiteY0" fmla="*/ 266364 h 302489"/>
                  <a:gd name="connsiteX1" fmla="*/ 950 w 53687"/>
                  <a:gd name="connsiteY1" fmla="*/ 0 h 302489"/>
                  <a:gd name="connsiteX2" fmla="*/ 10454 w 53687"/>
                  <a:gd name="connsiteY2" fmla="*/ 266364 h 302489"/>
                  <a:gd name="connsiteX0" fmla="*/ 84428 w 127661"/>
                  <a:gd name="connsiteY0" fmla="*/ 266364 h 374597"/>
                  <a:gd name="connsiteX1" fmla="*/ 74924 w 127661"/>
                  <a:gd name="connsiteY1" fmla="*/ 0 h 374597"/>
                  <a:gd name="connsiteX2" fmla="*/ 84428 w 127661"/>
                  <a:gd name="connsiteY2" fmla="*/ 266364 h 374597"/>
                  <a:gd name="connsiteX0" fmla="*/ 84428 w 149206"/>
                  <a:gd name="connsiteY0" fmla="*/ 266364 h 374597"/>
                  <a:gd name="connsiteX1" fmla="*/ 74924 w 149206"/>
                  <a:gd name="connsiteY1" fmla="*/ 0 h 374597"/>
                  <a:gd name="connsiteX2" fmla="*/ 84428 w 149206"/>
                  <a:gd name="connsiteY2" fmla="*/ 266364 h 374597"/>
                  <a:gd name="connsiteX0" fmla="*/ 121563 w 186341"/>
                  <a:gd name="connsiteY0" fmla="*/ 266364 h 368668"/>
                  <a:gd name="connsiteX1" fmla="*/ 112059 w 186341"/>
                  <a:gd name="connsiteY1" fmla="*/ 0 h 368668"/>
                  <a:gd name="connsiteX2" fmla="*/ 121563 w 186341"/>
                  <a:gd name="connsiteY2" fmla="*/ 266364 h 368668"/>
                  <a:gd name="connsiteX0" fmla="*/ 143062 w 193878"/>
                  <a:gd name="connsiteY0" fmla="*/ 123879 h 248765"/>
                  <a:gd name="connsiteX1" fmla="*/ 90602 w 193878"/>
                  <a:gd name="connsiteY1" fmla="*/ 0 h 248765"/>
                  <a:gd name="connsiteX2" fmla="*/ 143062 w 193878"/>
                  <a:gd name="connsiteY2" fmla="*/ 123879 h 248765"/>
                  <a:gd name="connsiteX0" fmla="*/ 130279 w 181095"/>
                  <a:gd name="connsiteY0" fmla="*/ 123879 h 223478"/>
                  <a:gd name="connsiteX1" fmla="*/ 77819 w 181095"/>
                  <a:gd name="connsiteY1" fmla="*/ 0 h 223478"/>
                  <a:gd name="connsiteX2" fmla="*/ 130279 w 181095"/>
                  <a:gd name="connsiteY2" fmla="*/ 123879 h 223478"/>
                  <a:gd name="connsiteX0" fmla="*/ 130196 w 181012"/>
                  <a:gd name="connsiteY0" fmla="*/ 123879 h 219141"/>
                  <a:gd name="connsiteX1" fmla="*/ 77736 w 181012"/>
                  <a:gd name="connsiteY1" fmla="*/ 0 h 219141"/>
                  <a:gd name="connsiteX2" fmla="*/ 130196 w 181012"/>
                  <a:gd name="connsiteY2" fmla="*/ 123879 h 219141"/>
                  <a:gd name="connsiteX0" fmla="*/ 110294 w 172146"/>
                  <a:gd name="connsiteY0" fmla="*/ 127965 h 222499"/>
                  <a:gd name="connsiteX1" fmla="*/ 93096 w 172146"/>
                  <a:gd name="connsiteY1" fmla="*/ 0 h 222499"/>
                  <a:gd name="connsiteX2" fmla="*/ 110294 w 172146"/>
                  <a:gd name="connsiteY2" fmla="*/ 127965 h 222499"/>
                  <a:gd name="connsiteX0" fmla="*/ 93136 w 154988"/>
                  <a:gd name="connsiteY0" fmla="*/ 127965 h 213141"/>
                  <a:gd name="connsiteX1" fmla="*/ 75938 w 154988"/>
                  <a:gd name="connsiteY1" fmla="*/ 0 h 213141"/>
                  <a:gd name="connsiteX2" fmla="*/ 93136 w 154988"/>
                  <a:gd name="connsiteY2" fmla="*/ 127965 h 213141"/>
                  <a:gd name="connsiteX0" fmla="*/ 93136 w 103967"/>
                  <a:gd name="connsiteY0" fmla="*/ 127965 h 213141"/>
                  <a:gd name="connsiteX1" fmla="*/ 75938 w 103967"/>
                  <a:gd name="connsiteY1" fmla="*/ 0 h 213141"/>
                  <a:gd name="connsiteX2" fmla="*/ 93136 w 103967"/>
                  <a:gd name="connsiteY2" fmla="*/ 127965 h 213141"/>
                  <a:gd name="connsiteX0" fmla="*/ 93136 w 93136"/>
                  <a:gd name="connsiteY0" fmla="*/ 127965 h 213141"/>
                  <a:gd name="connsiteX1" fmla="*/ 75938 w 93136"/>
                  <a:gd name="connsiteY1" fmla="*/ 0 h 213141"/>
                  <a:gd name="connsiteX2" fmla="*/ 93136 w 93136"/>
                  <a:gd name="connsiteY2" fmla="*/ 127965 h 21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136" h="213141">
                    <a:moveTo>
                      <a:pt x="93136" y="127965"/>
                    </a:moveTo>
                    <a:cubicBezTo>
                      <a:pt x="-4007" y="363105"/>
                      <a:pt x="-48191" y="41214"/>
                      <a:pt x="75938" y="0"/>
                    </a:cubicBezTo>
                    <a:cubicBezTo>
                      <a:pt x="69055" y="68843"/>
                      <a:pt x="50992" y="39439"/>
                      <a:pt x="93136" y="12796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32D33AB-D3B4-2555-80D0-1EE885C6F7CB}"/>
                  </a:ext>
                </a:extLst>
              </p:cNvPr>
              <p:cNvSpPr/>
              <p:nvPr/>
            </p:nvSpPr>
            <p:spPr>
              <a:xfrm rot="2373007">
                <a:off x="5687738" y="2103227"/>
                <a:ext cx="45719" cy="290443"/>
              </a:xfrm>
              <a:prstGeom prst="round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5ADB6EC-343B-D80F-7AEF-C8CFF1978A13}"/>
                  </a:ext>
                </a:extLst>
              </p:cNvPr>
              <p:cNvSpPr/>
              <p:nvPr/>
            </p:nvSpPr>
            <p:spPr>
              <a:xfrm>
                <a:off x="5754254" y="2067767"/>
                <a:ext cx="89627" cy="8962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87137EA-14E6-4900-5301-F85435A628E7}"/>
                  </a:ext>
                </a:extLst>
              </p:cNvPr>
              <p:cNvSpPr/>
              <p:nvPr/>
            </p:nvSpPr>
            <p:spPr>
              <a:xfrm>
                <a:off x="5570220" y="2316163"/>
                <a:ext cx="236220" cy="1112837"/>
              </a:xfrm>
              <a:prstGeom prst="round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4">
                <a:extLst>
                  <a:ext uri="{FF2B5EF4-FFF2-40B4-BE49-F238E27FC236}">
                    <a16:creationId xmlns:a16="http://schemas.microsoft.com/office/drawing/2014/main" id="{753E0585-90DB-F803-6B01-F913B3ED8B80}"/>
                  </a:ext>
                </a:extLst>
              </p:cNvPr>
              <p:cNvSpPr/>
              <p:nvPr/>
            </p:nvSpPr>
            <p:spPr>
              <a:xfrm rot="374752">
                <a:off x="5545271" y="3078549"/>
                <a:ext cx="769289" cy="563893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12">
                <a:extLst>
                  <a:ext uri="{FF2B5EF4-FFF2-40B4-BE49-F238E27FC236}">
                    <a16:creationId xmlns:a16="http://schemas.microsoft.com/office/drawing/2014/main" id="{6D71C8FB-D4EC-4749-AE6D-3C9C1E928314}"/>
                  </a:ext>
                </a:extLst>
              </p:cNvPr>
              <p:cNvSpPr/>
              <p:nvPr/>
            </p:nvSpPr>
            <p:spPr>
              <a:xfrm rot="20414911">
                <a:off x="5454207" y="2003156"/>
                <a:ext cx="149032" cy="181773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12">
                <a:extLst>
                  <a:ext uri="{FF2B5EF4-FFF2-40B4-BE49-F238E27FC236}">
                    <a16:creationId xmlns:a16="http://schemas.microsoft.com/office/drawing/2014/main" id="{F1F792F8-C6E5-BEF1-43A0-2CC64EA07D1B}"/>
                  </a:ext>
                </a:extLst>
              </p:cNvPr>
              <p:cNvSpPr/>
              <p:nvPr/>
            </p:nvSpPr>
            <p:spPr>
              <a:xfrm rot="3268710">
                <a:off x="5782452" y="2109884"/>
                <a:ext cx="160235" cy="268594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16">
                <a:extLst>
                  <a:ext uri="{FF2B5EF4-FFF2-40B4-BE49-F238E27FC236}">
                    <a16:creationId xmlns:a16="http://schemas.microsoft.com/office/drawing/2014/main" id="{5A58BE57-46EF-31A9-1A50-E86A0E307DF2}"/>
                  </a:ext>
                </a:extLst>
              </p:cNvPr>
              <p:cNvSpPr/>
              <p:nvPr/>
            </p:nvSpPr>
            <p:spPr>
              <a:xfrm flipH="1">
                <a:off x="6394524" y="3376826"/>
                <a:ext cx="89202" cy="126602"/>
              </a:xfrm>
              <a:custGeom>
                <a:avLst/>
                <a:gdLst>
                  <a:gd name="connsiteX0" fmla="*/ 0 w 321945"/>
                  <a:gd name="connsiteY0" fmla="*/ 186531 h 373062"/>
                  <a:gd name="connsiteX1" fmla="*/ 160973 w 321945"/>
                  <a:gd name="connsiteY1" fmla="*/ 0 h 373062"/>
                  <a:gd name="connsiteX2" fmla="*/ 321946 w 321945"/>
                  <a:gd name="connsiteY2" fmla="*/ 186531 h 373062"/>
                  <a:gd name="connsiteX3" fmla="*/ 160973 w 321945"/>
                  <a:gd name="connsiteY3" fmla="*/ 373062 h 373062"/>
                  <a:gd name="connsiteX4" fmla="*/ 0 w 321945"/>
                  <a:gd name="connsiteY4" fmla="*/ 186531 h 373062"/>
                  <a:gd name="connsiteX0" fmla="*/ 0 w 181094"/>
                  <a:gd name="connsiteY0" fmla="*/ 191716 h 383432"/>
                  <a:gd name="connsiteX1" fmla="*/ 160973 w 181094"/>
                  <a:gd name="connsiteY1" fmla="*/ 5185 h 383432"/>
                  <a:gd name="connsiteX2" fmla="*/ 160973 w 181094"/>
                  <a:gd name="connsiteY2" fmla="*/ 378247 h 383432"/>
                  <a:gd name="connsiteX3" fmla="*/ 0 w 181094"/>
                  <a:gd name="connsiteY3" fmla="*/ 191716 h 383432"/>
                  <a:gd name="connsiteX0" fmla="*/ 232 w 168395"/>
                  <a:gd name="connsiteY0" fmla="*/ 188967 h 336168"/>
                  <a:gd name="connsiteX1" fmla="*/ 161205 w 168395"/>
                  <a:gd name="connsiteY1" fmla="*/ 2436 h 336168"/>
                  <a:gd name="connsiteX2" fmla="*/ 126280 w 168395"/>
                  <a:gd name="connsiteY2" fmla="*/ 331048 h 336168"/>
                  <a:gd name="connsiteX3" fmla="*/ 232 w 168395"/>
                  <a:gd name="connsiteY3" fmla="*/ 188967 h 336168"/>
                  <a:gd name="connsiteX0" fmla="*/ 10771 w 233974"/>
                  <a:gd name="connsiteY0" fmla="*/ 188967 h 341860"/>
                  <a:gd name="connsiteX1" fmla="*/ 171744 w 233974"/>
                  <a:gd name="connsiteY1" fmla="*/ 2436 h 341860"/>
                  <a:gd name="connsiteX2" fmla="*/ 136819 w 233974"/>
                  <a:gd name="connsiteY2" fmla="*/ 331048 h 341860"/>
                  <a:gd name="connsiteX3" fmla="*/ 10771 w 233974"/>
                  <a:gd name="connsiteY3" fmla="*/ 188967 h 341860"/>
                  <a:gd name="connsiteX0" fmla="*/ 10771 w 263900"/>
                  <a:gd name="connsiteY0" fmla="*/ 187285 h 340178"/>
                  <a:gd name="connsiteX1" fmla="*/ 171744 w 263900"/>
                  <a:gd name="connsiteY1" fmla="*/ 754 h 340178"/>
                  <a:gd name="connsiteX2" fmla="*/ 136819 w 263900"/>
                  <a:gd name="connsiteY2" fmla="*/ 329366 h 340178"/>
                  <a:gd name="connsiteX3" fmla="*/ 10771 w 263900"/>
                  <a:gd name="connsiteY3" fmla="*/ 187285 h 340178"/>
                  <a:gd name="connsiteX0" fmla="*/ 7989 w 261118"/>
                  <a:gd name="connsiteY0" fmla="*/ 187285 h 339029"/>
                  <a:gd name="connsiteX1" fmla="*/ 168962 w 261118"/>
                  <a:gd name="connsiteY1" fmla="*/ 754 h 339029"/>
                  <a:gd name="connsiteX2" fmla="*/ 134037 w 261118"/>
                  <a:gd name="connsiteY2" fmla="*/ 329366 h 339029"/>
                  <a:gd name="connsiteX3" fmla="*/ 7989 w 261118"/>
                  <a:gd name="connsiteY3" fmla="*/ 187285 h 339029"/>
                  <a:gd name="connsiteX0" fmla="*/ 0 w 76114"/>
                  <a:gd name="connsiteY0" fmla="*/ 329261 h 329261"/>
                  <a:gd name="connsiteX1" fmla="*/ 34925 w 76114"/>
                  <a:gd name="connsiteY1" fmla="*/ 649 h 329261"/>
                  <a:gd name="connsiteX2" fmla="*/ 0 w 76114"/>
                  <a:gd name="connsiteY2" fmla="*/ 329261 h 329261"/>
                  <a:gd name="connsiteX0" fmla="*/ 40960 w 136543"/>
                  <a:gd name="connsiteY0" fmla="*/ 335265 h 335265"/>
                  <a:gd name="connsiteX1" fmla="*/ 75885 w 136543"/>
                  <a:gd name="connsiteY1" fmla="*/ 6653 h 335265"/>
                  <a:gd name="connsiteX2" fmla="*/ 40960 w 136543"/>
                  <a:gd name="connsiteY2" fmla="*/ 335265 h 335265"/>
                  <a:gd name="connsiteX0" fmla="*/ 75964 w 206499"/>
                  <a:gd name="connsiteY0" fmla="*/ 328687 h 328687"/>
                  <a:gd name="connsiteX1" fmla="*/ 110889 w 206499"/>
                  <a:gd name="connsiteY1" fmla="*/ 75 h 328687"/>
                  <a:gd name="connsiteX2" fmla="*/ 75964 w 206499"/>
                  <a:gd name="connsiteY2" fmla="*/ 328687 h 328687"/>
                  <a:gd name="connsiteX0" fmla="*/ 78923 w 209458"/>
                  <a:gd name="connsiteY0" fmla="*/ 322314 h 322314"/>
                  <a:gd name="connsiteX1" fmla="*/ 113848 w 209458"/>
                  <a:gd name="connsiteY1" fmla="*/ 52 h 322314"/>
                  <a:gd name="connsiteX2" fmla="*/ 78923 w 209458"/>
                  <a:gd name="connsiteY2" fmla="*/ 322314 h 322314"/>
                  <a:gd name="connsiteX0" fmla="*/ 98534 w 248718"/>
                  <a:gd name="connsiteY0" fmla="*/ 322268 h 322268"/>
                  <a:gd name="connsiteX1" fmla="*/ 133459 w 248718"/>
                  <a:gd name="connsiteY1" fmla="*/ 6 h 322268"/>
                  <a:gd name="connsiteX2" fmla="*/ 98534 w 248718"/>
                  <a:gd name="connsiteY2" fmla="*/ 322268 h 322268"/>
                  <a:gd name="connsiteX0" fmla="*/ 96322 w 248969"/>
                  <a:gd name="connsiteY0" fmla="*/ 309569 h 309569"/>
                  <a:gd name="connsiteX1" fmla="*/ 134422 w 248969"/>
                  <a:gd name="connsiteY1" fmla="*/ 7 h 309569"/>
                  <a:gd name="connsiteX2" fmla="*/ 96322 w 248969"/>
                  <a:gd name="connsiteY2" fmla="*/ 309569 h 309569"/>
                  <a:gd name="connsiteX0" fmla="*/ 75345 w 206961"/>
                  <a:gd name="connsiteY0" fmla="*/ 309569 h 309569"/>
                  <a:gd name="connsiteX1" fmla="*/ 113445 w 206961"/>
                  <a:gd name="connsiteY1" fmla="*/ 7 h 309569"/>
                  <a:gd name="connsiteX2" fmla="*/ 75345 w 206961"/>
                  <a:gd name="connsiteY2" fmla="*/ 309569 h 309569"/>
                  <a:gd name="connsiteX0" fmla="*/ 85123 w 226548"/>
                  <a:gd name="connsiteY0" fmla="*/ 309708 h 309708"/>
                  <a:gd name="connsiteX1" fmla="*/ 123223 w 226548"/>
                  <a:gd name="connsiteY1" fmla="*/ 146 h 309708"/>
                  <a:gd name="connsiteX2" fmla="*/ 85123 w 226548"/>
                  <a:gd name="connsiteY2" fmla="*/ 309708 h 309708"/>
                  <a:gd name="connsiteX0" fmla="*/ 75345 w 206961"/>
                  <a:gd name="connsiteY0" fmla="*/ 310490 h 310490"/>
                  <a:gd name="connsiteX1" fmla="*/ 113445 w 206961"/>
                  <a:gd name="connsiteY1" fmla="*/ 928 h 310490"/>
                  <a:gd name="connsiteX2" fmla="*/ 75345 w 206961"/>
                  <a:gd name="connsiteY2" fmla="*/ 310490 h 310490"/>
                  <a:gd name="connsiteX0" fmla="*/ 93520 w 243360"/>
                  <a:gd name="connsiteY0" fmla="*/ 310238 h 310238"/>
                  <a:gd name="connsiteX1" fmla="*/ 131620 w 243360"/>
                  <a:gd name="connsiteY1" fmla="*/ 676 h 310238"/>
                  <a:gd name="connsiteX2" fmla="*/ 93520 w 243360"/>
                  <a:gd name="connsiteY2" fmla="*/ 310238 h 310238"/>
                  <a:gd name="connsiteX0" fmla="*/ 62807 w 181832"/>
                  <a:gd name="connsiteY0" fmla="*/ 309616 h 309616"/>
                  <a:gd name="connsiteX1" fmla="*/ 100907 w 181832"/>
                  <a:gd name="connsiteY1" fmla="*/ 54 h 309616"/>
                  <a:gd name="connsiteX2" fmla="*/ 62807 w 181832"/>
                  <a:gd name="connsiteY2" fmla="*/ 309616 h 309616"/>
                  <a:gd name="connsiteX0" fmla="*/ 80930 w 218150"/>
                  <a:gd name="connsiteY0" fmla="*/ 309616 h 309616"/>
                  <a:gd name="connsiteX1" fmla="*/ 119030 w 218150"/>
                  <a:gd name="connsiteY1" fmla="*/ 54 h 309616"/>
                  <a:gd name="connsiteX2" fmla="*/ 80930 w 218150"/>
                  <a:gd name="connsiteY2" fmla="*/ 309616 h 309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8150" h="309616">
                    <a:moveTo>
                      <a:pt x="80930" y="309616"/>
                    </a:moveTo>
                    <a:cubicBezTo>
                      <a:pt x="80930" y="309616"/>
                      <a:pt x="-124387" y="4816"/>
                      <a:pt x="119030" y="54"/>
                    </a:cubicBezTo>
                    <a:cubicBezTo>
                      <a:pt x="362447" y="-4708"/>
                      <a:pt x="80930" y="309616"/>
                      <a:pt x="80930" y="309616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20">
                <a:extLst>
                  <a:ext uri="{FF2B5EF4-FFF2-40B4-BE49-F238E27FC236}">
                    <a16:creationId xmlns:a16="http://schemas.microsoft.com/office/drawing/2014/main" id="{C53378FF-1554-628C-BE42-35515A387AE9}"/>
                  </a:ext>
                </a:extLst>
              </p:cNvPr>
              <p:cNvSpPr/>
              <p:nvPr/>
            </p:nvSpPr>
            <p:spPr>
              <a:xfrm>
                <a:off x="5711598" y="2474133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B29C3A7-A99C-8B0B-2B11-537829637399}"/>
                  </a:ext>
                </a:extLst>
              </p:cNvPr>
              <p:cNvSpPr/>
              <p:nvPr/>
            </p:nvSpPr>
            <p:spPr>
              <a:xfrm rot="16996436">
                <a:off x="5623179" y="3226824"/>
                <a:ext cx="229541" cy="28149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48031AF8-9B81-4AE0-70E4-B46F97F96B8C}"/>
                  </a:ext>
                </a:extLst>
              </p:cNvPr>
              <p:cNvSpPr/>
              <p:nvPr/>
            </p:nvSpPr>
            <p:spPr>
              <a:xfrm rot="2373007">
                <a:off x="5594252" y="2055416"/>
                <a:ext cx="45719" cy="290443"/>
              </a:xfrm>
              <a:prstGeom prst="roundRect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1E302219-71C4-853E-02D6-CCE322CC2729}"/>
                  </a:ext>
                </a:extLst>
              </p:cNvPr>
              <p:cNvSpPr/>
              <p:nvPr/>
            </p:nvSpPr>
            <p:spPr>
              <a:xfrm>
                <a:off x="5663894" y="2020139"/>
                <a:ext cx="89627" cy="8962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4">
                <a:extLst>
                  <a:ext uri="{FF2B5EF4-FFF2-40B4-BE49-F238E27FC236}">
                    <a16:creationId xmlns:a16="http://schemas.microsoft.com/office/drawing/2014/main" id="{AF195F78-4744-FFE3-5423-AD0943B0C979}"/>
                  </a:ext>
                </a:extLst>
              </p:cNvPr>
              <p:cNvSpPr/>
              <p:nvPr/>
            </p:nvSpPr>
            <p:spPr>
              <a:xfrm rot="16926036">
                <a:off x="5254859" y="2207292"/>
                <a:ext cx="639950" cy="457908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20">
                <a:extLst>
                  <a:ext uri="{FF2B5EF4-FFF2-40B4-BE49-F238E27FC236}">
                    <a16:creationId xmlns:a16="http://schemas.microsoft.com/office/drawing/2014/main" id="{22F64CA3-3A7E-1E67-25CE-265015ED6D7E}"/>
                  </a:ext>
                </a:extLst>
              </p:cNvPr>
              <p:cNvSpPr/>
              <p:nvPr/>
            </p:nvSpPr>
            <p:spPr>
              <a:xfrm flipH="1">
                <a:off x="5570220" y="2698395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3EF700AB-2B8F-0F5D-950A-B8F716ADDB1A}"/>
                  </a:ext>
                </a:extLst>
              </p:cNvPr>
              <p:cNvSpPr/>
              <p:nvPr/>
            </p:nvSpPr>
            <p:spPr>
              <a:xfrm rot="11924998">
                <a:off x="5301094" y="2484913"/>
                <a:ext cx="445542" cy="266889"/>
              </a:xfrm>
              <a:custGeom>
                <a:avLst/>
                <a:gdLst>
                  <a:gd name="connsiteX0" fmla="*/ 445542 w 445542"/>
                  <a:gd name="connsiteY0" fmla="*/ 197985 h 266889"/>
                  <a:gd name="connsiteX1" fmla="*/ 414552 w 445542"/>
                  <a:gd name="connsiteY1" fmla="*/ 222062 h 266889"/>
                  <a:gd name="connsiteX2" fmla="*/ 190487 w 445542"/>
                  <a:gd name="connsiteY2" fmla="*/ 266889 h 266889"/>
                  <a:gd name="connsiteX3" fmla="*/ 13253 w 445542"/>
                  <a:gd name="connsiteY3" fmla="*/ 246253 h 266889"/>
                  <a:gd name="connsiteX4" fmla="*/ 0 w 445542"/>
                  <a:gd name="connsiteY4" fmla="*/ 240529 h 266889"/>
                  <a:gd name="connsiteX5" fmla="*/ 2857 w 445542"/>
                  <a:gd name="connsiteY5" fmla="*/ 203225 h 266889"/>
                  <a:gd name="connsiteX6" fmla="*/ 217642 w 445542"/>
                  <a:gd name="connsiteY6" fmla="*/ 634 h 266889"/>
                  <a:gd name="connsiteX7" fmla="*/ 444228 w 445542"/>
                  <a:gd name="connsiteY7" fmla="*/ 188304 h 266889"/>
                  <a:gd name="connsiteX8" fmla="*/ 445542 w 445542"/>
                  <a:gd name="connsiteY8" fmla="*/ 197985 h 266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542" h="266889">
                    <a:moveTo>
                      <a:pt x="445542" y="197985"/>
                    </a:moveTo>
                    <a:lnTo>
                      <a:pt x="414552" y="222062"/>
                    </a:lnTo>
                    <a:cubicBezTo>
                      <a:pt x="357360" y="256084"/>
                      <a:pt x="278753" y="266889"/>
                      <a:pt x="190487" y="266889"/>
                    </a:cubicBezTo>
                    <a:cubicBezTo>
                      <a:pt x="124289" y="266889"/>
                      <a:pt x="63578" y="262323"/>
                      <a:pt x="13253" y="246253"/>
                    </a:cubicBezTo>
                    <a:lnTo>
                      <a:pt x="0" y="240529"/>
                    </a:lnTo>
                    <a:lnTo>
                      <a:pt x="2857" y="203225"/>
                    </a:lnTo>
                    <a:cubicBezTo>
                      <a:pt x="17765" y="89313"/>
                      <a:pt x="70478" y="9287"/>
                      <a:pt x="217642" y="634"/>
                    </a:cubicBezTo>
                    <a:cubicBezTo>
                      <a:pt x="364807" y="-8019"/>
                      <a:pt x="422386" y="72876"/>
                      <a:pt x="444228" y="188304"/>
                    </a:cubicBezTo>
                    <a:lnTo>
                      <a:pt x="445542" y="197985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46FEB2A8-FB4F-A4D3-F290-22D9A6A6A815}"/>
                  </a:ext>
                </a:extLst>
              </p:cNvPr>
              <p:cNvSpPr/>
              <p:nvPr/>
            </p:nvSpPr>
            <p:spPr>
              <a:xfrm rot="16996436">
                <a:off x="5997629" y="3165442"/>
                <a:ext cx="178542" cy="218955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0B09C1C-A856-5567-57DE-88DCA63A3F9A}"/>
                  </a:ext>
                </a:extLst>
              </p:cNvPr>
              <p:cNvSpPr/>
              <p:nvPr/>
            </p:nvSpPr>
            <p:spPr>
              <a:xfrm rot="16996436">
                <a:off x="5945655" y="3431527"/>
                <a:ext cx="158511" cy="19439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1044B33-5422-7658-246A-DDBE2A705D1D}"/>
                  </a:ext>
                </a:extLst>
              </p:cNvPr>
              <p:cNvSpPr/>
              <p:nvPr/>
            </p:nvSpPr>
            <p:spPr>
              <a:xfrm rot="13764884">
                <a:off x="5615793" y="3021000"/>
                <a:ext cx="122384" cy="236082"/>
              </a:xfrm>
              <a:custGeom>
                <a:avLst/>
                <a:gdLst>
                  <a:gd name="connsiteX0" fmla="*/ 91400 w 139238"/>
                  <a:gd name="connsiteY0" fmla="*/ 0 h 227707"/>
                  <a:gd name="connsiteX1" fmla="*/ 109025 w 139238"/>
                  <a:gd name="connsiteY1" fmla="*/ 20134 h 227707"/>
                  <a:gd name="connsiteX2" fmla="*/ 139238 w 139238"/>
                  <a:gd name="connsiteY2" fmla="*/ 143725 h 227707"/>
                  <a:gd name="connsiteX3" fmla="*/ 131132 w 139238"/>
                  <a:gd name="connsiteY3" fmla="*/ 211759 h 227707"/>
                  <a:gd name="connsiteX4" fmla="*/ 124786 w 139238"/>
                  <a:gd name="connsiteY4" fmla="*/ 227707 h 227707"/>
                  <a:gd name="connsiteX5" fmla="*/ 63819 w 139238"/>
                  <a:gd name="connsiteY5" fmla="*/ 179694 h 227707"/>
                  <a:gd name="connsiteX6" fmla="*/ 2898 w 139238"/>
                  <a:gd name="connsiteY6" fmla="*/ 139080 h 227707"/>
                  <a:gd name="connsiteX7" fmla="*/ 0 w 139238"/>
                  <a:gd name="connsiteY7" fmla="*/ 137620 h 227707"/>
                  <a:gd name="connsiteX8" fmla="*/ 91400 w 139238"/>
                  <a:gd name="connsiteY8" fmla="*/ 0 h 22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238" h="227707">
                    <a:moveTo>
                      <a:pt x="91400" y="0"/>
                    </a:moveTo>
                    <a:lnTo>
                      <a:pt x="109025" y="20134"/>
                    </a:lnTo>
                    <a:cubicBezTo>
                      <a:pt x="127692" y="51764"/>
                      <a:pt x="139238" y="95460"/>
                      <a:pt x="139238" y="143725"/>
                    </a:cubicBezTo>
                    <a:cubicBezTo>
                      <a:pt x="139238" y="167858"/>
                      <a:pt x="136352" y="190848"/>
                      <a:pt x="131132" y="211759"/>
                    </a:cubicBezTo>
                    <a:lnTo>
                      <a:pt x="124786" y="227707"/>
                    </a:lnTo>
                    <a:lnTo>
                      <a:pt x="63819" y="179694"/>
                    </a:lnTo>
                    <a:cubicBezTo>
                      <a:pt x="43477" y="164764"/>
                      <a:pt x="23162" y="151081"/>
                      <a:pt x="2898" y="139080"/>
                    </a:cubicBezTo>
                    <a:lnTo>
                      <a:pt x="0" y="137620"/>
                    </a:lnTo>
                    <a:lnTo>
                      <a:pt x="91400" y="0"/>
                    </a:ln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48BFFC1-5DBD-44BB-4292-09F3A7F4202E}"/>
                  </a:ext>
                </a:extLst>
              </p:cNvPr>
              <p:cNvSpPr/>
              <p:nvPr/>
            </p:nvSpPr>
            <p:spPr>
              <a:xfrm rot="19584607">
                <a:off x="5739791" y="2886782"/>
                <a:ext cx="191858" cy="349569"/>
              </a:xfrm>
              <a:custGeom>
                <a:avLst/>
                <a:gdLst>
                  <a:gd name="connsiteX0" fmla="*/ 143308 w 191858"/>
                  <a:gd name="connsiteY0" fmla="*/ 13735 h 349569"/>
                  <a:gd name="connsiteX1" fmla="*/ 158472 w 191858"/>
                  <a:gd name="connsiteY1" fmla="*/ 31059 h 349569"/>
                  <a:gd name="connsiteX2" fmla="*/ 67072 w 191858"/>
                  <a:gd name="connsiteY2" fmla="*/ 168679 h 349569"/>
                  <a:gd name="connsiteX3" fmla="*/ 69970 w 191858"/>
                  <a:gd name="connsiteY3" fmla="*/ 170139 h 349569"/>
                  <a:gd name="connsiteX4" fmla="*/ 130891 w 191858"/>
                  <a:gd name="connsiteY4" fmla="*/ 210753 h 349569"/>
                  <a:gd name="connsiteX5" fmla="*/ 191858 w 191858"/>
                  <a:gd name="connsiteY5" fmla="*/ 258766 h 349569"/>
                  <a:gd name="connsiteX6" fmla="*/ 176097 w 191858"/>
                  <a:gd name="connsiteY6" fmla="*/ 298375 h 349569"/>
                  <a:gd name="connsiteX7" fmla="*/ 103155 w 191858"/>
                  <a:gd name="connsiteY7" fmla="*/ 349569 h 349569"/>
                  <a:gd name="connsiteX8" fmla="*/ 0 w 191858"/>
                  <a:gd name="connsiteY8" fmla="*/ 174784 h 349569"/>
                  <a:gd name="connsiteX9" fmla="*/ 103155 w 191858"/>
                  <a:gd name="connsiteY9" fmla="*/ 0 h 349569"/>
                  <a:gd name="connsiteX10" fmla="*/ 143308 w 191858"/>
                  <a:gd name="connsiteY10" fmla="*/ 13735 h 34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1858" h="349569">
                    <a:moveTo>
                      <a:pt x="143308" y="13735"/>
                    </a:moveTo>
                    <a:lnTo>
                      <a:pt x="158472" y="31059"/>
                    </a:lnTo>
                    <a:lnTo>
                      <a:pt x="67072" y="168679"/>
                    </a:lnTo>
                    <a:lnTo>
                      <a:pt x="69970" y="170139"/>
                    </a:lnTo>
                    <a:cubicBezTo>
                      <a:pt x="90234" y="182140"/>
                      <a:pt x="110549" y="195823"/>
                      <a:pt x="130891" y="210753"/>
                    </a:cubicBezTo>
                    <a:lnTo>
                      <a:pt x="191858" y="258766"/>
                    </a:lnTo>
                    <a:lnTo>
                      <a:pt x="176097" y="298375"/>
                    </a:lnTo>
                    <a:cubicBezTo>
                      <a:pt x="157429" y="330005"/>
                      <a:pt x="131640" y="349569"/>
                      <a:pt x="103155" y="349569"/>
                    </a:cubicBezTo>
                    <a:cubicBezTo>
                      <a:pt x="46185" y="349568"/>
                      <a:pt x="0" y="271315"/>
                      <a:pt x="0" y="174784"/>
                    </a:cubicBezTo>
                    <a:cubicBezTo>
                      <a:pt x="0" y="78253"/>
                      <a:pt x="46184" y="1"/>
                      <a:pt x="103155" y="0"/>
                    </a:cubicBezTo>
                    <a:cubicBezTo>
                      <a:pt x="117398" y="0"/>
                      <a:pt x="130966" y="4891"/>
                      <a:pt x="143308" y="1373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696AA9F0-898A-2386-588F-63D1C65EECCD}"/>
                  </a:ext>
                </a:extLst>
              </p:cNvPr>
              <p:cNvSpPr/>
              <p:nvPr/>
            </p:nvSpPr>
            <p:spPr>
              <a:xfrm rot="16996436">
                <a:off x="5421290" y="2491633"/>
                <a:ext cx="45719" cy="5606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17FB0D7-AF2B-6BBE-15F4-CFC55E7A4C0B}"/>
                  </a:ext>
                </a:extLst>
              </p:cNvPr>
              <p:cNvSpPr/>
              <p:nvPr/>
            </p:nvSpPr>
            <p:spPr>
              <a:xfrm rot="16996436">
                <a:off x="5538397" y="2520318"/>
                <a:ext cx="45719" cy="56067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4B887863-7A24-8222-52A2-34584B379BBF}"/>
                  </a:ext>
                </a:extLst>
              </p:cNvPr>
              <p:cNvSpPr/>
              <p:nvPr/>
            </p:nvSpPr>
            <p:spPr>
              <a:xfrm rot="12751688">
                <a:off x="5443238" y="2226999"/>
                <a:ext cx="79269" cy="9721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CCE057EE-4F2D-F9BA-C082-0C2DB0150348}"/>
                  </a:ext>
                </a:extLst>
              </p:cNvPr>
              <p:cNvSpPr/>
              <p:nvPr/>
            </p:nvSpPr>
            <p:spPr>
              <a:xfrm rot="13202437">
                <a:off x="5448471" y="2250638"/>
                <a:ext cx="57448" cy="70451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CC99CB52-C83E-DB6D-6F05-0A19BA707D11}"/>
                  </a:ext>
                </a:extLst>
              </p:cNvPr>
              <p:cNvSpPr/>
              <p:nvPr/>
            </p:nvSpPr>
            <p:spPr>
              <a:xfrm rot="13066296">
                <a:off x="5480594" y="2245802"/>
                <a:ext cx="36983" cy="45354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653300C-B1EA-94AC-2CA8-C2E283EF203E}"/>
                  </a:ext>
                </a:extLst>
              </p:cNvPr>
              <p:cNvSpPr/>
              <p:nvPr/>
            </p:nvSpPr>
            <p:spPr>
              <a:xfrm rot="12751688">
                <a:off x="5597514" y="2252879"/>
                <a:ext cx="79269" cy="9721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2405CD9-A3D6-B552-B7A1-27F489D48949}"/>
                  </a:ext>
                </a:extLst>
              </p:cNvPr>
              <p:cNvSpPr/>
              <p:nvPr/>
            </p:nvSpPr>
            <p:spPr>
              <a:xfrm rot="13202437">
                <a:off x="5599984" y="2271665"/>
                <a:ext cx="57448" cy="70451"/>
              </a:xfrm>
              <a:prstGeom prst="ellipse">
                <a:avLst/>
              </a:pr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796279F-AD28-979E-184D-CF8D81699935}"/>
                  </a:ext>
                </a:extLst>
              </p:cNvPr>
              <p:cNvSpPr/>
              <p:nvPr/>
            </p:nvSpPr>
            <p:spPr>
              <a:xfrm rot="13066296">
                <a:off x="5630485" y="2271728"/>
                <a:ext cx="36983" cy="45354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02861274-D530-877D-1D0F-748FAFCDE67A}"/>
                </a:ext>
              </a:extLst>
            </p:cNvPr>
            <p:cNvSpPr/>
            <p:nvPr/>
          </p:nvSpPr>
          <p:spPr>
            <a:xfrm rot="7973619">
              <a:off x="5399586" y="2423620"/>
              <a:ext cx="252524" cy="252524"/>
            </a:xfrm>
            <a:prstGeom prst="arc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8F496CB-E736-6370-6862-5C76170A838F}"/>
              </a:ext>
            </a:extLst>
          </p:cNvPr>
          <p:cNvGrpSpPr/>
          <p:nvPr/>
        </p:nvGrpSpPr>
        <p:grpSpPr>
          <a:xfrm>
            <a:off x="1410792" y="394503"/>
            <a:ext cx="3460154" cy="6535459"/>
            <a:chOff x="1434237" y="331260"/>
            <a:chExt cx="3460154" cy="6535459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1770DBF-04FE-06E8-8AE0-7F983DCFC267}"/>
                </a:ext>
              </a:extLst>
            </p:cNvPr>
            <p:cNvGrpSpPr/>
            <p:nvPr/>
          </p:nvGrpSpPr>
          <p:grpSpPr>
            <a:xfrm>
              <a:off x="1434237" y="331260"/>
              <a:ext cx="3460154" cy="6535459"/>
              <a:chOff x="5301094" y="2003156"/>
              <a:chExt cx="1182632" cy="2233728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59889FDF-325F-345B-4B0A-CB47F24EE746}"/>
                  </a:ext>
                </a:extLst>
              </p:cNvPr>
              <p:cNvGrpSpPr/>
              <p:nvPr/>
            </p:nvGrpSpPr>
            <p:grpSpPr>
              <a:xfrm>
                <a:off x="5301094" y="2003156"/>
                <a:ext cx="1182632" cy="2233728"/>
                <a:chOff x="5301094" y="2003156"/>
                <a:chExt cx="1182632" cy="2233728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065B1BAB-2AED-33CE-40BC-4FFE4C8CD362}"/>
                    </a:ext>
                  </a:extLst>
                </p:cNvPr>
                <p:cNvSpPr/>
                <p:nvPr/>
              </p:nvSpPr>
              <p:spPr>
                <a:xfrm>
                  <a:off x="5646067" y="3492400"/>
                  <a:ext cx="125494" cy="733456"/>
                </a:xfrm>
                <a:prstGeom prst="rect">
                  <a:avLst/>
                </a:pr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DEBFAC77-EB25-4EC7-BB13-9331A831DBDF}"/>
                    </a:ext>
                  </a:extLst>
                </p:cNvPr>
                <p:cNvSpPr/>
                <p:nvPr/>
              </p:nvSpPr>
              <p:spPr>
                <a:xfrm>
                  <a:off x="5642430" y="4142801"/>
                  <a:ext cx="120683" cy="85304"/>
                </a:xfrm>
                <a:prstGeom prst="rect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F8F5C1E6-F061-B2D9-0D25-BE46BED19329}"/>
                    </a:ext>
                  </a:extLst>
                </p:cNvPr>
                <p:cNvSpPr/>
                <p:nvPr/>
              </p:nvSpPr>
              <p:spPr>
                <a:xfrm>
                  <a:off x="6049185" y="3485738"/>
                  <a:ext cx="125494" cy="733456"/>
                </a:xfrm>
                <a:prstGeom prst="rect">
                  <a:avLst/>
                </a:pr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EBD48E76-5F41-C81D-8DB4-EB4A60B3804C}"/>
                    </a:ext>
                  </a:extLst>
                </p:cNvPr>
                <p:cNvSpPr/>
                <p:nvPr/>
              </p:nvSpPr>
              <p:spPr>
                <a:xfrm>
                  <a:off x="6049185" y="4133890"/>
                  <a:ext cx="120683" cy="85304"/>
                </a:xfrm>
                <a:prstGeom prst="rect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F5D17CB4-1794-CFA5-6C34-8A9E05E9EFEA}"/>
                    </a:ext>
                  </a:extLst>
                </p:cNvPr>
                <p:cNvSpPr/>
                <p:nvPr/>
              </p:nvSpPr>
              <p:spPr>
                <a:xfrm>
                  <a:off x="6142835" y="3494649"/>
                  <a:ext cx="125494" cy="733456"/>
                </a:xfrm>
                <a:prstGeom prst="rect">
                  <a:avLst/>
                </a:pr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8CB1D410-74DA-A1B2-D9ED-E7FF02EED1B0}"/>
                    </a:ext>
                  </a:extLst>
                </p:cNvPr>
                <p:cNvSpPr/>
                <p:nvPr/>
              </p:nvSpPr>
              <p:spPr>
                <a:xfrm>
                  <a:off x="6142835" y="4142662"/>
                  <a:ext cx="127425" cy="85443"/>
                </a:xfrm>
                <a:prstGeom prst="rect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0485DF96-F811-201B-EE65-966C85520C41}"/>
                    </a:ext>
                  </a:extLst>
                </p:cNvPr>
                <p:cNvSpPr/>
                <p:nvPr/>
              </p:nvSpPr>
              <p:spPr>
                <a:xfrm>
                  <a:off x="5730459" y="3503428"/>
                  <a:ext cx="125494" cy="733456"/>
                </a:xfrm>
                <a:prstGeom prst="rect">
                  <a:avLst/>
                </a:pr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36ABACE-3A4F-A625-3470-69F846DC2357}"/>
                    </a:ext>
                  </a:extLst>
                </p:cNvPr>
                <p:cNvSpPr/>
                <p:nvPr/>
              </p:nvSpPr>
              <p:spPr>
                <a:xfrm>
                  <a:off x="5731490" y="4151302"/>
                  <a:ext cx="127425" cy="85443"/>
                </a:xfrm>
                <a:prstGeom prst="rect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Moon 15">
                  <a:extLst>
                    <a:ext uri="{FF2B5EF4-FFF2-40B4-BE49-F238E27FC236}">
                      <a16:creationId xmlns:a16="http://schemas.microsoft.com/office/drawing/2014/main" id="{D86668A5-1616-92E1-E389-A32089B10112}"/>
                    </a:ext>
                  </a:extLst>
                </p:cNvPr>
                <p:cNvSpPr/>
                <p:nvPr/>
              </p:nvSpPr>
              <p:spPr>
                <a:xfrm rot="6414822">
                  <a:off x="6298340" y="3246872"/>
                  <a:ext cx="93136" cy="213141"/>
                </a:xfrm>
                <a:custGeom>
                  <a:avLst/>
                  <a:gdLst>
                    <a:gd name="connsiteX0" fmla="*/ 79352 w 79352"/>
                    <a:gd name="connsiteY0" fmla="*/ 246025 h 246025"/>
                    <a:gd name="connsiteX1" fmla="*/ 0 w 79352"/>
                    <a:gd name="connsiteY1" fmla="*/ 123012 h 246025"/>
                    <a:gd name="connsiteX2" fmla="*/ 79352 w 79352"/>
                    <a:gd name="connsiteY2" fmla="*/ -1 h 246025"/>
                    <a:gd name="connsiteX3" fmla="*/ 79352 w 79352"/>
                    <a:gd name="connsiteY3" fmla="*/ 246024 h 246025"/>
                    <a:gd name="connsiteX4" fmla="*/ 79352 w 79352"/>
                    <a:gd name="connsiteY4" fmla="*/ 246025 h 246025"/>
                    <a:gd name="connsiteX0" fmla="*/ 116396 w 116396"/>
                    <a:gd name="connsiteY0" fmla="*/ 234942 h 246025"/>
                    <a:gd name="connsiteX1" fmla="*/ 592 w 116396"/>
                    <a:gd name="connsiteY1" fmla="*/ 123013 h 246025"/>
                    <a:gd name="connsiteX2" fmla="*/ 79944 w 116396"/>
                    <a:gd name="connsiteY2" fmla="*/ 0 h 246025"/>
                    <a:gd name="connsiteX3" fmla="*/ 79944 w 116396"/>
                    <a:gd name="connsiteY3" fmla="*/ 246025 h 246025"/>
                    <a:gd name="connsiteX4" fmla="*/ 116396 w 116396"/>
                    <a:gd name="connsiteY4" fmla="*/ 234942 h 246025"/>
                    <a:gd name="connsiteX0" fmla="*/ 116396 w 116396"/>
                    <a:gd name="connsiteY0" fmla="*/ 234942 h 246025"/>
                    <a:gd name="connsiteX1" fmla="*/ 592 w 116396"/>
                    <a:gd name="connsiteY1" fmla="*/ 123013 h 246025"/>
                    <a:gd name="connsiteX2" fmla="*/ 79944 w 116396"/>
                    <a:gd name="connsiteY2" fmla="*/ 0 h 246025"/>
                    <a:gd name="connsiteX3" fmla="*/ 79944 w 116396"/>
                    <a:gd name="connsiteY3" fmla="*/ 246025 h 246025"/>
                    <a:gd name="connsiteX4" fmla="*/ 116396 w 116396"/>
                    <a:gd name="connsiteY4" fmla="*/ 234942 h 246025"/>
                    <a:gd name="connsiteX0" fmla="*/ 116396 w 121814"/>
                    <a:gd name="connsiteY0" fmla="*/ 234942 h 242355"/>
                    <a:gd name="connsiteX1" fmla="*/ 592 w 121814"/>
                    <a:gd name="connsiteY1" fmla="*/ 123013 h 242355"/>
                    <a:gd name="connsiteX2" fmla="*/ 79944 w 121814"/>
                    <a:gd name="connsiteY2" fmla="*/ 0 h 242355"/>
                    <a:gd name="connsiteX3" fmla="*/ 121814 w 121814"/>
                    <a:gd name="connsiteY3" fmla="*/ 220018 h 242355"/>
                    <a:gd name="connsiteX4" fmla="*/ 116396 w 121814"/>
                    <a:gd name="connsiteY4" fmla="*/ 234942 h 242355"/>
                    <a:gd name="connsiteX0" fmla="*/ 116396 w 116396"/>
                    <a:gd name="connsiteY0" fmla="*/ 234942 h 266364"/>
                    <a:gd name="connsiteX1" fmla="*/ 592 w 116396"/>
                    <a:gd name="connsiteY1" fmla="*/ 123013 h 266364"/>
                    <a:gd name="connsiteX2" fmla="*/ 79944 w 116396"/>
                    <a:gd name="connsiteY2" fmla="*/ 0 h 266364"/>
                    <a:gd name="connsiteX3" fmla="*/ 89448 w 116396"/>
                    <a:gd name="connsiteY3" fmla="*/ 266364 h 266364"/>
                    <a:gd name="connsiteX4" fmla="*/ 116396 w 116396"/>
                    <a:gd name="connsiteY4" fmla="*/ 234942 h 266364"/>
                    <a:gd name="connsiteX0" fmla="*/ 89448 w 89448"/>
                    <a:gd name="connsiteY0" fmla="*/ 266364 h 266364"/>
                    <a:gd name="connsiteX1" fmla="*/ 592 w 89448"/>
                    <a:gd name="connsiteY1" fmla="*/ 123013 h 266364"/>
                    <a:gd name="connsiteX2" fmla="*/ 79944 w 89448"/>
                    <a:gd name="connsiteY2" fmla="*/ 0 h 266364"/>
                    <a:gd name="connsiteX3" fmla="*/ 89448 w 89448"/>
                    <a:gd name="connsiteY3" fmla="*/ 266364 h 266364"/>
                    <a:gd name="connsiteX0" fmla="*/ 89448 w 89448"/>
                    <a:gd name="connsiteY0" fmla="*/ 266364 h 299034"/>
                    <a:gd name="connsiteX1" fmla="*/ 592 w 89448"/>
                    <a:gd name="connsiteY1" fmla="*/ 123013 h 299034"/>
                    <a:gd name="connsiteX2" fmla="*/ 79944 w 89448"/>
                    <a:gd name="connsiteY2" fmla="*/ 0 h 299034"/>
                    <a:gd name="connsiteX3" fmla="*/ 89448 w 89448"/>
                    <a:gd name="connsiteY3" fmla="*/ 266364 h 299034"/>
                    <a:gd name="connsiteX0" fmla="*/ 89448 w 132681"/>
                    <a:gd name="connsiteY0" fmla="*/ 266364 h 302489"/>
                    <a:gd name="connsiteX1" fmla="*/ 592 w 132681"/>
                    <a:gd name="connsiteY1" fmla="*/ 123013 h 302489"/>
                    <a:gd name="connsiteX2" fmla="*/ 79944 w 132681"/>
                    <a:gd name="connsiteY2" fmla="*/ 0 h 302489"/>
                    <a:gd name="connsiteX3" fmla="*/ 89448 w 132681"/>
                    <a:gd name="connsiteY3" fmla="*/ 266364 h 302489"/>
                    <a:gd name="connsiteX0" fmla="*/ 91414 w 134647"/>
                    <a:gd name="connsiteY0" fmla="*/ 266364 h 303738"/>
                    <a:gd name="connsiteX1" fmla="*/ 569 w 134647"/>
                    <a:gd name="connsiteY1" fmla="*/ 160122 h 303738"/>
                    <a:gd name="connsiteX2" fmla="*/ 81910 w 134647"/>
                    <a:gd name="connsiteY2" fmla="*/ 0 h 303738"/>
                    <a:gd name="connsiteX3" fmla="*/ 91414 w 134647"/>
                    <a:gd name="connsiteY3" fmla="*/ 266364 h 303738"/>
                    <a:gd name="connsiteX0" fmla="*/ 10454 w 53687"/>
                    <a:gd name="connsiteY0" fmla="*/ 266364 h 302489"/>
                    <a:gd name="connsiteX1" fmla="*/ 950 w 53687"/>
                    <a:gd name="connsiteY1" fmla="*/ 0 h 302489"/>
                    <a:gd name="connsiteX2" fmla="*/ 10454 w 53687"/>
                    <a:gd name="connsiteY2" fmla="*/ 266364 h 302489"/>
                    <a:gd name="connsiteX0" fmla="*/ 84428 w 127661"/>
                    <a:gd name="connsiteY0" fmla="*/ 266364 h 374597"/>
                    <a:gd name="connsiteX1" fmla="*/ 74924 w 127661"/>
                    <a:gd name="connsiteY1" fmla="*/ 0 h 374597"/>
                    <a:gd name="connsiteX2" fmla="*/ 84428 w 127661"/>
                    <a:gd name="connsiteY2" fmla="*/ 266364 h 374597"/>
                    <a:gd name="connsiteX0" fmla="*/ 84428 w 149206"/>
                    <a:gd name="connsiteY0" fmla="*/ 266364 h 374597"/>
                    <a:gd name="connsiteX1" fmla="*/ 74924 w 149206"/>
                    <a:gd name="connsiteY1" fmla="*/ 0 h 374597"/>
                    <a:gd name="connsiteX2" fmla="*/ 84428 w 149206"/>
                    <a:gd name="connsiteY2" fmla="*/ 266364 h 374597"/>
                    <a:gd name="connsiteX0" fmla="*/ 121563 w 186341"/>
                    <a:gd name="connsiteY0" fmla="*/ 266364 h 368668"/>
                    <a:gd name="connsiteX1" fmla="*/ 112059 w 186341"/>
                    <a:gd name="connsiteY1" fmla="*/ 0 h 368668"/>
                    <a:gd name="connsiteX2" fmla="*/ 121563 w 186341"/>
                    <a:gd name="connsiteY2" fmla="*/ 266364 h 368668"/>
                    <a:gd name="connsiteX0" fmla="*/ 143062 w 193878"/>
                    <a:gd name="connsiteY0" fmla="*/ 123879 h 248765"/>
                    <a:gd name="connsiteX1" fmla="*/ 90602 w 193878"/>
                    <a:gd name="connsiteY1" fmla="*/ 0 h 248765"/>
                    <a:gd name="connsiteX2" fmla="*/ 143062 w 193878"/>
                    <a:gd name="connsiteY2" fmla="*/ 123879 h 248765"/>
                    <a:gd name="connsiteX0" fmla="*/ 130279 w 181095"/>
                    <a:gd name="connsiteY0" fmla="*/ 123879 h 223478"/>
                    <a:gd name="connsiteX1" fmla="*/ 77819 w 181095"/>
                    <a:gd name="connsiteY1" fmla="*/ 0 h 223478"/>
                    <a:gd name="connsiteX2" fmla="*/ 130279 w 181095"/>
                    <a:gd name="connsiteY2" fmla="*/ 123879 h 223478"/>
                    <a:gd name="connsiteX0" fmla="*/ 130196 w 181012"/>
                    <a:gd name="connsiteY0" fmla="*/ 123879 h 219141"/>
                    <a:gd name="connsiteX1" fmla="*/ 77736 w 181012"/>
                    <a:gd name="connsiteY1" fmla="*/ 0 h 219141"/>
                    <a:gd name="connsiteX2" fmla="*/ 130196 w 181012"/>
                    <a:gd name="connsiteY2" fmla="*/ 123879 h 219141"/>
                    <a:gd name="connsiteX0" fmla="*/ 110294 w 172146"/>
                    <a:gd name="connsiteY0" fmla="*/ 127965 h 222499"/>
                    <a:gd name="connsiteX1" fmla="*/ 93096 w 172146"/>
                    <a:gd name="connsiteY1" fmla="*/ 0 h 222499"/>
                    <a:gd name="connsiteX2" fmla="*/ 110294 w 172146"/>
                    <a:gd name="connsiteY2" fmla="*/ 127965 h 222499"/>
                    <a:gd name="connsiteX0" fmla="*/ 93136 w 154988"/>
                    <a:gd name="connsiteY0" fmla="*/ 127965 h 213141"/>
                    <a:gd name="connsiteX1" fmla="*/ 75938 w 154988"/>
                    <a:gd name="connsiteY1" fmla="*/ 0 h 213141"/>
                    <a:gd name="connsiteX2" fmla="*/ 93136 w 154988"/>
                    <a:gd name="connsiteY2" fmla="*/ 127965 h 213141"/>
                    <a:gd name="connsiteX0" fmla="*/ 93136 w 103967"/>
                    <a:gd name="connsiteY0" fmla="*/ 127965 h 213141"/>
                    <a:gd name="connsiteX1" fmla="*/ 75938 w 103967"/>
                    <a:gd name="connsiteY1" fmla="*/ 0 h 213141"/>
                    <a:gd name="connsiteX2" fmla="*/ 93136 w 103967"/>
                    <a:gd name="connsiteY2" fmla="*/ 127965 h 213141"/>
                    <a:gd name="connsiteX0" fmla="*/ 93136 w 93136"/>
                    <a:gd name="connsiteY0" fmla="*/ 127965 h 213141"/>
                    <a:gd name="connsiteX1" fmla="*/ 75938 w 93136"/>
                    <a:gd name="connsiteY1" fmla="*/ 0 h 213141"/>
                    <a:gd name="connsiteX2" fmla="*/ 93136 w 93136"/>
                    <a:gd name="connsiteY2" fmla="*/ 127965 h 2131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3136" h="213141">
                      <a:moveTo>
                        <a:pt x="93136" y="127965"/>
                      </a:moveTo>
                      <a:cubicBezTo>
                        <a:pt x="-4007" y="363105"/>
                        <a:pt x="-48191" y="41214"/>
                        <a:pt x="75938" y="0"/>
                      </a:cubicBezTo>
                      <a:cubicBezTo>
                        <a:pt x="69055" y="68843"/>
                        <a:pt x="50992" y="39439"/>
                        <a:pt x="93136" y="127965"/>
                      </a:cubicBezTo>
                      <a:close/>
                    </a:path>
                  </a:pathLst>
                </a:cu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209461DF-2BE2-9143-1031-DEE5270ACFAE}"/>
                    </a:ext>
                  </a:extLst>
                </p:cNvPr>
                <p:cNvSpPr/>
                <p:nvPr/>
              </p:nvSpPr>
              <p:spPr>
                <a:xfrm rot="2373007">
                  <a:off x="5687738" y="2103227"/>
                  <a:ext cx="45719" cy="290443"/>
                </a:xfrm>
                <a:prstGeom prst="roundRect">
                  <a:avLst/>
                </a:prstGeom>
                <a:solidFill>
                  <a:srgbClr val="FFC000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738DEAC9-2FDA-6FB6-5A55-EA0437AD3D57}"/>
                    </a:ext>
                  </a:extLst>
                </p:cNvPr>
                <p:cNvSpPr/>
                <p:nvPr/>
              </p:nvSpPr>
              <p:spPr>
                <a:xfrm>
                  <a:off x="5754254" y="2067767"/>
                  <a:ext cx="89627" cy="89627"/>
                </a:xfrm>
                <a:prstGeom prst="ellipse">
                  <a:avLst/>
                </a:prstGeom>
                <a:solidFill>
                  <a:srgbClr val="FFC000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844A85C3-BFA2-BB38-3FC7-29022F3949EF}"/>
                    </a:ext>
                  </a:extLst>
                </p:cNvPr>
                <p:cNvSpPr/>
                <p:nvPr/>
              </p:nvSpPr>
              <p:spPr>
                <a:xfrm>
                  <a:off x="5570220" y="2316163"/>
                  <a:ext cx="236220" cy="1112837"/>
                </a:xfrm>
                <a:prstGeom prst="roundRect">
                  <a:avLst/>
                </a:pr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Oval 4">
                  <a:extLst>
                    <a:ext uri="{FF2B5EF4-FFF2-40B4-BE49-F238E27FC236}">
                      <a16:creationId xmlns:a16="http://schemas.microsoft.com/office/drawing/2014/main" id="{36589445-0F1E-95C7-754E-D16B9B5E1D3D}"/>
                    </a:ext>
                  </a:extLst>
                </p:cNvPr>
                <p:cNvSpPr/>
                <p:nvPr/>
              </p:nvSpPr>
              <p:spPr>
                <a:xfrm rot="374752">
                  <a:off x="5545271" y="3078549"/>
                  <a:ext cx="769289" cy="563893"/>
                </a:xfrm>
                <a:custGeom>
                  <a:avLst/>
                  <a:gdLst>
                    <a:gd name="connsiteX0" fmla="*/ 0 w 639272"/>
                    <a:gd name="connsiteY0" fmla="*/ 228954 h 457908"/>
                    <a:gd name="connsiteX1" fmla="*/ 319636 w 639272"/>
                    <a:gd name="connsiteY1" fmla="*/ 0 h 457908"/>
                    <a:gd name="connsiteX2" fmla="*/ 639272 w 639272"/>
                    <a:gd name="connsiteY2" fmla="*/ 228954 h 457908"/>
                    <a:gd name="connsiteX3" fmla="*/ 319636 w 639272"/>
                    <a:gd name="connsiteY3" fmla="*/ 457908 h 457908"/>
                    <a:gd name="connsiteX4" fmla="*/ 0 w 639272"/>
                    <a:gd name="connsiteY4" fmla="*/ 228954 h 457908"/>
                    <a:gd name="connsiteX0" fmla="*/ 0 w 639272"/>
                    <a:gd name="connsiteY0" fmla="*/ 228954 h 457908"/>
                    <a:gd name="connsiteX1" fmla="*/ 319636 w 639272"/>
                    <a:gd name="connsiteY1" fmla="*/ 0 h 457908"/>
                    <a:gd name="connsiteX2" fmla="*/ 639272 w 639272"/>
                    <a:gd name="connsiteY2" fmla="*/ 228954 h 457908"/>
                    <a:gd name="connsiteX3" fmla="*/ 319636 w 639272"/>
                    <a:gd name="connsiteY3" fmla="*/ 457908 h 457908"/>
                    <a:gd name="connsiteX4" fmla="*/ 0 w 639272"/>
                    <a:gd name="connsiteY4" fmla="*/ 228954 h 457908"/>
                    <a:gd name="connsiteX0" fmla="*/ 0 w 639796"/>
                    <a:gd name="connsiteY0" fmla="*/ 228954 h 457908"/>
                    <a:gd name="connsiteX1" fmla="*/ 319636 w 639796"/>
                    <a:gd name="connsiteY1" fmla="*/ 0 h 457908"/>
                    <a:gd name="connsiteX2" fmla="*/ 639272 w 639796"/>
                    <a:gd name="connsiteY2" fmla="*/ 228954 h 457908"/>
                    <a:gd name="connsiteX3" fmla="*/ 319636 w 639796"/>
                    <a:gd name="connsiteY3" fmla="*/ 457908 h 457908"/>
                    <a:gd name="connsiteX4" fmla="*/ 0 w 639796"/>
                    <a:gd name="connsiteY4" fmla="*/ 228954 h 457908"/>
                    <a:gd name="connsiteX0" fmla="*/ 543 w 640339"/>
                    <a:gd name="connsiteY0" fmla="*/ 228954 h 457908"/>
                    <a:gd name="connsiteX1" fmla="*/ 320179 w 640339"/>
                    <a:gd name="connsiteY1" fmla="*/ 0 h 457908"/>
                    <a:gd name="connsiteX2" fmla="*/ 639815 w 640339"/>
                    <a:gd name="connsiteY2" fmla="*/ 228954 h 457908"/>
                    <a:gd name="connsiteX3" fmla="*/ 320179 w 640339"/>
                    <a:gd name="connsiteY3" fmla="*/ 457908 h 457908"/>
                    <a:gd name="connsiteX4" fmla="*/ 543 w 640339"/>
                    <a:gd name="connsiteY4" fmla="*/ 228954 h 457908"/>
                    <a:gd name="connsiteX0" fmla="*/ 154 w 639950"/>
                    <a:gd name="connsiteY0" fmla="*/ 228954 h 457908"/>
                    <a:gd name="connsiteX1" fmla="*/ 319790 w 639950"/>
                    <a:gd name="connsiteY1" fmla="*/ 0 h 457908"/>
                    <a:gd name="connsiteX2" fmla="*/ 639426 w 639950"/>
                    <a:gd name="connsiteY2" fmla="*/ 228954 h 457908"/>
                    <a:gd name="connsiteX3" fmla="*/ 319790 w 639950"/>
                    <a:gd name="connsiteY3" fmla="*/ 457908 h 457908"/>
                    <a:gd name="connsiteX4" fmla="*/ 154 w 639950"/>
                    <a:gd name="connsiteY4" fmla="*/ 228954 h 457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9950" h="457908">
                      <a:moveTo>
                        <a:pt x="154" y="228954"/>
                      </a:moveTo>
                      <a:cubicBezTo>
                        <a:pt x="-5448" y="32475"/>
                        <a:pt x="143260" y="0"/>
                        <a:pt x="319790" y="0"/>
                      </a:cubicBezTo>
                      <a:cubicBezTo>
                        <a:pt x="496320" y="0"/>
                        <a:pt x="650103" y="70144"/>
                        <a:pt x="639426" y="228954"/>
                      </a:cubicBezTo>
                      <a:cubicBezTo>
                        <a:pt x="634219" y="414688"/>
                        <a:pt x="496320" y="457908"/>
                        <a:pt x="319790" y="457908"/>
                      </a:cubicBezTo>
                      <a:cubicBezTo>
                        <a:pt x="143260" y="457908"/>
                        <a:pt x="5756" y="425433"/>
                        <a:pt x="154" y="228954"/>
                      </a:cubicBezTo>
                      <a:close/>
                    </a:path>
                  </a:pathLst>
                </a:cu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12">
                  <a:extLst>
                    <a:ext uri="{FF2B5EF4-FFF2-40B4-BE49-F238E27FC236}">
                      <a16:creationId xmlns:a16="http://schemas.microsoft.com/office/drawing/2014/main" id="{7BC9D10D-0BE9-321F-8E15-8254793AA5EF}"/>
                    </a:ext>
                  </a:extLst>
                </p:cNvPr>
                <p:cNvSpPr/>
                <p:nvPr/>
              </p:nvSpPr>
              <p:spPr>
                <a:xfrm rot="20414911">
                  <a:off x="5454207" y="2003156"/>
                  <a:ext cx="149032" cy="181773"/>
                </a:xfrm>
                <a:custGeom>
                  <a:avLst/>
                  <a:gdLst>
                    <a:gd name="connsiteX0" fmla="*/ 0 w 198180"/>
                    <a:gd name="connsiteY0" fmla="*/ 157348 h 314695"/>
                    <a:gd name="connsiteX1" fmla="*/ 99090 w 198180"/>
                    <a:gd name="connsiteY1" fmla="*/ 0 h 314695"/>
                    <a:gd name="connsiteX2" fmla="*/ 198180 w 198180"/>
                    <a:gd name="connsiteY2" fmla="*/ 157348 h 314695"/>
                    <a:gd name="connsiteX3" fmla="*/ 99090 w 198180"/>
                    <a:gd name="connsiteY3" fmla="*/ 314696 h 314695"/>
                    <a:gd name="connsiteX4" fmla="*/ 0 w 198180"/>
                    <a:gd name="connsiteY4" fmla="*/ 157348 h 314695"/>
                    <a:gd name="connsiteX0" fmla="*/ 0 w 111476"/>
                    <a:gd name="connsiteY0" fmla="*/ 161722 h 323444"/>
                    <a:gd name="connsiteX1" fmla="*/ 99090 w 111476"/>
                    <a:gd name="connsiteY1" fmla="*/ 4374 h 323444"/>
                    <a:gd name="connsiteX2" fmla="*/ 99090 w 111476"/>
                    <a:gd name="connsiteY2" fmla="*/ 319070 h 323444"/>
                    <a:gd name="connsiteX3" fmla="*/ 0 w 111476"/>
                    <a:gd name="connsiteY3" fmla="*/ 161722 h 323444"/>
                    <a:gd name="connsiteX0" fmla="*/ 0 w 7340"/>
                    <a:gd name="connsiteY0" fmla="*/ 314696 h 314696"/>
                    <a:gd name="connsiteX1" fmla="*/ 0 w 7340"/>
                    <a:gd name="connsiteY1" fmla="*/ 0 h 314696"/>
                    <a:gd name="connsiteX2" fmla="*/ 0 w 7340"/>
                    <a:gd name="connsiteY2" fmla="*/ 314696 h 314696"/>
                    <a:gd name="connsiteX0" fmla="*/ 0 w 11730"/>
                    <a:gd name="connsiteY0" fmla="*/ 6284 h 6284"/>
                    <a:gd name="connsiteX1" fmla="*/ 11730 w 11730"/>
                    <a:gd name="connsiteY1" fmla="*/ 0 h 6284"/>
                    <a:gd name="connsiteX2" fmla="*/ 0 w 11730"/>
                    <a:gd name="connsiteY2" fmla="*/ 6284 h 6284"/>
                    <a:gd name="connsiteX0" fmla="*/ 59161 w 122031"/>
                    <a:gd name="connsiteY0" fmla="*/ 10000 h 10000"/>
                    <a:gd name="connsiteX1" fmla="*/ 69161 w 122031"/>
                    <a:gd name="connsiteY1" fmla="*/ 0 h 10000"/>
                    <a:gd name="connsiteX2" fmla="*/ 59161 w 122031"/>
                    <a:gd name="connsiteY2" fmla="*/ 10000 h 10000"/>
                    <a:gd name="connsiteX0" fmla="*/ 59605 w 121972"/>
                    <a:gd name="connsiteY0" fmla="*/ 9433 h 9433"/>
                    <a:gd name="connsiteX1" fmla="*/ 64932 w 121972"/>
                    <a:gd name="connsiteY1" fmla="*/ 0 h 9433"/>
                    <a:gd name="connsiteX2" fmla="*/ 59605 w 121972"/>
                    <a:gd name="connsiteY2" fmla="*/ 9433 h 9433"/>
                    <a:gd name="connsiteX0" fmla="*/ 2797 w 2797"/>
                    <a:gd name="connsiteY0" fmla="*/ 9840 h 9840"/>
                    <a:gd name="connsiteX1" fmla="*/ 0 w 2797"/>
                    <a:gd name="connsiteY1" fmla="*/ 0 h 9840"/>
                    <a:gd name="connsiteX2" fmla="*/ 2797 w 2797"/>
                    <a:gd name="connsiteY2" fmla="*/ 9840 h 9840"/>
                    <a:gd name="connsiteX0" fmla="*/ 28878 w 41500"/>
                    <a:gd name="connsiteY0" fmla="*/ 10046 h 10046"/>
                    <a:gd name="connsiteX1" fmla="*/ 18878 w 41500"/>
                    <a:gd name="connsiteY1" fmla="*/ 46 h 10046"/>
                    <a:gd name="connsiteX2" fmla="*/ 28878 w 41500"/>
                    <a:gd name="connsiteY2" fmla="*/ 10046 h 10046"/>
                    <a:gd name="connsiteX0" fmla="*/ 17264 w 41269"/>
                    <a:gd name="connsiteY0" fmla="*/ 9612 h 9612"/>
                    <a:gd name="connsiteX1" fmla="*/ 21820 w 41269"/>
                    <a:gd name="connsiteY1" fmla="*/ 35 h 9612"/>
                    <a:gd name="connsiteX2" fmla="*/ 17264 w 41269"/>
                    <a:gd name="connsiteY2" fmla="*/ 9612 h 9612"/>
                    <a:gd name="connsiteX0" fmla="*/ 190 w 190"/>
                    <a:gd name="connsiteY0" fmla="*/ 10283 h 10283"/>
                    <a:gd name="connsiteX1" fmla="*/ 0 w 190"/>
                    <a:gd name="connsiteY1" fmla="*/ 0 h 10283"/>
                    <a:gd name="connsiteX2" fmla="*/ 190 w 190"/>
                    <a:gd name="connsiteY2" fmla="*/ 10283 h 10283"/>
                    <a:gd name="connsiteX0" fmla="*/ 81341 w 158976"/>
                    <a:gd name="connsiteY0" fmla="*/ 10000 h 10505"/>
                    <a:gd name="connsiteX1" fmla="*/ 71341 w 158976"/>
                    <a:gd name="connsiteY1" fmla="*/ 0 h 10505"/>
                    <a:gd name="connsiteX2" fmla="*/ 81341 w 158976"/>
                    <a:gd name="connsiteY2" fmla="*/ 10000 h 10505"/>
                    <a:gd name="connsiteX0" fmla="*/ 178494 w 345439"/>
                    <a:gd name="connsiteY0" fmla="*/ 10056 h 10474"/>
                    <a:gd name="connsiteX1" fmla="*/ 168494 w 345439"/>
                    <a:gd name="connsiteY1" fmla="*/ 56 h 10474"/>
                    <a:gd name="connsiteX2" fmla="*/ 178494 w 345439"/>
                    <a:gd name="connsiteY2" fmla="*/ 10056 h 10474"/>
                    <a:gd name="connsiteX0" fmla="*/ 256654 w 504567"/>
                    <a:gd name="connsiteY0" fmla="*/ 10047 h 10112"/>
                    <a:gd name="connsiteX1" fmla="*/ 246654 w 504567"/>
                    <a:gd name="connsiteY1" fmla="*/ 47 h 10112"/>
                    <a:gd name="connsiteX2" fmla="*/ 256654 w 504567"/>
                    <a:gd name="connsiteY2" fmla="*/ 10047 h 10112"/>
                    <a:gd name="connsiteX0" fmla="*/ 341038 w 671169"/>
                    <a:gd name="connsiteY0" fmla="*/ 10004 h 10064"/>
                    <a:gd name="connsiteX1" fmla="*/ 331038 w 671169"/>
                    <a:gd name="connsiteY1" fmla="*/ 4 h 10064"/>
                    <a:gd name="connsiteX2" fmla="*/ 341038 w 671169"/>
                    <a:gd name="connsiteY2" fmla="*/ 10004 h 10064"/>
                    <a:gd name="connsiteX0" fmla="*/ 360639 w 710045"/>
                    <a:gd name="connsiteY0" fmla="*/ 10012 h 10071"/>
                    <a:gd name="connsiteX1" fmla="*/ 350639 w 710045"/>
                    <a:gd name="connsiteY1" fmla="*/ 12 h 10071"/>
                    <a:gd name="connsiteX2" fmla="*/ 360639 w 710045"/>
                    <a:gd name="connsiteY2" fmla="*/ 10012 h 10071"/>
                    <a:gd name="connsiteX0" fmla="*/ 334081 w 656195"/>
                    <a:gd name="connsiteY0" fmla="*/ 10012 h 10099"/>
                    <a:gd name="connsiteX1" fmla="*/ 324081 w 656195"/>
                    <a:gd name="connsiteY1" fmla="*/ 12 h 10099"/>
                    <a:gd name="connsiteX2" fmla="*/ 334081 w 656195"/>
                    <a:gd name="connsiteY2" fmla="*/ 10012 h 10099"/>
                    <a:gd name="connsiteX0" fmla="*/ 314120 w 615652"/>
                    <a:gd name="connsiteY0" fmla="*/ 10012 h 10102"/>
                    <a:gd name="connsiteX1" fmla="*/ 304120 w 615652"/>
                    <a:gd name="connsiteY1" fmla="*/ 12 h 10102"/>
                    <a:gd name="connsiteX2" fmla="*/ 314120 w 615652"/>
                    <a:gd name="connsiteY2" fmla="*/ 10012 h 10102"/>
                    <a:gd name="connsiteX0" fmla="*/ 329472 w 646841"/>
                    <a:gd name="connsiteY0" fmla="*/ 10013 h 10019"/>
                    <a:gd name="connsiteX1" fmla="*/ 319472 w 646841"/>
                    <a:gd name="connsiteY1" fmla="*/ 13 h 10019"/>
                    <a:gd name="connsiteX2" fmla="*/ 329472 w 646841"/>
                    <a:gd name="connsiteY2" fmla="*/ 10013 h 10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6841" h="10019">
                      <a:moveTo>
                        <a:pt x="329472" y="10013"/>
                      </a:moveTo>
                      <a:cubicBezTo>
                        <a:pt x="34254" y="10311"/>
                        <a:pt x="-229391" y="-427"/>
                        <a:pt x="319472" y="13"/>
                      </a:cubicBezTo>
                      <a:cubicBezTo>
                        <a:pt x="868335" y="453"/>
                        <a:pt x="624690" y="9715"/>
                        <a:pt x="329472" y="10013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Oval 12">
                  <a:extLst>
                    <a:ext uri="{FF2B5EF4-FFF2-40B4-BE49-F238E27FC236}">
                      <a16:creationId xmlns:a16="http://schemas.microsoft.com/office/drawing/2014/main" id="{ACBA5CDC-55B4-0B3E-2410-5B7D21B76344}"/>
                    </a:ext>
                  </a:extLst>
                </p:cNvPr>
                <p:cNvSpPr/>
                <p:nvPr/>
              </p:nvSpPr>
              <p:spPr>
                <a:xfrm rot="3268710">
                  <a:off x="5782452" y="2109884"/>
                  <a:ext cx="160235" cy="268594"/>
                </a:xfrm>
                <a:custGeom>
                  <a:avLst/>
                  <a:gdLst>
                    <a:gd name="connsiteX0" fmla="*/ 0 w 198180"/>
                    <a:gd name="connsiteY0" fmla="*/ 157348 h 314695"/>
                    <a:gd name="connsiteX1" fmla="*/ 99090 w 198180"/>
                    <a:gd name="connsiteY1" fmla="*/ 0 h 314695"/>
                    <a:gd name="connsiteX2" fmla="*/ 198180 w 198180"/>
                    <a:gd name="connsiteY2" fmla="*/ 157348 h 314695"/>
                    <a:gd name="connsiteX3" fmla="*/ 99090 w 198180"/>
                    <a:gd name="connsiteY3" fmla="*/ 314696 h 314695"/>
                    <a:gd name="connsiteX4" fmla="*/ 0 w 198180"/>
                    <a:gd name="connsiteY4" fmla="*/ 157348 h 314695"/>
                    <a:gd name="connsiteX0" fmla="*/ 0 w 111476"/>
                    <a:gd name="connsiteY0" fmla="*/ 161722 h 323444"/>
                    <a:gd name="connsiteX1" fmla="*/ 99090 w 111476"/>
                    <a:gd name="connsiteY1" fmla="*/ 4374 h 323444"/>
                    <a:gd name="connsiteX2" fmla="*/ 99090 w 111476"/>
                    <a:gd name="connsiteY2" fmla="*/ 319070 h 323444"/>
                    <a:gd name="connsiteX3" fmla="*/ 0 w 111476"/>
                    <a:gd name="connsiteY3" fmla="*/ 161722 h 323444"/>
                    <a:gd name="connsiteX0" fmla="*/ 0 w 7340"/>
                    <a:gd name="connsiteY0" fmla="*/ 314696 h 314696"/>
                    <a:gd name="connsiteX1" fmla="*/ 0 w 7340"/>
                    <a:gd name="connsiteY1" fmla="*/ 0 h 314696"/>
                    <a:gd name="connsiteX2" fmla="*/ 0 w 7340"/>
                    <a:gd name="connsiteY2" fmla="*/ 314696 h 314696"/>
                    <a:gd name="connsiteX0" fmla="*/ 0 w 11730"/>
                    <a:gd name="connsiteY0" fmla="*/ 6284 h 6284"/>
                    <a:gd name="connsiteX1" fmla="*/ 11730 w 11730"/>
                    <a:gd name="connsiteY1" fmla="*/ 0 h 6284"/>
                    <a:gd name="connsiteX2" fmla="*/ 0 w 11730"/>
                    <a:gd name="connsiteY2" fmla="*/ 6284 h 6284"/>
                    <a:gd name="connsiteX0" fmla="*/ 59161 w 122031"/>
                    <a:gd name="connsiteY0" fmla="*/ 10000 h 10000"/>
                    <a:gd name="connsiteX1" fmla="*/ 69161 w 122031"/>
                    <a:gd name="connsiteY1" fmla="*/ 0 h 10000"/>
                    <a:gd name="connsiteX2" fmla="*/ 59161 w 122031"/>
                    <a:gd name="connsiteY2" fmla="*/ 10000 h 10000"/>
                    <a:gd name="connsiteX0" fmla="*/ 59605 w 121972"/>
                    <a:gd name="connsiteY0" fmla="*/ 9433 h 9433"/>
                    <a:gd name="connsiteX1" fmla="*/ 64932 w 121972"/>
                    <a:gd name="connsiteY1" fmla="*/ 0 h 9433"/>
                    <a:gd name="connsiteX2" fmla="*/ 59605 w 121972"/>
                    <a:gd name="connsiteY2" fmla="*/ 9433 h 9433"/>
                    <a:gd name="connsiteX0" fmla="*/ 2797 w 2797"/>
                    <a:gd name="connsiteY0" fmla="*/ 9840 h 9840"/>
                    <a:gd name="connsiteX1" fmla="*/ 0 w 2797"/>
                    <a:gd name="connsiteY1" fmla="*/ 0 h 9840"/>
                    <a:gd name="connsiteX2" fmla="*/ 2797 w 2797"/>
                    <a:gd name="connsiteY2" fmla="*/ 9840 h 9840"/>
                    <a:gd name="connsiteX0" fmla="*/ 28878 w 41500"/>
                    <a:gd name="connsiteY0" fmla="*/ 10046 h 10046"/>
                    <a:gd name="connsiteX1" fmla="*/ 18878 w 41500"/>
                    <a:gd name="connsiteY1" fmla="*/ 46 h 10046"/>
                    <a:gd name="connsiteX2" fmla="*/ 28878 w 41500"/>
                    <a:gd name="connsiteY2" fmla="*/ 10046 h 10046"/>
                    <a:gd name="connsiteX0" fmla="*/ 17264 w 41269"/>
                    <a:gd name="connsiteY0" fmla="*/ 9612 h 9612"/>
                    <a:gd name="connsiteX1" fmla="*/ 21820 w 41269"/>
                    <a:gd name="connsiteY1" fmla="*/ 35 h 9612"/>
                    <a:gd name="connsiteX2" fmla="*/ 17264 w 41269"/>
                    <a:gd name="connsiteY2" fmla="*/ 9612 h 9612"/>
                    <a:gd name="connsiteX0" fmla="*/ 190 w 190"/>
                    <a:gd name="connsiteY0" fmla="*/ 10283 h 10283"/>
                    <a:gd name="connsiteX1" fmla="*/ 0 w 190"/>
                    <a:gd name="connsiteY1" fmla="*/ 0 h 10283"/>
                    <a:gd name="connsiteX2" fmla="*/ 190 w 190"/>
                    <a:gd name="connsiteY2" fmla="*/ 10283 h 10283"/>
                    <a:gd name="connsiteX0" fmla="*/ 81341 w 158976"/>
                    <a:gd name="connsiteY0" fmla="*/ 10000 h 10505"/>
                    <a:gd name="connsiteX1" fmla="*/ 71341 w 158976"/>
                    <a:gd name="connsiteY1" fmla="*/ 0 h 10505"/>
                    <a:gd name="connsiteX2" fmla="*/ 81341 w 158976"/>
                    <a:gd name="connsiteY2" fmla="*/ 10000 h 10505"/>
                    <a:gd name="connsiteX0" fmla="*/ 178494 w 345439"/>
                    <a:gd name="connsiteY0" fmla="*/ 10056 h 10474"/>
                    <a:gd name="connsiteX1" fmla="*/ 168494 w 345439"/>
                    <a:gd name="connsiteY1" fmla="*/ 56 h 10474"/>
                    <a:gd name="connsiteX2" fmla="*/ 178494 w 345439"/>
                    <a:gd name="connsiteY2" fmla="*/ 10056 h 10474"/>
                    <a:gd name="connsiteX0" fmla="*/ 256654 w 504567"/>
                    <a:gd name="connsiteY0" fmla="*/ 10047 h 10112"/>
                    <a:gd name="connsiteX1" fmla="*/ 246654 w 504567"/>
                    <a:gd name="connsiteY1" fmla="*/ 47 h 10112"/>
                    <a:gd name="connsiteX2" fmla="*/ 256654 w 504567"/>
                    <a:gd name="connsiteY2" fmla="*/ 10047 h 10112"/>
                    <a:gd name="connsiteX0" fmla="*/ 341038 w 671169"/>
                    <a:gd name="connsiteY0" fmla="*/ 10004 h 10064"/>
                    <a:gd name="connsiteX1" fmla="*/ 331038 w 671169"/>
                    <a:gd name="connsiteY1" fmla="*/ 4 h 10064"/>
                    <a:gd name="connsiteX2" fmla="*/ 341038 w 671169"/>
                    <a:gd name="connsiteY2" fmla="*/ 10004 h 10064"/>
                    <a:gd name="connsiteX0" fmla="*/ 360639 w 710045"/>
                    <a:gd name="connsiteY0" fmla="*/ 10012 h 10071"/>
                    <a:gd name="connsiteX1" fmla="*/ 350639 w 710045"/>
                    <a:gd name="connsiteY1" fmla="*/ 12 h 10071"/>
                    <a:gd name="connsiteX2" fmla="*/ 360639 w 710045"/>
                    <a:gd name="connsiteY2" fmla="*/ 10012 h 10071"/>
                    <a:gd name="connsiteX0" fmla="*/ 334081 w 656195"/>
                    <a:gd name="connsiteY0" fmla="*/ 10012 h 10099"/>
                    <a:gd name="connsiteX1" fmla="*/ 324081 w 656195"/>
                    <a:gd name="connsiteY1" fmla="*/ 12 h 10099"/>
                    <a:gd name="connsiteX2" fmla="*/ 334081 w 656195"/>
                    <a:gd name="connsiteY2" fmla="*/ 10012 h 10099"/>
                    <a:gd name="connsiteX0" fmla="*/ 314120 w 615652"/>
                    <a:gd name="connsiteY0" fmla="*/ 10012 h 10102"/>
                    <a:gd name="connsiteX1" fmla="*/ 304120 w 615652"/>
                    <a:gd name="connsiteY1" fmla="*/ 12 h 10102"/>
                    <a:gd name="connsiteX2" fmla="*/ 314120 w 615652"/>
                    <a:gd name="connsiteY2" fmla="*/ 10012 h 10102"/>
                    <a:gd name="connsiteX0" fmla="*/ 329472 w 646841"/>
                    <a:gd name="connsiteY0" fmla="*/ 10013 h 10019"/>
                    <a:gd name="connsiteX1" fmla="*/ 319472 w 646841"/>
                    <a:gd name="connsiteY1" fmla="*/ 13 h 10019"/>
                    <a:gd name="connsiteX2" fmla="*/ 329472 w 646841"/>
                    <a:gd name="connsiteY2" fmla="*/ 10013 h 10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6841" h="10019">
                      <a:moveTo>
                        <a:pt x="329472" y="10013"/>
                      </a:moveTo>
                      <a:cubicBezTo>
                        <a:pt x="34254" y="10311"/>
                        <a:pt x="-229391" y="-427"/>
                        <a:pt x="319472" y="13"/>
                      </a:cubicBezTo>
                      <a:cubicBezTo>
                        <a:pt x="868335" y="453"/>
                        <a:pt x="624690" y="9715"/>
                        <a:pt x="329472" y="10013"/>
                      </a:cubicBezTo>
                      <a:close/>
                    </a:path>
                  </a:pathLst>
                </a:custGeom>
                <a:solidFill>
                  <a:srgbClr val="ED7D31">
                    <a:lumMod val="20000"/>
                    <a:lumOff val="8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Oval 16">
                  <a:extLst>
                    <a:ext uri="{FF2B5EF4-FFF2-40B4-BE49-F238E27FC236}">
                      <a16:creationId xmlns:a16="http://schemas.microsoft.com/office/drawing/2014/main" id="{3D4043E9-21D2-5D7E-2CC1-6A949FCC1CF5}"/>
                    </a:ext>
                  </a:extLst>
                </p:cNvPr>
                <p:cNvSpPr/>
                <p:nvPr/>
              </p:nvSpPr>
              <p:spPr>
                <a:xfrm flipH="1">
                  <a:off x="6394524" y="3376826"/>
                  <a:ext cx="89202" cy="126602"/>
                </a:xfrm>
                <a:custGeom>
                  <a:avLst/>
                  <a:gdLst>
                    <a:gd name="connsiteX0" fmla="*/ 0 w 321945"/>
                    <a:gd name="connsiteY0" fmla="*/ 186531 h 373062"/>
                    <a:gd name="connsiteX1" fmla="*/ 160973 w 321945"/>
                    <a:gd name="connsiteY1" fmla="*/ 0 h 373062"/>
                    <a:gd name="connsiteX2" fmla="*/ 321946 w 321945"/>
                    <a:gd name="connsiteY2" fmla="*/ 186531 h 373062"/>
                    <a:gd name="connsiteX3" fmla="*/ 160973 w 321945"/>
                    <a:gd name="connsiteY3" fmla="*/ 373062 h 373062"/>
                    <a:gd name="connsiteX4" fmla="*/ 0 w 321945"/>
                    <a:gd name="connsiteY4" fmla="*/ 186531 h 373062"/>
                    <a:gd name="connsiteX0" fmla="*/ 0 w 181094"/>
                    <a:gd name="connsiteY0" fmla="*/ 191716 h 383432"/>
                    <a:gd name="connsiteX1" fmla="*/ 160973 w 181094"/>
                    <a:gd name="connsiteY1" fmla="*/ 5185 h 383432"/>
                    <a:gd name="connsiteX2" fmla="*/ 160973 w 181094"/>
                    <a:gd name="connsiteY2" fmla="*/ 378247 h 383432"/>
                    <a:gd name="connsiteX3" fmla="*/ 0 w 181094"/>
                    <a:gd name="connsiteY3" fmla="*/ 191716 h 383432"/>
                    <a:gd name="connsiteX0" fmla="*/ 232 w 168395"/>
                    <a:gd name="connsiteY0" fmla="*/ 188967 h 336168"/>
                    <a:gd name="connsiteX1" fmla="*/ 161205 w 168395"/>
                    <a:gd name="connsiteY1" fmla="*/ 2436 h 336168"/>
                    <a:gd name="connsiteX2" fmla="*/ 126280 w 168395"/>
                    <a:gd name="connsiteY2" fmla="*/ 331048 h 336168"/>
                    <a:gd name="connsiteX3" fmla="*/ 232 w 168395"/>
                    <a:gd name="connsiteY3" fmla="*/ 188967 h 336168"/>
                    <a:gd name="connsiteX0" fmla="*/ 10771 w 233974"/>
                    <a:gd name="connsiteY0" fmla="*/ 188967 h 341860"/>
                    <a:gd name="connsiteX1" fmla="*/ 171744 w 233974"/>
                    <a:gd name="connsiteY1" fmla="*/ 2436 h 341860"/>
                    <a:gd name="connsiteX2" fmla="*/ 136819 w 233974"/>
                    <a:gd name="connsiteY2" fmla="*/ 331048 h 341860"/>
                    <a:gd name="connsiteX3" fmla="*/ 10771 w 233974"/>
                    <a:gd name="connsiteY3" fmla="*/ 188967 h 341860"/>
                    <a:gd name="connsiteX0" fmla="*/ 10771 w 263900"/>
                    <a:gd name="connsiteY0" fmla="*/ 187285 h 340178"/>
                    <a:gd name="connsiteX1" fmla="*/ 171744 w 263900"/>
                    <a:gd name="connsiteY1" fmla="*/ 754 h 340178"/>
                    <a:gd name="connsiteX2" fmla="*/ 136819 w 263900"/>
                    <a:gd name="connsiteY2" fmla="*/ 329366 h 340178"/>
                    <a:gd name="connsiteX3" fmla="*/ 10771 w 263900"/>
                    <a:gd name="connsiteY3" fmla="*/ 187285 h 340178"/>
                    <a:gd name="connsiteX0" fmla="*/ 7989 w 261118"/>
                    <a:gd name="connsiteY0" fmla="*/ 187285 h 339029"/>
                    <a:gd name="connsiteX1" fmla="*/ 168962 w 261118"/>
                    <a:gd name="connsiteY1" fmla="*/ 754 h 339029"/>
                    <a:gd name="connsiteX2" fmla="*/ 134037 w 261118"/>
                    <a:gd name="connsiteY2" fmla="*/ 329366 h 339029"/>
                    <a:gd name="connsiteX3" fmla="*/ 7989 w 261118"/>
                    <a:gd name="connsiteY3" fmla="*/ 187285 h 339029"/>
                    <a:gd name="connsiteX0" fmla="*/ 0 w 76114"/>
                    <a:gd name="connsiteY0" fmla="*/ 329261 h 329261"/>
                    <a:gd name="connsiteX1" fmla="*/ 34925 w 76114"/>
                    <a:gd name="connsiteY1" fmla="*/ 649 h 329261"/>
                    <a:gd name="connsiteX2" fmla="*/ 0 w 76114"/>
                    <a:gd name="connsiteY2" fmla="*/ 329261 h 329261"/>
                    <a:gd name="connsiteX0" fmla="*/ 40960 w 136543"/>
                    <a:gd name="connsiteY0" fmla="*/ 335265 h 335265"/>
                    <a:gd name="connsiteX1" fmla="*/ 75885 w 136543"/>
                    <a:gd name="connsiteY1" fmla="*/ 6653 h 335265"/>
                    <a:gd name="connsiteX2" fmla="*/ 40960 w 136543"/>
                    <a:gd name="connsiteY2" fmla="*/ 335265 h 335265"/>
                    <a:gd name="connsiteX0" fmla="*/ 75964 w 206499"/>
                    <a:gd name="connsiteY0" fmla="*/ 328687 h 328687"/>
                    <a:gd name="connsiteX1" fmla="*/ 110889 w 206499"/>
                    <a:gd name="connsiteY1" fmla="*/ 75 h 328687"/>
                    <a:gd name="connsiteX2" fmla="*/ 75964 w 206499"/>
                    <a:gd name="connsiteY2" fmla="*/ 328687 h 328687"/>
                    <a:gd name="connsiteX0" fmla="*/ 78923 w 209458"/>
                    <a:gd name="connsiteY0" fmla="*/ 322314 h 322314"/>
                    <a:gd name="connsiteX1" fmla="*/ 113848 w 209458"/>
                    <a:gd name="connsiteY1" fmla="*/ 52 h 322314"/>
                    <a:gd name="connsiteX2" fmla="*/ 78923 w 209458"/>
                    <a:gd name="connsiteY2" fmla="*/ 322314 h 322314"/>
                    <a:gd name="connsiteX0" fmla="*/ 98534 w 248718"/>
                    <a:gd name="connsiteY0" fmla="*/ 322268 h 322268"/>
                    <a:gd name="connsiteX1" fmla="*/ 133459 w 248718"/>
                    <a:gd name="connsiteY1" fmla="*/ 6 h 322268"/>
                    <a:gd name="connsiteX2" fmla="*/ 98534 w 248718"/>
                    <a:gd name="connsiteY2" fmla="*/ 322268 h 322268"/>
                    <a:gd name="connsiteX0" fmla="*/ 96322 w 248969"/>
                    <a:gd name="connsiteY0" fmla="*/ 309569 h 309569"/>
                    <a:gd name="connsiteX1" fmla="*/ 134422 w 248969"/>
                    <a:gd name="connsiteY1" fmla="*/ 7 h 309569"/>
                    <a:gd name="connsiteX2" fmla="*/ 96322 w 248969"/>
                    <a:gd name="connsiteY2" fmla="*/ 309569 h 309569"/>
                    <a:gd name="connsiteX0" fmla="*/ 75345 w 206961"/>
                    <a:gd name="connsiteY0" fmla="*/ 309569 h 309569"/>
                    <a:gd name="connsiteX1" fmla="*/ 113445 w 206961"/>
                    <a:gd name="connsiteY1" fmla="*/ 7 h 309569"/>
                    <a:gd name="connsiteX2" fmla="*/ 75345 w 206961"/>
                    <a:gd name="connsiteY2" fmla="*/ 309569 h 309569"/>
                    <a:gd name="connsiteX0" fmla="*/ 85123 w 226548"/>
                    <a:gd name="connsiteY0" fmla="*/ 309708 h 309708"/>
                    <a:gd name="connsiteX1" fmla="*/ 123223 w 226548"/>
                    <a:gd name="connsiteY1" fmla="*/ 146 h 309708"/>
                    <a:gd name="connsiteX2" fmla="*/ 85123 w 226548"/>
                    <a:gd name="connsiteY2" fmla="*/ 309708 h 309708"/>
                    <a:gd name="connsiteX0" fmla="*/ 75345 w 206961"/>
                    <a:gd name="connsiteY0" fmla="*/ 310490 h 310490"/>
                    <a:gd name="connsiteX1" fmla="*/ 113445 w 206961"/>
                    <a:gd name="connsiteY1" fmla="*/ 928 h 310490"/>
                    <a:gd name="connsiteX2" fmla="*/ 75345 w 206961"/>
                    <a:gd name="connsiteY2" fmla="*/ 310490 h 310490"/>
                    <a:gd name="connsiteX0" fmla="*/ 93520 w 243360"/>
                    <a:gd name="connsiteY0" fmla="*/ 310238 h 310238"/>
                    <a:gd name="connsiteX1" fmla="*/ 131620 w 243360"/>
                    <a:gd name="connsiteY1" fmla="*/ 676 h 310238"/>
                    <a:gd name="connsiteX2" fmla="*/ 93520 w 243360"/>
                    <a:gd name="connsiteY2" fmla="*/ 310238 h 310238"/>
                    <a:gd name="connsiteX0" fmla="*/ 62807 w 181832"/>
                    <a:gd name="connsiteY0" fmla="*/ 309616 h 309616"/>
                    <a:gd name="connsiteX1" fmla="*/ 100907 w 181832"/>
                    <a:gd name="connsiteY1" fmla="*/ 54 h 309616"/>
                    <a:gd name="connsiteX2" fmla="*/ 62807 w 181832"/>
                    <a:gd name="connsiteY2" fmla="*/ 309616 h 309616"/>
                    <a:gd name="connsiteX0" fmla="*/ 80930 w 218150"/>
                    <a:gd name="connsiteY0" fmla="*/ 309616 h 309616"/>
                    <a:gd name="connsiteX1" fmla="*/ 119030 w 218150"/>
                    <a:gd name="connsiteY1" fmla="*/ 54 h 309616"/>
                    <a:gd name="connsiteX2" fmla="*/ 80930 w 218150"/>
                    <a:gd name="connsiteY2" fmla="*/ 309616 h 309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8150" h="309616">
                      <a:moveTo>
                        <a:pt x="80930" y="309616"/>
                      </a:moveTo>
                      <a:cubicBezTo>
                        <a:pt x="80930" y="309616"/>
                        <a:pt x="-124387" y="4816"/>
                        <a:pt x="119030" y="54"/>
                      </a:cubicBezTo>
                      <a:cubicBezTo>
                        <a:pt x="362447" y="-4708"/>
                        <a:pt x="80930" y="309616"/>
                        <a:pt x="80930" y="309616"/>
                      </a:cubicBezTo>
                      <a:close/>
                    </a:path>
                  </a:pathLst>
                </a:custGeom>
                <a:solidFill>
                  <a:srgbClr val="FFC000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Oval 20">
                  <a:extLst>
                    <a:ext uri="{FF2B5EF4-FFF2-40B4-BE49-F238E27FC236}">
                      <a16:creationId xmlns:a16="http://schemas.microsoft.com/office/drawing/2014/main" id="{0192A21F-73BC-C439-3220-93FE82328634}"/>
                    </a:ext>
                  </a:extLst>
                </p:cNvPr>
                <p:cNvSpPr/>
                <p:nvPr/>
              </p:nvSpPr>
              <p:spPr>
                <a:xfrm>
                  <a:off x="5711598" y="2474133"/>
                  <a:ext cx="94842" cy="293628"/>
                </a:xfrm>
                <a:custGeom>
                  <a:avLst/>
                  <a:gdLst>
                    <a:gd name="connsiteX0" fmla="*/ 0 w 168608"/>
                    <a:gd name="connsiteY0" fmla="*/ 142844 h 285687"/>
                    <a:gd name="connsiteX1" fmla="*/ 84304 w 168608"/>
                    <a:gd name="connsiteY1" fmla="*/ 0 h 285687"/>
                    <a:gd name="connsiteX2" fmla="*/ 168608 w 168608"/>
                    <a:gd name="connsiteY2" fmla="*/ 142844 h 285687"/>
                    <a:gd name="connsiteX3" fmla="*/ 84304 w 168608"/>
                    <a:gd name="connsiteY3" fmla="*/ 285688 h 285687"/>
                    <a:gd name="connsiteX4" fmla="*/ 0 w 168608"/>
                    <a:gd name="connsiteY4" fmla="*/ 142844 h 285687"/>
                    <a:gd name="connsiteX0" fmla="*/ 0 w 94842"/>
                    <a:gd name="connsiteY0" fmla="*/ 146814 h 293628"/>
                    <a:gd name="connsiteX1" fmla="*/ 84304 w 94842"/>
                    <a:gd name="connsiteY1" fmla="*/ 3970 h 293628"/>
                    <a:gd name="connsiteX2" fmla="*/ 84304 w 94842"/>
                    <a:gd name="connsiteY2" fmla="*/ 289658 h 293628"/>
                    <a:gd name="connsiteX3" fmla="*/ 0 w 94842"/>
                    <a:gd name="connsiteY3" fmla="*/ 146814 h 293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842" h="293628">
                      <a:moveTo>
                        <a:pt x="0" y="146814"/>
                      </a:moveTo>
                      <a:cubicBezTo>
                        <a:pt x="0" y="67923"/>
                        <a:pt x="70253" y="-19837"/>
                        <a:pt x="84304" y="3970"/>
                      </a:cubicBezTo>
                      <a:cubicBezTo>
                        <a:pt x="98355" y="27777"/>
                        <a:pt x="98355" y="265851"/>
                        <a:pt x="84304" y="289658"/>
                      </a:cubicBezTo>
                      <a:cubicBezTo>
                        <a:pt x="70253" y="313465"/>
                        <a:pt x="0" y="225705"/>
                        <a:pt x="0" y="146814"/>
                      </a:cubicBezTo>
                      <a:close/>
                    </a:path>
                  </a:pathLst>
                </a:cu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C3FA9EBE-5D92-2230-3DC6-DFE9005973BC}"/>
                    </a:ext>
                  </a:extLst>
                </p:cNvPr>
                <p:cNvSpPr/>
                <p:nvPr/>
              </p:nvSpPr>
              <p:spPr>
                <a:xfrm rot="16996436">
                  <a:off x="5623179" y="3226824"/>
                  <a:ext cx="229541" cy="281497"/>
                </a:xfrm>
                <a:prstGeom prst="ellipse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6293B3CF-4D66-E0CC-93FA-479CB7D93640}"/>
                    </a:ext>
                  </a:extLst>
                </p:cNvPr>
                <p:cNvSpPr/>
                <p:nvPr/>
              </p:nvSpPr>
              <p:spPr>
                <a:xfrm rot="2373007">
                  <a:off x="5594252" y="2055416"/>
                  <a:ext cx="45719" cy="290443"/>
                </a:xfrm>
                <a:prstGeom prst="roundRect">
                  <a:avLst/>
                </a:prstGeom>
                <a:solidFill>
                  <a:srgbClr val="FFC000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0CD392D0-478C-D70E-018C-88169E19256A}"/>
                    </a:ext>
                  </a:extLst>
                </p:cNvPr>
                <p:cNvSpPr/>
                <p:nvPr/>
              </p:nvSpPr>
              <p:spPr>
                <a:xfrm>
                  <a:off x="5663894" y="2020139"/>
                  <a:ext cx="89627" cy="89627"/>
                </a:xfrm>
                <a:prstGeom prst="ellipse">
                  <a:avLst/>
                </a:prstGeom>
                <a:solidFill>
                  <a:srgbClr val="FFC000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4">
                  <a:extLst>
                    <a:ext uri="{FF2B5EF4-FFF2-40B4-BE49-F238E27FC236}">
                      <a16:creationId xmlns:a16="http://schemas.microsoft.com/office/drawing/2014/main" id="{74CFE7E9-0B96-4A9C-78D4-C545AB19AF12}"/>
                    </a:ext>
                  </a:extLst>
                </p:cNvPr>
                <p:cNvSpPr/>
                <p:nvPr/>
              </p:nvSpPr>
              <p:spPr>
                <a:xfrm rot="16926036">
                  <a:off x="5254859" y="2207292"/>
                  <a:ext cx="639950" cy="457908"/>
                </a:xfrm>
                <a:custGeom>
                  <a:avLst/>
                  <a:gdLst>
                    <a:gd name="connsiteX0" fmla="*/ 0 w 639272"/>
                    <a:gd name="connsiteY0" fmla="*/ 228954 h 457908"/>
                    <a:gd name="connsiteX1" fmla="*/ 319636 w 639272"/>
                    <a:gd name="connsiteY1" fmla="*/ 0 h 457908"/>
                    <a:gd name="connsiteX2" fmla="*/ 639272 w 639272"/>
                    <a:gd name="connsiteY2" fmla="*/ 228954 h 457908"/>
                    <a:gd name="connsiteX3" fmla="*/ 319636 w 639272"/>
                    <a:gd name="connsiteY3" fmla="*/ 457908 h 457908"/>
                    <a:gd name="connsiteX4" fmla="*/ 0 w 639272"/>
                    <a:gd name="connsiteY4" fmla="*/ 228954 h 457908"/>
                    <a:gd name="connsiteX0" fmla="*/ 0 w 639272"/>
                    <a:gd name="connsiteY0" fmla="*/ 228954 h 457908"/>
                    <a:gd name="connsiteX1" fmla="*/ 319636 w 639272"/>
                    <a:gd name="connsiteY1" fmla="*/ 0 h 457908"/>
                    <a:gd name="connsiteX2" fmla="*/ 639272 w 639272"/>
                    <a:gd name="connsiteY2" fmla="*/ 228954 h 457908"/>
                    <a:gd name="connsiteX3" fmla="*/ 319636 w 639272"/>
                    <a:gd name="connsiteY3" fmla="*/ 457908 h 457908"/>
                    <a:gd name="connsiteX4" fmla="*/ 0 w 639272"/>
                    <a:gd name="connsiteY4" fmla="*/ 228954 h 457908"/>
                    <a:gd name="connsiteX0" fmla="*/ 0 w 639796"/>
                    <a:gd name="connsiteY0" fmla="*/ 228954 h 457908"/>
                    <a:gd name="connsiteX1" fmla="*/ 319636 w 639796"/>
                    <a:gd name="connsiteY1" fmla="*/ 0 h 457908"/>
                    <a:gd name="connsiteX2" fmla="*/ 639272 w 639796"/>
                    <a:gd name="connsiteY2" fmla="*/ 228954 h 457908"/>
                    <a:gd name="connsiteX3" fmla="*/ 319636 w 639796"/>
                    <a:gd name="connsiteY3" fmla="*/ 457908 h 457908"/>
                    <a:gd name="connsiteX4" fmla="*/ 0 w 639796"/>
                    <a:gd name="connsiteY4" fmla="*/ 228954 h 457908"/>
                    <a:gd name="connsiteX0" fmla="*/ 543 w 640339"/>
                    <a:gd name="connsiteY0" fmla="*/ 228954 h 457908"/>
                    <a:gd name="connsiteX1" fmla="*/ 320179 w 640339"/>
                    <a:gd name="connsiteY1" fmla="*/ 0 h 457908"/>
                    <a:gd name="connsiteX2" fmla="*/ 639815 w 640339"/>
                    <a:gd name="connsiteY2" fmla="*/ 228954 h 457908"/>
                    <a:gd name="connsiteX3" fmla="*/ 320179 w 640339"/>
                    <a:gd name="connsiteY3" fmla="*/ 457908 h 457908"/>
                    <a:gd name="connsiteX4" fmla="*/ 543 w 640339"/>
                    <a:gd name="connsiteY4" fmla="*/ 228954 h 457908"/>
                    <a:gd name="connsiteX0" fmla="*/ 154 w 639950"/>
                    <a:gd name="connsiteY0" fmla="*/ 228954 h 457908"/>
                    <a:gd name="connsiteX1" fmla="*/ 319790 w 639950"/>
                    <a:gd name="connsiteY1" fmla="*/ 0 h 457908"/>
                    <a:gd name="connsiteX2" fmla="*/ 639426 w 639950"/>
                    <a:gd name="connsiteY2" fmla="*/ 228954 h 457908"/>
                    <a:gd name="connsiteX3" fmla="*/ 319790 w 639950"/>
                    <a:gd name="connsiteY3" fmla="*/ 457908 h 457908"/>
                    <a:gd name="connsiteX4" fmla="*/ 154 w 639950"/>
                    <a:gd name="connsiteY4" fmla="*/ 228954 h 457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9950" h="457908">
                      <a:moveTo>
                        <a:pt x="154" y="228954"/>
                      </a:moveTo>
                      <a:cubicBezTo>
                        <a:pt x="-5448" y="32475"/>
                        <a:pt x="143260" y="0"/>
                        <a:pt x="319790" y="0"/>
                      </a:cubicBezTo>
                      <a:cubicBezTo>
                        <a:pt x="496320" y="0"/>
                        <a:pt x="650103" y="70144"/>
                        <a:pt x="639426" y="228954"/>
                      </a:cubicBezTo>
                      <a:cubicBezTo>
                        <a:pt x="634219" y="414688"/>
                        <a:pt x="496320" y="457908"/>
                        <a:pt x="319790" y="457908"/>
                      </a:cubicBezTo>
                      <a:cubicBezTo>
                        <a:pt x="143260" y="457908"/>
                        <a:pt x="5756" y="425433"/>
                        <a:pt x="154" y="228954"/>
                      </a:cubicBezTo>
                      <a:close/>
                    </a:path>
                  </a:pathLst>
                </a:cu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20">
                  <a:extLst>
                    <a:ext uri="{FF2B5EF4-FFF2-40B4-BE49-F238E27FC236}">
                      <a16:creationId xmlns:a16="http://schemas.microsoft.com/office/drawing/2014/main" id="{0465CE5A-11D3-003B-921D-3070D1637739}"/>
                    </a:ext>
                  </a:extLst>
                </p:cNvPr>
                <p:cNvSpPr/>
                <p:nvPr/>
              </p:nvSpPr>
              <p:spPr>
                <a:xfrm flipH="1">
                  <a:off x="5570220" y="2698395"/>
                  <a:ext cx="94842" cy="293628"/>
                </a:xfrm>
                <a:custGeom>
                  <a:avLst/>
                  <a:gdLst>
                    <a:gd name="connsiteX0" fmla="*/ 0 w 168608"/>
                    <a:gd name="connsiteY0" fmla="*/ 142844 h 285687"/>
                    <a:gd name="connsiteX1" fmla="*/ 84304 w 168608"/>
                    <a:gd name="connsiteY1" fmla="*/ 0 h 285687"/>
                    <a:gd name="connsiteX2" fmla="*/ 168608 w 168608"/>
                    <a:gd name="connsiteY2" fmla="*/ 142844 h 285687"/>
                    <a:gd name="connsiteX3" fmla="*/ 84304 w 168608"/>
                    <a:gd name="connsiteY3" fmla="*/ 285688 h 285687"/>
                    <a:gd name="connsiteX4" fmla="*/ 0 w 168608"/>
                    <a:gd name="connsiteY4" fmla="*/ 142844 h 285687"/>
                    <a:gd name="connsiteX0" fmla="*/ 0 w 94842"/>
                    <a:gd name="connsiteY0" fmla="*/ 146814 h 293628"/>
                    <a:gd name="connsiteX1" fmla="*/ 84304 w 94842"/>
                    <a:gd name="connsiteY1" fmla="*/ 3970 h 293628"/>
                    <a:gd name="connsiteX2" fmla="*/ 84304 w 94842"/>
                    <a:gd name="connsiteY2" fmla="*/ 289658 h 293628"/>
                    <a:gd name="connsiteX3" fmla="*/ 0 w 94842"/>
                    <a:gd name="connsiteY3" fmla="*/ 146814 h 293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842" h="293628">
                      <a:moveTo>
                        <a:pt x="0" y="146814"/>
                      </a:moveTo>
                      <a:cubicBezTo>
                        <a:pt x="0" y="67923"/>
                        <a:pt x="70253" y="-19837"/>
                        <a:pt x="84304" y="3970"/>
                      </a:cubicBezTo>
                      <a:cubicBezTo>
                        <a:pt x="98355" y="27777"/>
                        <a:pt x="98355" y="265851"/>
                        <a:pt x="84304" y="289658"/>
                      </a:cubicBezTo>
                      <a:cubicBezTo>
                        <a:pt x="70253" y="313465"/>
                        <a:pt x="0" y="225705"/>
                        <a:pt x="0" y="146814"/>
                      </a:cubicBezTo>
                      <a:close/>
                    </a:path>
                  </a:pathLst>
                </a:cu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93CACA57-0048-F485-BE43-ACDC4D93B657}"/>
                    </a:ext>
                  </a:extLst>
                </p:cNvPr>
                <p:cNvSpPr/>
                <p:nvPr/>
              </p:nvSpPr>
              <p:spPr>
                <a:xfrm rot="11924998">
                  <a:off x="5301094" y="2484913"/>
                  <a:ext cx="445542" cy="266889"/>
                </a:xfrm>
                <a:custGeom>
                  <a:avLst/>
                  <a:gdLst>
                    <a:gd name="connsiteX0" fmla="*/ 445542 w 445542"/>
                    <a:gd name="connsiteY0" fmla="*/ 197985 h 266889"/>
                    <a:gd name="connsiteX1" fmla="*/ 414552 w 445542"/>
                    <a:gd name="connsiteY1" fmla="*/ 222062 h 266889"/>
                    <a:gd name="connsiteX2" fmla="*/ 190487 w 445542"/>
                    <a:gd name="connsiteY2" fmla="*/ 266889 h 266889"/>
                    <a:gd name="connsiteX3" fmla="*/ 13253 w 445542"/>
                    <a:gd name="connsiteY3" fmla="*/ 246253 h 266889"/>
                    <a:gd name="connsiteX4" fmla="*/ 0 w 445542"/>
                    <a:gd name="connsiteY4" fmla="*/ 240529 h 266889"/>
                    <a:gd name="connsiteX5" fmla="*/ 2857 w 445542"/>
                    <a:gd name="connsiteY5" fmla="*/ 203225 h 266889"/>
                    <a:gd name="connsiteX6" fmla="*/ 217642 w 445542"/>
                    <a:gd name="connsiteY6" fmla="*/ 634 h 266889"/>
                    <a:gd name="connsiteX7" fmla="*/ 444228 w 445542"/>
                    <a:gd name="connsiteY7" fmla="*/ 188304 h 266889"/>
                    <a:gd name="connsiteX8" fmla="*/ 445542 w 445542"/>
                    <a:gd name="connsiteY8" fmla="*/ 197985 h 266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5542" h="266889">
                      <a:moveTo>
                        <a:pt x="445542" y="197985"/>
                      </a:moveTo>
                      <a:lnTo>
                        <a:pt x="414552" y="222062"/>
                      </a:lnTo>
                      <a:cubicBezTo>
                        <a:pt x="357360" y="256084"/>
                        <a:pt x="278753" y="266889"/>
                        <a:pt x="190487" y="266889"/>
                      </a:cubicBezTo>
                      <a:cubicBezTo>
                        <a:pt x="124289" y="266889"/>
                        <a:pt x="63578" y="262323"/>
                        <a:pt x="13253" y="246253"/>
                      </a:cubicBezTo>
                      <a:lnTo>
                        <a:pt x="0" y="240529"/>
                      </a:lnTo>
                      <a:lnTo>
                        <a:pt x="2857" y="203225"/>
                      </a:lnTo>
                      <a:cubicBezTo>
                        <a:pt x="17765" y="89313"/>
                        <a:pt x="70478" y="9287"/>
                        <a:pt x="217642" y="634"/>
                      </a:cubicBezTo>
                      <a:cubicBezTo>
                        <a:pt x="364807" y="-8019"/>
                        <a:pt x="422386" y="72876"/>
                        <a:pt x="444228" y="188304"/>
                      </a:cubicBezTo>
                      <a:lnTo>
                        <a:pt x="445542" y="197985"/>
                      </a:lnTo>
                      <a:close/>
                    </a:path>
                  </a:pathLst>
                </a:custGeom>
                <a:solidFill>
                  <a:srgbClr val="FFC000">
                    <a:lumMod val="60000"/>
                    <a:lumOff val="4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6FCCBEC0-56A1-6ADF-8F6E-868D445BCE6C}"/>
                    </a:ext>
                  </a:extLst>
                </p:cNvPr>
                <p:cNvSpPr/>
                <p:nvPr/>
              </p:nvSpPr>
              <p:spPr>
                <a:xfrm rot="16996436">
                  <a:off x="5997629" y="3165442"/>
                  <a:ext cx="178542" cy="218955"/>
                </a:xfrm>
                <a:prstGeom prst="ellipse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E770DEBD-B5F4-B0CC-FBE1-C84F29C41478}"/>
                    </a:ext>
                  </a:extLst>
                </p:cNvPr>
                <p:cNvSpPr/>
                <p:nvPr/>
              </p:nvSpPr>
              <p:spPr>
                <a:xfrm rot="16996436">
                  <a:off x="5945655" y="3431527"/>
                  <a:ext cx="158511" cy="194390"/>
                </a:xfrm>
                <a:prstGeom prst="ellipse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0CEEAC79-125A-3E31-A873-6E4005F808D2}"/>
                    </a:ext>
                  </a:extLst>
                </p:cNvPr>
                <p:cNvSpPr/>
                <p:nvPr/>
              </p:nvSpPr>
              <p:spPr>
                <a:xfrm rot="13764884">
                  <a:off x="5615793" y="3021000"/>
                  <a:ext cx="122384" cy="236082"/>
                </a:xfrm>
                <a:custGeom>
                  <a:avLst/>
                  <a:gdLst>
                    <a:gd name="connsiteX0" fmla="*/ 91400 w 139238"/>
                    <a:gd name="connsiteY0" fmla="*/ 0 h 227707"/>
                    <a:gd name="connsiteX1" fmla="*/ 109025 w 139238"/>
                    <a:gd name="connsiteY1" fmla="*/ 20134 h 227707"/>
                    <a:gd name="connsiteX2" fmla="*/ 139238 w 139238"/>
                    <a:gd name="connsiteY2" fmla="*/ 143725 h 227707"/>
                    <a:gd name="connsiteX3" fmla="*/ 131132 w 139238"/>
                    <a:gd name="connsiteY3" fmla="*/ 211759 h 227707"/>
                    <a:gd name="connsiteX4" fmla="*/ 124786 w 139238"/>
                    <a:gd name="connsiteY4" fmla="*/ 227707 h 227707"/>
                    <a:gd name="connsiteX5" fmla="*/ 63819 w 139238"/>
                    <a:gd name="connsiteY5" fmla="*/ 179694 h 227707"/>
                    <a:gd name="connsiteX6" fmla="*/ 2898 w 139238"/>
                    <a:gd name="connsiteY6" fmla="*/ 139080 h 227707"/>
                    <a:gd name="connsiteX7" fmla="*/ 0 w 139238"/>
                    <a:gd name="connsiteY7" fmla="*/ 137620 h 227707"/>
                    <a:gd name="connsiteX8" fmla="*/ 91400 w 139238"/>
                    <a:gd name="connsiteY8" fmla="*/ 0 h 2277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9238" h="227707">
                      <a:moveTo>
                        <a:pt x="91400" y="0"/>
                      </a:moveTo>
                      <a:lnTo>
                        <a:pt x="109025" y="20134"/>
                      </a:lnTo>
                      <a:cubicBezTo>
                        <a:pt x="127692" y="51764"/>
                        <a:pt x="139238" y="95460"/>
                        <a:pt x="139238" y="143725"/>
                      </a:cubicBezTo>
                      <a:cubicBezTo>
                        <a:pt x="139238" y="167858"/>
                        <a:pt x="136352" y="190848"/>
                        <a:pt x="131132" y="211759"/>
                      </a:cubicBezTo>
                      <a:lnTo>
                        <a:pt x="124786" y="227707"/>
                      </a:lnTo>
                      <a:lnTo>
                        <a:pt x="63819" y="179694"/>
                      </a:lnTo>
                      <a:cubicBezTo>
                        <a:pt x="43477" y="164764"/>
                        <a:pt x="23162" y="151081"/>
                        <a:pt x="2898" y="139080"/>
                      </a:cubicBezTo>
                      <a:lnTo>
                        <a:pt x="0" y="137620"/>
                      </a:lnTo>
                      <a:lnTo>
                        <a:pt x="91400" y="0"/>
                      </a:lnTo>
                      <a:close/>
                    </a:path>
                  </a:pathLst>
                </a:custGeom>
                <a:solidFill>
                  <a:srgbClr val="E89A3A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D446DEF8-FD1C-15F4-E326-87771DB5F5B9}"/>
                    </a:ext>
                  </a:extLst>
                </p:cNvPr>
                <p:cNvSpPr/>
                <p:nvPr/>
              </p:nvSpPr>
              <p:spPr>
                <a:xfrm rot="19584607">
                  <a:off x="5739791" y="2886782"/>
                  <a:ext cx="191858" cy="349569"/>
                </a:xfrm>
                <a:custGeom>
                  <a:avLst/>
                  <a:gdLst>
                    <a:gd name="connsiteX0" fmla="*/ 143308 w 191858"/>
                    <a:gd name="connsiteY0" fmla="*/ 13735 h 349569"/>
                    <a:gd name="connsiteX1" fmla="*/ 158472 w 191858"/>
                    <a:gd name="connsiteY1" fmla="*/ 31059 h 349569"/>
                    <a:gd name="connsiteX2" fmla="*/ 67072 w 191858"/>
                    <a:gd name="connsiteY2" fmla="*/ 168679 h 349569"/>
                    <a:gd name="connsiteX3" fmla="*/ 69970 w 191858"/>
                    <a:gd name="connsiteY3" fmla="*/ 170139 h 349569"/>
                    <a:gd name="connsiteX4" fmla="*/ 130891 w 191858"/>
                    <a:gd name="connsiteY4" fmla="*/ 210753 h 349569"/>
                    <a:gd name="connsiteX5" fmla="*/ 191858 w 191858"/>
                    <a:gd name="connsiteY5" fmla="*/ 258766 h 349569"/>
                    <a:gd name="connsiteX6" fmla="*/ 176097 w 191858"/>
                    <a:gd name="connsiteY6" fmla="*/ 298375 h 349569"/>
                    <a:gd name="connsiteX7" fmla="*/ 103155 w 191858"/>
                    <a:gd name="connsiteY7" fmla="*/ 349569 h 349569"/>
                    <a:gd name="connsiteX8" fmla="*/ 0 w 191858"/>
                    <a:gd name="connsiteY8" fmla="*/ 174784 h 349569"/>
                    <a:gd name="connsiteX9" fmla="*/ 103155 w 191858"/>
                    <a:gd name="connsiteY9" fmla="*/ 0 h 349569"/>
                    <a:gd name="connsiteX10" fmla="*/ 143308 w 191858"/>
                    <a:gd name="connsiteY10" fmla="*/ 13735 h 349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1858" h="349569">
                      <a:moveTo>
                        <a:pt x="143308" y="13735"/>
                      </a:moveTo>
                      <a:lnTo>
                        <a:pt x="158472" y="31059"/>
                      </a:lnTo>
                      <a:lnTo>
                        <a:pt x="67072" y="168679"/>
                      </a:lnTo>
                      <a:lnTo>
                        <a:pt x="69970" y="170139"/>
                      </a:lnTo>
                      <a:cubicBezTo>
                        <a:pt x="90234" y="182140"/>
                        <a:pt x="110549" y="195823"/>
                        <a:pt x="130891" y="210753"/>
                      </a:cubicBezTo>
                      <a:lnTo>
                        <a:pt x="191858" y="258766"/>
                      </a:lnTo>
                      <a:lnTo>
                        <a:pt x="176097" y="298375"/>
                      </a:lnTo>
                      <a:cubicBezTo>
                        <a:pt x="157429" y="330005"/>
                        <a:pt x="131640" y="349569"/>
                        <a:pt x="103155" y="349569"/>
                      </a:cubicBezTo>
                      <a:cubicBezTo>
                        <a:pt x="46185" y="349568"/>
                        <a:pt x="0" y="271315"/>
                        <a:pt x="0" y="174784"/>
                      </a:cubicBezTo>
                      <a:cubicBezTo>
                        <a:pt x="0" y="78253"/>
                        <a:pt x="46184" y="1"/>
                        <a:pt x="103155" y="0"/>
                      </a:cubicBezTo>
                      <a:cubicBezTo>
                        <a:pt x="117398" y="0"/>
                        <a:pt x="130966" y="4891"/>
                        <a:pt x="143308" y="13735"/>
                      </a:cubicBezTo>
                      <a:close/>
                    </a:path>
                  </a:pathLst>
                </a:cu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12E9422C-2004-4791-75C6-BEED27696233}"/>
                    </a:ext>
                  </a:extLst>
                </p:cNvPr>
                <p:cNvSpPr/>
                <p:nvPr/>
              </p:nvSpPr>
              <p:spPr>
                <a:xfrm rot="16996436">
                  <a:off x="5421290" y="2491633"/>
                  <a:ext cx="45719" cy="56067"/>
                </a:xfrm>
                <a:prstGeom prst="ellipse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7B17223A-2DDC-807C-B69F-2B82782EB8D2}"/>
                    </a:ext>
                  </a:extLst>
                </p:cNvPr>
                <p:cNvSpPr/>
                <p:nvPr/>
              </p:nvSpPr>
              <p:spPr>
                <a:xfrm rot="16996436">
                  <a:off x="5538397" y="2520318"/>
                  <a:ext cx="45719" cy="56067"/>
                </a:xfrm>
                <a:prstGeom prst="ellipse">
                  <a:avLst/>
                </a:prstGeom>
                <a:solidFill>
                  <a:srgbClr val="A5A5A5">
                    <a:lumMod val="50000"/>
                  </a:srgb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510C355A-CD56-5ED4-7C18-CE94AE3D1D2E}"/>
                    </a:ext>
                  </a:extLst>
                </p:cNvPr>
                <p:cNvSpPr/>
                <p:nvPr/>
              </p:nvSpPr>
              <p:spPr>
                <a:xfrm rot="12751688">
                  <a:off x="5443238" y="2226999"/>
                  <a:ext cx="79269" cy="97211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F525CBA6-191F-0CA7-2914-92F7A869DF14}"/>
                    </a:ext>
                  </a:extLst>
                </p:cNvPr>
                <p:cNvSpPr/>
                <p:nvPr/>
              </p:nvSpPr>
              <p:spPr>
                <a:xfrm rot="13202437">
                  <a:off x="5448471" y="2250638"/>
                  <a:ext cx="57448" cy="70451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E174AFDD-529A-A6A6-A4AF-B84100E5C45C}"/>
                    </a:ext>
                  </a:extLst>
                </p:cNvPr>
                <p:cNvSpPr/>
                <p:nvPr/>
              </p:nvSpPr>
              <p:spPr>
                <a:xfrm rot="13066296">
                  <a:off x="5480594" y="2245802"/>
                  <a:ext cx="36983" cy="45354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36AA2206-1275-1411-E9A7-73F2FF1335B7}"/>
                    </a:ext>
                  </a:extLst>
                </p:cNvPr>
                <p:cNvSpPr/>
                <p:nvPr/>
              </p:nvSpPr>
              <p:spPr>
                <a:xfrm rot="12751688">
                  <a:off x="5597514" y="2252879"/>
                  <a:ext cx="79269" cy="97211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43AFFC81-82A2-E3E1-F4BF-DED4B46E409B}"/>
                    </a:ext>
                  </a:extLst>
                </p:cNvPr>
                <p:cNvSpPr/>
                <p:nvPr/>
              </p:nvSpPr>
              <p:spPr>
                <a:xfrm rot="13202437">
                  <a:off x="5599984" y="2271665"/>
                  <a:ext cx="57448" cy="70451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05A52003-3737-243C-67D6-CDA67DBCD562}"/>
                    </a:ext>
                  </a:extLst>
                </p:cNvPr>
                <p:cNvSpPr/>
                <p:nvPr/>
              </p:nvSpPr>
              <p:spPr>
                <a:xfrm rot="13066296">
                  <a:off x="5628324" y="2266977"/>
                  <a:ext cx="36983" cy="45354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id="{F7E6AB7E-F88B-1ABB-DCE9-3D3D9B212471}"/>
                  </a:ext>
                </a:extLst>
              </p:cNvPr>
              <p:cNvSpPr/>
              <p:nvPr/>
            </p:nvSpPr>
            <p:spPr>
              <a:xfrm rot="7973619">
                <a:off x="5399586" y="2423620"/>
                <a:ext cx="252524" cy="252524"/>
              </a:xfrm>
              <a:prstGeom prst="arc">
                <a:avLst/>
              </a:pr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BB882DFF-F817-0BDA-637C-A01CF907658C}"/>
                </a:ext>
              </a:extLst>
            </p:cNvPr>
            <p:cNvSpPr/>
            <p:nvPr/>
          </p:nvSpPr>
          <p:spPr>
            <a:xfrm rot="7973619">
              <a:off x="1658833" y="1573000"/>
              <a:ext cx="738837" cy="738837"/>
            </a:xfrm>
            <a:prstGeom prst="arc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9304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C6998C02-D28F-BEC3-DBCB-BCF246245AFA}"/>
              </a:ext>
            </a:extLst>
          </p:cNvPr>
          <p:cNvGrpSpPr/>
          <p:nvPr/>
        </p:nvGrpSpPr>
        <p:grpSpPr>
          <a:xfrm>
            <a:off x="2717767" y="965094"/>
            <a:ext cx="5353878" cy="6474423"/>
            <a:chOff x="3776869" y="96462"/>
            <a:chExt cx="5353878" cy="6474423"/>
          </a:xfrm>
          <a:solidFill>
            <a:schemeClr val="bg1"/>
          </a:solidFill>
        </p:grpSpPr>
        <p:sp>
          <p:nvSpPr>
            <p:cNvPr id="59" name="Moon 6">
              <a:extLst>
                <a:ext uri="{FF2B5EF4-FFF2-40B4-BE49-F238E27FC236}">
                  <a16:creationId xmlns:a16="http://schemas.microsoft.com/office/drawing/2014/main" id="{6D5A01D5-911D-0A4C-89C6-77E7F42A0BFF}"/>
                </a:ext>
              </a:extLst>
            </p:cNvPr>
            <p:cNvSpPr/>
            <p:nvPr/>
          </p:nvSpPr>
          <p:spPr>
            <a:xfrm>
              <a:off x="3962089" y="3204961"/>
              <a:ext cx="969138" cy="2657152"/>
            </a:xfrm>
            <a:custGeom>
              <a:avLst/>
              <a:gdLst>
                <a:gd name="connsiteX0" fmla="*/ 950889 w 950889"/>
                <a:gd name="connsiteY0" fmla="*/ 1901778 h 1901778"/>
                <a:gd name="connsiteX1" fmla="*/ 0 w 950889"/>
                <a:gd name="connsiteY1" fmla="*/ 950889 h 1901778"/>
                <a:gd name="connsiteX2" fmla="*/ 950889 w 950889"/>
                <a:gd name="connsiteY2" fmla="*/ 0 h 1901778"/>
                <a:gd name="connsiteX3" fmla="*/ 950889 w 950889"/>
                <a:gd name="connsiteY3" fmla="*/ 1901778 h 1901778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1712 w 951712"/>
                <a:gd name="connsiteY0" fmla="*/ 2657152 h 2657152"/>
                <a:gd name="connsiteX1" fmla="*/ 823 w 951712"/>
                <a:gd name="connsiteY1" fmla="*/ 1706263 h 2657152"/>
                <a:gd name="connsiteX2" fmla="*/ 951712 w 951712"/>
                <a:gd name="connsiteY2" fmla="*/ 0 h 2657152"/>
                <a:gd name="connsiteX3" fmla="*/ 951712 w 951712"/>
                <a:gd name="connsiteY3" fmla="*/ 2657152 h 2657152"/>
                <a:gd name="connsiteX0" fmla="*/ 232577 w 232577"/>
                <a:gd name="connsiteY0" fmla="*/ 2657152 h 2657152"/>
                <a:gd name="connsiteX1" fmla="*/ 232577 w 232577"/>
                <a:gd name="connsiteY1" fmla="*/ 0 h 2657152"/>
                <a:gd name="connsiteX2" fmla="*/ 232577 w 232577"/>
                <a:gd name="connsiteY2" fmla="*/ 2657152 h 2657152"/>
                <a:gd name="connsiteX0" fmla="*/ 735954 w 735954"/>
                <a:gd name="connsiteY0" fmla="*/ 2657152 h 2657152"/>
                <a:gd name="connsiteX1" fmla="*/ 735954 w 735954"/>
                <a:gd name="connsiteY1" fmla="*/ 0 h 2657152"/>
                <a:gd name="connsiteX2" fmla="*/ 735954 w 735954"/>
                <a:gd name="connsiteY2" fmla="*/ 2657152 h 2657152"/>
                <a:gd name="connsiteX0" fmla="*/ 969138 w 969138"/>
                <a:gd name="connsiteY0" fmla="*/ 2657152 h 2657152"/>
                <a:gd name="connsiteX1" fmla="*/ 969138 w 969138"/>
                <a:gd name="connsiteY1" fmla="*/ 0 h 2657152"/>
                <a:gd name="connsiteX2" fmla="*/ 969138 w 969138"/>
                <a:gd name="connsiteY2" fmla="*/ 2657152 h 265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138" h="2657152">
                  <a:moveTo>
                    <a:pt x="969138" y="2657152"/>
                  </a:moveTo>
                  <a:lnTo>
                    <a:pt x="969138" y="0"/>
                  </a:lnTo>
                  <a:cubicBezTo>
                    <a:pt x="-513" y="239674"/>
                    <a:pt x="-610113" y="2099424"/>
                    <a:pt x="969138" y="265715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Moon 6">
              <a:extLst>
                <a:ext uri="{FF2B5EF4-FFF2-40B4-BE49-F238E27FC236}">
                  <a16:creationId xmlns:a16="http://schemas.microsoft.com/office/drawing/2014/main" id="{A3ECBBC0-6DDA-6186-FB69-A07AB7EFEC45}"/>
                </a:ext>
              </a:extLst>
            </p:cNvPr>
            <p:cNvSpPr/>
            <p:nvPr/>
          </p:nvSpPr>
          <p:spPr>
            <a:xfrm flipH="1">
              <a:off x="7932458" y="3229982"/>
              <a:ext cx="969138" cy="2657152"/>
            </a:xfrm>
            <a:custGeom>
              <a:avLst/>
              <a:gdLst>
                <a:gd name="connsiteX0" fmla="*/ 950889 w 950889"/>
                <a:gd name="connsiteY0" fmla="*/ 1901778 h 1901778"/>
                <a:gd name="connsiteX1" fmla="*/ 0 w 950889"/>
                <a:gd name="connsiteY1" fmla="*/ 950889 h 1901778"/>
                <a:gd name="connsiteX2" fmla="*/ 950889 w 950889"/>
                <a:gd name="connsiteY2" fmla="*/ 0 h 1901778"/>
                <a:gd name="connsiteX3" fmla="*/ 950889 w 950889"/>
                <a:gd name="connsiteY3" fmla="*/ 1901778 h 1901778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1712 w 951712"/>
                <a:gd name="connsiteY0" fmla="*/ 2657152 h 2657152"/>
                <a:gd name="connsiteX1" fmla="*/ 823 w 951712"/>
                <a:gd name="connsiteY1" fmla="*/ 1706263 h 2657152"/>
                <a:gd name="connsiteX2" fmla="*/ 951712 w 951712"/>
                <a:gd name="connsiteY2" fmla="*/ 0 h 2657152"/>
                <a:gd name="connsiteX3" fmla="*/ 951712 w 951712"/>
                <a:gd name="connsiteY3" fmla="*/ 2657152 h 2657152"/>
                <a:gd name="connsiteX0" fmla="*/ 232577 w 232577"/>
                <a:gd name="connsiteY0" fmla="*/ 2657152 h 2657152"/>
                <a:gd name="connsiteX1" fmla="*/ 232577 w 232577"/>
                <a:gd name="connsiteY1" fmla="*/ 0 h 2657152"/>
                <a:gd name="connsiteX2" fmla="*/ 232577 w 232577"/>
                <a:gd name="connsiteY2" fmla="*/ 2657152 h 2657152"/>
                <a:gd name="connsiteX0" fmla="*/ 735954 w 735954"/>
                <a:gd name="connsiteY0" fmla="*/ 2657152 h 2657152"/>
                <a:gd name="connsiteX1" fmla="*/ 735954 w 735954"/>
                <a:gd name="connsiteY1" fmla="*/ 0 h 2657152"/>
                <a:gd name="connsiteX2" fmla="*/ 735954 w 735954"/>
                <a:gd name="connsiteY2" fmla="*/ 2657152 h 2657152"/>
                <a:gd name="connsiteX0" fmla="*/ 969138 w 969138"/>
                <a:gd name="connsiteY0" fmla="*/ 2657152 h 2657152"/>
                <a:gd name="connsiteX1" fmla="*/ 969138 w 969138"/>
                <a:gd name="connsiteY1" fmla="*/ 0 h 2657152"/>
                <a:gd name="connsiteX2" fmla="*/ 969138 w 969138"/>
                <a:gd name="connsiteY2" fmla="*/ 2657152 h 265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138" h="2657152">
                  <a:moveTo>
                    <a:pt x="969138" y="2657152"/>
                  </a:moveTo>
                  <a:lnTo>
                    <a:pt x="969138" y="0"/>
                  </a:lnTo>
                  <a:cubicBezTo>
                    <a:pt x="-513" y="239674"/>
                    <a:pt x="-610113" y="2099424"/>
                    <a:pt x="969138" y="265715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DF705A4-DBEB-10DA-17AA-243661684A8F}"/>
                </a:ext>
              </a:extLst>
            </p:cNvPr>
            <p:cNvSpPr/>
            <p:nvPr/>
          </p:nvSpPr>
          <p:spPr>
            <a:xfrm>
              <a:off x="3776869" y="344557"/>
              <a:ext cx="5353878" cy="437321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538F46D-6D73-678D-D717-93987CE8219D}"/>
                </a:ext>
              </a:extLst>
            </p:cNvPr>
            <p:cNvSpPr/>
            <p:nvPr/>
          </p:nvSpPr>
          <p:spPr>
            <a:xfrm rot="5400000">
              <a:off x="4743948" y="2697056"/>
              <a:ext cx="3405989" cy="4041435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8">
              <a:extLst>
                <a:ext uri="{FF2B5EF4-FFF2-40B4-BE49-F238E27FC236}">
                  <a16:creationId xmlns:a16="http://schemas.microsoft.com/office/drawing/2014/main" id="{CCFA84B5-0A24-CB27-4FD8-98267EA91056}"/>
                </a:ext>
              </a:extLst>
            </p:cNvPr>
            <p:cNvSpPr/>
            <p:nvPr/>
          </p:nvSpPr>
          <p:spPr>
            <a:xfrm>
              <a:off x="7060118" y="5914439"/>
              <a:ext cx="706915" cy="656446"/>
            </a:xfrm>
            <a:custGeom>
              <a:avLst/>
              <a:gdLst>
                <a:gd name="connsiteX0" fmla="*/ 0 w 344557"/>
                <a:gd name="connsiteY0" fmla="*/ 0 h 258507"/>
                <a:gd name="connsiteX1" fmla="*/ 344557 w 344557"/>
                <a:gd name="connsiteY1" fmla="*/ 0 h 258507"/>
                <a:gd name="connsiteX2" fmla="*/ 344557 w 344557"/>
                <a:gd name="connsiteY2" fmla="*/ 258507 h 258507"/>
                <a:gd name="connsiteX3" fmla="*/ 0 w 344557"/>
                <a:gd name="connsiteY3" fmla="*/ 258507 h 258507"/>
                <a:gd name="connsiteX4" fmla="*/ 0 w 344557"/>
                <a:gd name="connsiteY4" fmla="*/ 0 h 258507"/>
                <a:gd name="connsiteX0" fmla="*/ 0 w 344557"/>
                <a:gd name="connsiteY0" fmla="*/ 31336 h 289843"/>
                <a:gd name="connsiteX1" fmla="*/ 155161 w 344557"/>
                <a:gd name="connsiteY1" fmla="*/ 0 h 289843"/>
                <a:gd name="connsiteX2" fmla="*/ 344557 w 344557"/>
                <a:gd name="connsiteY2" fmla="*/ 31336 h 289843"/>
                <a:gd name="connsiteX3" fmla="*/ 344557 w 344557"/>
                <a:gd name="connsiteY3" fmla="*/ 289843 h 289843"/>
                <a:gd name="connsiteX4" fmla="*/ 0 w 344557"/>
                <a:gd name="connsiteY4" fmla="*/ 289843 h 289843"/>
                <a:gd name="connsiteX5" fmla="*/ 0 w 344557"/>
                <a:gd name="connsiteY5" fmla="*/ 31336 h 289843"/>
                <a:gd name="connsiteX0" fmla="*/ 0 w 522357"/>
                <a:gd name="connsiteY0" fmla="*/ 31336 h 289843"/>
                <a:gd name="connsiteX1" fmla="*/ 155161 w 522357"/>
                <a:gd name="connsiteY1" fmla="*/ 0 h 289843"/>
                <a:gd name="connsiteX2" fmla="*/ 522357 w 522357"/>
                <a:gd name="connsiteY2" fmla="*/ 15461 h 289843"/>
                <a:gd name="connsiteX3" fmla="*/ 344557 w 522357"/>
                <a:gd name="connsiteY3" fmla="*/ 289843 h 289843"/>
                <a:gd name="connsiteX4" fmla="*/ 0 w 522357"/>
                <a:gd name="connsiteY4" fmla="*/ 289843 h 289843"/>
                <a:gd name="connsiteX5" fmla="*/ 0 w 522357"/>
                <a:gd name="connsiteY5" fmla="*/ 31336 h 289843"/>
                <a:gd name="connsiteX0" fmla="*/ 0 w 522357"/>
                <a:gd name="connsiteY0" fmla="*/ 31336 h 439068"/>
                <a:gd name="connsiteX1" fmla="*/ 155161 w 522357"/>
                <a:gd name="connsiteY1" fmla="*/ 0 h 439068"/>
                <a:gd name="connsiteX2" fmla="*/ 522357 w 522357"/>
                <a:gd name="connsiteY2" fmla="*/ 15461 h 439068"/>
                <a:gd name="connsiteX3" fmla="*/ 246132 w 522357"/>
                <a:gd name="connsiteY3" fmla="*/ 439068 h 439068"/>
                <a:gd name="connsiteX4" fmla="*/ 0 w 522357"/>
                <a:gd name="connsiteY4" fmla="*/ 289843 h 439068"/>
                <a:gd name="connsiteX5" fmla="*/ 0 w 522357"/>
                <a:gd name="connsiteY5" fmla="*/ 31336 h 439068"/>
                <a:gd name="connsiteX0" fmla="*/ 53975 w 576332"/>
                <a:gd name="connsiteY0" fmla="*/ 31336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5" fmla="*/ 53975 w 576332"/>
                <a:gd name="connsiteY5" fmla="*/ 31336 h 439068"/>
                <a:gd name="connsiteX0" fmla="*/ 0 w 576332"/>
                <a:gd name="connsiteY0" fmla="*/ 388268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0" fmla="*/ 0 w 576332"/>
                <a:gd name="connsiteY0" fmla="*/ 576510 h 627310"/>
                <a:gd name="connsiteX1" fmla="*/ 209136 w 576332"/>
                <a:gd name="connsiteY1" fmla="*/ 188242 h 627310"/>
                <a:gd name="connsiteX2" fmla="*/ 576332 w 576332"/>
                <a:gd name="connsiteY2" fmla="*/ 203703 h 627310"/>
                <a:gd name="connsiteX3" fmla="*/ 300107 w 576332"/>
                <a:gd name="connsiteY3" fmla="*/ 627310 h 627310"/>
                <a:gd name="connsiteX4" fmla="*/ 0 w 576332"/>
                <a:gd name="connsiteY4" fmla="*/ 576510 h 627310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124529 w 700861"/>
                <a:gd name="connsiteY4" fmla="*/ 567196 h 617996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289216 w 700861"/>
                <a:gd name="connsiteY4" fmla="*/ 537702 h 617996"/>
                <a:gd name="connsiteX5" fmla="*/ 124529 w 700861"/>
                <a:gd name="connsiteY5" fmla="*/ 567196 h 617996"/>
                <a:gd name="connsiteX0" fmla="*/ 124529 w 424636"/>
                <a:gd name="connsiteY0" fmla="*/ 567196 h 617996"/>
                <a:gd name="connsiteX1" fmla="*/ 333665 w 424636"/>
                <a:gd name="connsiteY1" fmla="*/ 178928 h 617996"/>
                <a:gd name="connsiteX2" fmla="*/ 424636 w 424636"/>
                <a:gd name="connsiteY2" fmla="*/ 617996 h 617996"/>
                <a:gd name="connsiteX3" fmla="*/ 289216 w 424636"/>
                <a:gd name="connsiteY3" fmla="*/ 537702 h 617996"/>
                <a:gd name="connsiteX4" fmla="*/ 124529 w 424636"/>
                <a:gd name="connsiteY4" fmla="*/ 567196 h 617996"/>
                <a:gd name="connsiteX0" fmla="*/ 124529 w 567351"/>
                <a:gd name="connsiteY0" fmla="*/ 567196 h 617996"/>
                <a:gd name="connsiteX1" fmla="*/ 333665 w 567351"/>
                <a:gd name="connsiteY1" fmla="*/ 178928 h 617996"/>
                <a:gd name="connsiteX2" fmla="*/ 424636 w 567351"/>
                <a:gd name="connsiteY2" fmla="*/ 617996 h 617996"/>
                <a:gd name="connsiteX3" fmla="*/ 289216 w 567351"/>
                <a:gd name="connsiteY3" fmla="*/ 537702 h 617996"/>
                <a:gd name="connsiteX4" fmla="*/ 124529 w 567351"/>
                <a:gd name="connsiteY4" fmla="*/ 567196 h 617996"/>
                <a:gd name="connsiteX0" fmla="*/ 124529 w 696228"/>
                <a:gd name="connsiteY0" fmla="*/ 567196 h 617996"/>
                <a:gd name="connsiteX1" fmla="*/ 333665 w 696228"/>
                <a:gd name="connsiteY1" fmla="*/ 178928 h 617996"/>
                <a:gd name="connsiteX2" fmla="*/ 424636 w 696228"/>
                <a:gd name="connsiteY2" fmla="*/ 617996 h 617996"/>
                <a:gd name="connsiteX3" fmla="*/ 289216 w 696228"/>
                <a:gd name="connsiteY3" fmla="*/ 537702 h 617996"/>
                <a:gd name="connsiteX4" fmla="*/ 124529 w 696228"/>
                <a:gd name="connsiteY4" fmla="*/ 567196 h 617996"/>
                <a:gd name="connsiteX0" fmla="*/ 78167 w 649866"/>
                <a:gd name="connsiteY0" fmla="*/ 593595 h 644395"/>
                <a:gd name="connsiteX1" fmla="*/ 287303 w 649866"/>
                <a:gd name="connsiteY1" fmla="*/ 205327 h 644395"/>
                <a:gd name="connsiteX2" fmla="*/ 378274 w 649866"/>
                <a:gd name="connsiteY2" fmla="*/ 644395 h 644395"/>
                <a:gd name="connsiteX3" fmla="*/ 242854 w 649866"/>
                <a:gd name="connsiteY3" fmla="*/ 564101 h 644395"/>
                <a:gd name="connsiteX4" fmla="*/ 78167 w 649866"/>
                <a:gd name="connsiteY4" fmla="*/ 593595 h 644395"/>
                <a:gd name="connsiteX0" fmla="*/ 78167 w 603229"/>
                <a:gd name="connsiteY0" fmla="*/ 593595 h 644395"/>
                <a:gd name="connsiteX1" fmla="*/ 287303 w 603229"/>
                <a:gd name="connsiteY1" fmla="*/ 205327 h 644395"/>
                <a:gd name="connsiteX2" fmla="*/ 378274 w 603229"/>
                <a:gd name="connsiteY2" fmla="*/ 644395 h 644395"/>
                <a:gd name="connsiteX3" fmla="*/ 242854 w 603229"/>
                <a:gd name="connsiteY3" fmla="*/ 564101 h 644395"/>
                <a:gd name="connsiteX4" fmla="*/ 78167 w 603229"/>
                <a:gd name="connsiteY4" fmla="*/ 593595 h 644395"/>
                <a:gd name="connsiteX0" fmla="*/ 134845 w 659907"/>
                <a:gd name="connsiteY0" fmla="*/ 604755 h 655555"/>
                <a:gd name="connsiteX1" fmla="*/ 343981 w 659907"/>
                <a:gd name="connsiteY1" fmla="*/ 216487 h 655555"/>
                <a:gd name="connsiteX2" fmla="*/ 434952 w 659907"/>
                <a:gd name="connsiteY2" fmla="*/ 655555 h 655555"/>
                <a:gd name="connsiteX3" fmla="*/ 299532 w 659907"/>
                <a:gd name="connsiteY3" fmla="*/ 575261 h 655555"/>
                <a:gd name="connsiteX4" fmla="*/ 134845 w 659907"/>
                <a:gd name="connsiteY4" fmla="*/ 604755 h 655555"/>
                <a:gd name="connsiteX0" fmla="*/ 134845 w 701493"/>
                <a:gd name="connsiteY0" fmla="*/ 604755 h 655555"/>
                <a:gd name="connsiteX1" fmla="*/ 343981 w 701493"/>
                <a:gd name="connsiteY1" fmla="*/ 216487 h 655555"/>
                <a:gd name="connsiteX2" fmla="*/ 434952 w 701493"/>
                <a:gd name="connsiteY2" fmla="*/ 655555 h 655555"/>
                <a:gd name="connsiteX3" fmla="*/ 299532 w 701493"/>
                <a:gd name="connsiteY3" fmla="*/ 575261 h 655555"/>
                <a:gd name="connsiteX4" fmla="*/ 134845 w 701493"/>
                <a:gd name="connsiteY4" fmla="*/ 604755 h 655555"/>
                <a:gd name="connsiteX0" fmla="*/ 134845 w 706915"/>
                <a:gd name="connsiteY0" fmla="*/ 604755 h 655555"/>
                <a:gd name="connsiteX1" fmla="*/ 343981 w 706915"/>
                <a:gd name="connsiteY1" fmla="*/ 216487 h 655555"/>
                <a:gd name="connsiteX2" fmla="*/ 434952 w 706915"/>
                <a:gd name="connsiteY2" fmla="*/ 655555 h 655555"/>
                <a:gd name="connsiteX3" fmla="*/ 299532 w 706915"/>
                <a:gd name="connsiteY3" fmla="*/ 575261 h 655555"/>
                <a:gd name="connsiteX4" fmla="*/ 134845 w 706915"/>
                <a:gd name="connsiteY4" fmla="*/ 604755 h 655555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915" h="656446">
                  <a:moveTo>
                    <a:pt x="134845" y="604755"/>
                  </a:moveTo>
                  <a:cubicBezTo>
                    <a:pt x="-230418" y="465807"/>
                    <a:pt x="252044" y="-393865"/>
                    <a:pt x="343981" y="216487"/>
                  </a:cubicBezTo>
                  <a:cubicBezTo>
                    <a:pt x="691805" y="-338832"/>
                    <a:pt x="906278" y="442524"/>
                    <a:pt x="434952" y="655555"/>
                  </a:cubicBezTo>
                  <a:cubicBezTo>
                    <a:pt x="387695" y="665832"/>
                    <a:pt x="346789" y="584034"/>
                    <a:pt x="299532" y="575261"/>
                  </a:cubicBezTo>
                  <a:cubicBezTo>
                    <a:pt x="244636" y="585092"/>
                    <a:pt x="192916" y="629849"/>
                    <a:pt x="134845" y="60475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Moon 63">
              <a:extLst>
                <a:ext uri="{FF2B5EF4-FFF2-40B4-BE49-F238E27FC236}">
                  <a16:creationId xmlns:a16="http://schemas.microsoft.com/office/drawing/2014/main" id="{4375DB51-63D6-3A65-0178-574A739138A3}"/>
                </a:ext>
              </a:extLst>
            </p:cNvPr>
            <p:cNvSpPr/>
            <p:nvPr/>
          </p:nvSpPr>
          <p:spPr>
            <a:xfrm rot="16200000">
              <a:off x="6700043" y="4860132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Moon 64">
              <a:extLst>
                <a:ext uri="{FF2B5EF4-FFF2-40B4-BE49-F238E27FC236}">
                  <a16:creationId xmlns:a16="http://schemas.microsoft.com/office/drawing/2014/main" id="{3860B24E-B908-0F14-60E5-01D7D7C95479}"/>
                </a:ext>
              </a:extLst>
            </p:cNvPr>
            <p:cNvSpPr/>
            <p:nvPr/>
          </p:nvSpPr>
          <p:spPr>
            <a:xfrm rot="16200000">
              <a:off x="6014803" y="4860132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Moon 65">
              <a:extLst>
                <a:ext uri="{FF2B5EF4-FFF2-40B4-BE49-F238E27FC236}">
                  <a16:creationId xmlns:a16="http://schemas.microsoft.com/office/drawing/2014/main" id="{AD54001B-D6D9-4C4B-C820-FA1A7E56A711}"/>
                </a:ext>
              </a:extLst>
            </p:cNvPr>
            <p:cNvSpPr/>
            <p:nvPr/>
          </p:nvSpPr>
          <p:spPr>
            <a:xfrm rot="16200000">
              <a:off x="5335226" y="4692237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Moon 66">
              <a:extLst>
                <a:ext uri="{FF2B5EF4-FFF2-40B4-BE49-F238E27FC236}">
                  <a16:creationId xmlns:a16="http://schemas.microsoft.com/office/drawing/2014/main" id="{D2B4CC18-DDB2-9479-EA42-AA2F64E602D6}"/>
                </a:ext>
              </a:extLst>
            </p:cNvPr>
            <p:cNvSpPr/>
            <p:nvPr/>
          </p:nvSpPr>
          <p:spPr>
            <a:xfrm rot="16200000">
              <a:off x="5616334" y="4220169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Moon 67">
              <a:extLst>
                <a:ext uri="{FF2B5EF4-FFF2-40B4-BE49-F238E27FC236}">
                  <a16:creationId xmlns:a16="http://schemas.microsoft.com/office/drawing/2014/main" id="{9DCBBB01-84CA-E372-011C-058E1880FB59}"/>
                </a:ext>
              </a:extLst>
            </p:cNvPr>
            <p:cNvSpPr/>
            <p:nvPr/>
          </p:nvSpPr>
          <p:spPr>
            <a:xfrm rot="16200000">
              <a:off x="6349311" y="4363297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Moon 68">
              <a:extLst>
                <a:ext uri="{FF2B5EF4-FFF2-40B4-BE49-F238E27FC236}">
                  <a16:creationId xmlns:a16="http://schemas.microsoft.com/office/drawing/2014/main" id="{2CF5A036-F497-3F49-056F-E46FBECB0329}"/>
                </a:ext>
              </a:extLst>
            </p:cNvPr>
            <p:cNvSpPr/>
            <p:nvPr/>
          </p:nvSpPr>
          <p:spPr>
            <a:xfrm rot="16200000">
              <a:off x="7114417" y="4220169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Moon 69">
              <a:extLst>
                <a:ext uri="{FF2B5EF4-FFF2-40B4-BE49-F238E27FC236}">
                  <a16:creationId xmlns:a16="http://schemas.microsoft.com/office/drawing/2014/main" id="{4F5BE21C-B2D1-E492-FBC3-FF20E2EBB6C5}"/>
                </a:ext>
              </a:extLst>
            </p:cNvPr>
            <p:cNvSpPr/>
            <p:nvPr/>
          </p:nvSpPr>
          <p:spPr>
            <a:xfrm rot="16200000">
              <a:off x="7377322" y="4718469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Moon 70">
              <a:extLst>
                <a:ext uri="{FF2B5EF4-FFF2-40B4-BE49-F238E27FC236}">
                  <a16:creationId xmlns:a16="http://schemas.microsoft.com/office/drawing/2014/main" id="{3E1048DC-5D21-A08D-D3AE-4F81D7164793}"/>
                </a:ext>
              </a:extLst>
            </p:cNvPr>
            <p:cNvSpPr/>
            <p:nvPr/>
          </p:nvSpPr>
          <p:spPr>
            <a:xfrm rot="16200000">
              <a:off x="7114417" y="5276378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Moon 71">
              <a:extLst>
                <a:ext uri="{FF2B5EF4-FFF2-40B4-BE49-F238E27FC236}">
                  <a16:creationId xmlns:a16="http://schemas.microsoft.com/office/drawing/2014/main" id="{2F43C6AB-895F-BCAE-EA18-E690B96A9851}"/>
                </a:ext>
              </a:extLst>
            </p:cNvPr>
            <p:cNvSpPr/>
            <p:nvPr/>
          </p:nvSpPr>
          <p:spPr>
            <a:xfrm rot="16200000">
              <a:off x="6354487" y="5455370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Moon 72">
              <a:extLst>
                <a:ext uri="{FF2B5EF4-FFF2-40B4-BE49-F238E27FC236}">
                  <a16:creationId xmlns:a16="http://schemas.microsoft.com/office/drawing/2014/main" id="{C48D3D1F-125F-F10E-6A75-D93872E2EDF3}"/>
                </a:ext>
              </a:extLst>
            </p:cNvPr>
            <p:cNvSpPr/>
            <p:nvPr/>
          </p:nvSpPr>
          <p:spPr>
            <a:xfrm rot="16200000">
              <a:off x="5625324" y="5264254"/>
              <a:ext cx="195262" cy="390524"/>
            </a:xfrm>
            <a:prstGeom prst="moon">
              <a:avLst>
                <a:gd name="adj" fmla="val 52439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976731E-9187-DE19-FD60-AD0B63F2063F}"/>
                </a:ext>
              </a:extLst>
            </p:cNvPr>
            <p:cNvSpPr/>
            <p:nvPr/>
          </p:nvSpPr>
          <p:spPr>
            <a:xfrm>
              <a:off x="3914862" y="368165"/>
              <a:ext cx="949238" cy="1099955"/>
            </a:xfrm>
            <a:custGeom>
              <a:avLst/>
              <a:gdLst>
                <a:gd name="connsiteX0" fmla="*/ 498336 w 955536"/>
                <a:gd name="connsiteY0" fmla="*/ 1155829 h 1155829"/>
                <a:gd name="connsiteX1" fmla="*/ 180836 w 955536"/>
                <a:gd name="connsiteY1" fmla="*/ 939929 h 1155829"/>
                <a:gd name="connsiteX2" fmla="*/ 28436 w 955536"/>
                <a:gd name="connsiteY2" fmla="*/ 444629 h 1155829"/>
                <a:gd name="connsiteX3" fmla="*/ 28436 w 955536"/>
                <a:gd name="connsiteY3" fmla="*/ 266829 h 1155829"/>
                <a:gd name="connsiteX4" fmla="*/ 320536 w 955536"/>
                <a:gd name="connsiteY4" fmla="*/ 444629 h 1155829"/>
                <a:gd name="connsiteX5" fmla="*/ 396736 w 955536"/>
                <a:gd name="connsiteY5" fmla="*/ 129 h 1155829"/>
                <a:gd name="connsiteX6" fmla="*/ 955536 w 955536"/>
                <a:gd name="connsiteY6" fmla="*/ 495429 h 1155829"/>
                <a:gd name="connsiteX7" fmla="*/ 955536 w 955536"/>
                <a:gd name="connsiteY7" fmla="*/ 495429 h 1155829"/>
                <a:gd name="connsiteX0" fmla="*/ 473408 w 930608"/>
                <a:gd name="connsiteY0" fmla="*/ 1155829 h 1155829"/>
                <a:gd name="connsiteX1" fmla="*/ 155908 w 930608"/>
                <a:gd name="connsiteY1" fmla="*/ 939929 h 1155829"/>
                <a:gd name="connsiteX2" fmla="*/ 3508 w 930608"/>
                <a:gd name="connsiteY2" fmla="*/ 266829 h 1155829"/>
                <a:gd name="connsiteX3" fmla="*/ 295608 w 930608"/>
                <a:gd name="connsiteY3" fmla="*/ 444629 h 1155829"/>
                <a:gd name="connsiteX4" fmla="*/ 371808 w 930608"/>
                <a:gd name="connsiteY4" fmla="*/ 129 h 1155829"/>
                <a:gd name="connsiteX5" fmla="*/ 930608 w 930608"/>
                <a:gd name="connsiteY5" fmla="*/ 495429 h 1155829"/>
                <a:gd name="connsiteX6" fmla="*/ 930608 w 930608"/>
                <a:gd name="connsiteY6" fmla="*/ 495429 h 1155829"/>
                <a:gd name="connsiteX0" fmla="*/ 469969 w 927169"/>
                <a:gd name="connsiteY0" fmla="*/ 1155829 h 1169918"/>
                <a:gd name="connsiteX1" fmla="*/ 266769 w 927169"/>
                <a:gd name="connsiteY1" fmla="*/ 1099949 h 1169918"/>
                <a:gd name="connsiteX2" fmla="*/ 69 w 927169"/>
                <a:gd name="connsiteY2" fmla="*/ 266829 h 1169918"/>
                <a:gd name="connsiteX3" fmla="*/ 292169 w 927169"/>
                <a:gd name="connsiteY3" fmla="*/ 444629 h 1169918"/>
                <a:gd name="connsiteX4" fmla="*/ 368369 w 927169"/>
                <a:gd name="connsiteY4" fmla="*/ 129 h 1169918"/>
                <a:gd name="connsiteX5" fmla="*/ 927169 w 927169"/>
                <a:gd name="connsiteY5" fmla="*/ 495429 h 1169918"/>
                <a:gd name="connsiteX6" fmla="*/ 927169 w 927169"/>
                <a:gd name="connsiteY6" fmla="*/ 495429 h 1169918"/>
                <a:gd name="connsiteX0" fmla="*/ 266769 w 927169"/>
                <a:gd name="connsiteY0" fmla="*/ 1099949 h 1099949"/>
                <a:gd name="connsiteX1" fmla="*/ 69 w 927169"/>
                <a:gd name="connsiteY1" fmla="*/ 266829 h 1099949"/>
                <a:gd name="connsiteX2" fmla="*/ 292169 w 927169"/>
                <a:gd name="connsiteY2" fmla="*/ 444629 h 1099949"/>
                <a:gd name="connsiteX3" fmla="*/ 368369 w 927169"/>
                <a:gd name="connsiteY3" fmla="*/ 129 h 1099949"/>
                <a:gd name="connsiteX4" fmla="*/ 927169 w 927169"/>
                <a:gd name="connsiteY4" fmla="*/ 495429 h 1099949"/>
                <a:gd name="connsiteX5" fmla="*/ 927169 w 927169"/>
                <a:gd name="connsiteY5" fmla="*/ 495429 h 1099949"/>
                <a:gd name="connsiteX0" fmla="*/ 274386 w 934786"/>
                <a:gd name="connsiteY0" fmla="*/ 1099955 h 1099955"/>
                <a:gd name="connsiteX1" fmla="*/ 66 w 934786"/>
                <a:gd name="connsiteY1" fmla="*/ 373515 h 1099955"/>
                <a:gd name="connsiteX2" fmla="*/ 299786 w 934786"/>
                <a:gd name="connsiteY2" fmla="*/ 444635 h 1099955"/>
                <a:gd name="connsiteX3" fmla="*/ 375986 w 934786"/>
                <a:gd name="connsiteY3" fmla="*/ 135 h 1099955"/>
                <a:gd name="connsiteX4" fmla="*/ 934786 w 934786"/>
                <a:gd name="connsiteY4" fmla="*/ 495435 h 1099955"/>
                <a:gd name="connsiteX5" fmla="*/ 934786 w 934786"/>
                <a:gd name="connsiteY5" fmla="*/ 495435 h 1099955"/>
                <a:gd name="connsiteX0" fmla="*/ 288838 w 949238"/>
                <a:gd name="connsiteY0" fmla="*/ 1099955 h 1099955"/>
                <a:gd name="connsiteX1" fmla="*/ 14518 w 949238"/>
                <a:gd name="connsiteY1" fmla="*/ 373515 h 1099955"/>
                <a:gd name="connsiteX2" fmla="*/ 314238 w 949238"/>
                <a:gd name="connsiteY2" fmla="*/ 444635 h 1099955"/>
                <a:gd name="connsiteX3" fmla="*/ 390438 w 949238"/>
                <a:gd name="connsiteY3" fmla="*/ 135 h 1099955"/>
                <a:gd name="connsiteX4" fmla="*/ 949238 w 949238"/>
                <a:gd name="connsiteY4" fmla="*/ 495435 h 1099955"/>
                <a:gd name="connsiteX5" fmla="*/ 949238 w 949238"/>
                <a:gd name="connsiteY5" fmla="*/ 495435 h 109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9238" h="1099955">
                  <a:moveTo>
                    <a:pt x="288838" y="1099955"/>
                  </a:moveTo>
                  <a:cubicBezTo>
                    <a:pt x="210521" y="951788"/>
                    <a:pt x="-65915" y="482735"/>
                    <a:pt x="14518" y="373515"/>
                  </a:cubicBezTo>
                  <a:cubicBezTo>
                    <a:pt x="94951" y="264295"/>
                    <a:pt x="251585" y="506865"/>
                    <a:pt x="314238" y="444635"/>
                  </a:cubicBezTo>
                  <a:cubicBezTo>
                    <a:pt x="376891" y="382405"/>
                    <a:pt x="284605" y="-8332"/>
                    <a:pt x="390438" y="135"/>
                  </a:cubicBezTo>
                  <a:cubicBezTo>
                    <a:pt x="496271" y="8602"/>
                    <a:pt x="949238" y="495435"/>
                    <a:pt x="949238" y="495435"/>
                  </a:cubicBezTo>
                  <a:lnTo>
                    <a:pt x="949238" y="495435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Rectangle 8">
              <a:extLst>
                <a:ext uri="{FF2B5EF4-FFF2-40B4-BE49-F238E27FC236}">
                  <a16:creationId xmlns:a16="http://schemas.microsoft.com/office/drawing/2014/main" id="{69D2A049-7498-C545-AD8A-D139269AABF4}"/>
                </a:ext>
              </a:extLst>
            </p:cNvPr>
            <p:cNvSpPr/>
            <p:nvPr/>
          </p:nvSpPr>
          <p:spPr>
            <a:xfrm flipH="1">
              <a:off x="5131883" y="5914439"/>
              <a:ext cx="706915" cy="656446"/>
            </a:xfrm>
            <a:custGeom>
              <a:avLst/>
              <a:gdLst>
                <a:gd name="connsiteX0" fmla="*/ 0 w 344557"/>
                <a:gd name="connsiteY0" fmla="*/ 0 h 258507"/>
                <a:gd name="connsiteX1" fmla="*/ 344557 w 344557"/>
                <a:gd name="connsiteY1" fmla="*/ 0 h 258507"/>
                <a:gd name="connsiteX2" fmla="*/ 344557 w 344557"/>
                <a:gd name="connsiteY2" fmla="*/ 258507 h 258507"/>
                <a:gd name="connsiteX3" fmla="*/ 0 w 344557"/>
                <a:gd name="connsiteY3" fmla="*/ 258507 h 258507"/>
                <a:gd name="connsiteX4" fmla="*/ 0 w 344557"/>
                <a:gd name="connsiteY4" fmla="*/ 0 h 258507"/>
                <a:gd name="connsiteX0" fmla="*/ 0 w 344557"/>
                <a:gd name="connsiteY0" fmla="*/ 31336 h 289843"/>
                <a:gd name="connsiteX1" fmla="*/ 155161 w 344557"/>
                <a:gd name="connsiteY1" fmla="*/ 0 h 289843"/>
                <a:gd name="connsiteX2" fmla="*/ 344557 w 344557"/>
                <a:gd name="connsiteY2" fmla="*/ 31336 h 289843"/>
                <a:gd name="connsiteX3" fmla="*/ 344557 w 344557"/>
                <a:gd name="connsiteY3" fmla="*/ 289843 h 289843"/>
                <a:gd name="connsiteX4" fmla="*/ 0 w 344557"/>
                <a:gd name="connsiteY4" fmla="*/ 289843 h 289843"/>
                <a:gd name="connsiteX5" fmla="*/ 0 w 344557"/>
                <a:gd name="connsiteY5" fmla="*/ 31336 h 289843"/>
                <a:gd name="connsiteX0" fmla="*/ 0 w 522357"/>
                <a:gd name="connsiteY0" fmla="*/ 31336 h 289843"/>
                <a:gd name="connsiteX1" fmla="*/ 155161 w 522357"/>
                <a:gd name="connsiteY1" fmla="*/ 0 h 289843"/>
                <a:gd name="connsiteX2" fmla="*/ 522357 w 522357"/>
                <a:gd name="connsiteY2" fmla="*/ 15461 h 289843"/>
                <a:gd name="connsiteX3" fmla="*/ 344557 w 522357"/>
                <a:gd name="connsiteY3" fmla="*/ 289843 h 289843"/>
                <a:gd name="connsiteX4" fmla="*/ 0 w 522357"/>
                <a:gd name="connsiteY4" fmla="*/ 289843 h 289843"/>
                <a:gd name="connsiteX5" fmla="*/ 0 w 522357"/>
                <a:gd name="connsiteY5" fmla="*/ 31336 h 289843"/>
                <a:gd name="connsiteX0" fmla="*/ 0 w 522357"/>
                <a:gd name="connsiteY0" fmla="*/ 31336 h 439068"/>
                <a:gd name="connsiteX1" fmla="*/ 155161 w 522357"/>
                <a:gd name="connsiteY1" fmla="*/ 0 h 439068"/>
                <a:gd name="connsiteX2" fmla="*/ 522357 w 522357"/>
                <a:gd name="connsiteY2" fmla="*/ 15461 h 439068"/>
                <a:gd name="connsiteX3" fmla="*/ 246132 w 522357"/>
                <a:gd name="connsiteY3" fmla="*/ 439068 h 439068"/>
                <a:gd name="connsiteX4" fmla="*/ 0 w 522357"/>
                <a:gd name="connsiteY4" fmla="*/ 289843 h 439068"/>
                <a:gd name="connsiteX5" fmla="*/ 0 w 522357"/>
                <a:gd name="connsiteY5" fmla="*/ 31336 h 439068"/>
                <a:gd name="connsiteX0" fmla="*/ 53975 w 576332"/>
                <a:gd name="connsiteY0" fmla="*/ 31336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5" fmla="*/ 53975 w 576332"/>
                <a:gd name="connsiteY5" fmla="*/ 31336 h 439068"/>
                <a:gd name="connsiteX0" fmla="*/ 0 w 576332"/>
                <a:gd name="connsiteY0" fmla="*/ 388268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0" fmla="*/ 0 w 576332"/>
                <a:gd name="connsiteY0" fmla="*/ 576510 h 627310"/>
                <a:gd name="connsiteX1" fmla="*/ 209136 w 576332"/>
                <a:gd name="connsiteY1" fmla="*/ 188242 h 627310"/>
                <a:gd name="connsiteX2" fmla="*/ 576332 w 576332"/>
                <a:gd name="connsiteY2" fmla="*/ 203703 h 627310"/>
                <a:gd name="connsiteX3" fmla="*/ 300107 w 576332"/>
                <a:gd name="connsiteY3" fmla="*/ 627310 h 627310"/>
                <a:gd name="connsiteX4" fmla="*/ 0 w 576332"/>
                <a:gd name="connsiteY4" fmla="*/ 576510 h 627310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124529 w 700861"/>
                <a:gd name="connsiteY4" fmla="*/ 567196 h 617996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289216 w 700861"/>
                <a:gd name="connsiteY4" fmla="*/ 537702 h 617996"/>
                <a:gd name="connsiteX5" fmla="*/ 124529 w 700861"/>
                <a:gd name="connsiteY5" fmla="*/ 567196 h 617996"/>
                <a:gd name="connsiteX0" fmla="*/ 124529 w 424636"/>
                <a:gd name="connsiteY0" fmla="*/ 567196 h 617996"/>
                <a:gd name="connsiteX1" fmla="*/ 333665 w 424636"/>
                <a:gd name="connsiteY1" fmla="*/ 178928 h 617996"/>
                <a:gd name="connsiteX2" fmla="*/ 424636 w 424636"/>
                <a:gd name="connsiteY2" fmla="*/ 617996 h 617996"/>
                <a:gd name="connsiteX3" fmla="*/ 289216 w 424636"/>
                <a:gd name="connsiteY3" fmla="*/ 537702 h 617996"/>
                <a:gd name="connsiteX4" fmla="*/ 124529 w 424636"/>
                <a:gd name="connsiteY4" fmla="*/ 567196 h 617996"/>
                <a:gd name="connsiteX0" fmla="*/ 124529 w 567351"/>
                <a:gd name="connsiteY0" fmla="*/ 567196 h 617996"/>
                <a:gd name="connsiteX1" fmla="*/ 333665 w 567351"/>
                <a:gd name="connsiteY1" fmla="*/ 178928 h 617996"/>
                <a:gd name="connsiteX2" fmla="*/ 424636 w 567351"/>
                <a:gd name="connsiteY2" fmla="*/ 617996 h 617996"/>
                <a:gd name="connsiteX3" fmla="*/ 289216 w 567351"/>
                <a:gd name="connsiteY3" fmla="*/ 537702 h 617996"/>
                <a:gd name="connsiteX4" fmla="*/ 124529 w 567351"/>
                <a:gd name="connsiteY4" fmla="*/ 567196 h 617996"/>
                <a:gd name="connsiteX0" fmla="*/ 124529 w 696228"/>
                <a:gd name="connsiteY0" fmla="*/ 567196 h 617996"/>
                <a:gd name="connsiteX1" fmla="*/ 333665 w 696228"/>
                <a:gd name="connsiteY1" fmla="*/ 178928 h 617996"/>
                <a:gd name="connsiteX2" fmla="*/ 424636 w 696228"/>
                <a:gd name="connsiteY2" fmla="*/ 617996 h 617996"/>
                <a:gd name="connsiteX3" fmla="*/ 289216 w 696228"/>
                <a:gd name="connsiteY3" fmla="*/ 537702 h 617996"/>
                <a:gd name="connsiteX4" fmla="*/ 124529 w 696228"/>
                <a:gd name="connsiteY4" fmla="*/ 567196 h 617996"/>
                <a:gd name="connsiteX0" fmla="*/ 78167 w 649866"/>
                <a:gd name="connsiteY0" fmla="*/ 593595 h 644395"/>
                <a:gd name="connsiteX1" fmla="*/ 287303 w 649866"/>
                <a:gd name="connsiteY1" fmla="*/ 205327 h 644395"/>
                <a:gd name="connsiteX2" fmla="*/ 378274 w 649866"/>
                <a:gd name="connsiteY2" fmla="*/ 644395 h 644395"/>
                <a:gd name="connsiteX3" fmla="*/ 242854 w 649866"/>
                <a:gd name="connsiteY3" fmla="*/ 564101 h 644395"/>
                <a:gd name="connsiteX4" fmla="*/ 78167 w 649866"/>
                <a:gd name="connsiteY4" fmla="*/ 593595 h 644395"/>
                <a:gd name="connsiteX0" fmla="*/ 78167 w 603229"/>
                <a:gd name="connsiteY0" fmla="*/ 593595 h 644395"/>
                <a:gd name="connsiteX1" fmla="*/ 287303 w 603229"/>
                <a:gd name="connsiteY1" fmla="*/ 205327 h 644395"/>
                <a:gd name="connsiteX2" fmla="*/ 378274 w 603229"/>
                <a:gd name="connsiteY2" fmla="*/ 644395 h 644395"/>
                <a:gd name="connsiteX3" fmla="*/ 242854 w 603229"/>
                <a:gd name="connsiteY3" fmla="*/ 564101 h 644395"/>
                <a:gd name="connsiteX4" fmla="*/ 78167 w 603229"/>
                <a:gd name="connsiteY4" fmla="*/ 593595 h 644395"/>
                <a:gd name="connsiteX0" fmla="*/ 134845 w 659907"/>
                <a:gd name="connsiteY0" fmla="*/ 604755 h 655555"/>
                <a:gd name="connsiteX1" fmla="*/ 343981 w 659907"/>
                <a:gd name="connsiteY1" fmla="*/ 216487 h 655555"/>
                <a:gd name="connsiteX2" fmla="*/ 434952 w 659907"/>
                <a:gd name="connsiteY2" fmla="*/ 655555 h 655555"/>
                <a:gd name="connsiteX3" fmla="*/ 299532 w 659907"/>
                <a:gd name="connsiteY3" fmla="*/ 575261 h 655555"/>
                <a:gd name="connsiteX4" fmla="*/ 134845 w 659907"/>
                <a:gd name="connsiteY4" fmla="*/ 604755 h 655555"/>
                <a:gd name="connsiteX0" fmla="*/ 134845 w 701493"/>
                <a:gd name="connsiteY0" fmla="*/ 604755 h 655555"/>
                <a:gd name="connsiteX1" fmla="*/ 343981 w 701493"/>
                <a:gd name="connsiteY1" fmla="*/ 216487 h 655555"/>
                <a:gd name="connsiteX2" fmla="*/ 434952 w 701493"/>
                <a:gd name="connsiteY2" fmla="*/ 655555 h 655555"/>
                <a:gd name="connsiteX3" fmla="*/ 299532 w 701493"/>
                <a:gd name="connsiteY3" fmla="*/ 575261 h 655555"/>
                <a:gd name="connsiteX4" fmla="*/ 134845 w 701493"/>
                <a:gd name="connsiteY4" fmla="*/ 604755 h 655555"/>
                <a:gd name="connsiteX0" fmla="*/ 134845 w 706915"/>
                <a:gd name="connsiteY0" fmla="*/ 604755 h 655555"/>
                <a:gd name="connsiteX1" fmla="*/ 343981 w 706915"/>
                <a:gd name="connsiteY1" fmla="*/ 216487 h 655555"/>
                <a:gd name="connsiteX2" fmla="*/ 434952 w 706915"/>
                <a:gd name="connsiteY2" fmla="*/ 655555 h 655555"/>
                <a:gd name="connsiteX3" fmla="*/ 299532 w 706915"/>
                <a:gd name="connsiteY3" fmla="*/ 575261 h 655555"/>
                <a:gd name="connsiteX4" fmla="*/ 134845 w 706915"/>
                <a:gd name="connsiteY4" fmla="*/ 604755 h 655555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915" h="656446">
                  <a:moveTo>
                    <a:pt x="134845" y="604755"/>
                  </a:moveTo>
                  <a:cubicBezTo>
                    <a:pt x="-230418" y="465807"/>
                    <a:pt x="252044" y="-393865"/>
                    <a:pt x="343981" y="216487"/>
                  </a:cubicBezTo>
                  <a:cubicBezTo>
                    <a:pt x="691805" y="-338832"/>
                    <a:pt x="906278" y="442524"/>
                    <a:pt x="434952" y="655555"/>
                  </a:cubicBezTo>
                  <a:cubicBezTo>
                    <a:pt x="387695" y="665832"/>
                    <a:pt x="346789" y="584034"/>
                    <a:pt x="299532" y="575261"/>
                  </a:cubicBezTo>
                  <a:cubicBezTo>
                    <a:pt x="244636" y="585092"/>
                    <a:pt x="192916" y="629849"/>
                    <a:pt x="134845" y="60475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85B7E16-A13A-D341-8F07-52142C95182C}"/>
                </a:ext>
              </a:extLst>
            </p:cNvPr>
            <p:cNvSpPr/>
            <p:nvPr/>
          </p:nvSpPr>
          <p:spPr>
            <a:xfrm flipH="1">
              <a:off x="7619920" y="96462"/>
              <a:ext cx="949238" cy="1099955"/>
            </a:xfrm>
            <a:custGeom>
              <a:avLst/>
              <a:gdLst>
                <a:gd name="connsiteX0" fmla="*/ 498336 w 955536"/>
                <a:gd name="connsiteY0" fmla="*/ 1155829 h 1155829"/>
                <a:gd name="connsiteX1" fmla="*/ 180836 w 955536"/>
                <a:gd name="connsiteY1" fmla="*/ 939929 h 1155829"/>
                <a:gd name="connsiteX2" fmla="*/ 28436 w 955536"/>
                <a:gd name="connsiteY2" fmla="*/ 444629 h 1155829"/>
                <a:gd name="connsiteX3" fmla="*/ 28436 w 955536"/>
                <a:gd name="connsiteY3" fmla="*/ 266829 h 1155829"/>
                <a:gd name="connsiteX4" fmla="*/ 320536 w 955536"/>
                <a:gd name="connsiteY4" fmla="*/ 444629 h 1155829"/>
                <a:gd name="connsiteX5" fmla="*/ 396736 w 955536"/>
                <a:gd name="connsiteY5" fmla="*/ 129 h 1155829"/>
                <a:gd name="connsiteX6" fmla="*/ 955536 w 955536"/>
                <a:gd name="connsiteY6" fmla="*/ 495429 h 1155829"/>
                <a:gd name="connsiteX7" fmla="*/ 955536 w 955536"/>
                <a:gd name="connsiteY7" fmla="*/ 495429 h 1155829"/>
                <a:gd name="connsiteX0" fmla="*/ 473408 w 930608"/>
                <a:gd name="connsiteY0" fmla="*/ 1155829 h 1155829"/>
                <a:gd name="connsiteX1" fmla="*/ 155908 w 930608"/>
                <a:gd name="connsiteY1" fmla="*/ 939929 h 1155829"/>
                <a:gd name="connsiteX2" fmla="*/ 3508 w 930608"/>
                <a:gd name="connsiteY2" fmla="*/ 266829 h 1155829"/>
                <a:gd name="connsiteX3" fmla="*/ 295608 w 930608"/>
                <a:gd name="connsiteY3" fmla="*/ 444629 h 1155829"/>
                <a:gd name="connsiteX4" fmla="*/ 371808 w 930608"/>
                <a:gd name="connsiteY4" fmla="*/ 129 h 1155829"/>
                <a:gd name="connsiteX5" fmla="*/ 930608 w 930608"/>
                <a:gd name="connsiteY5" fmla="*/ 495429 h 1155829"/>
                <a:gd name="connsiteX6" fmla="*/ 930608 w 930608"/>
                <a:gd name="connsiteY6" fmla="*/ 495429 h 1155829"/>
                <a:gd name="connsiteX0" fmla="*/ 469969 w 927169"/>
                <a:gd name="connsiteY0" fmla="*/ 1155829 h 1169918"/>
                <a:gd name="connsiteX1" fmla="*/ 266769 w 927169"/>
                <a:gd name="connsiteY1" fmla="*/ 1099949 h 1169918"/>
                <a:gd name="connsiteX2" fmla="*/ 69 w 927169"/>
                <a:gd name="connsiteY2" fmla="*/ 266829 h 1169918"/>
                <a:gd name="connsiteX3" fmla="*/ 292169 w 927169"/>
                <a:gd name="connsiteY3" fmla="*/ 444629 h 1169918"/>
                <a:gd name="connsiteX4" fmla="*/ 368369 w 927169"/>
                <a:gd name="connsiteY4" fmla="*/ 129 h 1169918"/>
                <a:gd name="connsiteX5" fmla="*/ 927169 w 927169"/>
                <a:gd name="connsiteY5" fmla="*/ 495429 h 1169918"/>
                <a:gd name="connsiteX6" fmla="*/ 927169 w 927169"/>
                <a:gd name="connsiteY6" fmla="*/ 495429 h 1169918"/>
                <a:gd name="connsiteX0" fmla="*/ 266769 w 927169"/>
                <a:gd name="connsiteY0" fmla="*/ 1099949 h 1099949"/>
                <a:gd name="connsiteX1" fmla="*/ 69 w 927169"/>
                <a:gd name="connsiteY1" fmla="*/ 266829 h 1099949"/>
                <a:gd name="connsiteX2" fmla="*/ 292169 w 927169"/>
                <a:gd name="connsiteY2" fmla="*/ 444629 h 1099949"/>
                <a:gd name="connsiteX3" fmla="*/ 368369 w 927169"/>
                <a:gd name="connsiteY3" fmla="*/ 129 h 1099949"/>
                <a:gd name="connsiteX4" fmla="*/ 927169 w 927169"/>
                <a:gd name="connsiteY4" fmla="*/ 495429 h 1099949"/>
                <a:gd name="connsiteX5" fmla="*/ 927169 w 927169"/>
                <a:gd name="connsiteY5" fmla="*/ 495429 h 1099949"/>
                <a:gd name="connsiteX0" fmla="*/ 274386 w 934786"/>
                <a:gd name="connsiteY0" fmla="*/ 1099955 h 1099955"/>
                <a:gd name="connsiteX1" fmla="*/ 66 w 934786"/>
                <a:gd name="connsiteY1" fmla="*/ 373515 h 1099955"/>
                <a:gd name="connsiteX2" fmla="*/ 299786 w 934786"/>
                <a:gd name="connsiteY2" fmla="*/ 444635 h 1099955"/>
                <a:gd name="connsiteX3" fmla="*/ 375986 w 934786"/>
                <a:gd name="connsiteY3" fmla="*/ 135 h 1099955"/>
                <a:gd name="connsiteX4" fmla="*/ 934786 w 934786"/>
                <a:gd name="connsiteY4" fmla="*/ 495435 h 1099955"/>
                <a:gd name="connsiteX5" fmla="*/ 934786 w 934786"/>
                <a:gd name="connsiteY5" fmla="*/ 495435 h 1099955"/>
                <a:gd name="connsiteX0" fmla="*/ 288838 w 949238"/>
                <a:gd name="connsiteY0" fmla="*/ 1099955 h 1099955"/>
                <a:gd name="connsiteX1" fmla="*/ 14518 w 949238"/>
                <a:gd name="connsiteY1" fmla="*/ 373515 h 1099955"/>
                <a:gd name="connsiteX2" fmla="*/ 314238 w 949238"/>
                <a:gd name="connsiteY2" fmla="*/ 444635 h 1099955"/>
                <a:gd name="connsiteX3" fmla="*/ 390438 w 949238"/>
                <a:gd name="connsiteY3" fmla="*/ 135 h 1099955"/>
                <a:gd name="connsiteX4" fmla="*/ 949238 w 949238"/>
                <a:gd name="connsiteY4" fmla="*/ 495435 h 1099955"/>
                <a:gd name="connsiteX5" fmla="*/ 949238 w 949238"/>
                <a:gd name="connsiteY5" fmla="*/ 495435 h 109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9238" h="1099955">
                  <a:moveTo>
                    <a:pt x="288838" y="1099955"/>
                  </a:moveTo>
                  <a:cubicBezTo>
                    <a:pt x="210521" y="951788"/>
                    <a:pt x="-65915" y="482735"/>
                    <a:pt x="14518" y="373515"/>
                  </a:cubicBezTo>
                  <a:cubicBezTo>
                    <a:pt x="94951" y="264295"/>
                    <a:pt x="251585" y="506865"/>
                    <a:pt x="314238" y="444635"/>
                  </a:cubicBezTo>
                  <a:cubicBezTo>
                    <a:pt x="376891" y="382405"/>
                    <a:pt x="284605" y="-8332"/>
                    <a:pt x="390438" y="135"/>
                  </a:cubicBezTo>
                  <a:cubicBezTo>
                    <a:pt x="496271" y="8602"/>
                    <a:pt x="949238" y="495435"/>
                    <a:pt x="949238" y="495435"/>
                  </a:cubicBezTo>
                  <a:lnTo>
                    <a:pt x="949238" y="495435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20DC858-ABA0-3006-3D3F-E3D306E62C5E}"/>
                </a:ext>
              </a:extLst>
            </p:cNvPr>
            <p:cNvSpPr/>
            <p:nvPr/>
          </p:nvSpPr>
          <p:spPr>
            <a:xfrm>
              <a:off x="3803590" y="368165"/>
              <a:ext cx="5327157" cy="4333339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B2A1C47-54F7-5740-62F1-6F1C5117CFAA}"/>
                </a:ext>
              </a:extLst>
            </p:cNvPr>
            <p:cNvSpPr/>
            <p:nvPr/>
          </p:nvSpPr>
          <p:spPr>
            <a:xfrm>
              <a:off x="4221440" y="1488896"/>
              <a:ext cx="2241726" cy="224172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C9825ED-543C-C5BA-907F-217DC040386C}"/>
                </a:ext>
              </a:extLst>
            </p:cNvPr>
            <p:cNvSpPr/>
            <p:nvPr/>
          </p:nvSpPr>
          <p:spPr>
            <a:xfrm>
              <a:off x="6430719" y="1488896"/>
              <a:ext cx="2241726" cy="224172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207FC13-E161-7391-DCBD-3ED8B43D78D5}"/>
                </a:ext>
              </a:extLst>
            </p:cNvPr>
            <p:cNvSpPr/>
            <p:nvPr/>
          </p:nvSpPr>
          <p:spPr>
            <a:xfrm>
              <a:off x="4893715" y="2152559"/>
              <a:ext cx="799837" cy="91440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AF8FAC5-170C-DA93-9183-4A5159C536EE}"/>
                </a:ext>
              </a:extLst>
            </p:cNvPr>
            <p:cNvSpPr/>
            <p:nvPr/>
          </p:nvSpPr>
          <p:spPr>
            <a:xfrm>
              <a:off x="5233168" y="2295345"/>
              <a:ext cx="294525" cy="33671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0302EF8-9118-34B6-8E3C-A6CBB74CD807}"/>
                </a:ext>
              </a:extLst>
            </p:cNvPr>
            <p:cNvSpPr/>
            <p:nvPr/>
          </p:nvSpPr>
          <p:spPr>
            <a:xfrm>
              <a:off x="7262675" y="2073853"/>
              <a:ext cx="799837" cy="91440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5FF0A49-7B28-EC53-98C7-CCF8B4AB600C}"/>
                </a:ext>
              </a:extLst>
            </p:cNvPr>
            <p:cNvSpPr/>
            <p:nvPr/>
          </p:nvSpPr>
          <p:spPr>
            <a:xfrm>
              <a:off x="7404319" y="2216124"/>
              <a:ext cx="294525" cy="33671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204144F-CFC5-019C-CFA1-0C0E46014560}"/>
                </a:ext>
              </a:extLst>
            </p:cNvPr>
            <p:cNvSpPr/>
            <p:nvPr/>
          </p:nvSpPr>
          <p:spPr>
            <a:xfrm>
              <a:off x="6315903" y="2415314"/>
              <a:ext cx="294525" cy="527372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Oval 26">
              <a:extLst>
                <a:ext uri="{FF2B5EF4-FFF2-40B4-BE49-F238E27FC236}">
                  <a16:creationId xmlns:a16="http://schemas.microsoft.com/office/drawing/2014/main" id="{70ABEE69-5645-B094-D667-667154A33BC6}"/>
                </a:ext>
              </a:extLst>
            </p:cNvPr>
            <p:cNvSpPr/>
            <p:nvPr/>
          </p:nvSpPr>
          <p:spPr>
            <a:xfrm>
              <a:off x="6111744" y="2815982"/>
              <a:ext cx="680795" cy="819391"/>
            </a:xfrm>
            <a:custGeom>
              <a:avLst/>
              <a:gdLst>
                <a:gd name="connsiteX0" fmla="*/ 0 w 799837"/>
                <a:gd name="connsiteY0" fmla="*/ 457200 h 914400"/>
                <a:gd name="connsiteX1" fmla="*/ 399919 w 799837"/>
                <a:gd name="connsiteY1" fmla="*/ 0 h 914400"/>
                <a:gd name="connsiteX2" fmla="*/ 799838 w 799837"/>
                <a:gd name="connsiteY2" fmla="*/ 457200 h 914400"/>
                <a:gd name="connsiteX3" fmla="*/ 399919 w 799837"/>
                <a:gd name="connsiteY3" fmla="*/ 914400 h 914400"/>
                <a:gd name="connsiteX4" fmla="*/ 0 w 799837"/>
                <a:gd name="connsiteY4" fmla="*/ 457200 h 914400"/>
                <a:gd name="connsiteX0" fmla="*/ 0 w 718875"/>
                <a:gd name="connsiteY0" fmla="*/ 309367 h 920890"/>
                <a:gd name="connsiteX1" fmla="*/ 318956 w 718875"/>
                <a:gd name="connsiteY1" fmla="*/ 4567 h 920890"/>
                <a:gd name="connsiteX2" fmla="*/ 718875 w 718875"/>
                <a:gd name="connsiteY2" fmla="*/ 461767 h 920890"/>
                <a:gd name="connsiteX3" fmla="*/ 318956 w 718875"/>
                <a:gd name="connsiteY3" fmla="*/ 918967 h 920890"/>
                <a:gd name="connsiteX4" fmla="*/ 0 w 718875"/>
                <a:gd name="connsiteY4" fmla="*/ 309367 h 920890"/>
                <a:gd name="connsiteX0" fmla="*/ 0 w 680775"/>
                <a:gd name="connsiteY0" fmla="*/ 305460 h 915123"/>
                <a:gd name="connsiteX1" fmla="*/ 318956 w 680775"/>
                <a:gd name="connsiteY1" fmla="*/ 660 h 915123"/>
                <a:gd name="connsiteX2" fmla="*/ 680775 w 680775"/>
                <a:gd name="connsiteY2" fmla="*/ 272122 h 915123"/>
                <a:gd name="connsiteX3" fmla="*/ 318956 w 680775"/>
                <a:gd name="connsiteY3" fmla="*/ 915060 h 915123"/>
                <a:gd name="connsiteX4" fmla="*/ 0 w 680775"/>
                <a:gd name="connsiteY4" fmla="*/ 305460 h 915123"/>
                <a:gd name="connsiteX0" fmla="*/ 20 w 680795"/>
                <a:gd name="connsiteY0" fmla="*/ 305460 h 819869"/>
                <a:gd name="connsiteX1" fmla="*/ 318976 w 680795"/>
                <a:gd name="connsiteY1" fmla="*/ 660 h 819869"/>
                <a:gd name="connsiteX2" fmla="*/ 680795 w 680795"/>
                <a:gd name="connsiteY2" fmla="*/ 272122 h 819869"/>
                <a:gd name="connsiteX3" fmla="*/ 333264 w 680795"/>
                <a:gd name="connsiteY3" fmla="*/ 819810 h 819869"/>
                <a:gd name="connsiteX4" fmla="*/ 20 w 680795"/>
                <a:gd name="connsiteY4" fmla="*/ 305460 h 819869"/>
                <a:gd name="connsiteX0" fmla="*/ 20 w 680795"/>
                <a:gd name="connsiteY0" fmla="*/ 305460 h 819811"/>
                <a:gd name="connsiteX1" fmla="*/ 318976 w 680795"/>
                <a:gd name="connsiteY1" fmla="*/ 660 h 819811"/>
                <a:gd name="connsiteX2" fmla="*/ 680795 w 680795"/>
                <a:gd name="connsiteY2" fmla="*/ 272122 h 819811"/>
                <a:gd name="connsiteX3" fmla="*/ 333264 w 680795"/>
                <a:gd name="connsiteY3" fmla="*/ 819810 h 819811"/>
                <a:gd name="connsiteX4" fmla="*/ 20 w 680795"/>
                <a:gd name="connsiteY4" fmla="*/ 305460 h 81981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795" h="819391">
                  <a:moveTo>
                    <a:pt x="20" y="305040"/>
                  </a:moveTo>
                  <a:cubicBezTo>
                    <a:pt x="-2361" y="187565"/>
                    <a:pt x="205514" y="5796"/>
                    <a:pt x="318976" y="240"/>
                  </a:cubicBezTo>
                  <a:cubicBezTo>
                    <a:pt x="432438" y="-5316"/>
                    <a:pt x="666508" y="85872"/>
                    <a:pt x="680795" y="271702"/>
                  </a:cubicBezTo>
                  <a:cubicBezTo>
                    <a:pt x="680795" y="524207"/>
                    <a:pt x="403864" y="818596"/>
                    <a:pt x="333264" y="819390"/>
                  </a:cubicBezTo>
                  <a:cubicBezTo>
                    <a:pt x="262664" y="820184"/>
                    <a:pt x="2401" y="422515"/>
                    <a:pt x="20" y="30504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AE4E40C-5E5B-45C3-76C3-FF7E83073883}"/>
              </a:ext>
            </a:extLst>
          </p:cNvPr>
          <p:cNvGrpSpPr/>
          <p:nvPr/>
        </p:nvGrpSpPr>
        <p:grpSpPr>
          <a:xfrm>
            <a:off x="-1225951" y="801388"/>
            <a:ext cx="5353878" cy="6474423"/>
            <a:chOff x="3776869" y="96462"/>
            <a:chExt cx="5353878" cy="6474423"/>
          </a:xfrm>
          <a:solidFill>
            <a:srgbClr val="FFFFFF"/>
          </a:solidFill>
        </p:grpSpPr>
        <p:sp>
          <p:nvSpPr>
            <p:cNvPr id="3" name="Moon 6">
              <a:extLst>
                <a:ext uri="{FF2B5EF4-FFF2-40B4-BE49-F238E27FC236}">
                  <a16:creationId xmlns:a16="http://schemas.microsoft.com/office/drawing/2014/main" id="{CAABAB3A-A5BE-75DE-8D4C-9408B38B54F9}"/>
                </a:ext>
              </a:extLst>
            </p:cNvPr>
            <p:cNvSpPr/>
            <p:nvPr/>
          </p:nvSpPr>
          <p:spPr>
            <a:xfrm>
              <a:off x="3962089" y="3204961"/>
              <a:ext cx="969138" cy="2657152"/>
            </a:xfrm>
            <a:custGeom>
              <a:avLst/>
              <a:gdLst>
                <a:gd name="connsiteX0" fmla="*/ 950889 w 950889"/>
                <a:gd name="connsiteY0" fmla="*/ 1901778 h 1901778"/>
                <a:gd name="connsiteX1" fmla="*/ 0 w 950889"/>
                <a:gd name="connsiteY1" fmla="*/ 950889 h 1901778"/>
                <a:gd name="connsiteX2" fmla="*/ 950889 w 950889"/>
                <a:gd name="connsiteY2" fmla="*/ 0 h 1901778"/>
                <a:gd name="connsiteX3" fmla="*/ 950889 w 950889"/>
                <a:gd name="connsiteY3" fmla="*/ 1901778 h 1901778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1712 w 951712"/>
                <a:gd name="connsiteY0" fmla="*/ 2657152 h 2657152"/>
                <a:gd name="connsiteX1" fmla="*/ 823 w 951712"/>
                <a:gd name="connsiteY1" fmla="*/ 1706263 h 2657152"/>
                <a:gd name="connsiteX2" fmla="*/ 951712 w 951712"/>
                <a:gd name="connsiteY2" fmla="*/ 0 h 2657152"/>
                <a:gd name="connsiteX3" fmla="*/ 951712 w 951712"/>
                <a:gd name="connsiteY3" fmla="*/ 2657152 h 2657152"/>
                <a:gd name="connsiteX0" fmla="*/ 232577 w 232577"/>
                <a:gd name="connsiteY0" fmla="*/ 2657152 h 2657152"/>
                <a:gd name="connsiteX1" fmla="*/ 232577 w 232577"/>
                <a:gd name="connsiteY1" fmla="*/ 0 h 2657152"/>
                <a:gd name="connsiteX2" fmla="*/ 232577 w 232577"/>
                <a:gd name="connsiteY2" fmla="*/ 2657152 h 2657152"/>
                <a:gd name="connsiteX0" fmla="*/ 735954 w 735954"/>
                <a:gd name="connsiteY0" fmla="*/ 2657152 h 2657152"/>
                <a:gd name="connsiteX1" fmla="*/ 735954 w 735954"/>
                <a:gd name="connsiteY1" fmla="*/ 0 h 2657152"/>
                <a:gd name="connsiteX2" fmla="*/ 735954 w 735954"/>
                <a:gd name="connsiteY2" fmla="*/ 2657152 h 2657152"/>
                <a:gd name="connsiteX0" fmla="*/ 969138 w 969138"/>
                <a:gd name="connsiteY0" fmla="*/ 2657152 h 2657152"/>
                <a:gd name="connsiteX1" fmla="*/ 969138 w 969138"/>
                <a:gd name="connsiteY1" fmla="*/ 0 h 2657152"/>
                <a:gd name="connsiteX2" fmla="*/ 969138 w 969138"/>
                <a:gd name="connsiteY2" fmla="*/ 2657152 h 265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138" h="2657152">
                  <a:moveTo>
                    <a:pt x="969138" y="2657152"/>
                  </a:moveTo>
                  <a:lnTo>
                    <a:pt x="969138" y="0"/>
                  </a:lnTo>
                  <a:cubicBezTo>
                    <a:pt x="-513" y="239674"/>
                    <a:pt x="-610113" y="2099424"/>
                    <a:pt x="969138" y="2657152"/>
                  </a:cubicBezTo>
                  <a:close/>
                </a:path>
              </a:pathLst>
            </a:cu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Moon 6">
              <a:extLst>
                <a:ext uri="{FF2B5EF4-FFF2-40B4-BE49-F238E27FC236}">
                  <a16:creationId xmlns:a16="http://schemas.microsoft.com/office/drawing/2014/main" id="{0CA21182-249C-5A12-3653-1E59F46ABB7A}"/>
                </a:ext>
              </a:extLst>
            </p:cNvPr>
            <p:cNvSpPr/>
            <p:nvPr/>
          </p:nvSpPr>
          <p:spPr>
            <a:xfrm flipH="1">
              <a:off x="7932458" y="3229982"/>
              <a:ext cx="969138" cy="2657152"/>
            </a:xfrm>
            <a:custGeom>
              <a:avLst/>
              <a:gdLst>
                <a:gd name="connsiteX0" fmla="*/ 950889 w 950889"/>
                <a:gd name="connsiteY0" fmla="*/ 1901778 h 1901778"/>
                <a:gd name="connsiteX1" fmla="*/ 0 w 950889"/>
                <a:gd name="connsiteY1" fmla="*/ 950889 h 1901778"/>
                <a:gd name="connsiteX2" fmla="*/ 950889 w 950889"/>
                <a:gd name="connsiteY2" fmla="*/ 0 h 1901778"/>
                <a:gd name="connsiteX3" fmla="*/ 950889 w 950889"/>
                <a:gd name="connsiteY3" fmla="*/ 1901778 h 1901778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1712 w 951712"/>
                <a:gd name="connsiteY0" fmla="*/ 2657152 h 2657152"/>
                <a:gd name="connsiteX1" fmla="*/ 823 w 951712"/>
                <a:gd name="connsiteY1" fmla="*/ 1706263 h 2657152"/>
                <a:gd name="connsiteX2" fmla="*/ 951712 w 951712"/>
                <a:gd name="connsiteY2" fmla="*/ 0 h 2657152"/>
                <a:gd name="connsiteX3" fmla="*/ 951712 w 951712"/>
                <a:gd name="connsiteY3" fmla="*/ 2657152 h 2657152"/>
                <a:gd name="connsiteX0" fmla="*/ 232577 w 232577"/>
                <a:gd name="connsiteY0" fmla="*/ 2657152 h 2657152"/>
                <a:gd name="connsiteX1" fmla="*/ 232577 w 232577"/>
                <a:gd name="connsiteY1" fmla="*/ 0 h 2657152"/>
                <a:gd name="connsiteX2" fmla="*/ 232577 w 232577"/>
                <a:gd name="connsiteY2" fmla="*/ 2657152 h 2657152"/>
                <a:gd name="connsiteX0" fmla="*/ 735954 w 735954"/>
                <a:gd name="connsiteY0" fmla="*/ 2657152 h 2657152"/>
                <a:gd name="connsiteX1" fmla="*/ 735954 w 735954"/>
                <a:gd name="connsiteY1" fmla="*/ 0 h 2657152"/>
                <a:gd name="connsiteX2" fmla="*/ 735954 w 735954"/>
                <a:gd name="connsiteY2" fmla="*/ 2657152 h 2657152"/>
                <a:gd name="connsiteX0" fmla="*/ 969138 w 969138"/>
                <a:gd name="connsiteY0" fmla="*/ 2657152 h 2657152"/>
                <a:gd name="connsiteX1" fmla="*/ 969138 w 969138"/>
                <a:gd name="connsiteY1" fmla="*/ 0 h 2657152"/>
                <a:gd name="connsiteX2" fmla="*/ 969138 w 969138"/>
                <a:gd name="connsiteY2" fmla="*/ 2657152 h 265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138" h="2657152">
                  <a:moveTo>
                    <a:pt x="969138" y="2657152"/>
                  </a:moveTo>
                  <a:lnTo>
                    <a:pt x="969138" y="0"/>
                  </a:lnTo>
                  <a:cubicBezTo>
                    <a:pt x="-513" y="239674"/>
                    <a:pt x="-610113" y="2099424"/>
                    <a:pt x="969138" y="2657152"/>
                  </a:cubicBezTo>
                  <a:close/>
                </a:path>
              </a:pathLst>
            </a:cu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CC5E8F0-7FDD-C076-C2B5-6FDBAEF01FD5}"/>
                </a:ext>
              </a:extLst>
            </p:cNvPr>
            <p:cNvSpPr/>
            <p:nvPr/>
          </p:nvSpPr>
          <p:spPr>
            <a:xfrm>
              <a:off x="3776869" y="344557"/>
              <a:ext cx="5353878" cy="4373217"/>
            </a:xfrm>
            <a:prstGeom prst="ellipse">
              <a:avLst/>
            </a:prstGeom>
            <a:solidFill>
              <a:srgbClr val="FCD7B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2D7B22-32CF-E781-F52B-58007CD7F992}"/>
                </a:ext>
              </a:extLst>
            </p:cNvPr>
            <p:cNvSpPr/>
            <p:nvPr/>
          </p:nvSpPr>
          <p:spPr>
            <a:xfrm rot="5400000">
              <a:off x="4743948" y="2697056"/>
              <a:ext cx="3405989" cy="4041435"/>
            </a:xfrm>
            <a:prstGeom prst="ellipse">
              <a:avLst/>
            </a:prstGeom>
            <a:solidFill>
              <a:srgbClr val="FCD7B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9194201E-3288-84B9-DF77-AE6C295299CE}"/>
                </a:ext>
              </a:extLst>
            </p:cNvPr>
            <p:cNvSpPr/>
            <p:nvPr/>
          </p:nvSpPr>
          <p:spPr>
            <a:xfrm>
              <a:off x="7060118" y="5914439"/>
              <a:ext cx="706915" cy="656446"/>
            </a:xfrm>
            <a:custGeom>
              <a:avLst/>
              <a:gdLst>
                <a:gd name="connsiteX0" fmla="*/ 0 w 344557"/>
                <a:gd name="connsiteY0" fmla="*/ 0 h 258507"/>
                <a:gd name="connsiteX1" fmla="*/ 344557 w 344557"/>
                <a:gd name="connsiteY1" fmla="*/ 0 h 258507"/>
                <a:gd name="connsiteX2" fmla="*/ 344557 w 344557"/>
                <a:gd name="connsiteY2" fmla="*/ 258507 h 258507"/>
                <a:gd name="connsiteX3" fmla="*/ 0 w 344557"/>
                <a:gd name="connsiteY3" fmla="*/ 258507 h 258507"/>
                <a:gd name="connsiteX4" fmla="*/ 0 w 344557"/>
                <a:gd name="connsiteY4" fmla="*/ 0 h 258507"/>
                <a:gd name="connsiteX0" fmla="*/ 0 w 344557"/>
                <a:gd name="connsiteY0" fmla="*/ 31336 h 289843"/>
                <a:gd name="connsiteX1" fmla="*/ 155161 w 344557"/>
                <a:gd name="connsiteY1" fmla="*/ 0 h 289843"/>
                <a:gd name="connsiteX2" fmla="*/ 344557 w 344557"/>
                <a:gd name="connsiteY2" fmla="*/ 31336 h 289843"/>
                <a:gd name="connsiteX3" fmla="*/ 344557 w 344557"/>
                <a:gd name="connsiteY3" fmla="*/ 289843 h 289843"/>
                <a:gd name="connsiteX4" fmla="*/ 0 w 344557"/>
                <a:gd name="connsiteY4" fmla="*/ 289843 h 289843"/>
                <a:gd name="connsiteX5" fmla="*/ 0 w 344557"/>
                <a:gd name="connsiteY5" fmla="*/ 31336 h 289843"/>
                <a:gd name="connsiteX0" fmla="*/ 0 w 522357"/>
                <a:gd name="connsiteY0" fmla="*/ 31336 h 289843"/>
                <a:gd name="connsiteX1" fmla="*/ 155161 w 522357"/>
                <a:gd name="connsiteY1" fmla="*/ 0 h 289843"/>
                <a:gd name="connsiteX2" fmla="*/ 522357 w 522357"/>
                <a:gd name="connsiteY2" fmla="*/ 15461 h 289843"/>
                <a:gd name="connsiteX3" fmla="*/ 344557 w 522357"/>
                <a:gd name="connsiteY3" fmla="*/ 289843 h 289843"/>
                <a:gd name="connsiteX4" fmla="*/ 0 w 522357"/>
                <a:gd name="connsiteY4" fmla="*/ 289843 h 289843"/>
                <a:gd name="connsiteX5" fmla="*/ 0 w 522357"/>
                <a:gd name="connsiteY5" fmla="*/ 31336 h 289843"/>
                <a:gd name="connsiteX0" fmla="*/ 0 w 522357"/>
                <a:gd name="connsiteY0" fmla="*/ 31336 h 439068"/>
                <a:gd name="connsiteX1" fmla="*/ 155161 w 522357"/>
                <a:gd name="connsiteY1" fmla="*/ 0 h 439068"/>
                <a:gd name="connsiteX2" fmla="*/ 522357 w 522357"/>
                <a:gd name="connsiteY2" fmla="*/ 15461 h 439068"/>
                <a:gd name="connsiteX3" fmla="*/ 246132 w 522357"/>
                <a:gd name="connsiteY3" fmla="*/ 439068 h 439068"/>
                <a:gd name="connsiteX4" fmla="*/ 0 w 522357"/>
                <a:gd name="connsiteY4" fmla="*/ 289843 h 439068"/>
                <a:gd name="connsiteX5" fmla="*/ 0 w 522357"/>
                <a:gd name="connsiteY5" fmla="*/ 31336 h 439068"/>
                <a:gd name="connsiteX0" fmla="*/ 53975 w 576332"/>
                <a:gd name="connsiteY0" fmla="*/ 31336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5" fmla="*/ 53975 w 576332"/>
                <a:gd name="connsiteY5" fmla="*/ 31336 h 439068"/>
                <a:gd name="connsiteX0" fmla="*/ 0 w 576332"/>
                <a:gd name="connsiteY0" fmla="*/ 388268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0" fmla="*/ 0 w 576332"/>
                <a:gd name="connsiteY0" fmla="*/ 576510 h 627310"/>
                <a:gd name="connsiteX1" fmla="*/ 209136 w 576332"/>
                <a:gd name="connsiteY1" fmla="*/ 188242 h 627310"/>
                <a:gd name="connsiteX2" fmla="*/ 576332 w 576332"/>
                <a:gd name="connsiteY2" fmla="*/ 203703 h 627310"/>
                <a:gd name="connsiteX3" fmla="*/ 300107 w 576332"/>
                <a:gd name="connsiteY3" fmla="*/ 627310 h 627310"/>
                <a:gd name="connsiteX4" fmla="*/ 0 w 576332"/>
                <a:gd name="connsiteY4" fmla="*/ 576510 h 627310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124529 w 700861"/>
                <a:gd name="connsiteY4" fmla="*/ 567196 h 617996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289216 w 700861"/>
                <a:gd name="connsiteY4" fmla="*/ 537702 h 617996"/>
                <a:gd name="connsiteX5" fmla="*/ 124529 w 700861"/>
                <a:gd name="connsiteY5" fmla="*/ 567196 h 617996"/>
                <a:gd name="connsiteX0" fmla="*/ 124529 w 424636"/>
                <a:gd name="connsiteY0" fmla="*/ 567196 h 617996"/>
                <a:gd name="connsiteX1" fmla="*/ 333665 w 424636"/>
                <a:gd name="connsiteY1" fmla="*/ 178928 h 617996"/>
                <a:gd name="connsiteX2" fmla="*/ 424636 w 424636"/>
                <a:gd name="connsiteY2" fmla="*/ 617996 h 617996"/>
                <a:gd name="connsiteX3" fmla="*/ 289216 w 424636"/>
                <a:gd name="connsiteY3" fmla="*/ 537702 h 617996"/>
                <a:gd name="connsiteX4" fmla="*/ 124529 w 424636"/>
                <a:gd name="connsiteY4" fmla="*/ 567196 h 617996"/>
                <a:gd name="connsiteX0" fmla="*/ 124529 w 567351"/>
                <a:gd name="connsiteY0" fmla="*/ 567196 h 617996"/>
                <a:gd name="connsiteX1" fmla="*/ 333665 w 567351"/>
                <a:gd name="connsiteY1" fmla="*/ 178928 h 617996"/>
                <a:gd name="connsiteX2" fmla="*/ 424636 w 567351"/>
                <a:gd name="connsiteY2" fmla="*/ 617996 h 617996"/>
                <a:gd name="connsiteX3" fmla="*/ 289216 w 567351"/>
                <a:gd name="connsiteY3" fmla="*/ 537702 h 617996"/>
                <a:gd name="connsiteX4" fmla="*/ 124529 w 567351"/>
                <a:gd name="connsiteY4" fmla="*/ 567196 h 617996"/>
                <a:gd name="connsiteX0" fmla="*/ 124529 w 696228"/>
                <a:gd name="connsiteY0" fmla="*/ 567196 h 617996"/>
                <a:gd name="connsiteX1" fmla="*/ 333665 w 696228"/>
                <a:gd name="connsiteY1" fmla="*/ 178928 h 617996"/>
                <a:gd name="connsiteX2" fmla="*/ 424636 w 696228"/>
                <a:gd name="connsiteY2" fmla="*/ 617996 h 617996"/>
                <a:gd name="connsiteX3" fmla="*/ 289216 w 696228"/>
                <a:gd name="connsiteY3" fmla="*/ 537702 h 617996"/>
                <a:gd name="connsiteX4" fmla="*/ 124529 w 696228"/>
                <a:gd name="connsiteY4" fmla="*/ 567196 h 617996"/>
                <a:gd name="connsiteX0" fmla="*/ 78167 w 649866"/>
                <a:gd name="connsiteY0" fmla="*/ 593595 h 644395"/>
                <a:gd name="connsiteX1" fmla="*/ 287303 w 649866"/>
                <a:gd name="connsiteY1" fmla="*/ 205327 h 644395"/>
                <a:gd name="connsiteX2" fmla="*/ 378274 w 649866"/>
                <a:gd name="connsiteY2" fmla="*/ 644395 h 644395"/>
                <a:gd name="connsiteX3" fmla="*/ 242854 w 649866"/>
                <a:gd name="connsiteY3" fmla="*/ 564101 h 644395"/>
                <a:gd name="connsiteX4" fmla="*/ 78167 w 649866"/>
                <a:gd name="connsiteY4" fmla="*/ 593595 h 644395"/>
                <a:gd name="connsiteX0" fmla="*/ 78167 w 603229"/>
                <a:gd name="connsiteY0" fmla="*/ 593595 h 644395"/>
                <a:gd name="connsiteX1" fmla="*/ 287303 w 603229"/>
                <a:gd name="connsiteY1" fmla="*/ 205327 h 644395"/>
                <a:gd name="connsiteX2" fmla="*/ 378274 w 603229"/>
                <a:gd name="connsiteY2" fmla="*/ 644395 h 644395"/>
                <a:gd name="connsiteX3" fmla="*/ 242854 w 603229"/>
                <a:gd name="connsiteY3" fmla="*/ 564101 h 644395"/>
                <a:gd name="connsiteX4" fmla="*/ 78167 w 603229"/>
                <a:gd name="connsiteY4" fmla="*/ 593595 h 644395"/>
                <a:gd name="connsiteX0" fmla="*/ 134845 w 659907"/>
                <a:gd name="connsiteY0" fmla="*/ 604755 h 655555"/>
                <a:gd name="connsiteX1" fmla="*/ 343981 w 659907"/>
                <a:gd name="connsiteY1" fmla="*/ 216487 h 655555"/>
                <a:gd name="connsiteX2" fmla="*/ 434952 w 659907"/>
                <a:gd name="connsiteY2" fmla="*/ 655555 h 655555"/>
                <a:gd name="connsiteX3" fmla="*/ 299532 w 659907"/>
                <a:gd name="connsiteY3" fmla="*/ 575261 h 655555"/>
                <a:gd name="connsiteX4" fmla="*/ 134845 w 659907"/>
                <a:gd name="connsiteY4" fmla="*/ 604755 h 655555"/>
                <a:gd name="connsiteX0" fmla="*/ 134845 w 701493"/>
                <a:gd name="connsiteY0" fmla="*/ 604755 h 655555"/>
                <a:gd name="connsiteX1" fmla="*/ 343981 w 701493"/>
                <a:gd name="connsiteY1" fmla="*/ 216487 h 655555"/>
                <a:gd name="connsiteX2" fmla="*/ 434952 w 701493"/>
                <a:gd name="connsiteY2" fmla="*/ 655555 h 655555"/>
                <a:gd name="connsiteX3" fmla="*/ 299532 w 701493"/>
                <a:gd name="connsiteY3" fmla="*/ 575261 h 655555"/>
                <a:gd name="connsiteX4" fmla="*/ 134845 w 701493"/>
                <a:gd name="connsiteY4" fmla="*/ 604755 h 655555"/>
                <a:gd name="connsiteX0" fmla="*/ 134845 w 706915"/>
                <a:gd name="connsiteY0" fmla="*/ 604755 h 655555"/>
                <a:gd name="connsiteX1" fmla="*/ 343981 w 706915"/>
                <a:gd name="connsiteY1" fmla="*/ 216487 h 655555"/>
                <a:gd name="connsiteX2" fmla="*/ 434952 w 706915"/>
                <a:gd name="connsiteY2" fmla="*/ 655555 h 655555"/>
                <a:gd name="connsiteX3" fmla="*/ 299532 w 706915"/>
                <a:gd name="connsiteY3" fmla="*/ 575261 h 655555"/>
                <a:gd name="connsiteX4" fmla="*/ 134845 w 706915"/>
                <a:gd name="connsiteY4" fmla="*/ 604755 h 655555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915" h="656446">
                  <a:moveTo>
                    <a:pt x="134845" y="604755"/>
                  </a:moveTo>
                  <a:cubicBezTo>
                    <a:pt x="-230418" y="465807"/>
                    <a:pt x="252044" y="-393865"/>
                    <a:pt x="343981" y="216487"/>
                  </a:cubicBezTo>
                  <a:cubicBezTo>
                    <a:pt x="691805" y="-338832"/>
                    <a:pt x="906278" y="442524"/>
                    <a:pt x="434952" y="655555"/>
                  </a:cubicBezTo>
                  <a:cubicBezTo>
                    <a:pt x="387695" y="665832"/>
                    <a:pt x="346789" y="584034"/>
                    <a:pt x="299532" y="575261"/>
                  </a:cubicBezTo>
                  <a:cubicBezTo>
                    <a:pt x="244636" y="585092"/>
                    <a:pt x="192916" y="629849"/>
                    <a:pt x="134845" y="604755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Moon 7">
              <a:extLst>
                <a:ext uri="{FF2B5EF4-FFF2-40B4-BE49-F238E27FC236}">
                  <a16:creationId xmlns:a16="http://schemas.microsoft.com/office/drawing/2014/main" id="{30124263-AA9C-6C42-030E-D5DB1111D6B8}"/>
                </a:ext>
              </a:extLst>
            </p:cNvPr>
            <p:cNvSpPr/>
            <p:nvPr/>
          </p:nvSpPr>
          <p:spPr>
            <a:xfrm rot="16200000">
              <a:off x="6700043" y="4860132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Moon 8">
              <a:extLst>
                <a:ext uri="{FF2B5EF4-FFF2-40B4-BE49-F238E27FC236}">
                  <a16:creationId xmlns:a16="http://schemas.microsoft.com/office/drawing/2014/main" id="{9BD2F99F-E185-F35D-0956-810803E42043}"/>
                </a:ext>
              </a:extLst>
            </p:cNvPr>
            <p:cNvSpPr/>
            <p:nvPr/>
          </p:nvSpPr>
          <p:spPr>
            <a:xfrm rot="16200000">
              <a:off x="6014803" y="4860132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Moon 9">
              <a:extLst>
                <a:ext uri="{FF2B5EF4-FFF2-40B4-BE49-F238E27FC236}">
                  <a16:creationId xmlns:a16="http://schemas.microsoft.com/office/drawing/2014/main" id="{BE29A729-79BE-081F-DDD3-C2BCC2589E0E}"/>
                </a:ext>
              </a:extLst>
            </p:cNvPr>
            <p:cNvSpPr/>
            <p:nvPr/>
          </p:nvSpPr>
          <p:spPr>
            <a:xfrm rot="16200000">
              <a:off x="5335226" y="4692237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Moon 10">
              <a:extLst>
                <a:ext uri="{FF2B5EF4-FFF2-40B4-BE49-F238E27FC236}">
                  <a16:creationId xmlns:a16="http://schemas.microsoft.com/office/drawing/2014/main" id="{05FFAE9B-2BA5-4236-585B-F67DD7557934}"/>
                </a:ext>
              </a:extLst>
            </p:cNvPr>
            <p:cNvSpPr/>
            <p:nvPr/>
          </p:nvSpPr>
          <p:spPr>
            <a:xfrm rot="16200000">
              <a:off x="5616334" y="4220169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Moon 11">
              <a:extLst>
                <a:ext uri="{FF2B5EF4-FFF2-40B4-BE49-F238E27FC236}">
                  <a16:creationId xmlns:a16="http://schemas.microsoft.com/office/drawing/2014/main" id="{564A2FD3-A309-4878-47B5-F34DB84432A6}"/>
                </a:ext>
              </a:extLst>
            </p:cNvPr>
            <p:cNvSpPr/>
            <p:nvPr/>
          </p:nvSpPr>
          <p:spPr>
            <a:xfrm rot="16200000">
              <a:off x="6349311" y="4363297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Moon 12">
              <a:extLst>
                <a:ext uri="{FF2B5EF4-FFF2-40B4-BE49-F238E27FC236}">
                  <a16:creationId xmlns:a16="http://schemas.microsoft.com/office/drawing/2014/main" id="{8D2B637D-8E5F-156B-F305-0CE51BD8FD06}"/>
                </a:ext>
              </a:extLst>
            </p:cNvPr>
            <p:cNvSpPr/>
            <p:nvPr/>
          </p:nvSpPr>
          <p:spPr>
            <a:xfrm rot="16200000">
              <a:off x="7114417" y="4220169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Moon 13">
              <a:extLst>
                <a:ext uri="{FF2B5EF4-FFF2-40B4-BE49-F238E27FC236}">
                  <a16:creationId xmlns:a16="http://schemas.microsoft.com/office/drawing/2014/main" id="{E20D5B5B-9BBD-2A86-1110-9EC8D763414D}"/>
                </a:ext>
              </a:extLst>
            </p:cNvPr>
            <p:cNvSpPr/>
            <p:nvPr/>
          </p:nvSpPr>
          <p:spPr>
            <a:xfrm rot="16200000">
              <a:off x="7377322" y="4718469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Moon 14">
              <a:extLst>
                <a:ext uri="{FF2B5EF4-FFF2-40B4-BE49-F238E27FC236}">
                  <a16:creationId xmlns:a16="http://schemas.microsoft.com/office/drawing/2014/main" id="{9F4F92B3-ED96-0A2D-296A-7876B86089AE}"/>
                </a:ext>
              </a:extLst>
            </p:cNvPr>
            <p:cNvSpPr/>
            <p:nvPr/>
          </p:nvSpPr>
          <p:spPr>
            <a:xfrm rot="16200000">
              <a:off x="7114417" y="5276378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Moon 15">
              <a:extLst>
                <a:ext uri="{FF2B5EF4-FFF2-40B4-BE49-F238E27FC236}">
                  <a16:creationId xmlns:a16="http://schemas.microsoft.com/office/drawing/2014/main" id="{541486C5-1FFB-45DB-190F-7A5858244493}"/>
                </a:ext>
              </a:extLst>
            </p:cNvPr>
            <p:cNvSpPr/>
            <p:nvPr/>
          </p:nvSpPr>
          <p:spPr>
            <a:xfrm rot="16200000">
              <a:off x="6354487" y="5455370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Moon 16">
              <a:extLst>
                <a:ext uri="{FF2B5EF4-FFF2-40B4-BE49-F238E27FC236}">
                  <a16:creationId xmlns:a16="http://schemas.microsoft.com/office/drawing/2014/main" id="{FB8C8206-EE42-D94F-1196-347AD9919CE9}"/>
                </a:ext>
              </a:extLst>
            </p:cNvPr>
            <p:cNvSpPr/>
            <p:nvPr/>
          </p:nvSpPr>
          <p:spPr>
            <a:xfrm rot="16200000">
              <a:off x="5625324" y="5264254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F971251-D1F8-2034-538E-685276AC2FE7}"/>
                </a:ext>
              </a:extLst>
            </p:cNvPr>
            <p:cNvSpPr/>
            <p:nvPr/>
          </p:nvSpPr>
          <p:spPr>
            <a:xfrm>
              <a:off x="3914862" y="368165"/>
              <a:ext cx="949238" cy="1099955"/>
            </a:xfrm>
            <a:custGeom>
              <a:avLst/>
              <a:gdLst>
                <a:gd name="connsiteX0" fmla="*/ 498336 w 955536"/>
                <a:gd name="connsiteY0" fmla="*/ 1155829 h 1155829"/>
                <a:gd name="connsiteX1" fmla="*/ 180836 w 955536"/>
                <a:gd name="connsiteY1" fmla="*/ 939929 h 1155829"/>
                <a:gd name="connsiteX2" fmla="*/ 28436 w 955536"/>
                <a:gd name="connsiteY2" fmla="*/ 444629 h 1155829"/>
                <a:gd name="connsiteX3" fmla="*/ 28436 w 955536"/>
                <a:gd name="connsiteY3" fmla="*/ 266829 h 1155829"/>
                <a:gd name="connsiteX4" fmla="*/ 320536 w 955536"/>
                <a:gd name="connsiteY4" fmla="*/ 444629 h 1155829"/>
                <a:gd name="connsiteX5" fmla="*/ 396736 w 955536"/>
                <a:gd name="connsiteY5" fmla="*/ 129 h 1155829"/>
                <a:gd name="connsiteX6" fmla="*/ 955536 w 955536"/>
                <a:gd name="connsiteY6" fmla="*/ 495429 h 1155829"/>
                <a:gd name="connsiteX7" fmla="*/ 955536 w 955536"/>
                <a:gd name="connsiteY7" fmla="*/ 495429 h 1155829"/>
                <a:gd name="connsiteX0" fmla="*/ 473408 w 930608"/>
                <a:gd name="connsiteY0" fmla="*/ 1155829 h 1155829"/>
                <a:gd name="connsiteX1" fmla="*/ 155908 w 930608"/>
                <a:gd name="connsiteY1" fmla="*/ 939929 h 1155829"/>
                <a:gd name="connsiteX2" fmla="*/ 3508 w 930608"/>
                <a:gd name="connsiteY2" fmla="*/ 266829 h 1155829"/>
                <a:gd name="connsiteX3" fmla="*/ 295608 w 930608"/>
                <a:gd name="connsiteY3" fmla="*/ 444629 h 1155829"/>
                <a:gd name="connsiteX4" fmla="*/ 371808 w 930608"/>
                <a:gd name="connsiteY4" fmla="*/ 129 h 1155829"/>
                <a:gd name="connsiteX5" fmla="*/ 930608 w 930608"/>
                <a:gd name="connsiteY5" fmla="*/ 495429 h 1155829"/>
                <a:gd name="connsiteX6" fmla="*/ 930608 w 930608"/>
                <a:gd name="connsiteY6" fmla="*/ 495429 h 1155829"/>
                <a:gd name="connsiteX0" fmla="*/ 469969 w 927169"/>
                <a:gd name="connsiteY0" fmla="*/ 1155829 h 1169918"/>
                <a:gd name="connsiteX1" fmla="*/ 266769 w 927169"/>
                <a:gd name="connsiteY1" fmla="*/ 1099949 h 1169918"/>
                <a:gd name="connsiteX2" fmla="*/ 69 w 927169"/>
                <a:gd name="connsiteY2" fmla="*/ 266829 h 1169918"/>
                <a:gd name="connsiteX3" fmla="*/ 292169 w 927169"/>
                <a:gd name="connsiteY3" fmla="*/ 444629 h 1169918"/>
                <a:gd name="connsiteX4" fmla="*/ 368369 w 927169"/>
                <a:gd name="connsiteY4" fmla="*/ 129 h 1169918"/>
                <a:gd name="connsiteX5" fmla="*/ 927169 w 927169"/>
                <a:gd name="connsiteY5" fmla="*/ 495429 h 1169918"/>
                <a:gd name="connsiteX6" fmla="*/ 927169 w 927169"/>
                <a:gd name="connsiteY6" fmla="*/ 495429 h 1169918"/>
                <a:gd name="connsiteX0" fmla="*/ 266769 w 927169"/>
                <a:gd name="connsiteY0" fmla="*/ 1099949 h 1099949"/>
                <a:gd name="connsiteX1" fmla="*/ 69 w 927169"/>
                <a:gd name="connsiteY1" fmla="*/ 266829 h 1099949"/>
                <a:gd name="connsiteX2" fmla="*/ 292169 w 927169"/>
                <a:gd name="connsiteY2" fmla="*/ 444629 h 1099949"/>
                <a:gd name="connsiteX3" fmla="*/ 368369 w 927169"/>
                <a:gd name="connsiteY3" fmla="*/ 129 h 1099949"/>
                <a:gd name="connsiteX4" fmla="*/ 927169 w 927169"/>
                <a:gd name="connsiteY4" fmla="*/ 495429 h 1099949"/>
                <a:gd name="connsiteX5" fmla="*/ 927169 w 927169"/>
                <a:gd name="connsiteY5" fmla="*/ 495429 h 1099949"/>
                <a:gd name="connsiteX0" fmla="*/ 274386 w 934786"/>
                <a:gd name="connsiteY0" fmla="*/ 1099955 h 1099955"/>
                <a:gd name="connsiteX1" fmla="*/ 66 w 934786"/>
                <a:gd name="connsiteY1" fmla="*/ 373515 h 1099955"/>
                <a:gd name="connsiteX2" fmla="*/ 299786 w 934786"/>
                <a:gd name="connsiteY2" fmla="*/ 444635 h 1099955"/>
                <a:gd name="connsiteX3" fmla="*/ 375986 w 934786"/>
                <a:gd name="connsiteY3" fmla="*/ 135 h 1099955"/>
                <a:gd name="connsiteX4" fmla="*/ 934786 w 934786"/>
                <a:gd name="connsiteY4" fmla="*/ 495435 h 1099955"/>
                <a:gd name="connsiteX5" fmla="*/ 934786 w 934786"/>
                <a:gd name="connsiteY5" fmla="*/ 495435 h 1099955"/>
                <a:gd name="connsiteX0" fmla="*/ 288838 w 949238"/>
                <a:gd name="connsiteY0" fmla="*/ 1099955 h 1099955"/>
                <a:gd name="connsiteX1" fmla="*/ 14518 w 949238"/>
                <a:gd name="connsiteY1" fmla="*/ 373515 h 1099955"/>
                <a:gd name="connsiteX2" fmla="*/ 314238 w 949238"/>
                <a:gd name="connsiteY2" fmla="*/ 444635 h 1099955"/>
                <a:gd name="connsiteX3" fmla="*/ 390438 w 949238"/>
                <a:gd name="connsiteY3" fmla="*/ 135 h 1099955"/>
                <a:gd name="connsiteX4" fmla="*/ 949238 w 949238"/>
                <a:gd name="connsiteY4" fmla="*/ 495435 h 1099955"/>
                <a:gd name="connsiteX5" fmla="*/ 949238 w 949238"/>
                <a:gd name="connsiteY5" fmla="*/ 495435 h 109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9238" h="1099955">
                  <a:moveTo>
                    <a:pt x="288838" y="1099955"/>
                  </a:moveTo>
                  <a:cubicBezTo>
                    <a:pt x="210521" y="951788"/>
                    <a:pt x="-65915" y="482735"/>
                    <a:pt x="14518" y="373515"/>
                  </a:cubicBezTo>
                  <a:cubicBezTo>
                    <a:pt x="94951" y="264295"/>
                    <a:pt x="251585" y="506865"/>
                    <a:pt x="314238" y="444635"/>
                  </a:cubicBezTo>
                  <a:cubicBezTo>
                    <a:pt x="376891" y="382405"/>
                    <a:pt x="284605" y="-8332"/>
                    <a:pt x="390438" y="135"/>
                  </a:cubicBezTo>
                  <a:cubicBezTo>
                    <a:pt x="496271" y="8602"/>
                    <a:pt x="949238" y="495435"/>
                    <a:pt x="949238" y="495435"/>
                  </a:cubicBezTo>
                  <a:lnTo>
                    <a:pt x="949238" y="495435"/>
                  </a:lnTo>
                </a:path>
              </a:pathLst>
            </a:custGeom>
            <a:solidFill>
              <a:srgbClr val="FCD7B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17A56DB6-7754-31DF-C16F-17AAA81D10AA}"/>
                </a:ext>
              </a:extLst>
            </p:cNvPr>
            <p:cNvSpPr/>
            <p:nvPr/>
          </p:nvSpPr>
          <p:spPr>
            <a:xfrm flipH="1">
              <a:off x="5131883" y="5914439"/>
              <a:ext cx="706915" cy="656446"/>
            </a:xfrm>
            <a:custGeom>
              <a:avLst/>
              <a:gdLst>
                <a:gd name="connsiteX0" fmla="*/ 0 w 344557"/>
                <a:gd name="connsiteY0" fmla="*/ 0 h 258507"/>
                <a:gd name="connsiteX1" fmla="*/ 344557 w 344557"/>
                <a:gd name="connsiteY1" fmla="*/ 0 h 258507"/>
                <a:gd name="connsiteX2" fmla="*/ 344557 w 344557"/>
                <a:gd name="connsiteY2" fmla="*/ 258507 h 258507"/>
                <a:gd name="connsiteX3" fmla="*/ 0 w 344557"/>
                <a:gd name="connsiteY3" fmla="*/ 258507 h 258507"/>
                <a:gd name="connsiteX4" fmla="*/ 0 w 344557"/>
                <a:gd name="connsiteY4" fmla="*/ 0 h 258507"/>
                <a:gd name="connsiteX0" fmla="*/ 0 w 344557"/>
                <a:gd name="connsiteY0" fmla="*/ 31336 h 289843"/>
                <a:gd name="connsiteX1" fmla="*/ 155161 w 344557"/>
                <a:gd name="connsiteY1" fmla="*/ 0 h 289843"/>
                <a:gd name="connsiteX2" fmla="*/ 344557 w 344557"/>
                <a:gd name="connsiteY2" fmla="*/ 31336 h 289843"/>
                <a:gd name="connsiteX3" fmla="*/ 344557 w 344557"/>
                <a:gd name="connsiteY3" fmla="*/ 289843 h 289843"/>
                <a:gd name="connsiteX4" fmla="*/ 0 w 344557"/>
                <a:gd name="connsiteY4" fmla="*/ 289843 h 289843"/>
                <a:gd name="connsiteX5" fmla="*/ 0 w 344557"/>
                <a:gd name="connsiteY5" fmla="*/ 31336 h 289843"/>
                <a:gd name="connsiteX0" fmla="*/ 0 w 522357"/>
                <a:gd name="connsiteY0" fmla="*/ 31336 h 289843"/>
                <a:gd name="connsiteX1" fmla="*/ 155161 w 522357"/>
                <a:gd name="connsiteY1" fmla="*/ 0 h 289843"/>
                <a:gd name="connsiteX2" fmla="*/ 522357 w 522357"/>
                <a:gd name="connsiteY2" fmla="*/ 15461 h 289843"/>
                <a:gd name="connsiteX3" fmla="*/ 344557 w 522357"/>
                <a:gd name="connsiteY3" fmla="*/ 289843 h 289843"/>
                <a:gd name="connsiteX4" fmla="*/ 0 w 522357"/>
                <a:gd name="connsiteY4" fmla="*/ 289843 h 289843"/>
                <a:gd name="connsiteX5" fmla="*/ 0 w 522357"/>
                <a:gd name="connsiteY5" fmla="*/ 31336 h 289843"/>
                <a:gd name="connsiteX0" fmla="*/ 0 w 522357"/>
                <a:gd name="connsiteY0" fmla="*/ 31336 h 439068"/>
                <a:gd name="connsiteX1" fmla="*/ 155161 w 522357"/>
                <a:gd name="connsiteY1" fmla="*/ 0 h 439068"/>
                <a:gd name="connsiteX2" fmla="*/ 522357 w 522357"/>
                <a:gd name="connsiteY2" fmla="*/ 15461 h 439068"/>
                <a:gd name="connsiteX3" fmla="*/ 246132 w 522357"/>
                <a:gd name="connsiteY3" fmla="*/ 439068 h 439068"/>
                <a:gd name="connsiteX4" fmla="*/ 0 w 522357"/>
                <a:gd name="connsiteY4" fmla="*/ 289843 h 439068"/>
                <a:gd name="connsiteX5" fmla="*/ 0 w 522357"/>
                <a:gd name="connsiteY5" fmla="*/ 31336 h 439068"/>
                <a:gd name="connsiteX0" fmla="*/ 53975 w 576332"/>
                <a:gd name="connsiteY0" fmla="*/ 31336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5" fmla="*/ 53975 w 576332"/>
                <a:gd name="connsiteY5" fmla="*/ 31336 h 439068"/>
                <a:gd name="connsiteX0" fmla="*/ 0 w 576332"/>
                <a:gd name="connsiteY0" fmla="*/ 388268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0" fmla="*/ 0 w 576332"/>
                <a:gd name="connsiteY0" fmla="*/ 576510 h 627310"/>
                <a:gd name="connsiteX1" fmla="*/ 209136 w 576332"/>
                <a:gd name="connsiteY1" fmla="*/ 188242 h 627310"/>
                <a:gd name="connsiteX2" fmla="*/ 576332 w 576332"/>
                <a:gd name="connsiteY2" fmla="*/ 203703 h 627310"/>
                <a:gd name="connsiteX3" fmla="*/ 300107 w 576332"/>
                <a:gd name="connsiteY3" fmla="*/ 627310 h 627310"/>
                <a:gd name="connsiteX4" fmla="*/ 0 w 576332"/>
                <a:gd name="connsiteY4" fmla="*/ 576510 h 627310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124529 w 700861"/>
                <a:gd name="connsiteY4" fmla="*/ 567196 h 617996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289216 w 700861"/>
                <a:gd name="connsiteY4" fmla="*/ 537702 h 617996"/>
                <a:gd name="connsiteX5" fmla="*/ 124529 w 700861"/>
                <a:gd name="connsiteY5" fmla="*/ 567196 h 617996"/>
                <a:gd name="connsiteX0" fmla="*/ 124529 w 424636"/>
                <a:gd name="connsiteY0" fmla="*/ 567196 h 617996"/>
                <a:gd name="connsiteX1" fmla="*/ 333665 w 424636"/>
                <a:gd name="connsiteY1" fmla="*/ 178928 h 617996"/>
                <a:gd name="connsiteX2" fmla="*/ 424636 w 424636"/>
                <a:gd name="connsiteY2" fmla="*/ 617996 h 617996"/>
                <a:gd name="connsiteX3" fmla="*/ 289216 w 424636"/>
                <a:gd name="connsiteY3" fmla="*/ 537702 h 617996"/>
                <a:gd name="connsiteX4" fmla="*/ 124529 w 424636"/>
                <a:gd name="connsiteY4" fmla="*/ 567196 h 617996"/>
                <a:gd name="connsiteX0" fmla="*/ 124529 w 567351"/>
                <a:gd name="connsiteY0" fmla="*/ 567196 h 617996"/>
                <a:gd name="connsiteX1" fmla="*/ 333665 w 567351"/>
                <a:gd name="connsiteY1" fmla="*/ 178928 h 617996"/>
                <a:gd name="connsiteX2" fmla="*/ 424636 w 567351"/>
                <a:gd name="connsiteY2" fmla="*/ 617996 h 617996"/>
                <a:gd name="connsiteX3" fmla="*/ 289216 w 567351"/>
                <a:gd name="connsiteY3" fmla="*/ 537702 h 617996"/>
                <a:gd name="connsiteX4" fmla="*/ 124529 w 567351"/>
                <a:gd name="connsiteY4" fmla="*/ 567196 h 617996"/>
                <a:gd name="connsiteX0" fmla="*/ 124529 w 696228"/>
                <a:gd name="connsiteY0" fmla="*/ 567196 h 617996"/>
                <a:gd name="connsiteX1" fmla="*/ 333665 w 696228"/>
                <a:gd name="connsiteY1" fmla="*/ 178928 h 617996"/>
                <a:gd name="connsiteX2" fmla="*/ 424636 w 696228"/>
                <a:gd name="connsiteY2" fmla="*/ 617996 h 617996"/>
                <a:gd name="connsiteX3" fmla="*/ 289216 w 696228"/>
                <a:gd name="connsiteY3" fmla="*/ 537702 h 617996"/>
                <a:gd name="connsiteX4" fmla="*/ 124529 w 696228"/>
                <a:gd name="connsiteY4" fmla="*/ 567196 h 617996"/>
                <a:gd name="connsiteX0" fmla="*/ 78167 w 649866"/>
                <a:gd name="connsiteY0" fmla="*/ 593595 h 644395"/>
                <a:gd name="connsiteX1" fmla="*/ 287303 w 649866"/>
                <a:gd name="connsiteY1" fmla="*/ 205327 h 644395"/>
                <a:gd name="connsiteX2" fmla="*/ 378274 w 649866"/>
                <a:gd name="connsiteY2" fmla="*/ 644395 h 644395"/>
                <a:gd name="connsiteX3" fmla="*/ 242854 w 649866"/>
                <a:gd name="connsiteY3" fmla="*/ 564101 h 644395"/>
                <a:gd name="connsiteX4" fmla="*/ 78167 w 649866"/>
                <a:gd name="connsiteY4" fmla="*/ 593595 h 644395"/>
                <a:gd name="connsiteX0" fmla="*/ 78167 w 603229"/>
                <a:gd name="connsiteY0" fmla="*/ 593595 h 644395"/>
                <a:gd name="connsiteX1" fmla="*/ 287303 w 603229"/>
                <a:gd name="connsiteY1" fmla="*/ 205327 h 644395"/>
                <a:gd name="connsiteX2" fmla="*/ 378274 w 603229"/>
                <a:gd name="connsiteY2" fmla="*/ 644395 h 644395"/>
                <a:gd name="connsiteX3" fmla="*/ 242854 w 603229"/>
                <a:gd name="connsiteY3" fmla="*/ 564101 h 644395"/>
                <a:gd name="connsiteX4" fmla="*/ 78167 w 603229"/>
                <a:gd name="connsiteY4" fmla="*/ 593595 h 644395"/>
                <a:gd name="connsiteX0" fmla="*/ 134845 w 659907"/>
                <a:gd name="connsiteY0" fmla="*/ 604755 h 655555"/>
                <a:gd name="connsiteX1" fmla="*/ 343981 w 659907"/>
                <a:gd name="connsiteY1" fmla="*/ 216487 h 655555"/>
                <a:gd name="connsiteX2" fmla="*/ 434952 w 659907"/>
                <a:gd name="connsiteY2" fmla="*/ 655555 h 655555"/>
                <a:gd name="connsiteX3" fmla="*/ 299532 w 659907"/>
                <a:gd name="connsiteY3" fmla="*/ 575261 h 655555"/>
                <a:gd name="connsiteX4" fmla="*/ 134845 w 659907"/>
                <a:gd name="connsiteY4" fmla="*/ 604755 h 655555"/>
                <a:gd name="connsiteX0" fmla="*/ 134845 w 701493"/>
                <a:gd name="connsiteY0" fmla="*/ 604755 h 655555"/>
                <a:gd name="connsiteX1" fmla="*/ 343981 w 701493"/>
                <a:gd name="connsiteY1" fmla="*/ 216487 h 655555"/>
                <a:gd name="connsiteX2" fmla="*/ 434952 w 701493"/>
                <a:gd name="connsiteY2" fmla="*/ 655555 h 655555"/>
                <a:gd name="connsiteX3" fmla="*/ 299532 w 701493"/>
                <a:gd name="connsiteY3" fmla="*/ 575261 h 655555"/>
                <a:gd name="connsiteX4" fmla="*/ 134845 w 701493"/>
                <a:gd name="connsiteY4" fmla="*/ 604755 h 655555"/>
                <a:gd name="connsiteX0" fmla="*/ 134845 w 706915"/>
                <a:gd name="connsiteY0" fmla="*/ 604755 h 655555"/>
                <a:gd name="connsiteX1" fmla="*/ 343981 w 706915"/>
                <a:gd name="connsiteY1" fmla="*/ 216487 h 655555"/>
                <a:gd name="connsiteX2" fmla="*/ 434952 w 706915"/>
                <a:gd name="connsiteY2" fmla="*/ 655555 h 655555"/>
                <a:gd name="connsiteX3" fmla="*/ 299532 w 706915"/>
                <a:gd name="connsiteY3" fmla="*/ 575261 h 655555"/>
                <a:gd name="connsiteX4" fmla="*/ 134845 w 706915"/>
                <a:gd name="connsiteY4" fmla="*/ 604755 h 655555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915" h="656446">
                  <a:moveTo>
                    <a:pt x="134845" y="604755"/>
                  </a:moveTo>
                  <a:cubicBezTo>
                    <a:pt x="-230418" y="465807"/>
                    <a:pt x="252044" y="-393865"/>
                    <a:pt x="343981" y="216487"/>
                  </a:cubicBezTo>
                  <a:cubicBezTo>
                    <a:pt x="691805" y="-338832"/>
                    <a:pt x="906278" y="442524"/>
                    <a:pt x="434952" y="655555"/>
                  </a:cubicBezTo>
                  <a:cubicBezTo>
                    <a:pt x="387695" y="665832"/>
                    <a:pt x="346789" y="584034"/>
                    <a:pt x="299532" y="575261"/>
                  </a:cubicBezTo>
                  <a:cubicBezTo>
                    <a:pt x="244636" y="585092"/>
                    <a:pt x="192916" y="629849"/>
                    <a:pt x="134845" y="604755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FD76154-8962-532D-AB8A-99A90B11E658}"/>
                </a:ext>
              </a:extLst>
            </p:cNvPr>
            <p:cNvSpPr/>
            <p:nvPr/>
          </p:nvSpPr>
          <p:spPr>
            <a:xfrm flipH="1">
              <a:off x="7619920" y="96462"/>
              <a:ext cx="949238" cy="1099955"/>
            </a:xfrm>
            <a:custGeom>
              <a:avLst/>
              <a:gdLst>
                <a:gd name="connsiteX0" fmla="*/ 498336 w 955536"/>
                <a:gd name="connsiteY0" fmla="*/ 1155829 h 1155829"/>
                <a:gd name="connsiteX1" fmla="*/ 180836 w 955536"/>
                <a:gd name="connsiteY1" fmla="*/ 939929 h 1155829"/>
                <a:gd name="connsiteX2" fmla="*/ 28436 w 955536"/>
                <a:gd name="connsiteY2" fmla="*/ 444629 h 1155829"/>
                <a:gd name="connsiteX3" fmla="*/ 28436 w 955536"/>
                <a:gd name="connsiteY3" fmla="*/ 266829 h 1155829"/>
                <a:gd name="connsiteX4" fmla="*/ 320536 w 955536"/>
                <a:gd name="connsiteY4" fmla="*/ 444629 h 1155829"/>
                <a:gd name="connsiteX5" fmla="*/ 396736 w 955536"/>
                <a:gd name="connsiteY5" fmla="*/ 129 h 1155829"/>
                <a:gd name="connsiteX6" fmla="*/ 955536 w 955536"/>
                <a:gd name="connsiteY6" fmla="*/ 495429 h 1155829"/>
                <a:gd name="connsiteX7" fmla="*/ 955536 w 955536"/>
                <a:gd name="connsiteY7" fmla="*/ 495429 h 1155829"/>
                <a:gd name="connsiteX0" fmla="*/ 473408 w 930608"/>
                <a:gd name="connsiteY0" fmla="*/ 1155829 h 1155829"/>
                <a:gd name="connsiteX1" fmla="*/ 155908 w 930608"/>
                <a:gd name="connsiteY1" fmla="*/ 939929 h 1155829"/>
                <a:gd name="connsiteX2" fmla="*/ 3508 w 930608"/>
                <a:gd name="connsiteY2" fmla="*/ 266829 h 1155829"/>
                <a:gd name="connsiteX3" fmla="*/ 295608 w 930608"/>
                <a:gd name="connsiteY3" fmla="*/ 444629 h 1155829"/>
                <a:gd name="connsiteX4" fmla="*/ 371808 w 930608"/>
                <a:gd name="connsiteY4" fmla="*/ 129 h 1155829"/>
                <a:gd name="connsiteX5" fmla="*/ 930608 w 930608"/>
                <a:gd name="connsiteY5" fmla="*/ 495429 h 1155829"/>
                <a:gd name="connsiteX6" fmla="*/ 930608 w 930608"/>
                <a:gd name="connsiteY6" fmla="*/ 495429 h 1155829"/>
                <a:gd name="connsiteX0" fmla="*/ 469969 w 927169"/>
                <a:gd name="connsiteY0" fmla="*/ 1155829 h 1169918"/>
                <a:gd name="connsiteX1" fmla="*/ 266769 w 927169"/>
                <a:gd name="connsiteY1" fmla="*/ 1099949 h 1169918"/>
                <a:gd name="connsiteX2" fmla="*/ 69 w 927169"/>
                <a:gd name="connsiteY2" fmla="*/ 266829 h 1169918"/>
                <a:gd name="connsiteX3" fmla="*/ 292169 w 927169"/>
                <a:gd name="connsiteY3" fmla="*/ 444629 h 1169918"/>
                <a:gd name="connsiteX4" fmla="*/ 368369 w 927169"/>
                <a:gd name="connsiteY4" fmla="*/ 129 h 1169918"/>
                <a:gd name="connsiteX5" fmla="*/ 927169 w 927169"/>
                <a:gd name="connsiteY5" fmla="*/ 495429 h 1169918"/>
                <a:gd name="connsiteX6" fmla="*/ 927169 w 927169"/>
                <a:gd name="connsiteY6" fmla="*/ 495429 h 1169918"/>
                <a:gd name="connsiteX0" fmla="*/ 266769 w 927169"/>
                <a:gd name="connsiteY0" fmla="*/ 1099949 h 1099949"/>
                <a:gd name="connsiteX1" fmla="*/ 69 w 927169"/>
                <a:gd name="connsiteY1" fmla="*/ 266829 h 1099949"/>
                <a:gd name="connsiteX2" fmla="*/ 292169 w 927169"/>
                <a:gd name="connsiteY2" fmla="*/ 444629 h 1099949"/>
                <a:gd name="connsiteX3" fmla="*/ 368369 w 927169"/>
                <a:gd name="connsiteY3" fmla="*/ 129 h 1099949"/>
                <a:gd name="connsiteX4" fmla="*/ 927169 w 927169"/>
                <a:gd name="connsiteY4" fmla="*/ 495429 h 1099949"/>
                <a:gd name="connsiteX5" fmla="*/ 927169 w 927169"/>
                <a:gd name="connsiteY5" fmla="*/ 495429 h 1099949"/>
                <a:gd name="connsiteX0" fmla="*/ 274386 w 934786"/>
                <a:gd name="connsiteY0" fmla="*/ 1099955 h 1099955"/>
                <a:gd name="connsiteX1" fmla="*/ 66 w 934786"/>
                <a:gd name="connsiteY1" fmla="*/ 373515 h 1099955"/>
                <a:gd name="connsiteX2" fmla="*/ 299786 w 934786"/>
                <a:gd name="connsiteY2" fmla="*/ 444635 h 1099955"/>
                <a:gd name="connsiteX3" fmla="*/ 375986 w 934786"/>
                <a:gd name="connsiteY3" fmla="*/ 135 h 1099955"/>
                <a:gd name="connsiteX4" fmla="*/ 934786 w 934786"/>
                <a:gd name="connsiteY4" fmla="*/ 495435 h 1099955"/>
                <a:gd name="connsiteX5" fmla="*/ 934786 w 934786"/>
                <a:gd name="connsiteY5" fmla="*/ 495435 h 1099955"/>
                <a:gd name="connsiteX0" fmla="*/ 288838 w 949238"/>
                <a:gd name="connsiteY0" fmla="*/ 1099955 h 1099955"/>
                <a:gd name="connsiteX1" fmla="*/ 14518 w 949238"/>
                <a:gd name="connsiteY1" fmla="*/ 373515 h 1099955"/>
                <a:gd name="connsiteX2" fmla="*/ 314238 w 949238"/>
                <a:gd name="connsiteY2" fmla="*/ 444635 h 1099955"/>
                <a:gd name="connsiteX3" fmla="*/ 390438 w 949238"/>
                <a:gd name="connsiteY3" fmla="*/ 135 h 1099955"/>
                <a:gd name="connsiteX4" fmla="*/ 949238 w 949238"/>
                <a:gd name="connsiteY4" fmla="*/ 495435 h 1099955"/>
                <a:gd name="connsiteX5" fmla="*/ 949238 w 949238"/>
                <a:gd name="connsiteY5" fmla="*/ 495435 h 109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9238" h="1099955">
                  <a:moveTo>
                    <a:pt x="288838" y="1099955"/>
                  </a:moveTo>
                  <a:cubicBezTo>
                    <a:pt x="210521" y="951788"/>
                    <a:pt x="-65915" y="482735"/>
                    <a:pt x="14518" y="373515"/>
                  </a:cubicBezTo>
                  <a:cubicBezTo>
                    <a:pt x="94951" y="264295"/>
                    <a:pt x="251585" y="506865"/>
                    <a:pt x="314238" y="444635"/>
                  </a:cubicBezTo>
                  <a:cubicBezTo>
                    <a:pt x="376891" y="382405"/>
                    <a:pt x="284605" y="-8332"/>
                    <a:pt x="390438" y="135"/>
                  </a:cubicBezTo>
                  <a:cubicBezTo>
                    <a:pt x="496271" y="8602"/>
                    <a:pt x="949238" y="495435"/>
                    <a:pt x="949238" y="495435"/>
                  </a:cubicBezTo>
                  <a:lnTo>
                    <a:pt x="949238" y="495435"/>
                  </a:lnTo>
                </a:path>
              </a:pathLst>
            </a:custGeom>
            <a:solidFill>
              <a:srgbClr val="FCD7B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22C0F1-856C-AC7E-B2D3-A4DAE9DF7AEA}"/>
                </a:ext>
              </a:extLst>
            </p:cNvPr>
            <p:cNvSpPr/>
            <p:nvPr/>
          </p:nvSpPr>
          <p:spPr>
            <a:xfrm>
              <a:off x="3803590" y="368165"/>
              <a:ext cx="5327157" cy="4333339"/>
            </a:xfrm>
            <a:prstGeom prst="ellipse">
              <a:avLst/>
            </a:prstGeom>
            <a:solidFill>
              <a:srgbClr val="FCD7B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54C5471-2F7B-364A-A1C9-705A587411D0}"/>
                </a:ext>
              </a:extLst>
            </p:cNvPr>
            <p:cNvSpPr/>
            <p:nvPr/>
          </p:nvSpPr>
          <p:spPr>
            <a:xfrm>
              <a:off x="4221440" y="1488896"/>
              <a:ext cx="2241726" cy="2241726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9B7140C-0C6C-17D9-868D-6F35723DFD8D}"/>
                </a:ext>
              </a:extLst>
            </p:cNvPr>
            <p:cNvSpPr/>
            <p:nvPr/>
          </p:nvSpPr>
          <p:spPr>
            <a:xfrm>
              <a:off x="6430719" y="1488896"/>
              <a:ext cx="2241726" cy="2241726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7825204-F20B-D87D-EB02-199957001F70}"/>
                </a:ext>
              </a:extLst>
            </p:cNvPr>
            <p:cNvSpPr/>
            <p:nvPr/>
          </p:nvSpPr>
          <p:spPr>
            <a:xfrm>
              <a:off x="4893715" y="2152559"/>
              <a:ext cx="799837" cy="91440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D98757C-9BA2-1630-3FEF-E8CA49AA70FC}"/>
                </a:ext>
              </a:extLst>
            </p:cNvPr>
            <p:cNvSpPr/>
            <p:nvPr/>
          </p:nvSpPr>
          <p:spPr>
            <a:xfrm>
              <a:off x="5233168" y="2295345"/>
              <a:ext cx="294525" cy="33671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09A3137-8190-A2F3-CB6E-D3619AB33A1D}"/>
                </a:ext>
              </a:extLst>
            </p:cNvPr>
            <p:cNvSpPr/>
            <p:nvPr/>
          </p:nvSpPr>
          <p:spPr>
            <a:xfrm>
              <a:off x="7262675" y="2073853"/>
              <a:ext cx="799837" cy="91440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F066830-19BE-9F46-894E-82E857C36957}"/>
                </a:ext>
              </a:extLst>
            </p:cNvPr>
            <p:cNvSpPr/>
            <p:nvPr/>
          </p:nvSpPr>
          <p:spPr>
            <a:xfrm>
              <a:off x="7404319" y="2216124"/>
              <a:ext cx="294525" cy="33671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5180972-C161-5F36-AF3B-99349B14A4AB}"/>
                </a:ext>
              </a:extLst>
            </p:cNvPr>
            <p:cNvSpPr/>
            <p:nvPr/>
          </p:nvSpPr>
          <p:spPr>
            <a:xfrm>
              <a:off x="6315903" y="2415314"/>
              <a:ext cx="294525" cy="527372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6">
              <a:extLst>
                <a:ext uri="{FF2B5EF4-FFF2-40B4-BE49-F238E27FC236}">
                  <a16:creationId xmlns:a16="http://schemas.microsoft.com/office/drawing/2014/main" id="{8E155278-7B52-0FAD-1E45-80B9C200D5C6}"/>
                </a:ext>
              </a:extLst>
            </p:cNvPr>
            <p:cNvSpPr/>
            <p:nvPr/>
          </p:nvSpPr>
          <p:spPr>
            <a:xfrm>
              <a:off x="6111744" y="2815982"/>
              <a:ext cx="680795" cy="819391"/>
            </a:xfrm>
            <a:custGeom>
              <a:avLst/>
              <a:gdLst>
                <a:gd name="connsiteX0" fmla="*/ 0 w 799837"/>
                <a:gd name="connsiteY0" fmla="*/ 457200 h 914400"/>
                <a:gd name="connsiteX1" fmla="*/ 399919 w 799837"/>
                <a:gd name="connsiteY1" fmla="*/ 0 h 914400"/>
                <a:gd name="connsiteX2" fmla="*/ 799838 w 799837"/>
                <a:gd name="connsiteY2" fmla="*/ 457200 h 914400"/>
                <a:gd name="connsiteX3" fmla="*/ 399919 w 799837"/>
                <a:gd name="connsiteY3" fmla="*/ 914400 h 914400"/>
                <a:gd name="connsiteX4" fmla="*/ 0 w 799837"/>
                <a:gd name="connsiteY4" fmla="*/ 457200 h 914400"/>
                <a:gd name="connsiteX0" fmla="*/ 0 w 718875"/>
                <a:gd name="connsiteY0" fmla="*/ 309367 h 920890"/>
                <a:gd name="connsiteX1" fmla="*/ 318956 w 718875"/>
                <a:gd name="connsiteY1" fmla="*/ 4567 h 920890"/>
                <a:gd name="connsiteX2" fmla="*/ 718875 w 718875"/>
                <a:gd name="connsiteY2" fmla="*/ 461767 h 920890"/>
                <a:gd name="connsiteX3" fmla="*/ 318956 w 718875"/>
                <a:gd name="connsiteY3" fmla="*/ 918967 h 920890"/>
                <a:gd name="connsiteX4" fmla="*/ 0 w 718875"/>
                <a:gd name="connsiteY4" fmla="*/ 309367 h 920890"/>
                <a:gd name="connsiteX0" fmla="*/ 0 w 680775"/>
                <a:gd name="connsiteY0" fmla="*/ 305460 h 915123"/>
                <a:gd name="connsiteX1" fmla="*/ 318956 w 680775"/>
                <a:gd name="connsiteY1" fmla="*/ 660 h 915123"/>
                <a:gd name="connsiteX2" fmla="*/ 680775 w 680775"/>
                <a:gd name="connsiteY2" fmla="*/ 272122 h 915123"/>
                <a:gd name="connsiteX3" fmla="*/ 318956 w 680775"/>
                <a:gd name="connsiteY3" fmla="*/ 915060 h 915123"/>
                <a:gd name="connsiteX4" fmla="*/ 0 w 680775"/>
                <a:gd name="connsiteY4" fmla="*/ 305460 h 915123"/>
                <a:gd name="connsiteX0" fmla="*/ 20 w 680795"/>
                <a:gd name="connsiteY0" fmla="*/ 305460 h 819869"/>
                <a:gd name="connsiteX1" fmla="*/ 318976 w 680795"/>
                <a:gd name="connsiteY1" fmla="*/ 660 h 819869"/>
                <a:gd name="connsiteX2" fmla="*/ 680795 w 680795"/>
                <a:gd name="connsiteY2" fmla="*/ 272122 h 819869"/>
                <a:gd name="connsiteX3" fmla="*/ 333264 w 680795"/>
                <a:gd name="connsiteY3" fmla="*/ 819810 h 819869"/>
                <a:gd name="connsiteX4" fmla="*/ 20 w 680795"/>
                <a:gd name="connsiteY4" fmla="*/ 305460 h 819869"/>
                <a:gd name="connsiteX0" fmla="*/ 20 w 680795"/>
                <a:gd name="connsiteY0" fmla="*/ 305460 h 819811"/>
                <a:gd name="connsiteX1" fmla="*/ 318976 w 680795"/>
                <a:gd name="connsiteY1" fmla="*/ 660 h 819811"/>
                <a:gd name="connsiteX2" fmla="*/ 680795 w 680795"/>
                <a:gd name="connsiteY2" fmla="*/ 272122 h 819811"/>
                <a:gd name="connsiteX3" fmla="*/ 333264 w 680795"/>
                <a:gd name="connsiteY3" fmla="*/ 819810 h 819811"/>
                <a:gd name="connsiteX4" fmla="*/ 20 w 680795"/>
                <a:gd name="connsiteY4" fmla="*/ 305460 h 81981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795" h="819391">
                  <a:moveTo>
                    <a:pt x="20" y="305040"/>
                  </a:moveTo>
                  <a:cubicBezTo>
                    <a:pt x="-2361" y="187565"/>
                    <a:pt x="205514" y="5796"/>
                    <a:pt x="318976" y="240"/>
                  </a:cubicBezTo>
                  <a:cubicBezTo>
                    <a:pt x="432438" y="-5316"/>
                    <a:pt x="666508" y="85872"/>
                    <a:pt x="680795" y="271702"/>
                  </a:cubicBezTo>
                  <a:cubicBezTo>
                    <a:pt x="680795" y="524207"/>
                    <a:pt x="403864" y="818596"/>
                    <a:pt x="333264" y="819390"/>
                  </a:cubicBezTo>
                  <a:cubicBezTo>
                    <a:pt x="262664" y="820184"/>
                    <a:pt x="2401" y="422515"/>
                    <a:pt x="20" y="30504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342BF5-B659-D10A-61A5-9189E7260583}"/>
              </a:ext>
            </a:extLst>
          </p:cNvPr>
          <p:cNvGrpSpPr/>
          <p:nvPr/>
        </p:nvGrpSpPr>
        <p:grpSpPr>
          <a:xfrm>
            <a:off x="4008026" y="693391"/>
            <a:ext cx="5353878" cy="6474423"/>
            <a:chOff x="3776869" y="96462"/>
            <a:chExt cx="5353878" cy="6474423"/>
          </a:xfrm>
          <a:solidFill>
            <a:srgbClr val="FFFFFF"/>
          </a:solidFill>
        </p:grpSpPr>
        <p:sp>
          <p:nvSpPr>
            <p:cNvPr id="31" name="Moon 6">
              <a:extLst>
                <a:ext uri="{FF2B5EF4-FFF2-40B4-BE49-F238E27FC236}">
                  <a16:creationId xmlns:a16="http://schemas.microsoft.com/office/drawing/2014/main" id="{2415C8D9-8899-2508-4FEC-1DB2B778DD4D}"/>
                </a:ext>
              </a:extLst>
            </p:cNvPr>
            <p:cNvSpPr/>
            <p:nvPr/>
          </p:nvSpPr>
          <p:spPr>
            <a:xfrm>
              <a:off x="3962089" y="3204961"/>
              <a:ext cx="969138" cy="2657152"/>
            </a:xfrm>
            <a:custGeom>
              <a:avLst/>
              <a:gdLst>
                <a:gd name="connsiteX0" fmla="*/ 950889 w 950889"/>
                <a:gd name="connsiteY0" fmla="*/ 1901778 h 1901778"/>
                <a:gd name="connsiteX1" fmla="*/ 0 w 950889"/>
                <a:gd name="connsiteY1" fmla="*/ 950889 h 1901778"/>
                <a:gd name="connsiteX2" fmla="*/ 950889 w 950889"/>
                <a:gd name="connsiteY2" fmla="*/ 0 h 1901778"/>
                <a:gd name="connsiteX3" fmla="*/ 950889 w 950889"/>
                <a:gd name="connsiteY3" fmla="*/ 1901778 h 1901778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1712 w 951712"/>
                <a:gd name="connsiteY0" fmla="*/ 2657152 h 2657152"/>
                <a:gd name="connsiteX1" fmla="*/ 823 w 951712"/>
                <a:gd name="connsiteY1" fmla="*/ 1706263 h 2657152"/>
                <a:gd name="connsiteX2" fmla="*/ 951712 w 951712"/>
                <a:gd name="connsiteY2" fmla="*/ 0 h 2657152"/>
                <a:gd name="connsiteX3" fmla="*/ 951712 w 951712"/>
                <a:gd name="connsiteY3" fmla="*/ 2657152 h 2657152"/>
                <a:gd name="connsiteX0" fmla="*/ 232577 w 232577"/>
                <a:gd name="connsiteY0" fmla="*/ 2657152 h 2657152"/>
                <a:gd name="connsiteX1" fmla="*/ 232577 w 232577"/>
                <a:gd name="connsiteY1" fmla="*/ 0 h 2657152"/>
                <a:gd name="connsiteX2" fmla="*/ 232577 w 232577"/>
                <a:gd name="connsiteY2" fmla="*/ 2657152 h 2657152"/>
                <a:gd name="connsiteX0" fmla="*/ 735954 w 735954"/>
                <a:gd name="connsiteY0" fmla="*/ 2657152 h 2657152"/>
                <a:gd name="connsiteX1" fmla="*/ 735954 w 735954"/>
                <a:gd name="connsiteY1" fmla="*/ 0 h 2657152"/>
                <a:gd name="connsiteX2" fmla="*/ 735954 w 735954"/>
                <a:gd name="connsiteY2" fmla="*/ 2657152 h 2657152"/>
                <a:gd name="connsiteX0" fmla="*/ 969138 w 969138"/>
                <a:gd name="connsiteY0" fmla="*/ 2657152 h 2657152"/>
                <a:gd name="connsiteX1" fmla="*/ 969138 w 969138"/>
                <a:gd name="connsiteY1" fmla="*/ 0 h 2657152"/>
                <a:gd name="connsiteX2" fmla="*/ 969138 w 969138"/>
                <a:gd name="connsiteY2" fmla="*/ 2657152 h 265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138" h="2657152">
                  <a:moveTo>
                    <a:pt x="969138" y="2657152"/>
                  </a:moveTo>
                  <a:lnTo>
                    <a:pt x="969138" y="0"/>
                  </a:lnTo>
                  <a:cubicBezTo>
                    <a:pt x="-513" y="239674"/>
                    <a:pt x="-610113" y="2099424"/>
                    <a:pt x="969138" y="2657152"/>
                  </a:cubicBezTo>
                  <a:close/>
                </a:path>
              </a:pathLst>
            </a:cu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Moon 6">
              <a:extLst>
                <a:ext uri="{FF2B5EF4-FFF2-40B4-BE49-F238E27FC236}">
                  <a16:creationId xmlns:a16="http://schemas.microsoft.com/office/drawing/2014/main" id="{08F95D34-C623-3777-30D8-77584A2657BA}"/>
                </a:ext>
              </a:extLst>
            </p:cNvPr>
            <p:cNvSpPr/>
            <p:nvPr/>
          </p:nvSpPr>
          <p:spPr>
            <a:xfrm flipH="1">
              <a:off x="7932458" y="3229982"/>
              <a:ext cx="969138" cy="2657152"/>
            </a:xfrm>
            <a:custGeom>
              <a:avLst/>
              <a:gdLst>
                <a:gd name="connsiteX0" fmla="*/ 950889 w 950889"/>
                <a:gd name="connsiteY0" fmla="*/ 1901778 h 1901778"/>
                <a:gd name="connsiteX1" fmla="*/ 0 w 950889"/>
                <a:gd name="connsiteY1" fmla="*/ 950889 h 1901778"/>
                <a:gd name="connsiteX2" fmla="*/ 950889 w 950889"/>
                <a:gd name="connsiteY2" fmla="*/ 0 h 1901778"/>
                <a:gd name="connsiteX3" fmla="*/ 950889 w 950889"/>
                <a:gd name="connsiteY3" fmla="*/ 1901778 h 1901778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0889 w 950889"/>
                <a:gd name="connsiteY0" fmla="*/ 2657152 h 2657152"/>
                <a:gd name="connsiteX1" fmla="*/ 0 w 950889"/>
                <a:gd name="connsiteY1" fmla="*/ 1706263 h 2657152"/>
                <a:gd name="connsiteX2" fmla="*/ 950889 w 950889"/>
                <a:gd name="connsiteY2" fmla="*/ 0 h 2657152"/>
                <a:gd name="connsiteX3" fmla="*/ 950889 w 950889"/>
                <a:gd name="connsiteY3" fmla="*/ 2657152 h 2657152"/>
                <a:gd name="connsiteX0" fmla="*/ 951712 w 951712"/>
                <a:gd name="connsiteY0" fmla="*/ 2657152 h 2657152"/>
                <a:gd name="connsiteX1" fmla="*/ 823 w 951712"/>
                <a:gd name="connsiteY1" fmla="*/ 1706263 h 2657152"/>
                <a:gd name="connsiteX2" fmla="*/ 951712 w 951712"/>
                <a:gd name="connsiteY2" fmla="*/ 0 h 2657152"/>
                <a:gd name="connsiteX3" fmla="*/ 951712 w 951712"/>
                <a:gd name="connsiteY3" fmla="*/ 2657152 h 2657152"/>
                <a:gd name="connsiteX0" fmla="*/ 232577 w 232577"/>
                <a:gd name="connsiteY0" fmla="*/ 2657152 h 2657152"/>
                <a:gd name="connsiteX1" fmla="*/ 232577 w 232577"/>
                <a:gd name="connsiteY1" fmla="*/ 0 h 2657152"/>
                <a:gd name="connsiteX2" fmla="*/ 232577 w 232577"/>
                <a:gd name="connsiteY2" fmla="*/ 2657152 h 2657152"/>
                <a:gd name="connsiteX0" fmla="*/ 735954 w 735954"/>
                <a:gd name="connsiteY0" fmla="*/ 2657152 h 2657152"/>
                <a:gd name="connsiteX1" fmla="*/ 735954 w 735954"/>
                <a:gd name="connsiteY1" fmla="*/ 0 h 2657152"/>
                <a:gd name="connsiteX2" fmla="*/ 735954 w 735954"/>
                <a:gd name="connsiteY2" fmla="*/ 2657152 h 2657152"/>
                <a:gd name="connsiteX0" fmla="*/ 969138 w 969138"/>
                <a:gd name="connsiteY0" fmla="*/ 2657152 h 2657152"/>
                <a:gd name="connsiteX1" fmla="*/ 969138 w 969138"/>
                <a:gd name="connsiteY1" fmla="*/ 0 h 2657152"/>
                <a:gd name="connsiteX2" fmla="*/ 969138 w 969138"/>
                <a:gd name="connsiteY2" fmla="*/ 2657152 h 2657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138" h="2657152">
                  <a:moveTo>
                    <a:pt x="969138" y="2657152"/>
                  </a:moveTo>
                  <a:lnTo>
                    <a:pt x="969138" y="0"/>
                  </a:lnTo>
                  <a:cubicBezTo>
                    <a:pt x="-513" y="239674"/>
                    <a:pt x="-610113" y="2099424"/>
                    <a:pt x="969138" y="2657152"/>
                  </a:cubicBezTo>
                  <a:close/>
                </a:path>
              </a:pathLst>
            </a:cu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8233444-8E75-4F9E-DC9A-8948604207A2}"/>
                </a:ext>
              </a:extLst>
            </p:cNvPr>
            <p:cNvSpPr/>
            <p:nvPr/>
          </p:nvSpPr>
          <p:spPr>
            <a:xfrm>
              <a:off x="3776869" y="344557"/>
              <a:ext cx="5353878" cy="4373217"/>
            </a:xfrm>
            <a:prstGeom prst="ellipse">
              <a:avLst/>
            </a:prstGeom>
            <a:solidFill>
              <a:srgbClr val="FCD7B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B37553-F165-1883-B3B4-D8C0312743F6}"/>
                </a:ext>
              </a:extLst>
            </p:cNvPr>
            <p:cNvSpPr/>
            <p:nvPr/>
          </p:nvSpPr>
          <p:spPr>
            <a:xfrm rot="5400000">
              <a:off x="4743948" y="2697056"/>
              <a:ext cx="3405989" cy="4041435"/>
            </a:xfrm>
            <a:prstGeom prst="ellipse">
              <a:avLst/>
            </a:prstGeom>
            <a:solidFill>
              <a:srgbClr val="FCD7B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340371A-6A39-A2F1-B7DC-1C79E815C827}"/>
                </a:ext>
              </a:extLst>
            </p:cNvPr>
            <p:cNvSpPr/>
            <p:nvPr/>
          </p:nvSpPr>
          <p:spPr>
            <a:xfrm>
              <a:off x="7060118" y="5914439"/>
              <a:ext cx="706915" cy="656446"/>
            </a:xfrm>
            <a:custGeom>
              <a:avLst/>
              <a:gdLst>
                <a:gd name="connsiteX0" fmla="*/ 0 w 344557"/>
                <a:gd name="connsiteY0" fmla="*/ 0 h 258507"/>
                <a:gd name="connsiteX1" fmla="*/ 344557 w 344557"/>
                <a:gd name="connsiteY1" fmla="*/ 0 h 258507"/>
                <a:gd name="connsiteX2" fmla="*/ 344557 w 344557"/>
                <a:gd name="connsiteY2" fmla="*/ 258507 h 258507"/>
                <a:gd name="connsiteX3" fmla="*/ 0 w 344557"/>
                <a:gd name="connsiteY3" fmla="*/ 258507 h 258507"/>
                <a:gd name="connsiteX4" fmla="*/ 0 w 344557"/>
                <a:gd name="connsiteY4" fmla="*/ 0 h 258507"/>
                <a:gd name="connsiteX0" fmla="*/ 0 w 344557"/>
                <a:gd name="connsiteY0" fmla="*/ 31336 h 289843"/>
                <a:gd name="connsiteX1" fmla="*/ 155161 w 344557"/>
                <a:gd name="connsiteY1" fmla="*/ 0 h 289843"/>
                <a:gd name="connsiteX2" fmla="*/ 344557 w 344557"/>
                <a:gd name="connsiteY2" fmla="*/ 31336 h 289843"/>
                <a:gd name="connsiteX3" fmla="*/ 344557 w 344557"/>
                <a:gd name="connsiteY3" fmla="*/ 289843 h 289843"/>
                <a:gd name="connsiteX4" fmla="*/ 0 w 344557"/>
                <a:gd name="connsiteY4" fmla="*/ 289843 h 289843"/>
                <a:gd name="connsiteX5" fmla="*/ 0 w 344557"/>
                <a:gd name="connsiteY5" fmla="*/ 31336 h 289843"/>
                <a:gd name="connsiteX0" fmla="*/ 0 w 522357"/>
                <a:gd name="connsiteY0" fmla="*/ 31336 h 289843"/>
                <a:gd name="connsiteX1" fmla="*/ 155161 w 522357"/>
                <a:gd name="connsiteY1" fmla="*/ 0 h 289843"/>
                <a:gd name="connsiteX2" fmla="*/ 522357 w 522357"/>
                <a:gd name="connsiteY2" fmla="*/ 15461 h 289843"/>
                <a:gd name="connsiteX3" fmla="*/ 344557 w 522357"/>
                <a:gd name="connsiteY3" fmla="*/ 289843 h 289843"/>
                <a:gd name="connsiteX4" fmla="*/ 0 w 522357"/>
                <a:gd name="connsiteY4" fmla="*/ 289843 h 289843"/>
                <a:gd name="connsiteX5" fmla="*/ 0 w 522357"/>
                <a:gd name="connsiteY5" fmla="*/ 31336 h 289843"/>
                <a:gd name="connsiteX0" fmla="*/ 0 w 522357"/>
                <a:gd name="connsiteY0" fmla="*/ 31336 h 439068"/>
                <a:gd name="connsiteX1" fmla="*/ 155161 w 522357"/>
                <a:gd name="connsiteY1" fmla="*/ 0 h 439068"/>
                <a:gd name="connsiteX2" fmla="*/ 522357 w 522357"/>
                <a:gd name="connsiteY2" fmla="*/ 15461 h 439068"/>
                <a:gd name="connsiteX3" fmla="*/ 246132 w 522357"/>
                <a:gd name="connsiteY3" fmla="*/ 439068 h 439068"/>
                <a:gd name="connsiteX4" fmla="*/ 0 w 522357"/>
                <a:gd name="connsiteY4" fmla="*/ 289843 h 439068"/>
                <a:gd name="connsiteX5" fmla="*/ 0 w 522357"/>
                <a:gd name="connsiteY5" fmla="*/ 31336 h 439068"/>
                <a:gd name="connsiteX0" fmla="*/ 53975 w 576332"/>
                <a:gd name="connsiteY0" fmla="*/ 31336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5" fmla="*/ 53975 w 576332"/>
                <a:gd name="connsiteY5" fmla="*/ 31336 h 439068"/>
                <a:gd name="connsiteX0" fmla="*/ 0 w 576332"/>
                <a:gd name="connsiteY0" fmla="*/ 388268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0" fmla="*/ 0 w 576332"/>
                <a:gd name="connsiteY0" fmla="*/ 576510 h 627310"/>
                <a:gd name="connsiteX1" fmla="*/ 209136 w 576332"/>
                <a:gd name="connsiteY1" fmla="*/ 188242 h 627310"/>
                <a:gd name="connsiteX2" fmla="*/ 576332 w 576332"/>
                <a:gd name="connsiteY2" fmla="*/ 203703 h 627310"/>
                <a:gd name="connsiteX3" fmla="*/ 300107 w 576332"/>
                <a:gd name="connsiteY3" fmla="*/ 627310 h 627310"/>
                <a:gd name="connsiteX4" fmla="*/ 0 w 576332"/>
                <a:gd name="connsiteY4" fmla="*/ 576510 h 627310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124529 w 700861"/>
                <a:gd name="connsiteY4" fmla="*/ 567196 h 617996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289216 w 700861"/>
                <a:gd name="connsiteY4" fmla="*/ 537702 h 617996"/>
                <a:gd name="connsiteX5" fmla="*/ 124529 w 700861"/>
                <a:gd name="connsiteY5" fmla="*/ 567196 h 617996"/>
                <a:gd name="connsiteX0" fmla="*/ 124529 w 424636"/>
                <a:gd name="connsiteY0" fmla="*/ 567196 h 617996"/>
                <a:gd name="connsiteX1" fmla="*/ 333665 w 424636"/>
                <a:gd name="connsiteY1" fmla="*/ 178928 h 617996"/>
                <a:gd name="connsiteX2" fmla="*/ 424636 w 424636"/>
                <a:gd name="connsiteY2" fmla="*/ 617996 h 617996"/>
                <a:gd name="connsiteX3" fmla="*/ 289216 w 424636"/>
                <a:gd name="connsiteY3" fmla="*/ 537702 h 617996"/>
                <a:gd name="connsiteX4" fmla="*/ 124529 w 424636"/>
                <a:gd name="connsiteY4" fmla="*/ 567196 h 617996"/>
                <a:gd name="connsiteX0" fmla="*/ 124529 w 567351"/>
                <a:gd name="connsiteY0" fmla="*/ 567196 h 617996"/>
                <a:gd name="connsiteX1" fmla="*/ 333665 w 567351"/>
                <a:gd name="connsiteY1" fmla="*/ 178928 h 617996"/>
                <a:gd name="connsiteX2" fmla="*/ 424636 w 567351"/>
                <a:gd name="connsiteY2" fmla="*/ 617996 h 617996"/>
                <a:gd name="connsiteX3" fmla="*/ 289216 w 567351"/>
                <a:gd name="connsiteY3" fmla="*/ 537702 h 617996"/>
                <a:gd name="connsiteX4" fmla="*/ 124529 w 567351"/>
                <a:gd name="connsiteY4" fmla="*/ 567196 h 617996"/>
                <a:gd name="connsiteX0" fmla="*/ 124529 w 696228"/>
                <a:gd name="connsiteY0" fmla="*/ 567196 h 617996"/>
                <a:gd name="connsiteX1" fmla="*/ 333665 w 696228"/>
                <a:gd name="connsiteY1" fmla="*/ 178928 h 617996"/>
                <a:gd name="connsiteX2" fmla="*/ 424636 w 696228"/>
                <a:gd name="connsiteY2" fmla="*/ 617996 h 617996"/>
                <a:gd name="connsiteX3" fmla="*/ 289216 w 696228"/>
                <a:gd name="connsiteY3" fmla="*/ 537702 h 617996"/>
                <a:gd name="connsiteX4" fmla="*/ 124529 w 696228"/>
                <a:gd name="connsiteY4" fmla="*/ 567196 h 617996"/>
                <a:gd name="connsiteX0" fmla="*/ 78167 w 649866"/>
                <a:gd name="connsiteY0" fmla="*/ 593595 h 644395"/>
                <a:gd name="connsiteX1" fmla="*/ 287303 w 649866"/>
                <a:gd name="connsiteY1" fmla="*/ 205327 h 644395"/>
                <a:gd name="connsiteX2" fmla="*/ 378274 w 649866"/>
                <a:gd name="connsiteY2" fmla="*/ 644395 h 644395"/>
                <a:gd name="connsiteX3" fmla="*/ 242854 w 649866"/>
                <a:gd name="connsiteY3" fmla="*/ 564101 h 644395"/>
                <a:gd name="connsiteX4" fmla="*/ 78167 w 649866"/>
                <a:gd name="connsiteY4" fmla="*/ 593595 h 644395"/>
                <a:gd name="connsiteX0" fmla="*/ 78167 w 603229"/>
                <a:gd name="connsiteY0" fmla="*/ 593595 h 644395"/>
                <a:gd name="connsiteX1" fmla="*/ 287303 w 603229"/>
                <a:gd name="connsiteY1" fmla="*/ 205327 h 644395"/>
                <a:gd name="connsiteX2" fmla="*/ 378274 w 603229"/>
                <a:gd name="connsiteY2" fmla="*/ 644395 h 644395"/>
                <a:gd name="connsiteX3" fmla="*/ 242854 w 603229"/>
                <a:gd name="connsiteY3" fmla="*/ 564101 h 644395"/>
                <a:gd name="connsiteX4" fmla="*/ 78167 w 603229"/>
                <a:gd name="connsiteY4" fmla="*/ 593595 h 644395"/>
                <a:gd name="connsiteX0" fmla="*/ 134845 w 659907"/>
                <a:gd name="connsiteY0" fmla="*/ 604755 h 655555"/>
                <a:gd name="connsiteX1" fmla="*/ 343981 w 659907"/>
                <a:gd name="connsiteY1" fmla="*/ 216487 h 655555"/>
                <a:gd name="connsiteX2" fmla="*/ 434952 w 659907"/>
                <a:gd name="connsiteY2" fmla="*/ 655555 h 655555"/>
                <a:gd name="connsiteX3" fmla="*/ 299532 w 659907"/>
                <a:gd name="connsiteY3" fmla="*/ 575261 h 655555"/>
                <a:gd name="connsiteX4" fmla="*/ 134845 w 659907"/>
                <a:gd name="connsiteY4" fmla="*/ 604755 h 655555"/>
                <a:gd name="connsiteX0" fmla="*/ 134845 w 701493"/>
                <a:gd name="connsiteY0" fmla="*/ 604755 h 655555"/>
                <a:gd name="connsiteX1" fmla="*/ 343981 w 701493"/>
                <a:gd name="connsiteY1" fmla="*/ 216487 h 655555"/>
                <a:gd name="connsiteX2" fmla="*/ 434952 w 701493"/>
                <a:gd name="connsiteY2" fmla="*/ 655555 h 655555"/>
                <a:gd name="connsiteX3" fmla="*/ 299532 w 701493"/>
                <a:gd name="connsiteY3" fmla="*/ 575261 h 655555"/>
                <a:gd name="connsiteX4" fmla="*/ 134845 w 701493"/>
                <a:gd name="connsiteY4" fmla="*/ 604755 h 655555"/>
                <a:gd name="connsiteX0" fmla="*/ 134845 w 706915"/>
                <a:gd name="connsiteY0" fmla="*/ 604755 h 655555"/>
                <a:gd name="connsiteX1" fmla="*/ 343981 w 706915"/>
                <a:gd name="connsiteY1" fmla="*/ 216487 h 655555"/>
                <a:gd name="connsiteX2" fmla="*/ 434952 w 706915"/>
                <a:gd name="connsiteY2" fmla="*/ 655555 h 655555"/>
                <a:gd name="connsiteX3" fmla="*/ 299532 w 706915"/>
                <a:gd name="connsiteY3" fmla="*/ 575261 h 655555"/>
                <a:gd name="connsiteX4" fmla="*/ 134845 w 706915"/>
                <a:gd name="connsiteY4" fmla="*/ 604755 h 655555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915" h="656446">
                  <a:moveTo>
                    <a:pt x="134845" y="604755"/>
                  </a:moveTo>
                  <a:cubicBezTo>
                    <a:pt x="-230418" y="465807"/>
                    <a:pt x="252044" y="-393865"/>
                    <a:pt x="343981" y="216487"/>
                  </a:cubicBezTo>
                  <a:cubicBezTo>
                    <a:pt x="691805" y="-338832"/>
                    <a:pt x="906278" y="442524"/>
                    <a:pt x="434952" y="655555"/>
                  </a:cubicBezTo>
                  <a:cubicBezTo>
                    <a:pt x="387695" y="665832"/>
                    <a:pt x="346789" y="584034"/>
                    <a:pt x="299532" y="575261"/>
                  </a:cubicBezTo>
                  <a:cubicBezTo>
                    <a:pt x="244636" y="585092"/>
                    <a:pt x="192916" y="629849"/>
                    <a:pt x="134845" y="604755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Moon 35">
              <a:extLst>
                <a:ext uri="{FF2B5EF4-FFF2-40B4-BE49-F238E27FC236}">
                  <a16:creationId xmlns:a16="http://schemas.microsoft.com/office/drawing/2014/main" id="{B7AE1203-A691-0BF4-50C9-92910C8A0881}"/>
                </a:ext>
              </a:extLst>
            </p:cNvPr>
            <p:cNvSpPr/>
            <p:nvPr/>
          </p:nvSpPr>
          <p:spPr>
            <a:xfrm rot="16200000">
              <a:off x="6700043" y="4860132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Moon 36">
              <a:extLst>
                <a:ext uri="{FF2B5EF4-FFF2-40B4-BE49-F238E27FC236}">
                  <a16:creationId xmlns:a16="http://schemas.microsoft.com/office/drawing/2014/main" id="{ED5D3140-49E5-16E1-8AF2-F772347A1C66}"/>
                </a:ext>
              </a:extLst>
            </p:cNvPr>
            <p:cNvSpPr/>
            <p:nvPr/>
          </p:nvSpPr>
          <p:spPr>
            <a:xfrm rot="16200000">
              <a:off x="6014803" y="4860132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Moon 37">
              <a:extLst>
                <a:ext uri="{FF2B5EF4-FFF2-40B4-BE49-F238E27FC236}">
                  <a16:creationId xmlns:a16="http://schemas.microsoft.com/office/drawing/2014/main" id="{52548E07-62F0-18F0-82EC-18C9BCBF338C}"/>
                </a:ext>
              </a:extLst>
            </p:cNvPr>
            <p:cNvSpPr/>
            <p:nvPr/>
          </p:nvSpPr>
          <p:spPr>
            <a:xfrm rot="16200000">
              <a:off x="5335226" y="4692237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Moon 38">
              <a:extLst>
                <a:ext uri="{FF2B5EF4-FFF2-40B4-BE49-F238E27FC236}">
                  <a16:creationId xmlns:a16="http://schemas.microsoft.com/office/drawing/2014/main" id="{86652819-1693-31B7-451B-F44D99F1BB96}"/>
                </a:ext>
              </a:extLst>
            </p:cNvPr>
            <p:cNvSpPr/>
            <p:nvPr/>
          </p:nvSpPr>
          <p:spPr>
            <a:xfrm rot="16200000">
              <a:off x="5616334" y="4220169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Moon 39">
              <a:extLst>
                <a:ext uri="{FF2B5EF4-FFF2-40B4-BE49-F238E27FC236}">
                  <a16:creationId xmlns:a16="http://schemas.microsoft.com/office/drawing/2014/main" id="{7482B291-1395-5049-A2B3-08EE06114D0F}"/>
                </a:ext>
              </a:extLst>
            </p:cNvPr>
            <p:cNvSpPr/>
            <p:nvPr/>
          </p:nvSpPr>
          <p:spPr>
            <a:xfrm rot="16200000">
              <a:off x="6349311" y="4363297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Moon 40">
              <a:extLst>
                <a:ext uri="{FF2B5EF4-FFF2-40B4-BE49-F238E27FC236}">
                  <a16:creationId xmlns:a16="http://schemas.microsoft.com/office/drawing/2014/main" id="{E6CC15F7-0A7A-FFA8-3B7F-5A595D136D30}"/>
                </a:ext>
              </a:extLst>
            </p:cNvPr>
            <p:cNvSpPr/>
            <p:nvPr/>
          </p:nvSpPr>
          <p:spPr>
            <a:xfrm rot="16200000">
              <a:off x="7114417" y="4220169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Moon 41">
              <a:extLst>
                <a:ext uri="{FF2B5EF4-FFF2-40B4-BE49-F238E27FC236}">
                  <a16:creationId xmlns:a16="http://schemas.microsoft.com/office/drawing/2014/main" id="{8CF8EC83-7813-F15D-1207-93B1C7E071FC}"/>
                </a:ext>
              </a:extLst>
            </p:cNvPr>
            <p:cNvSpPr/>
            <p:nvPr/>
          </p:nvSpPr>
          <p:spPr>
            <a:xfrm rot="16200000">
              <a:off x="7377322" y="4718469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Moon 42">
              <a:extLst>
                <a:ext uri="{FF2B5EF4-FFF2-40B4-BE49-F238E27FC236}">
                  <a16:creationId xmlns:a16="http://schemas.microsoft.com/office/drawing/2014/main" id="{A5DB6F13-744A-86FC-C2D0-820942B96A05}"/>
                </a:ext>
              </a:extLst>
            </p:cNvPr>
            <p:cNvSpPr/>
            <p:nvPr/>
          </p:nvSpPr>
          <p:spPr>
            <a:xfrm rot="16200000">
              <a:off x="7114417" y="5276378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Moon 43">
              <a:extLst>
                <a:ext uri="{FF2B5EF4-FFF2-40B4-BE49-F238E27FC236}">
                  <a16:creationId xmlns:a16="http://schemas.microsoft.com/office/drawing/2014/main" id="{482A79C9-F69E-4FF1-E844-60BB96A74281}"/>
                </a:ext>
              </a:extLst>
            </p:cNvPr>
            <p:cNvSpPr/>
            <p:nvPr/>
          </p:nvSpPr>
          <p:spPr>
            <a:xfrm rot="16200000">
              <a:off x="6354487" y="5455370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Moon 44">
              <a:extLst>
                <a:ext uri="{FF2B5EF4-FFF2-40B4-BE49-F238E27FC236}">
                  <a16:creationId xmlns:a16="http://schemas.microsoft.com/office/drawing/2014/main" id="{BB37CEF4-C536-C4B8-1A52-D489B0C61518}"/>
                </a:ext>
              </a:extLst>
            </p:cNvPr>
            <p:cNvSpPr/>
            <p:nvPr/>
          </p:nvSpPr>
          <p:spPr>
            <a:xfrm rot="16200000">
              <a:off x="5625324" y="5264254"/>
              <a:ext cx="195262" cy="390524"/>
            </a:xfrm>
            <a:prstGeom prst="moon">
              <a:avLst>
                <a:gd name="adj" fmla="val 52439"/>
              </a:avLst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D46A734-B41A-C21C-2143-ECE3A26E8C49}"/>
                </a:ext>
              </a:extLst>
            </p:cNvPr>
            <p:cNvSpPr/>
            <p:nvPr/>
          </p:nvSpPr>
          <p:spPr>
            <a:xfrm>
              <a:off x="3914862" y="368165"/>
              <a:ext cx="949238" cy="1099955"/>
            </a:xfrm>
            <a:custGeom>
              <a:avLst/>
              <a:gdLst>
                <a:gd name="connsiteX0" fmla="*/ 498336 w 955536"/>
                <a:gd name="connsiteY0" fmla="*/ 1155829 h 1155829"/>
                <a:gd name="connsiteX1" fmla="*/ 180836 w 955536"/>
                <a:gd name="connsiteY1" fmla="*/ 939929 h 1155829"/>
                <a:gd name="connsiteX2" fmla="*/ 28436 w 955536"/>
                <a:gd name="connsiteY2" fmla="*/ 444629 h 1155829"/>
                <a:gd name="connsiteX3" fmla="*/ 28436 w 955536"/>
                <a:gd name="connsiteY3" fmla="*/ 266829 h 1155829"/>
                <a:gd name="connsiteX4" fmla="*/ 320536 w 955536"/>
                <a:gd name="connsiteY4" fmla="*/ 444629 h 1155829"/>
                <a:gd name="connsiteX5" fmla="*/ 396736 w 955536"/>
                <a:gd name="connsiteY5" fmla="*/ 129 h 1155829"/>
                <a:gd name="connsiteX6" fmla="*/ 955536 w 955536"/>
                <a:gd name="connsiteY6" fmla="*/ 495429 h 1155829"/>
                <a:gd name="connsiteX7" fmla="*/ 955536 w 955536"/>
                <a:gd name="connsiteY7" fmla="*/ 495429 h 1155829"/>
                <a:gd name="connsiteX0" fmla="*/ 473408 w 930608"/>
                <a:gd name="connsiteY0" fmla="*/ 1155829 h 1155829"/>
                <a:gd name="connsiteX1" fmla="*/ 155908 w 930608"/>
                <a:gd name="connsiteY1" fmla="*/ 939929 h 1155829"/>
                <a:gd name="connsiteX2" fmla="*/ 3508 w 930608"/>
                <a:gd name="connsiteY2" fmla="*/ 266829 h 1155829"/>
                <a:gd name="connsiteX3" fmla="*/ 295608 w 930608"/>
                <a:gd name="connsiteY3" fmla="*/ 444629 h 1155829"/>
                <a:gd name="connsiteX4" fmla="*/ 371808 w 930608"/>
                <a:gd name="connsiteY4" fmla="*/ 129 h 1155829"/>
                <a:gd name="connsiteX5" fmla="*/ 930608 w 930608"/>
                <a:gd name="connsiteY5" fmla="*/ 495429 h 1155829"/>
                <a:gd name="connsiteX6" fmla="*/ 930608 w 930608"/>
                <a:gd name="connsiteY6" fmla="*/ 495429 h 1155829"/>
                <a:gd name="connsiteX0" fmla="*/ 469969 w 927169"/>
                <a:gd name="connsiteY0" fmla="*/ 1155829 h 1169918"/>
                <a:gd name="connsiteX1" fmla="*/ 266769 w 927169"/>
                <a:gd name="connsiteY1" fmla="*/ 1099949 h 1169918"/>
                <a:gd name="connsiteX2" fmla="*/ 69 w 927169"/>
                <a:gd name="connsiteY2" fmla="*/ 266829 h 1169918"/>
                <a:gd name="connsiteX3" fmla="*/ 292169 w 927169"/>
                <a:gd name="connsiteY3" fmla="*/ 444629 h 1169918"/>
                <a:gd name="connsiteX4" fmla="*/ 368369 w 927169"/>
                <a:gd name="connsiteY4" fmla="*/ 129 h 1169918"/>
                <a:gd name="connsiteX5" fmla="*/ 927169 w 927169"/>
                <a:gd name="connsiteY5" fmla="*/ 495429 h 1169918"/>
                <a:gd name="connsiteX6" fmla="*/ 927169 w 927169"/>
                <a:gd name="connsiteY6" fmla="*/ 495429 h 1169918"/>
                <a:gd name="connsiteX0" fmla="*/ 266769 w 927169"/>
                <a:gd name="connsiteY0" fmla="*/ 1099949 h 1099949"/>
                <a:gd name="connsiteX1" fmla="*/ 69 w 927169"/>
                <a:gd name="connsiteY1" fmla="*/ 266829 h 1099949"/>
                <a:gd name="connsiteX2" fmla="*/ 292169 w 927169"/>
                <a:gd name="connsiteY2" fmla="*/ 444629 h 1099949"/>
                <a:gd name="connsiteX3" fmla="*/ 368369 w 927169"/>
                <a:gd name="connsiteY3" fmla="*/ 129 h 1099949"/>
                <a:gd name="connsiteX4" fmla="*/ 927169 w 927169"/>
                <a:gd name="connsiteY4" fmla="*/ 495429 h 1099949"/>
                <a:gd name="connsiteX5" fmla="*/ 927169 w 927169"/>
                <a:gd name="connsiteY5" fmla="*/ 495429 h 1099949"/>
                <a:gd name="connsiteX0" fmla="*/ 274386 w 934786"/>
                <a:gd name="connsiteY0" fmla="*/ 1099955 h 1099955"/>
                <a:gd name="connsiteX1" fmla="*/ 66 w 934786"/>
                <a:gd name="connsiteY1" fmla="*/ 373515 h 1099955"/>
                <a:gd name="connsiteX2" fmla="*/ 299786 w 934786"/>
                <a:gd name="connsiteY2" fmla="*/ 444635 h 1099955"/>
                <a:gd name="connsiteX3" fmla="*/ 375986 w 934786"/>
                <a:gd name="connsiteY3" fmla="*/ 135 h 1099955"/>
                <a:gd name="connsiteX4" fmla="*/ 934786 w 934786"/>
                <a:gd name="connsiteY4" fmla="*/ 495435 h 1099955"/>
                <a:gd name="connsiteX5" fmla="*/ 934786 w 934786"/>
                <a:gd name="connsiteY5" fmla="*/ 495435 h 1099955"/>
                <a:gd name="connsiteX0" fmla="*/ 288838 w 949238"/>
                <a:gd name="connsiteY0" fmla="*/ 1099955 h 1099955"/>
                <a:gd name="connsiteX1" fmla="*/ 14518 w 949238"/>
                <a:gd name="connsiteY1" fmla="*/ 373515 h 1099955"/>
                <a:gd name="connsiteX2" fmla="*/ 314238 w 949238"/>
                <a:gd name="connsiteY2" fmla="*/ 444635 h 1099955"/>
                <a:gd name="connsiteX3" fmla="*/ 390438 w 949238"/>
                <a:gd name="connsiteY3" fmla="*/ 135 h 1099955"/>
                <a:gd name="connsiteX4" fmla="*/ 949238 w 949238"/>
                <a:gd name="connsiteY4" fmla="*/ 495435 h 1099955"/>
                <a:gd name="connsiteX5" fmla="*/ 949238 w 949238"/>
                <a:gd name="connsiteY5" fmla="*/ 495435 h 109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9238" h="1099955">
                  <a:moveTo>
                    <a:pt x="288838" y="1099955"/>
                  </a:moveTo>
                  <a:cubicBezTo>
                    <a:pt x="210521" y="951788"/>
                    <a:pt x="-65915" y="482735"/>
                    <a:pt x="14518" y="373515"/>
                  </a:cubicBezTo>
                  <a:cubicBezTo>
                    <a:pt x="94951" y="264295"/>
                    <a:pt x="251585" y="506865"/>
                    <a:pt x="314238" y="444635"/>
                  </a:cubicBezTo>
                  <a:cubicBezTo>
                    <a:pt x="376891" y="382405"/>
                    <a:pt x="284605" y="-8332"/>
                    <a:pt x="390438" y="135"/>
                  </a:cubicBezTo>
                  <a:cubicBezTo>
                    <a:pt x="496271" y="8602"/>
                    <a:pt x="949238" y="495435"/>
                    <a:pt x="949238" y="495435"/>
                  </a:cubicBezTo>
                  <a:lnTo>
                    <a:pt x="949238" y="495435"/>
                  </a:lnTo>
                </a:path>
              </a:pathLst>
            </a:custGeom>
            <a:solidFill>
              <a:srgbClr val="FCD7B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5B3FDAEE-A20F-E9DD-D75F-7D443E754BF5}"/>
                </a:ext>
              </a:extLst>
            </p:cNvPr>
            <p:cNvSpPr/>
            <p:nvPr/>
          </p:nvSpPr>
          <p:spPr>
            <a:xfrm flipH="1">
              <a:off x="5131883" y="5914439"/>
              <a:ext cx="706915" cy="656446"/>
            </a:xfrm>
            <a:custGeom>
              <a:avLst/>
              <a:gdLst>
                <a:gd name="connsiteX0" fmla="*/ 0 w 344557"/>
                <a:gd name="connsiteY0" fmla="*/ 0 h 258507"/>
                <a:gd name="connsiteX1" fmla="*/ 344557 w 344557"/>
                <a:gd name="connsiteY1" fmla="*/ 0 h 258507"/>
                <a:gd name="connsiteX2" fmla="*/ 344557 w 344557"/>
                <a:gd name="connsiteY2" fmla="*/ 258507 h 258507"/>
                <a:gd name="connsiteX3" fmla="*/ 0 w 344557"/>
                <a:gd name="connsiteY3" fmla="*/ 258507 h 258507"/>
                <a:gd name="connsiteX4" fmla="*/ 0 w 344557"/>
                <a:gd name="connsiteY4" fmla="*/ 0 h 258507"/>
                <a:gd name="connsiteX0" fmla="*/ 0 w 344557"/>
                <a:gd name="connsiteY0" fmla="*/ 31336 h 289843"/>
                <a:gd name="connsiteX1" fmla="*/ 155161 w 344557"/>
                <a:gd name="connsiteY1" fmla="*/ 0 h 289843"/>
                <a:gd name="connsiteX2" fmla="*/ 344557 w 344557"/>
                <a:gd name="connsiteY2" fmla="*/ 31336 h 289843"/>
                <a:gd name="connsiteX3" fmla="*/ 344557 w 344557"/>
                <a:gd name="connsiteY3" fmla="*/ 289843 h 289843"/>
                <a:gd name="connsiteX4" fmla="*/ 0 w 344557"/>
                <a:gd name="connsiteY4" fmla="*/ 289843 h 289843"/>
                <a:gd name="connsiteX5" fmla="*/ 0 w 344557"/>
                <a:gd name="connsiteY5" fmla="*/ 31336 h 289843"/>
                <a:gd name="connsiteX0" fmla="*/ 0 w 522357"/>
                <a:gd name="connsiteY0" fmla="*/ 31336 h 289843"/>
                <a:gd name="connsiteX1" fmla="*/ 155161 w 522357"/>
                <a:gd name="connsiteY1" fmla="*/ 0 h 289843"/>
                <a:gd name="connsiteX2" fmla="*/ 522357 w 522357"/>
                <a:gd name="connsiteY2" fmla="*/ 15461 h 289843"/>
                <a:gd name="connsiteX3" fmla="*/ 344557 w 522357"/>
                <a:gd name="connsiteY3" fmla="*/ 289843 h 289843"/>
                <a:gd name="connsiteX4" fmla="*/ 0 w 522357"/>
                <a:gd name="connsiteY4" fmla="*/ 289843 h 289843"/>
                <a:gd name="connsiteX5" fmla="*/ 0 w 522357"/>
                <a:gd name="connsiteY5" fmla="*/ 31336 h 289843"/>
                <a:gd name="connsiteX0" fmla="*/ 0 w 522357"/>
                <a:gd name="connsiteY0" fmla="*/ 31336 h 439068"/>
                <a:gd name="connsiteX1" fmla="*/ 155161 w 522357"/>
                <a:gd name="connsiteY1" fmla="*/ 0 h 439068"/>
                <a:gd name="connsiteX2" fmla="*/ 522357 w 522357"/>
                <a:gd name="connsiteY2" fmla="*/ 15461 h 439068"/>
                <a:gd name="connsiteX3" fmla="*/ 246132 w 522357"/>
                <a:gd name="connsiteY3" fmla="*/ 439068 h 439068"/>
                <a:gd name="connsiteX4" fmla="*/ 0 w 522357"/>
                <a:gd name="connsiteY4" fmla="*/ 289843 h 439068"/>
                <a:gd name="connsiteX5" fmla="*/ 0 w 522357"/>
                <a:gd name="connsiteY5" fmla="*/ 31336 h 439068"/>
                <a:gd name="connsiteX0" fmla="*/ 53975 w 576332"/>
                <a:gd name="connsiteY0" fmla="*/ 31336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5" fmla="*/ 53975 w 576332"/>
                <a:gd name="connsiteY5" fmla="*/ 31336 h 439068"/>
                <a:gd name="connsiteX0" fmla="*/ 0 w 576332"/>
                <a:gd name="connsiteY0" fmla="*/ 388268 h 439068"/>
                <a:gd name="connsiteX1" fmla="*/ 209136 w 576332"/>
                <a:gd name="connsiteY1" fmla="*/ 0 h 439068"/>
                <a:gd name="connsiteX2" fmla="*/ 576332 w 576332"/>
                <a:gd name="connsiteY2" fmla="*/ 15461 h 439068"/>
                <a:gd name="connsiteX3" fmla="*/ 300107 w 576332"/>
                <a:gd name="connsiteY3" fmla="*/ 439068 h 439068"/>
                <a:gd name="connsiteX4" fmla="*/ 0 w 576332"/>
                <a:gd name="connsiteY4" fmla="*/ 388268 h 439068"/>
                <a:gd name="connsiteX0" fmla="*/ 0 w 576332"/>
                <a:gd name="connsiteY0" fmla="*/ 576510 h 627310"/>
                <a:gd name="connsiteX1" fmla="*/ 209136 w 576332"/>
                <a:gd name="connsiteY1" fmla="*/ 188242 h 627310"/>
                <a:gd name="connsiteX2" fmla="*/ 576332 w 576332"/>
                <a:gd name="connsiteY2" fmla="*/ 203703 h 627310"/>
                <a:gd name="connsiteX3" fmla="*/ 300107 w 576332"/>
                <a:gd name="connsiteY3" fmla="*/ 627310 h 627310"/>
                <a:gd name="connsiteX4" fmla="*/ 0 w 576332"/>
                <a:gd name="connsiteY4" fmla="*/ 576510 h 627310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124529 w 700861"/>
                <a:gd name="connsiteY4" fmla="*/ 567196 h 617996"/>
                <a:gd name="connsiteX0" fmla="*/ 124529 w 700861"/>
                <a:gd name="connsiteY0" fmla="*/ 567196 h 617996"/>
                <a:gd name="connsiteX1" fmla="*/ 333665 w 700861"/>
                <a:gd name="connsiteY1" fmla="*/ 178928 h 617996"/>
                <a:gd name="connsiteX2" fmla="*/ 700861 w 700861"/>
                <a:gd name="connsiteY2" fmla="*/ 194389 h 617996"/>
                <a:gd name="connsiteX3" fmla="*/ 424636 w 700861"/>
                <a:gd name="connsiteY3" fmla="*/ 617996 h 617996"/>
                <a:gd name="connsiteX4" fmla="*/ 289216 w 700861"/>
                <a:gd name="connsiteY4" fmla="*/ 537702 h 617996"/>
                <a:gd name="connsiteX5" fmla="*/ 124529 w 700861"/>
                <a:gd name="connsiteY5" fmla="*/ 567196 h 617996"/>
                <a:gd name="connsiteX0" fmla="*/ 124529 w 424636"/>
                <a:gd name="connsiteY0" fmla="*/ 567196 h 617996"/>
                <a:gd name="connsiteX1" fmla="*/ 333665 w 424636"/>
                <a:gd name="connsiteY1" fmla="*/ 178928 h 617996"/>
                <a:gd name="connsiteX2" fmla="*/ 424636 w 424636"/>
                <a:gd name="connsiteY2" fmla="*/ 617996 h 617996"/>
                <a:gd name="connsiteX3" fmla="*/ 289216 w 424636"/>
                <a:gd name="connsiteY3" fmla="*/ 537702 h 617996"/>
                <a:gd name="connsiteX4" fmla="*/ 124529 w 424636"/>
                <a:gd name="connsiteY4" fmla="*/ 567196 h 617996"/>
                <a:gd name="connsiteX0" fmla="*/ 124529 w 567351"/>
                <a:gd name="connsiteY0" fmla="*/ 567196 h 617996"/>
                <a:gd name="connsiteX1" fmla="*/ 333665 w 567351"/>
                <a:gd name="connsiteY1" fmla="*/ 178928 h 617996"/>
                <a:gd name="connsiteX2" fmla="*/ 424636 w 567351"/>
                <a:gd name="connsiteY2" fmla="*/ 617996 h 617996"/>
                <a:gd name="connsiteX3" fmla="*/ 289216 w 567351"/>
                <a:gd name="connsiteY3" fmla="*/ 537702 h 617996"/>
                <a:gd name="connsiteX4" fmla="*/ 124529 w 567351"/>
                <a:gd name="connsiteY4" fmla="*/ 567196 h 617996"/>
                <a:gd name="connsiteX0" fmla="*/ 124529 w 696228"/>
                <a:gd name="connsiteY0" fmla="*/ 567196 h 617996"/>
                <a:gd name="connsiteX1" fmla="*/ 333665 w 696228"/>
                <a:gd name="connsiteY1" fmla="*/ 178928 h 617996"/>
                <a:gd name="connsiteX2" fmla="*/ 424636 w 696228"/>
                <a:gd name="connsiteY2" fmla="*/ 617996 h 617996"/>
                <a:gd name="connsiteX3" fmla="*/ 289216 w 696228"/>
                <a:gd name="connsiteY3" fmla="*/ 537702 h 617996"/>
                <a:gd name="connsiteX4" fmla="*/ 124529 w 696228"/>
                <a:gd name="connsiteY4" fmla="*/ 567196 h 617996"/>
                <a:gd name="connsiteX0" fmla="*/ 78167 w 649866"/>
                <a:gd name="connsiteY0" fmla="*/ 593595 h 644395"/>
                <a:gd name="connsiteX1" fmla="*/ 287303 w 649866"/>
                <a:gd name="connsiteY1" fmla="*/ 205327 h 644395"/>
                <a:gd name="connsiteX2" fmla="*/ 378274 w 649866"/>
                <a:gd name="connsiteY2" fmla="*/ 644395 h 644395"/>
                <a:gd name="connsiteX3" fmla="*/ 242854 w 649866"/>
                <a:gd name="connsiteY3" fmla="*/ 564101 h 644395"/>
                <a:gd name="connsiteX4" fmla="*/ 78167 w 649866"/>
                <a:gd name="connsiteY4" fmla="*/ 593595 h 644395"/>
                <a:gd name="connsiteX0" fmla="*/ 78167 w 603229"/>
                <a:gd name="connsiteY0" fmla="*/ 593595 h 644395"/>
                <a:gd name="connsiteX1" fmla="*/ 287303 w 603229"/>
                <a:gd name="connsiteY1" fmla="*/ 205327 h 644395"/>
                <a:gd name="connsiteX2" fmla="*/ 378274 w 603229"/>
                <a:gd name="connsiteY2" fmla="*/ 644395 h 644395"/>
                <a:gd name="connsiteX3" fmla="*/ 242854 w 603229"/>
                <a:gd name="connsiteY3" fmla="*/ 564101 h 644395"/>
                <a:gd name="connsiteX4" fmla="*/ 78167 w 603229"/>
                <a:gd name="connsiteY4" fmla="*/ 593595 h 644395"/>
                <a:gd name="connsiteX0" fmla="*/ 134845 w 659907"/>
                <a:gd name="connsiteY0" fmla="*/ 604755 h 655555"/>
                <a:gd name="connsiteX1" fmla="*/ 343981 w 659907"/>
                <a:gd name="connsiteY1" fmla="*/ 216487 h 655555"/>
                <a:gd name="connsiteX2" fmla="*/ 434952 w 659907"/>
                <a:gd name="connsiteY2" fmla="*/ 655555 h 655555"/>
                <a:gd name="connsiteX3" fmla="*/ 299532 w 659907"/>
                <a:gd name="connsiteY3" fmla="*/ 575261 h 655555"/>
                <a:gd name="connsiteX4" fmla="*/ 134845 w 659907"/>
                <a:gd name="connsiteY4" fmla="*/ 604755 h 655555"/>
                <a:gd name="connsiteX0" fmla="*/ 134845 w 701493"/>
                <a:gd name="connsiteY0" fmla="*/ 604755 h 655555"/>
                <a:gd name="connsiteX1" fmla="*/ 343981 w 701493"/>
                <a:gd name="connsiteY1" fmla="*/ 216487 h 655555"/>
                <a:gd name="connsiteX2" fmla="*/ 434952 w 701493"/>
                <a:gd name="connsiteY2" fmla="*/ 655555 h 655555"/>
                <a:gd name="connsiteX3" fmla="*/ 299532 w 701493"/>
                <a:gd name="connsiteY3" fmla="*/ 575261 h 655555"/>
                <a:gd name="connsiteX4" fmla="*/ 134845 w 701493"/>
                <a:gd name="connsiteY4" fmla="*/ 604755 h 655555"/>
                <a:gd name="connsiteX0" fmla="*/ 134845 w 706915"/>
                <a:gd name="connsiteY0" fmla="*/ 604755 h 655555"/>
                <a:gd name="connsiteX1" fmla="*/ 343981 w 706915"/>
                <a:gd name="connsiteY1" fmla="*/ 216487 h 655555"/>
                <a:gd name="connsiteX2" fmla="*/ 434952 w 706915"/>
                <a:gd name="connsiteY2" fmla="*/ 655555 h 655555"/>
                <a:gd name="connsiteX3" fmla="*/ 299532 w 706915"/>
                <a:gd name="connsiteY3" fmla="*/ 575261 h 655555"/>
                <a:gd name="connsiteX4" fmla="*/ 134845 w 706915"/>
                <a:gd name="connsiteY4" fmla="*/ 604755 h 655555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  <a:gd name="connsiteX0" fmla="*/ 134845 w 706915"/>
                <a:gd name="connsiteY0" fmla="*/ 604755 h 656446"/>
                <a:gd name="connsiteX1" fmla="*/ 343981 w 706915"/>
                <a:gd name="connsiteY1" fmla="*/ 216487 h 656446"/>
                <a:gd name="connsiteX2" fmla="*/ 434952 w 706915"/>
                <a:gd name="connsiteY2" fmla="*/ 655555 h 656446"/>
                <a:gd name="connsiteX3" fmla="*/ 299532 w 706915"/>
                <a:gd name="connsiteY3" fmla="*/ 575261 h 656446"/>
                <a:gd name="connsiteX4" fmla="*/ 134845 w 706915"/>
                <a:gd name="connsiteY4" fmla="*/ 604755 h 656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915" h="656446">
                  <a:moveTo>
                    <a:pt x="134845" y="604755"/>
                  </a:moveTo>
                  <a:cubicBezTo>
                    <a:pt x="-230418" y="465807"/>
                    <a:pt x="252044" y="-393865"/>
                    <a:pt x="343981" y="216487"/>
                  </a:cubicBezTo>
                  <a:cubicBezTo>
                    <a:pt x="691805" y="-338832"/>
                    <a:pt x="906278" y="442524"/>
                    <a:pt x="434952" y="655555"/>
                  </a:cubicBezTo>
                  <a:cubicBezTo>
                    <a:pt x="387695" y="665832"/>
                    <a:pt x="346789" y="584034"/>
                    <a:pt x="299532" y="575261"/>
                  </a:cubicBezTo>
                  <a:cubicBezTo>
                    <a:pt x="244636" y="585092"/>
                    <a:pt x="192916" y="629849"/>
                    <a:pt x="134845" y="604755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BCAC32A-25D3-1E50-9F66-84704617E091}"/>
                </a:ext>
              </a:extLst>
            </p:cNvPr>
            <p:cNvSpPr/>
            <p:nvPr/>
          </p:nvSpPr>
          <p:spPr>
            <a:xfrm flipH="1">
              <a:off x="7619920" y="96462"/>
              <a:ext cx="949238" cy="1099955"/>
            </a:xfrm>
            <a:custGeom>
              <a:avLst/>
              <a:gdLst>
                <a:gd name="connsiteX0" fmla="*/ 498336 w 955536"/>
                <a:gd name="connsiteY0" fmla="*/ 1155829 h 1155829"/>
                <a:gd name="connsiteX1" fmla="*/ 180836 w 955536"/>
                <a:gd name="connsiteY1" fmla="*/ 939929 h 1155829"/>
                <a:gd name="connsiteX2" fmla="*/ 28436 w 955536"/>
                <a:gd name="connsiteY2" fmla="*/ 444629 h 1155829"/>
                <a:gd name="connsiteX3" fmla="*/ 28436 w 955536"/>
                <a:gd name="connsiteY3" fmla="*/ 266829 h 1155829"/>
                <a:gd name="connsiteX4" fmla="*/ 320536 w 955536"/>
                <a:gd name="connsiteY4" fmla="*/ 444629 h 1155829"/>
                <a:gd name="connsiteX5" fmla="*/ 396736 w 955536"/>
                <a:gd name="connsiteY5" fmla="*/ 129 h 1155829"/>
                <a:gd name="connsiteX6" fmla="*/ 955536 w 955536"/>
                <a:gd name="connsiteY6" fmla="*/ 495429 h 1155829"/>
                <a:gd name="connsiteX7" fmla="*/ 955536 w 955536"/>
                <a:gd name="connsiteY7" fmla="*/ 495429 h 1155829"/>
                <a:gd name="connsiteX0" fmla="*/ 473408 w 930608"/>
                <a:gd name="connsiteY0" fmla="*/ 1155829 h 1155829"/>
                <a:gd name="connsiteX1" fmla="*/ 155908 w 930608"/>
                <a:gd name="connsiteY1" fmla="*/ 939929 h 1155829"/>
                <a:gd name="connsiteX2" fmla="*/ 3508 w 930608"/>
                <a:gd name="connsiteY2" fmla="*/ 266829 h 1155829"/>
                <a:gd name="connsiteX3" fmla="*/ 295608 w 930608"/>
                <a:gd name="connsiteY3" fmla="*/ 444629 h 1155829"/>
                <a:gd name="connsiteX4" fmla="*/ 371808 w 930608"/>
                <a:gd name="connsiteY4" fmla="*/ 129 h 1155829"/>
                <a:gd name="connsiteX5" fmla="*/ 930608 w 930608"/>
                <a:gd name="connsiteY5" fmla="*/ 495429 h 1155829"/>
                <a:gd name="connsiteX6" fmla="*/ 930608 w 930608"/>
                <a:gd name="connsiteY6" fmla="*/ 495429 h 1155829"/>
                <a:gd name="connsiteX0" fmla="*/ 469969 w 927169"/>
                <a:gd name="connsiteY0" fmla="*/ 1155829 h 1169918"/>
                <a:gd name="connsiteX1" fmla="*/ 266769 w 927169"/>
                <a:gd name="connsiteY1" fmla="*/ 1099949 h 1169918"/>
                <a:gd name="connsiteX2" fmla="*/ 69 w 927169"/>
                <a:gd name="connsiteY2" fmla="*/ 266829 h 1169918"/>
                <a:gd name="connsiteX3" fmla="*/ 292169 w 927169"/>
                <a:gd name="connsiteY3" fmla="*/ 444629 h 1169918"/>
                <a:gd name="connsiteX4" fmla="*/ 368369 w 927169"/>
                <a:gd name="connsiteY4" fmla="*/ 129 h 1169918"/>
                <a:gd name="connsiteX5" fmla="*/ 927169 w 927169"/>
                <a:gd name="connsiteY5" fmla="*/ 495429 h 1169918"/>
                <a:gd name="connsiteX6" fmla="*/ 927169 w 927169"/>
                <a:gd name="connsiteY6" fmla="*/ 495429 h 1169918"/>
                <a:gd name="connsiteX0" fmla="*/ 266769 w 927169"/>
                <a:gd name="connsiteY0" fmla="*/ 1099949 h 1099949"/>
                <a:gd name="connsiteX1" fmla="*/ 69 w 927169"/>
                <a:gd name="connsiteY1" fmla="*/ 266829 h 1099949"/>
                <a:gd name="connsiteX2" fmla="*/ 292169 w 927169"/>
                <a:gd name="connsiteY2" fmla="*/ 444629 h 1099949"/>
                <a:gd name="connsiteX3" fmla="*/ 368369 w 927169"/>
                <a:gd name="connsiteY3" fmla="*/ 129 h 1099949"/>
                <a:gd name="connsiteX4" fmla="*/ 927169 w 927169"/>
                <a:gd name="connsiteY4" fmla="*/ 495429 h 1099949"/>
                <a:gd name="connsiteX5" fmla="*/ 927169 w 927169"/>
                <a:gd name="connsiteY5" fmla="*/ 495429 h 1099949"/>
                <a:gd name="connsiteX0" fmla="*/ 274386 w 934786"/>
                <a:gd name="connsiteY0" fmla="*/ 1099955 h 1099955"/>
                <a:gd name="connsiteX1" fmla="*/ 66 w 934786"/>
                <a:gd name="connsiteY1" fmla="*/ 373515 h 1099955"/>
                <a:gd name="connsiteX2" fmla="*/ 299786 w 934786"/>
                <a:gd name="connsiteY2" fmla="*/ 444635 h 1099955"/>
                <a:gd name="connsiteX3" fmla="*/ 375986 w 934786"/>
                <a:gd name="connsiteY3" fmla="*/ 135 h 1099955"/>
                <a:gd name="connsiteX4" fmla="*/ 934786 w 934786"/>
                <a:gd name="connsiteY4" fmla="*/ 495435 h 1099955"/>
                <a:gd name="connsiteX5" fmla="*/ 934786 w 934786"/>
                <a:gd name="connsiteY5" fmla="*/ 495435 h 1099955"/>
                <a:gd name="connsiteX0" fmla="*/ 288838 w 949238"/>
                <a:gd name="connsiteY0" fmla="*/ 1099955 h 1099955"/>
                <a:gd name="connsiteX1" fmla="*/ 14518 w 949238"/>
                <a:gd name="connsiteY1" fmla="*/ 373515 h 1099955"/>
                <a:gd name="connsiteX2" fmla="*/ 314238 w 949238"/>
                <a:gd name="connsiteY2" fmla="*/ 444635 h 1099955"/>
                <a:gd name="connsiteX3" fmla="*/ 390438 w 949238"/>
                <a:gd name="connsiteY3" fmla="*/ 135 h 1099955"/>
                <a:gd name="connsiteX4" fmla="*/ 949238 w 949238"/>
                <a:gd name="connsiteY4" fmla="*/ 495435 h 1099955"/>
                <a:gd name="connsiteX5" fmla="*/ 949238 w 949238"/>
                <a:gd name="connsiteY5" fmla="*/ 495435 h 109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9238" h="1099955">
                  <a:moveTo>
                    <a:pt x="288838" y="1099955"/>
                  </a:moveTo>
                  <a:cubicBezTo>
                    <a:pt x="210521" y="951788"/>
                    <a:pt x="-65915" y="482735"/>
                    <a:pt x="14518" y="373515"/>
                  </a:cubicBezTo>
                  <a:cubicBezTo>
                    <a:pt x="94951" y="264295"/>
                    <a:pt x="251585" y="506865"/>
                    <a:pt x="314238" y="444635"/>
                  </a:cubicBezTo>
                  <a:cubicBezTo>
                    <a:pt x="376891" y="382405"/>
                    <a:pt x="284605" y="-8332"/>
                    <a:pt x="390438" y="135"/>
                  </a:cubicBezTo>
                  <a:cubicBezTo>
                    <a:pt x="496271" y="8602"/>
                    <a:pt x="949238" y="495435"/>
                    <a:pt x="949238" y="495435"/>
                  </a:cubicBezTo>
                  <a:lnTo>
                    <a:pt x="949238" y="495435"/>
                  </a:lnTo>
                </a:path>
              </a:pathLst>
            </a:custGeom>
            <a:solidFill>
              <a:srgbClr val="FCD7B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7F2CD96-8DC2-44D1-7077-5CF1662751FE}"/>
                </a:ext>
              </a:extLst>
            </p:cNvPr>
            <p:cNvSpPr/>
            <p:nvPr/>
          </p:nvSpPr>
          <p:spPr>
            <a:xfrm>
              <a:off x="3803590" y="368165"/>
              <a:ext cx="5327157" cy="4333339"/>
            </a:xfrm>
            <a:prstGeom prst="ellipse">
              <a:avLst/>
            </a:prstGeom>
            <a:solidFill>
              <a:srgbClr val="FCD7B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2D668A7-BE1F-9544-33CD-1CBAA66960A3}"/>
                </a:ext>
              </a:extLst>
            </p:cNvPr>
            <p:cNvSpPr/>
            <p:nvPr/>
          </p:nvSpPr>
          <p:spPr>
            <a:xfrm>
              <a:off x="4221440" y="1488896"/>
              <a:ext cx="2241726" cy="2241726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3B7B5A7-A962-693A-0084-4EB40D59DAE0}"/>
                </a:ext>
              </a:extLst>
            </p:cNvPr>
            <p:cNvSpPr/>
            <p:nvPr/>
          </p:nvSpPr>
          <p:spPr>
            <a:xfrm>
              <a:off x="6430719" y="1488896"/>
              <a:ext cx="2241726" cy="2241726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410286B-D916-EF36-9B4A-1C817D78F548}"/>
                </a:ext>
              </a:extLst>
            </p:cNvPr>
            <p:cNvSpPr/>
            <p:nvPr/>
          </p:nvSpPr>
          <p:spPr>
            <a:xfrm>
              <a:off x="4893715" y="2152559"/>
              <a:ext cx="799837" cy="91440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F2359D6-A474-3EE9-42A7-546DDB111724}"/>
                </a:ext>
              </a:extLst>
            </p:cNvPr>
            <p:cNvSpPr/>
            <p:nvPr/>
          </p:nvSpPr>
          <p:spPr>
            <a:xfrm>
              <a:off x="5233168" y="2295345"/>
              <a:ext cx="294525" cy="336711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6E13EC7-746C-C4EF-C7AA-893964B7E45E}"/>
                </a:ext>
              </a:extLst>
            </p:cNvPr>
            <p:cNvSpPr/>
            <p:nvPr/>
          </p:nvSpPr>
          <p:spPr>
            <a:xfrm>
              <a:off x="7262675" y="2073853"/>
              <a:ext cx="799837" cy="91440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6DCD7C3-99A0-47EC-910D-1AE8D33894F8}"/>
                </a:ext>
              </a:extLst>
            </p:cNvPr>
            <p:cNvSpPr/>
            <p:nvPr/>
          </p:nvSpPr>
          <p:spPr>
            <a:xfrm>
              <a:off x="7404319" y="2216124"/>
              <a:ext cx="294525" cy="336711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A37397B-AFE3-137E-F8DB-5FDFB827772A}"/>
                </a:ext>
              </a:extLst>
            </p:cNvPr>
            <p:cNvSpPr/>
            <p:nvPr/>
          </p:nvSpPr>
          <p:spPr>
            <a:xfrm>
              <a:off x="6315903" y="2415314"/>
              <a:ext cx="294525" cy="527372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26">
              <a:extLst>
                <a:ext uri="{FF2B5EF4-FFF2-40B4-BE49-F238E27FC236}">
                  <a16:creationId xmlns:a16="http://schemas.microsoft.com/office/drawing/2014/main" id="{93EFAFFF-5A5C-02B9-6D07-D3F475C12E46}"/>
                </a:ext>
              </a:extLst>
            </p:cNvPr>
            <p:cNvSpPr/>
            <p:nvPr/>
          </p:nvSpPr>
          <p:spPr>
            <a:xfrm>
              <a:off x="6111744" y="2815982"/>
              <a:ext cx="680795" cy="819391"/>
            </a:xfrm>
            <a:custGeom>
              <a:avLst/>
              <a:gdLst>
                <a:gd name="connsiteX0" fmla="*/ 0 w 799837"/>
                <a:gd name="connsiteY0" fmla="*/ 457200 h 914400"/>
                <a:gd name="connsiteX1" fmla="*/ 399919 w 799837"/>
                <a:gd name="connsiteY1" fmla="*/ 0 h 914400"/>
                <a:gd name="connsiteX2" fmla="*/ 799838 w 799837"/>
                <a:gd name="connsiteY2" fmla="*/ 457200 h 914400"/>
                <a:gd name="connsiteX3" fmla="*/ 399919 w 799837"/>
                <a:gd name="connsiteY3" fmla="*/ 914400 h 914400"/>
                <a:gd name="connsiteX4" fmla="*/ 0 w 799837"/>
                <a:gd name="connsiteY4" fmla="*/ 457200 h 914400"/>
                <a:gd name="connsiteX0" fmla="*/ 0 w 718875"/>
                <a:gd name="connsiteY0" fmla="*/ 309367 h 920890"/>
                <a:gd name="connsiteX1" fmla="*/ 318956 w 718875"/>
                <a:gd name="connsiteY1" fmla="*/ 4567 h 920890"/>
                <a:gd name="connsiteX2" fmla="*/ 718875 w 718875"/>
                <a:gd name="connsiteY2" fmla="*/ 461767 h 920890"/>
                <a:gd name="connsiteX3" fmla="*/ 318956 w 718875"/>
                <a:gd name="connsiteY3" fmla="*/ 918967 h 920890"/>
                <a:gd name="connsiteX4" fmla="*/ 0 w 718875"/>
                <a:gd name="connsiteY4" fmla="*/ 309367 h 920890"/>
                <a:gd name="connsiteX0" fmla="*/ 0 w 680775"/>
                <a:gd name="connsiteY0" fmla="*/ 305460 h 915123"/>
                <a:gd name="connsiteX1" fmla="*/ 318956 w 680775"/>
                <a:gd name="connsiteY1" fmla="*/ 660 h 915123"/>
                <a:gd name="connsiteX2" fmla="*/ 680775 w 680775"/>
                <a:gd name="connsiteY2" fmla="*/ 272122 h 915123"/>
                <a:gd name="connsiteX3" fmla="*/ 318956 w 680775"/>
                <a:gd name="connsiteY3" fmla="*/ 915060 h 915123"/>
                <a:gd name="connsiteX4" fmla="*/ 0 w 680775"/>
                <a:gd name="connsiteY4" fmla="*/ 305460 h 915123"/>
                <a:gd name="connsiteX0" fmla="*/ 20 w 680795"/>
                <a:gd name="connsiteY0" fmla="*/ 305460 h 819869"/>
                <a:gd name="connsiteX1" fmla="*/ 318976 w 680795"/>
                <a:gd name="connsiteY1" fmla="*/ 660 h 819869"/>
                <a:gd name="connsiteX2" fmla="*/ 680795 w 680795"/>
                <a:gd name="connsiteY2" fmla="*/ 272122 h 819869"/>
                <a:gd name="connsiteX3" fmla="*/ 333264 w 680795"/>
                <a:gd name="connsiteY3" fmla="*/ 819810 h 819869"/>
                <a:gd name="connsiteX4" fmla="*/ 20 w 680795"/>
                <a:gd name="connsiteY4" fmla="*/ 305460 h 819869"/>
                <a:gd name="connsiteX0" fmla="*/ 20 w 680795"/>
                <a:gd name="connsiteY0" fmla="*/ 305460 h 819811"/>
                <a:gd name="connsiteX1" fmla="*/ 318976 w 680795"/>
                <a:gd name="connsiteY1" fmla="*/ 660 h 819811"/>
                <a:gd name="connsiteX2" fmla="*/ 680795 w 680795"/>
                <a:gd name="connsiteY2" fmla="*/ 272122 h 819811"/>
                <a:gd name="connsiteX3" fmla="*/ 333264 w 680795"/>
                <a:gd name="connsiteY3" fmla="*/ 819810 h 819811"/>
                <a:gd name="connsiteX4" fmla="*/ 20 w 680795"/>
                <a:gd name="connsiteY4" fmla="*/ 305460 h 81981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795" h="819391">
                  <a:moveTo>
                    <a:pt x="20" y="305040"/>
                  </a:moveTo>
                  <a:cubicBezTo>
                    <a:pt x="-2361" y="187565"/>
                    <a:pt x="205514" y="5796"/>
                    <a:pt x="318976" y="240"/>
                  </a:cubicBezTo>
                  <a:cubicBezTo>
                    <a:pt x="432438" y="-5316"/>
                    <a:pt x="666508" y="85872"/>
                    <a:pt x="680795" y="271702"/>
                  </a:cubicBezTo>
                  <a:cubicBezTo>
                    <a:pt x="680795" y="524207"/>
                    <a:pt x="403864" y="818596"/>
                    <a:pt x="333264" y="819390"/>
                  </a:cubicBezTo>
                  <a:cubicBezTo>
                    <a:pt x="262664" y="820184"/>
                    <a:pt x="2401" y="422515"/>
                    <a:pt x="20" y="30504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207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9E7B7F96-D9C3-EC5C-EAE7-6AF1CBD671FF}"/>
              </a:ext>
            </a:extLst>
          </p:cNvPr>
          <p:cNvGrpSpPr/>
          <p:nvPr/>
        </p:nvGrpSpPr>
        <p:grpSpPr>
          <a:xfrm>
            <a:off x="-6161600" y="61295"/>
            <a:ext cx="8224525" cy="7628362"/>
            <a:chOff x="1193791" y="234476"/>
            <a:chExt cx="8224525" cy="7628362"/>
          </a:xfrm>
        </p:grpSpPr>
        <p:sp>
          <p:nvSpPr>
            <p:cNvPr id="79" name="Rectangle: Rounded Corners 53">
              <a:extLst>
                <a:ext uri="{FF2B5EF4-FFF2-40B4-BE49-F238E27FC236}">
                  <a16:creationId xmlns:a16="http://schemas.microsoft.com/office/drawing/2014/main" id="{423A526B-0B2A-6014-EEF2-386916413B83}"/>
                </a:ext>
              </a:extLst>
            </p:cNvPr>
            <p:cNvSpPr/>
            <p:nvPr/>
          </p:nvSpPr>
          <p:spPr>
            <a:xfrm>
              <a:off x="6642316" y="4889717"/>
              <a:ext cx="2231679" cy="1307150"/>
            </a:xfrm>
            <a:custGeom>
              <a:avLst/>
              <a:gdLst>
                <a:gd name="connsiteX0" fmla="*/ 0 w 552470"/>
                <a:gd name="connsiteY0" fmla="*/ 0 h 896431"/>
                <a:gd name="connsiteX1" fmla="*/ 0 w 552470"/>
                <a:gd name="connsiteY1" fmla="*/ 0 h 896431"/>
                <a:gd name="connsiteX2" fmla="*/ 552470 w 552470"/>
                <a:gd name="connsiteY2" fmla="*/ 0 h 896431"/>
                <a:gd name="connsiteX3" fmla="*/ 552470 w 552470"/>
                <a:gd name="connsiteY3" fmla="*/ 0 h 896431"/>
                <a:gd name="connsiteX4" fmla="*/ 552470 w 552470"/>
                <a:gd name="connsiteY4" fmla="*/ 896431 h 896431"/>
                <a:gd name="connsiteX5" fmla="*/ 552470 w 552470"/>
                <a:gd name="connsiteY5" fmla="*/ 896431 h 896431"/>
                <a:gd name="connsiteX6" fmla="*/ 0 w 552470"/>
                <a:gd name="connsiteY6" fmla="*/ 896431 h 896431"/>
                <a:gd name="connsiteX7" fmla="*/ 0 w 552470"/>
                <a:gd name="connsiteY7" fmla="*/ 896431 h 896431"/>
                <a:gd name="connsiteX8" fmla="*/ 0 w 552470"/>
                <a:gd name="connsiteY8" fmla="*/ 0 h 896431"/>
                <a:gd name="connsiteX0" fmla="*/ 0 w 1727220"/>
                <a:gd name="connsiteY0" fmla="*/ 0 h 896431"/>
                <a:gd name="connsiteX1" fmla="*/ 0 w 1727220"/>
                <a:gd name="connsiteY1" fmla="*/ 0 h 896431"/>
                <a:gd name="connsiteX2" fmla="*/ 552470 w 1727220"/>
                <a:gd name="connsiteY2" fmla="*/ 0 h 896431"/>
                <a:gd name="connsiteX3" fmla="*/ 1727220 w 1727220"/>
                <a:gd name="connsiteY3" fmla="*/ 285750 h 896431"/>
                <a:gd name="connsiteX4" fmla="*/ 552470 w 1727220"/>
                <a:gd name="connsiteY4" fmla="*/ 896431 h 896431"/>
                <a:gd name="connsiteX5" fmla="*/ 552470 w 1727220"/>
                <a:gd name="connsiteY5" fmla="*/ 896431 h 896431"/>
                <a:gd name="connsiteX6" fmla="*/ 0 w 1727220"/>
                <a:gd name="connsiteY6" fmla="*/ 896431 h 896431"/>
                <a:gd name="connsiteX7" fmla="*/ 0 w 1727220"/>
                <a:gd name="connsiteY7" fmla="*/ 896431 h 896431"/>
                <a:gd name="connsiteX8" fmla="*/ 0 w 1727220"/>
                <a:gd name="connsiteY8" fmla="*/ 0 h 896431"/>
                <a:gd name="connsiteX0" fmla="*/ 0 w 1727220"/>
                <a:gd name="connsiteY0" fmla="*/ 0 h 896431"/>
                <a:gd name="connsiteX1" fmla="*/ 0 w 1727220"/>
                <a:gd name="connsiteY1" fmla="*/ 0 h 896431"/>
                <a:gd name="connsiteX2" fmla="*/ 1727220 w 1727220"/>
                <a:gd name="connsiteY2" fmla="*/ 285750 h 896431"/>
                <a:gd name="connsiteX3" fmla="*/ 552470 w 1727220"/>
                <a:gd name="connsiteY3" fmla="*/ 896431 h 896431"/>
                <a:gd name="connsiteX4" fmla="*/ 552470 w 1727220"/>
                <a:gd name="connsiteY4" fmla="*/ 896431 h 896431"/>
                <a:gd name="connsiteX5" fmla="*/ 0 w 1727220"/>
                <a:gd name="connsiteY5" fmla="*/ 896431 h 896431"/>
                <a:gd name="connsiteX6" fmla="*/ 0 w 1727220"/>
                <a:gd name="connsiteY6" fmla="*/ 896431 h 896431"/>
                <a:gd name="connsiteX7" fmla="*/ 0 w 1727220"/>
                <a:gd name="connsiteY7" fmla="*/ 0 h 896431"/>
                <a:gd name="connsiteX0" fmla="*/ 0 w 1663720"/>
                <a:gd name="connsiteY0" fmla="*/ 0 h 896431"/>
                <a:gd name="connsiteX1" fmla="*/ 0 w 1663720"/>
                <a:gd name="connsiteY1" fmla="*/ 0 h 896431"/>
                <a:gd name="connsiteX2" fmla="*/ 1663720 w 1663720"/>
                <a:gd name="connsiteY2" fmla="*/ 292100 h 896431"/>
                <a:gd name="connsiteX3" fmla="*/ 552470 w 1663720"/>
                <a:gd name="connsiteY3" fmla="*/ 896431 h 896431"/>
                <a:gd name="connsiteX4" fmla="*/ 552470 w 1663720"/>
                <a:gd name="connsiteY4" fmla="*/ 896431 h 896431"/>
                <a:gd name="connsiteX5" fmla="*/ 0 w 1663720"/>
                <a:gd name="connsiteY5" fmla="*/ 896431 h 896431"/>
                <a:gd name="connsiteX6" fmla="*/ 0 w 1663720"/>
                <a:gd name="connsiteY6" fmla="*/ 896431 h 896431"/>
                <a:gd name="connsiteX7" fmla="*/ 0 w 1663720"/>
                <a:gd name="connsiteY7" fmla="*/ 0 h 896431"/>
                <a:gd name="connsiteX0" fmla="*/ 2025650 w 2025650"/>
                <a:gd name="connsiteY0" fmla="*/ 0 h 1391731"/>
                <a:gd name="connsiteX1" fmla="*/ 0 w 2025650"/>
                <a:gd name="connsiteY1" fmla="*/ 495300 h 1391731"/>
                <a:gd name="connsiteX2" fmla="*/ 1663720 w 2025650"/>
                <a:gd name="connsiteY2" fmla="*/ 787400 h 1391731"/>
                <a:gd name="connsiteX3" fmla="*/ 552470 w 2025650"/>
                <a:gd name="connsiteY3" fmla="*/ 1391731 h 1391731"/>
                <a:gd name="connsiteX4" fmla="*/ 552470 w 2025650"/>
                <a:gd name="connsiteY4" fmla="*/ 1391731 h 1391731"/>
                <a:gd name="connsiteX5" fmla="*/ 0 w 2025650"/>
                <a:gd name="connsiteY5" fmla="*/ 1391731 h 1391731"/>
                <a:gd name="connsiteX6" fmla="*/ 0 w 2025650"/>
                <a:gd name="connsiteY6" fmla="*/ 1391731 h 1391731"/>
                <a:gd name="connsiteX7" fmla="*/ 2025650 w 2025650"/>
                <a:gd name="connsiteY7" fmla="*/ 0 h 1391731"/>
                <a:gd name="connsiteX0" fmla="*/ 2025650 w 2025650"/>
                <a:gd name="connsiteY0" fmla="*/ 0 h 1391731"/>
                <a:gd name="connsiteX1" fmla="*/ 1663720 w 2025650"/>
                <a:gd name="connsiteY1" fmla="*/ 787400 h 1391731"/>
                <a:gd name="connsiteX2" fmla="*/ 552470 w 2025650"/>
                <a:gd name="connsiteY2" fmla="*/ 1391731 h 1391731"/>
                <a:gd name="connsiteX3" fmla="*/ 552470 w 2025650"/>
                <a:gd name="connsiteY3" fmla="*/ 1391731 h 1391731"/>
                <a:gd name="connsiteX4" fmla="*/ 0 w 2025650"/>
                <a:gd name="connsiteY4" fmla="*/ 1391731 h 1391731"/>
                <a:gd name="connsiteX5" fmla="*/ 0 w 2025650"/>
                <a:gd name="connsiteY5" fmla="*/ 1391731 h 1391731"/>
                <a:gd name="connsiteX6" fmla="*/ 2025650 w 2025650"/>
                <a:gd name="connsiteY6" fmla="*/ 0 h 139173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552470 w 2025650"/>
                <a:gd name="connsiteY2" fmla="*/ 1391731 h 1423481"/>
                <a:gd name="connsiteX3" fmla="*/ 368320 w 2025650"/>
                <a:gd name="connsiteY3" fmla="*/ 1423481 h 1423481"/>
                <a:gd name="connsiteX4" fmla="*/ 0 w 2025650"/>
                <a:gd name="connsiteY4" fmla="*/ 1391731 h 1423481"/>
                <a:gd name="connsiteX5" fmla="*/ 0 w 2025650"/>
                <a:gd name="connsiteY5" fmla="*/ 1391731 h 1423481"/>
                <a:gd name="connsiteX6" fmla="*/ 2025650 w 2025650"/>
                <a:gd name="connsiteY6" fmla="*/ 0 h 142348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368320 w 2025650"/>
                <a:gd name="connsiteY2" fmla="*/ 1423481 h 1423481"/>
                <a:gd name="connsiteX3" fmla="*/ 0 w 2025650"/>
                <a:gd name="connsiteY3" fmla="*/ 1391731 h 1423481"/>
                <a:gd name="connsiteX4" fmla="*/ 0 w 2025650"/>
                <a:gd name="connsiteY4" fmla="*/ 1391731 h 1423481"/>
                <a:gd name="connsiteX5" fmla="*/ 2025650 w 2025650"/>
                <a:gd name="connsiteY5" fmla="*/ 0 h 142348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368320 w 2025650"/>
                <a:gd name="connsiteY2" fmla="*/ 1423481 h 1423481"/>
                <a:gd name="connsiteX3" fmla="*/ 0 w 2025650"/>
                <a:gd name="connsiteY3" fmla="*/ 1391731 h 1423481"/>
                <a:gd name="connsiteX4" fmla="*/ 88900 w 2025650"/>
                <a:gd name="connsiteY4" fmla="*/ 1334581 h 1423481"/>
                <a:gd name="connsiteX5" fmla="*/ 2025650 w 2025650"/>
                <a:gd name="connsiteY5" fmla="*/ 0 h 142348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368320 w 2025650"/>
                <a:gd name="connsiteY2" fmla="*/ 1423481 h 1423481"/>
                <a:gd name="connsiteX3" fmla="*/ 0 w 2025650"/>
                <a:gd name="connsiteY3" fmla="*/ 1391731 h 1423481"/>
                <a:gd name="connsiteX4" fmla="*/ 2025650 w 2025650"/>
                <a:gd name="connsiteY4" fmla="*/ 0 h 1423481"/>
                <a:gd name="connsiteX0" fmla="*/ 1866900 w 1866900"/>
                <a:gd name="connsiteY0" fmla="*/ 0 h 1423481"/>
                <a:gd name="connsiteX1" fmla="*/ 1504970 w 1866900"/>
                <a:gd name="connsiteY1" fmla="*/ 787400 h 1423481"/>
                <a:gd name="connsiteX2" fmla="*/ 209570 w 1866900"/>
                <a:gd name="connsiteY2" fmla="*/ 1423481 h 1423481"/>
                <a:gd name="connsiteX3" fmla="*/ 0 w 1866900"/>
                <a:gd name="connsiteY3" fmla="*/ 1315531 h 1423481"/>
                <a:gd name="connsiteX4" fmla="*/ 1866900 w 1866900"/>
                <a:gd name="connsiteY4" fmla="*/ 0 h 1423481"/>
                <a:gd name="connsiteX0" fmla="*/ 1871134 w 1871134"/>
                <a:gd name="connsiteY0" fmla="*/ 0 h 1423481"/>
                <a:gd name="connsiteX1" fmla="*/ 1509204 w 1871134"/>
                <a:gd name="connsiteY1" fmla="*/ 787400 h 1423481"/>
                <a:gd name="connsiteX2" fmla="*/ 213804 w 1871134"/>
                <a:gd name="connsiteY2" fmla="*/ 1423481 h 1423481"/>
                <a:gd name="connsiteX3" fmla="*/ 4234 w 1871134"/>
                <a:gd name="connsiteY3" fmla="*/ 1315531 h 1423481"/>
                <a:gd name="connsiteX4" fmla="*/ 1871134 w 1871134"/>
                <a:gd name="connsiteY4" fmla="*/ 0 h 1423481"/>
                <a:gd name="connsiteX0" fmla="*/ 1928120 w 1928120"/>
                <a:gd name="connsiteY0" fmla="*/ 0 h 1093281"/>
                <a:gd name="connsiteX1" fmla="*/ 1509040 w 1928120"/>
                <a:gd name="connsiteY1" fmla="*/ 457200 h 1093281"/>
                <a:gd name="connsiteX2" fmla="*/ 213640 w 1928120"/>
                <a:gd name="connsiteY2" fmla="*/ 1093281 h 1093281"/>
                <a:gd name="connsiteX3" fmla="*/ 4070 w 1928120"/>
                <a:gd name="connsiteY3" fmla="*/ 985331 h 1093281"/>
                <a:gd name="connsiteX4" fmla="*/ 1928120 w 1928120"/>
                <a:gd name="connsiteY4" fmla="*/ 0 h 1093281"/>
                <a:gd name="connsiteX0" fmla="*/ 1929197 w 1929197"/>
                <a:gd name="connsiteY0" fmla="*/ 211747 h 1305028"/>
                <a:gd name="connsiteX1" fmla="*/ 1510117 w 1929197"/>
                <a:gd name="connsiteY1" fmla="*/ 668947 h 1305028"/>
                <a:gd name="connsiteX2" fmla="*/ 214717 w 1929197"/>
                <a:gd name="connsiteY2" fmla="*/ 1305028 h 1305028"/>
                <a:gd name="connsiteX3" fmla="*/ 5147 w 1929197"/>
                <a:gd name="connsiteY3" fmla="*/ 1197078 h 1305028"/>
                <a:gd name="connsiteX4" fmla="*/ 1929197 w 1929197"/>
                <a:gd name="connsiteY4" fmla="*/ 211747 h 1305028"/>
                <a:gd name="connsiteX0" fmla="*/ 2011406 w 2011406"/>
                <a:gd name="connsiteY0" fmla="*/ 208205 h 1301486"/>
                <a:gd name="connsiteX1" fmla="*/ 1592326 w 2011406"/>
                <a:gd name="connsiteY1" fmla="*/ 665405 h 1301486"/>
                <a:gd name="connsiteX2" fmla="*/ 296926 w 2011406"/>
                <a:gd name="connsiteY2" fmla="*/ 1301486 h 1301486"/>
                <a:gd name="connsiteX3" fmla="*/ 4806 w 2011406"/>
                <a:gd name="connsiteY3" fmla="*/ 1218936 h 1301486"/>
                <a:gd name="connsiteX4" fmla="*/ 2011406 w 2011406"/>
                <a:gd name="connsiteY4" fmla="*/ 208205 h 1301486"/>
                <a:gd name="connsiteX0" fmla="*/ 2006600 w 2006600"/>
                <a:gd name="connsiteY0" fmla="*/ 213869 h 1307150"/>
                <a:gd name="connsiteX1" fmla="*/ 1587520 w 2006600"/>
                <a:gd name="connsiteY1" fmla="*/ 6710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06600"/>
                <a:gd name="connsiteY0" fmla="*/ 213869 h 1307150"/>
                <a:gd name="connsiteX1" fmla="*/ 1587520 w 2006600"/>
                <a:gd name="connsiteY1" fmla="*/ 6710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06600"/>
                <a:gd name="connsiteY0" fmla="*/ 213869 h 1307150"/>
                <a:gd name="connsiteX1" fmla="*/ 1587520 w 2006600"/>
                <a:gd name="connsiteY1" fmla="*/ 6710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06600"/>
                <a:gd name="connsiteY0" fmla="*/ 213869 h 1307150"/>
                <a:gd name="connsiteX1" fmla="*/ 1644670 w 2006600"/>
                <a:gd name="connsiteY1" fmla="*/ 6329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44670 w 2061770"/>
                <a:gd name="connsiteY2" fmla="*/ 6329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44670 w 2061770"/>
                <a:gd name="connsiteY2" fmla="*/ 6329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44670 w 2061770"/>
                <a:gd name="connsiteY2" fmla="*/ 6329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82770 w 2061770"/>
                <a:gd name="connsiteY2" fmla="*/ 6583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82770 w 2061770"/>
                <a:gd name="connsiteY2" fmla="*/ 6583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222159"/>
                <a:gd name="connsiteY0" fmla="*/ 213869 h 1307150"/>
                <a:gd name="connsiteX1" fmla="*/ 2050834 w 2222159"/>
                <a:gd name="connsiteY1" fmla="*/ 1142783 h 1307150"/>
                <a:gd name="connsiteX2" fmla="*/ 1682770 w 2222159"/>
                <a:gd name="connsiteY2" fmla="*/ 658369 h 1307150"/>
                <a:gd name="connsiteX3" fmla="*/ 292120 w 2222159"/>
                <a:gd name="connsiteY3" fmla="*/ 1307150 h 1307150"/>
                <a:gd name="connsiteX4" fmla="*/ 0 w 2222159"/>
                <a:gd name="connsiteY4" fmla="*/ 1224600 h 1307150"/>
                <a:gd name="connsiteX5" fmla="*/ 2006600 w 2222159"/>
                <a:gd name="connsiteY5" fmla="*/ 213869 h 1307150"/>
                <a:gd name="connsiteX0" fmla="*/ 2006600 w 2243993"/>
                <a:gd name="connsiteY0" fmla="*/ 213869 h 1307150"/>
                <a:gd name="connsiteX1" fmla="*/ 2050834 w 2243993"/>
                <a:gd name="connsiteY1" fmla="*/ 1142783 h 1307150"/>
                <a:gd name="connsiteX2" fmla="*/ 1682770 w 2243993"/>
                <a:gd name="connsiteY2" fmla="*/ 658369 h 1307150"/>
                <a:gd name="connsiteX3" fmla="*/ 292120 w 2243993"/>
                <a:gd name="connsiteY3" fmla="*/ 1307150 h 1307150"/>
                <a:gd name="connsiteX4" fmla="*/ 0 w 2243993"/>
                <a:gd name="connsiteY4" fmla="*/ 1224600 h 1307150"/>
                <a:gd name="connsiteX5" fmla="*/ 2006600 w 2243993"/>
                <a:gd name="connsiteY5" fmla="*/ 213869 h 1307150"/>
                <a:gd name="connsiteX0" fmla="*/ 2006600 w 2221416"/>
                <a:gd name="connsiteY0" fmla="*/ 213869 h 1307150"/>
                <a:gd name="connsiteX1" fmla="*/ 2050834 w 2221416"/>
                <a:gd name="connsiteY1" fmla="*/ 1142783 h 1307150"/>
                <a:gd name="connsiteX2" fmla="*/ 1682770 w 2221416"/>
                <a:gd name="connsiteY2" fmla="*/ 658369 h 1307150"/>
                <a:gd name="connsiteX3" fmla="*/ 292120 w 2221416"/>
                <a:gd name="connsiteY3" fmla="*/ 1307150 h 1307150"/>
                <a:gd name="connsiteX4" fmla="*/ 0 w 2221416"/>
                <a:gd name="connsiteY4" fmla="*/ 1224600 h 1307150"/>
                <a:gd name="connsiteX5" fmla="*/ 2006600 w 2221416"/>
                <a:gd name="connsiteY5" fmla="*/ 213869 h 1307150"/>
                <a:gd name="connsiteX0" fmla="*/ 2006600 w 2231679"/>
                <a:gd name="connsiteY0" fmla="*/ 213869 h 1307150"/>
                <a:gd name="connsiteX1" fmla="*/ 2050834 w 2231679"/>
                <a:gd name="connsiteY1" fmla="*/ 1142783 h 1307150"/>
                <a:gd name="connsiteX2" fmla="*/ 1682770 w 2231679"/>
                <a:gd name="connsiteY2" fmla="*/ 658369 h 1307150"/>
                <a:gd name="connsiteX3" fmla="*/ 292120 w 2231679"/>
                <a:gd name="connsiteY3" fmla="*/ 1307150 h 1307150"/>
                <a:gd name="connsiteX4" fmla="*/ 0 w 2231679"/>
                <a:gd name="connsiteY4" fmla="*/ 1224600 h 1307150"/>
                <a:gd name="connsiteX5" fmla="*/ 2006600 w 2231679"/>
                <a:gd name="connsiteY5" fmla="*/ 213869 h 130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1679" h="1307150">
                  <a:moveTo>
                    <a:pt x="2006600" y="213869"/>
                  </a:moveTo>
                  <a:cubicBezTo>
                    <a:pt x="2108128" y="326657"/>
                    <a:pt x="2431906" y="636295"/>
                    <a:pt x="2050834" y="1142783"/>
                  </a:cubicBezTo>
                  <a:cubicBezTo>
                    <a:pt x="1223296" y="1226845"/>
                    <a:pt x="1481608" y="631457"/>
                    <a:pt x="1682770" y="658369"/>
                  </a:cubicBezTo>
                  <a:cubicBezTo>
                    <a:pt x="1574820" y="273496"/>
                    <a:pt x="577870" y="320423"/>
                    <a:pt x="292120" y="1307150"/>
                  </a:cubicBezTo>
                  <a:lnTo>
                    <a:pt x="0" y="1224600"/>
                  </a:lnTo>
                  <a:cubicBezTo>
                    <a:pt x="158750" y="468590"/>
                    <a:pt x="1073150" y="-414421"/>
                    <a:pt x="2006600" y="213869"/>
                  </a:cubicBezTo>
                  <a:close/>
                </a:path>
              </a:pathLst>
            </a:custGeom>
            <a:solidFill>
              <a:srgbClr val="972E0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F980A6E-2D59-0DB7-F62C-46B2047F8317}"/>
                </a:ext>
              </a:extLst>
            </p:cNvPr>
            <p:cNvGrpSpPr/>
            <p:nvPr/>
          </p:nvGrpSpPr>
          <p:grpSpPr>
            <a:xfrm flipH="1">
              <a:off x="5940599" y="5911684"/>
              <a:ext cx="1353256" cy="1916064"/>
              <a:chOff x="3170759" y="5901012"/>
              <a:chExt cx="1353256" cy="1916064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5EC0B292-56B7-7B99-05BD-EA856C43E79F}"/>
                  </a:ext>
                </a:extLst>
              </p:cNvPr>
              <p:cNvSpPr/>
              <p:nvPr/>
            </p:nvSpPr>
            <p:spPr>
              <a:xfrm rot="19394745">
                <a:off x="3258040" y="5901012"/>
                <a:ext cx="1265975" cy="1657350"/>
              </a:xfrm>
              <a:prstGeom prst="ellipse">
                <a:avLst/>
              </a:prstGeom>
              <a:solidFill>
                <a:srgbClr val="972E0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865B650-1A60-BAE6-5665-54381B7AAA80}"/>
                  </a:ext>
                </a:extLst>
              </p:cNvPr>
              <p:cNvSpPr/>
              <p:nvPr/>
            </p:nvSpPr>
            <p:spPr>
              <a:xfrm rot="19870606">
                <a:off x="3170759" y="6574626"/>
                <a:ext cx="719119" cy="1242450"/>
              </a:xfrm>
              <a:prstGeom prst="ellipse">
                <a:avLst/>
              </a:prstGeom>
              <a:solidFill>
                <a:srgbClr val="FED18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1" name="Rectangle 52">
              <a:extLst>
                <a:ext uri="{FF2B5EF4-FFF2-40B4-BE49-F238E27FC236}">
                  <a16:creationId xmlns:a16="http://schemas.microsoft.com/office/drawing/2014/main" id="{6929250C-4D9B-199C-D499-5881C8C7E35A}"/>
                </a:ext>
              </a:extLst>
            </p:cNvPr>
            <p:cNvSpPr/>
            <p:nvPr/>
          </p:nvSpPr>
          <p:spPr>
            <a:xfrm flipH="1">
              <a:off x="5332651" y="7226421"/>
              <a:ext cx="1379414" cy="636417"/>
            </a:xfrm>
            <a:custGeom>
              <a:avLst/>
              <a:gdLst>
                <a:gd name="connsiteX0" fmla="*/ 0 w 623751"/>
                <a:gd name="connsiteY0" fmla="*/ 0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0 w 623751"/>
                <a:gd name="connsiteY4" fmla="*/ 0 h 447675"/>
                <a:gd name="connsiteX0" fmla="*/ 200025 w 623751"/>
                <a:gd name="connsiteY0" fmla="*/ 47625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200025 w 623751"/>
                <a:gd name="connsiteY4" fmla="*/ 47625 h 4476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0 w 699951"/>
                <a:gd name="connsiteY3" fmla="*/ 714375 h 714375"/>
                <a:gd name="connsiteX4" fmla="*/ 276225 w 699951"/>
                <a:gd name="connsiteY4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71376 w 699951"/>
                <a:gd name="connsiteY2" fmla="*/ 6762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985701"/>
                <a:gd name="connsiteY0" fmla="*/ 0 h 666750"/>
                <a:gd name="connsiteX1" fmla="*/ 985701 w 985701"/>
                <a:gd name="connsiteY1" fmla="*/ 47625 h 666750"/>
                <a:gd name="connsiteX2" fmla="*/ 671376 w 985701"/>
                <a:gd name="connsiteY2" fmla="*/ 628650 h 666750"/>
                <a:gd name="connsiteX3" fmla="*/ 250695 w 985701"/>
                <a:gd name="connsiteY3" fmla="*/ 590550 h 666750"/>
                <a:gd name="connsiteX4" fmla="*/ 0 w 985701"/>
                <a:gd name="connsiteY4" fmla="*/ 666750 h 666750"/>
                <a:gd name="connsiteX5" fmla="*/ 276225 w 985701"/>
                <a:gd name="connsiteY5" fmla="*/ 0 h 666750"/>
                <a:gd name="connsiteX0" fmla="*/ 276225 w 1084891"/>
                <a:gd name="connsiteY0" fmla="*/ 0 h 666750"/>
                <a:gd name="connsiteX1" fmla="*/ 985701 w 1084891"/>
                <a:gd name="connsiteY1" fmla="*/ 47625 h 666750"/>
                <a:gd name="connsiteX2" fmla="*/ 671376 w 1084891"/>
                <a:gd name="connsiteY2" fmla="*/ 628650 h 666750"/>
                <a:gd name="connsiteX3" fmla="*/ 250695 w 1084891"/>
                <a:gd name="connsiteY3" fmla="*/ 590550 h 666750"/>
                <a:gd name="connsiteX4" fmla="*/ 0 w 1084891"/>
                <a:gd name="connsiteY4" fmla="*/ 666750 h 666750"/>
                <a:gd name="connsiteX5" fmla="*/ 276225 w 108489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06276"/>
                <a:gd name="connsiteY0" fmla="*/ 0 h 666750"/>
                <a:gd name="connsiteX1" fmla="*/ 985701 w 1106276"/>
                <a:gd name="connsiteY1" fmla="*/ 47625 h 666750"/>
                <a:gd name="connsiteX2" fmla="*/ 604701 w 1106276"/>
                <a:gd name="connsiteY2" fmla="*/ 590550 h 666750"/>
                <a:gd name="connsiteX3" fmla="*/ 250695 w 1106276"/>
                <a:gd name="connsiteY3" fmla="*/ 590550 h 666750"/>
                <a:gd name="connsiteX4" fmla="*/ 0 w 1106276"/>
                <a:gd name="connsiteY4" fmla="*/ 666750 h 666750"/>
                <a:gd name="connsiteX5" fmla="*/ 276225 w 1106276"/>
                <a:gd name="connsiteY5" fmla="*/ 0 h 666750"/>
                <a:gd name="connsiteX0" fmla="*/ 276225 w 1117690"/>
                <a:gd name="connsiteY0" fmla="*/ 0 h 666750"/>
                <a:gd name="connsiteX1" fmla="*/ 985701 w 1117690"/>
                <a:gd name="connsiteY1" fmla="*/ 47625 h 666750"/>
                <a:gd name="connsiteX2" fmla="*/ 604701 w 1117690"/>
                <a:gd name="connsiteY2" fmla="*/ 590550 h 666750"/>
                <a:gd name="connsiteX3" fmla="*/ 250695 w 1117690"/>
                <a:gd name="connsiteY3" fmla="*/ 590550 h 666750"/>
                <a:gd name="connsiteX4" fmla="*/ 0 w 1117690"/>
                <a:gd name="connsiteY4" fmla="*/ 666750 h 666750"/>
                <a:gd name="connsiteX5" fmla="*/ 276225 w 1117690"/>
                <a:gd name="connsiteY5" fmla="*/ 0 h 666750"/>
                <a:gd name="connsiteX0" fmla="*/ 276225 w 1121753"/>
                <a:gd name="connsiteY0" fmla="*/ 0 h 666750"/>
                <a:gd name="connsiteX1" fmla="*/ 985701 w 1121753"/>
                <a:gd name="connsiteY1" fmla="*/ 47625 h 666750"/>
                <a:gd name="connsiteX2" fmla="*/ 623751 w 1121753"/>
                <a:gd name="connsiteY2" fmla="*/ 603250 h 666750"/>
                <a:gd name="connsiteX3" fmla="*/ 250695 w 1121753"/>
                <a:gd name="connsiteY3" fmla="*/ 590550 h 666750"/>
                <a:gd name="connsiteX4" fmla="*/ 0 w 1121753"/>
                <a:gd name="connsiteY4" fmla="*/ 666750 h 666750"/>
                <a:gd name="connsiteX5" fmla="*/ 276225 w 1121753"/>
                <a:gd name="connsiteY5" fmla="*/ 0 h 666750"/>
                <a:gd name="connsiteX0" fmla="*/ 276225 w 1103145"/>
                <a:gd name="connsiteY0" fmla="*/ 0 h 666750"/>
                <a:gd name="connsiteX1" fmla="*/ 985701 w 1103145"/>
                <a:gd name="connsiteY1" fmla="*/ 47625 h 666750"/>
                <a:gd name="connsiteX2" fmla="*/ 623751 w 1103145"/>
                <a:gd name="connsiteY2" fmla="*/ 603250 h 666750"/>
                <a:gd name="connsiteX3" fmla="*/ 250695 w 1103145"/>
                <a:gd name="connsiteY3" fmla="*/ 590550 h 666750"/>
                <a:gd name="connsiteX4" fmla="*/ 0 w 1103145"/>
                <a:gd name="connsiteY4" fmla="*/ 666750 h 666750"/>
                <a:gd name="connsiteX5" fmla="*/ 276225 w 1103145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50695 w 1124296"/>
                <a:gd name="connsiteY3" fmla="*/ 5905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69745 w 1124296"/>
                <a:gd name="connsiteY3" fmla="*/ 6159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429414 w 1277485"/>
                <a:gd name="connsiteY0" fmla="*/ 0 h 655467"/>
                <a:gd name="connsiteX1" fmla="*/ 1164290 w 1277485"/>
                <a:gd name="connsiteY1" fmla="*/ 28575 h 655467"/>
                <a:gd name="connsiteX2" fmla="*/ 776940 w 1277485"/>
                <a:gd name="connsiteY2" fmla="*/ 603250 h 655467"/>
                <a:gd name="connsiteX3" fmla="*/ 422934 w 1277485"/>
                <a:gd name="connsiteY3" fmla="*/ 615950 h 655467"/>
                <a:gd name="connsiteX4" fmla="*/ 232564 w 1277485"/>
                <a:gd name="connsiteY4" fmla="*/ 622300 h 655467"/>
                <a:gd name="connsiteX5" fmla="*/ 429414 w 1277485"/>
                <a:gd name="connsiteY5" fmla="*/ 0 h 655467"/>
                <a:gd name="connsiteX0" fmla="*/ 444721 w 1273742"/>
                <a:gd name="connsiteY0" fmla="*/ 0 h 636417"/>
                <a:gd name="connsiteX1" fmla="*/ 1160547 w 1273742"/>
                <a:gd name="connsiteY1" fmla="*/ 9525 h 636417"/>
                <a:gd name="connsiteX2" fmla="*/ 773197 w 1273742"/>
                <a:gd name="connsiteY2" fmla="*/ 584200 h 636417"/>
                <a:gd name="connsiteX3" fmla="*/ 419191 w 1273742"/>
                <a:gd name="connsiteY3" fmla="*/ 596900 h 636417"/>
                <a:gd name="connsiteX4" fmla="*/ 228821 w 1273742"/>
                <a:gd name="connsiteY4" fmla="*/ 603250 h 636417"/>
                <a:gd name="connsiteX5" fmla="*/ 444721 w 1273742"/>
                <a:gd name="connsiteY5" fmla="*/ 0 h 636417"/>
                <a:gd name="connsiteX0" fmla="*/ 570649 w 1399670"/>
                <a:gd name="connsiteY0" fmla="*/ 0 h 636417"/>
                <a:gd name="connsiteX1" fmla="*/ 1286475 w 1399670"/>
                <a:gd name="connsiteY1" fmla="*/ 9525 h 636417"/>
                <a:gd name="connsiteX2" fmla="*/ 899125 w 1399670"/>
                <a:gd name="connsiteY2" fmla="*/ 584200 h 636417"/>
                <a:gd name="connsiteX3" fmla="*/ 545119 w 1399670"/>
                <a:gd name="connsiteY3" fmla="*/ 596900 h 636417"/>
                <a:gd name="connsiteX4" fmla="*/ 354749 w 1399670"/>
                <a:gd name="connsiteY4" fmla="*/ 603250 h 636417"/>
                <a:gd name="connsiteX5" fmla="*/ 570649 w 1399670"/>
                <a:gd name="connsiteY5" fmla="*/ 0 h 636417"/>
                <a:gd name="connsiteX0" fmla="*/ 550393 w 1379414"/>
                <a:gd name="connsiteY0" fmla="*/ 0 h 636417"/>
                <a:gd name="connsiteX1" fmla="*/ 1266219 w 1379414"/>
                <a:gd name="connsiteY1" fmla="*/ 9525 h 636417"/>
                <a:gd name="connsiteX2" fmla="*/ 878869 w 1379414"/>
                <a:gd name="connsiteY2" fmla="*/ 584200 h 636417"/>
                <a:gd name="connsiteX3" fmla="*/ 524863 w 1379414"/>
                <a:gd name="connsiteY3" fmla="*/ 596900 h 636417"/>
                <a:gd name="connsiteX4" fmla="*/ 334493 w 1379414"/>
                <a:gd name="connsiteY4" fmla="*/ 603250 h 636417"/>
                <a:gd name="connsiteX5" fmla="*/ 550393 w 1379414"/>
                <a:gd name="connsiteY5" fmla="*/ 0 h 63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9414" h="636417">
                  <a:moveTo>
                    <a:pt x="550393" y="0"/>
                  </a:moveTo>
                  <a:lnTo>
                    <a:pt x="1266219" y="9525"/>
                  </a:lnTo>
                  <a:cubicBezTo>
                    <a:pt x="1580544" y="298450"/>
                    <a:pt x="1170969" y="765175"/>
                    <a:pt x="878869" y="584200"/>
                  </a:cubicBezTo>
                  <a:cubicBezTo>
                    <a:pt x="760867" y="622300"/>
                    <a:pt x="642865" y="673100"/>
                    <a:pt x="524863" y="596900"/>
                  </a:cubicBezTo>
                  <a:cubicBezTo>
                    <a:pt x="461406" y="618067"/>
                    <a:pt x="442400" y="645583"/>
                    <a:pt x="334493" y="603250"/>
                  </a:cubicBezTo>
                  <a:cubicBezTo>
                    <a:pt x="-212665" y="579967"/>
                    <a:pt x="-51799" y="16933"/>
                    <a:pt x="550393" y="0"/>
                  </a:cubicBezTo>
                  <a:close/>
                </a:path>
              </a:pathLst>
            </a:custGeom>
            <a:solidFill>
              <a:srgbClr val="FE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F6008B03-9638-2685-4686-210E7A14C5D8}"/>
                </a:ext>
              </a:extLst>
            </p:cNvPr>
            <p:cNvGrpSpPr/>
            <p:nvPr/>
          </p:nvGrpSpPr>
          <p:grpSpPr>
            <a:xfrm>
              <a:off x="3166072" y="5900770"/>
              <a:ext cx="1353256" cy="1916064"/>
              <a:chOff x="3170759" y="5901012"/>
              <a:chExt cx="1353256" cy="191606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BF040092-C8B7-EECD-ECD0-BC5D28024662}"/>
                  </a:ext>
                </a:extLst>
              </p:cNvPr>
              <p:cNvSpPr/>
              <p:nvPr/>
            </p:nvSpPr>
            <p:spPr>
              <a:xfrm rot="19394745">
                <a:off x="3258040" y="5901012"/>
                <a:ext cx="1265975" cy="1657350"/>
              </a:xfrm>
              <a:prstGeom prst="ellipse">
                <a:avLst/>
              </a:prstGeom>
              <a:solidFill>
                <a:srgbClr val="972E0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544C1D64-2E05-FDA1-6531-783081F22348}"/>
                  </a:ext>
                </a:extLst>
              </p:cNvPr>
              <p:cNvSpPr/>
              <p:nvPr/>
            </p:nvSpPr>
            <p:spPr>
              <a:xfrm rot="19870606">
                <a:off x="3170759" y="6574626"/>
                <a:ext cx="719119" cy="1242450"/>
              </a:xfrm>
              <a:prstGeom prst="ellipse">
                <a:avLst/>
              </a:prstGeom>
              <a:solidFill>
                <a:srgbClr val="FED18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3" name="Rectangle 52">
              <a:extLst>
                <a:ext uri="{FF2B5EF4-FFF2-40B4-BE49-F238E27FC236}">
                  <a16:creationId xmlns:a16="http://schemas.microsoft.com/office/drawing/2014/main" id="{5E8375AE-D082-C9BB-FDA5-9EC2A6165CEA}"/>
                </a:ext>
              </a:extLst>
            </p:cNvPr>
            <p:cNvSpPr/>
            <p:nvPr/>
          </p:nvSpPr>
          <p:spPr>
            <a:xfrm>
              <a:off x="3789964" y="7219950"/>
              <a:ext cx="1379414" cy="636417"/>
            </a:xfrm>
            <a:custGeom>
              <a:avLst/>
              <a:gdLst>
                <a:gd name="connsiteX0" fmla="*/ 0 w 623751"/>
                <a:gd name="connsiteY0" fmla="*/ 0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0 w 623751"/>
                <a:gd name="connsiteY4" fmla="*/ 0 h 447675"/>
                <a:gd name="connsiteX0" fmla="*/ 200025 w 623751"/>
                <a:gd name="connsiteY0" fmla="*/ 47625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200025 w 623751"/>
                <a:gd name="connsiteY4" fmla="*/ 47625 h 4476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0 w 699951"/>
                <a:gd name="connsiteY3" fmla="*/ 714375 h 714375"/>
                <a:gd name="connsiteX4" fmla="*/ 276225 w 699951"/>
                <a:gd name="connsiteY4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71376 w 699951"/>
                <a:gd name="connsiteY2" fmla="*/ 6762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985701"/>
                <a:gd name="connsiteY0" fmla="*/ 0 h 666750"/>
                <a:gd name="connsiteX1" fmla="*/ 985701 w 985701"/>
                <a:gd name="connsiteY1" fmla="*/ 47625 h 666750"/>
                <a:gd name="connsiteX2" fmla="*/ 671376 w 985701"/>
                <a:gd name="connsiteY2" fmla="*/ 628650 h 666750"/>
                <a:gd name="connsiteX3" fmla="*/ 250695 w 985701"/>
                <a:gd name="connsiteY3" fmla="*/ 590550 h 666750"/>
                <a:gd name="connsiteX4" fmla="*/ 0 w 985701"/>
                <a:gd name="connsiteY4" fmla="*/ 666750 h 666750"/>
                <a:gd name="connsiteX5" fmla="*/ 276225 w 985701"/>
                <a:gd name="connsiteY5" fmla="*/ 0 h 666750"/>
                <a:gd name="connsiteX0" fmla="*/ 276225 w 1084891"/>
                <a:gd name="connsiteY0" fmla="*/ 0 h 666750"/>
                <a:gd name="connsiteX1" fmla="*/ 985701 w 1084891"/>
                <a:gd name="connsiteY1" fmla="*/ 47625 h 666750"/>
                <a:gd name="connsiteX2" fmla="*/ 671376 w 1084891"/>
                <a:gd name="connsiteY2" fmla="*/ 628650 h 666750"/>
                <a:gd name="connsiteX3" fmla="*/ 250695 w 1084891"/>
                <a:gd name="connsiteY3" fmla="*/ 590550 h 666750"/>
                <a:gd name="connsiteX4" fmla="*/ 0 w 1084891"/>
                <a:gd name="connsiteY4" fmla="*/ 666750 h 666750"/>
                <a:gd name="connsiteX5" fmla="*/ 276225 w 108489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06276"/>
                <a:gd name="connsiteY0" fmla="*/ 0 h 666750"/>
                <a:gd name="connsiteX1" fmla="*/ 985701 w 1106276"/>
                <a:gd name="connsiteY1" fmla="*/ 47625 h 666750"/>
                <a:gd name="connsiteX2" fmla="*/ 604701 w 1106276"/>
                <a:gd name="connsiteY2" fmla="*/ 590550 h 666750"/>
                <a:gd name="connsiteX3" fmla="*/ 250695 w 1106276"/>
                <a:gd name="connsiteY3" fmla="*/ 590550 h 666750"/>
                <a:gd name="connsiteX4" fmla="*/ 0 w 1106276"/>
                <a:gd name="connsiteY4" fmla="*/ 666750 h 666750"/>
                <a:gd name="connsiteX5" fmla="*/ 276225 w 1106276"/>
                <a:gd name="connsiteY5" fmla="*/ 0 h 666750"/>
                <a:gd name="connsiteX0" fmla="*/ 276225 w 1117690"/>
                <a:gd name="connsiteY0" fmla="*/ 0 h 666750"/>
                <a:gd name="connsiteX1" fmla="*/ 985701 w 1117690"/>
                <a:gd name="connsiteY1" fmla="*/ 47625 h 666750"/>
                <a:gd name="connsiteX2" fmla="*/ 604701 w 1117690"/>
                <a:gd name="connsiteY2" fmla="*/ 590550 h 666750"/>
                <a:gd name="connsiteX3" fmla="*/ 250695 w 1117690"/>
                <a:gd name="connsiteY3" fmla="*/ 590550 h 666750"/>
                <a:gd name="connsiteX4" fmla="*/ 0 w 1117690"/>
                <a:gd name="connsiteY4" fmla="*/ 666750 h 666750"/>
                <a:gd name="connsiteX5" fmla="*/ 276225 w 1117690"/>
                <a:gd name="connsiteY5" fmla="*/ 0 h 666750"/>
                <a:gd name="connsiteX0" fmla="*/ 276225 w 1121753"/>
                <a:gd name="connsiteY0" fmla="*/ 0 h 666750"/>
                <a:gd name="connsiteX1" fmla="*/ 985701 w 1121753"/>
                <a:gd name="connsiteY1" fmla="*/ 47625 h 666750"/>
                <a:gd name="connsiteX2" fmla="*/ 623751 w 1121753"/>
                <a:gd name="connsiteY2" fmla="*/ 603250 h 666750"/>
                <a:gd name="connsiteX3" fmla="*/ 250695 w 1121753"/>
                <a:gd name="connsiteY3" fmla="*/ 590550 h 666750"/>
                <a:gd name="connsiteX4" fmla="*/ 0 w 1121753"/>
                <a:gd name="connsiteY4" fmla="*/ 666750 h 666750"/>
                <a:gd name="connsiteX5" fmla="*/ 276225 w 1121753"/>
                <a:gd name="connsiteY5" fmla="*/ 0 h 666750"/>
                <a:gd name="connsiteX0" fmla="*/ 276225 w 1103145"/>
                <a:gd name="connsiteY0" fmla="*/ 0 h 666750"/>
                <a:gd name="connsiteX1" fmla="*/ 985701 w 1103145"/>
                <a:gd name="connsiteY1" fmla="*/ 47625 h 666750"/>
                <a:gd name="connsiteX2" fmla="*/ 623751 w 1103145"/>
                <a:gd name="connsiteY2" fmla="*/ 603250 h 666750"/>
                <a:gd name="connsiteX3" fmla="*/ 250695 w 1103145"/>
                <a:gd name="connsiteY3" fmla="*/ 590550 h 666750"/>
                <a:gd name="connsiteX4" fmla="*/ 0 w 1103145"/>
                <a:gd name="connsiteY4" fmla="*/ 666750 h 666750"/>
                <a:gd name="connsiteX5" fmla="*/ 276225 w 1103145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50695 w 1124296"/>
                <a:gd name="connsiteY3" fmla="*/ 5905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69745 w 1124296"/>
                <a:gd name="connsiteY3" fmla="*/ 6159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429414 w 1277485"/>
                <a:gd name="connsiteY0" fmla="*/ 0 h 655467"/>
                <a:gd name="connsiteX1" fmla="*/ 1164290 w 1277485"/>
                <a:gd name="connsiteY1" fmla="*/ 28575 h 655467"/>
                <a:gd name="connsiteX2" fmla="*/ 776940 w 1277485"/>
                <a:gd name="connsiteY2" fmla="*/ 603250 h 655467"/>
                <a:gd name="connsiteX3" fmla="*/ 422934 w 1277485"/>
                <a:gd name="connsiteY3" fmla="*/ 615950 h 655467"/>
                <a:gd name="connsiteX4" fmla="*/ 232564 w 1277485"/>
                <a:gd name="connsiteY4" fmla="*/ 622300 h 655467"/>
                <a:gd name="connsiteX5" fmla="*/ 429414 w 1277485"/>
                <a:gd name="connsiteY5" fmla="*/ 0 h 655467"/>
                <a:gd name="connsiteX0" fmla="*/ 444721 w 1273742"/>
                <a:gd name="connsiteY0" fmla="*/ 0 h 636417"/>
                <a:gd name="connsiteX1" fmla="*/ 1160547 w 1273742"/>
                <a:gd name="connsiteY1" fmla="*/ 9525 h 636417"/>
                <a:gd name="connsiteX2" fmla="*/ 773197 w 1273742"/>
                <a:gd name="connsiteY2" fmla="*/ 584200 h 636417"/>
                <a:gd name="connsiteX3" fmla="*/ 419191 w 1273742"/>
                <a:gd name="connsiteY3" fmla="*/ 596900 h 636417"/>
                <a:gd name="connsiteX4" fmla="*/ 228821 w 1273742"/>
                <a:gd name="connsiteY4" fmla="*/ 603250 h 636417"/>
                <a:gd name="connsiteX5" fmla="*/ 444721 w 1273742"/>
                <a:gd name="connsiteY5" fmla="*/ 0 h 636417"/>
                <a:gd name="connsiteX0" fmla="*/ 570649 w 1399670"/>
                <a:gd name="connsiteY0" fmla="*/ 0 h 636417"/>
                <a:gd name="connsiteX1" fmla="*/ 1286475 w 1399670"/>
                <a:gd name="connsiteY1" fmla="*/ 9525 h 636417"/>
                <a:gd name="connsiteX2" fmla="*/ 899125 w 1399670"/>
                <a:gd name="connsiteY2" fmla="*/ 584200 h 636417"/>
                <a:gd name="connsiteX3" fmla="*/ 545119 w 1399670"/>
                <a:gd name="connsiteY3" fmla="*/ 596900 h 636417"/>
                <a:gd name="connsiteX4" fmla="*/ 354749 w 1399670"/>
                <a:gd name="connsiteY4" fmla="*/ 603250 h 636417"/>
                <a:gd name="connsiteX5" fmla="*/ 570649 w 1399670"/>
                <a:gd name="connsiteY5" fmla="*/ 0 h 636417"/>
                <a:gd name="connsiteX0" fmla="*/ 550393 w 1379414"/>
                <a:gd name="connsiteY0" fmla="*/ 0 h 636417"/>
                <a:gd name="connsiteX1" fmla="*/ 1266219 w 1379414"/>
                <a:gd name="connsiteY1" fmla="*/ 9525 h 636417"/>
                <a:gd name="connsiteX2" fmla="*/ 878869 w 1379414"/>
                <a:gd name="connsiteY2" fmla="*/ 584200 h 636417"/>
                <a:gd name="connsiteX3" fmla="*/ 524863 w 1379414"/>
                <a:gd name="connsiteY3" fmla="*/ 596900 h 636417"/>
                <a:gd name="connsiteX4" fmla="*/ 334493 w 1379414"/>
                <a:gd name="connsiteY4" fmla="*/ 603250 h 636417"/>
                <a:gd name="connsiteX5" fmla="*/ 550393 w 1379414"/>
                <a:gd name="connsiteY5" fmla="*/ 0 h 63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9414" h="636417">
                  <a:moveTo>
                    <a:pt x="550393" y="0"/>
                  </a:moveTo>
                  <a:lnTo>
                    <a:pt x="1266219" y="9525"/>
                  </a:lnTo>
                  <a:cubicBezTo>
                    <a:pt x="1580544" y="298450"/>
                    <a:pt x="1170969" y="765175"/>
                    <a:pt x="878869" y="584200"/>
                  </a:cubicBezTo>
                  <a:cubicBezTo>
                    <a:pt x="760867" y="622300"/>
                    <a:pt x="642865" y="673100"/>
                    <a:pt x="524863" y="596900"/>
                  </a:cubicBezTo>
                  <a:cubicBezTo>
                    <a:pt x="461406" y="618067"/>
                    <a:pt x="442400" y="645583"/>
                    <a:pt x="334493" y="603250"/>
                  </a:cubicBezTo>
                  <a:cubicBezTo>
                    <a:pt x="-212665" y="579967"/>
                    <a:pt x="-51799" y="16933"/>
                    <a:pt x="550393" y="0"/>
                  </a:cubicBezTo>
                  <a:close/>
                </a:path>
              </a:pathLst>
            </a:custGeom>
            <a:solidFill>
              <a:srgbClr val="FE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48">
              <a:extLst>
                <a:ext uri="{FF2B5EF4-FFF2-40B4-BE49-F238E27FC236}">
                  <a16:creationId xmlns:a16="http://schemas.microsoft.com/office/drawing/2014/main" id="{8E3DC0F3-C5F8-B501-F665-47BEBF7982BA}"/>
                </a:ext>
              </a:extLst>
            </p:cNvPr>
            <p:cNvSpPr/>
            <p:nvPr/>
          </p:nvSpPr>
          <p:spPr>
            <a:xfrm>
              <a:off x="4013121" y="4567029"/>
              <a:ext cx="2493531" cy="2854852"/>
            </a:xfrm>
            <a:custGeom>
              <a:avLst/>
              <a:gdLst>
                <a:gd name="connsiteX0" fmla="*/ 0 w 1128574"/>
                <a:gd name="connsiteY0" fmla="*/ 0 h 490504"/>
                <a:gd name="connsiteX1" fmla="*/ 1128574 w 1128574"/>
                <a:gd name="connsiteY1" fmla="*/ 0 h 490504"/>
                <a:gd name="connsiteX2" fmla="*/ 1128574 w 1128574"/>
                <a:gd name="connsiteY2" fmla="*/ 490504 h 490504"/>
                <a:gd name="connsiteX3" fmla="*/ 0 w 1128574"/>
                <a:gd name="connsiteY3" fmla="*/ 490504 h 490504"/>
                <a:gd name="connsiteX4" fmla="*/ 0 w 1128574"/>
                <a:gd name="connsiteY4" fmla="*/ 0 h 490504"/>
                <a:gd name="connsiteX0" fmla="*/ 15498 w 1144072"/>
                <a:gd name="connsiteY0" fmla="*/ 0 h 1900849"/>
                <a:gd name="connsiteX1" fmla="*/ 1144072 w 1144072"/>
                <a:gd name="connsiteY1" fmla="*/ 0 h 1900849"/>
                <a:gd name="connsiteX2" fmla="*/ 1144072 w 1144072"/>
                <a:gd name="connsiteY2" fmla="*/ 490504 h 1900849"/>
                <a:gd name="connsiteX3" fmla="*/ 0 w 1144072"/>
                <a:gd name="connsiteY3" fmla="*/ 1900849 h 1900849"/>
                <a:gd name="connsiteX4" fmla="*/ 15498 w 1144072"/>
                <a:gd name="connsiteY4" fmla="*/ 0 h 1900849"/>
                <a:gd name="connsiteX0" fmla="*/ 15498 w 1144072"/>
                <a:gd name="connsiteY0" fmla="*/ 0 h 2716189"/>
                <a:gd name="connsiteX1" fmla="*/ 1144072 w 1144072"/>
                <a:gd name="connsiteY1" fmla="*/ 0 h 2716189"/>
                <a:gd name="connsiteX2" fmla="*/ 1144072 w 1144072"/>
                <a:gd name="connsiteY2" fmla="*/ 490504 h 2716189"/>
                <a:gd name="connsiteX3" fmla="*/ 0 w 1144072"/>
                <a:gd name="connsiteY3" fmla="*/ 2716189 h 2716189"/>
                <a:gd name="connsiteX4" fmla="*/ 15498 w 1144072"/>
                <a:gd name="connsiteY4" fmla="*/ 0 h 2716189"/>
                <a:gd name="connsiteX0" fmla="*/ 15498 w 1144072"/>
                <a:gd name="connsiteY0" fmla="*/ 0 h 2834816"/>
                <a:gd name="connsiteX1" fmla="*/ 1144072 w 1144072"/>
                <a:gd name="connsiteY1" fmla="*/ 0 h 2834816"/>
                <a:gd name="connsiteX2" fmla="*/ 1144072 w 1144072"/>
                <a:gd name="connsiteY2" fmla="*/ 490504 h 2834816"/>
                <a:gd name="connsiteX3" fmla="*/ 398951 w 1144072"/>
                <a:gd name="connsiteY3" fmla="*/ 2834816 h 2834816"/>
                <a:gd name="connsiteX4" fmla="*/ 0 w 1144072"/>
                <a:gd name="connsiteY4" fmla="*/ 2716189 h 2834816"/>
                <a:gd name="connsiteX5" fmla="*/ 15498 w 1144072"/>
                <a:gd name="connsiteY5" fmla="*/ 0 h 2834816"/>
                <a:gd name="connsiteX0" fmla="*/ 15498 w 1144072"/>
                <a:gd name="connsiteY0" fmla="*/ 0 h 2893076"/>
                <a:gd name="connsiteX1" fmla="*/ 1144072 w 1144072"/>
                <a:gd name="connsiteY1" fmla="*/ 0 h 2893076"/>
                <a:gd name="connsiteX2" fmla="*/ 1144072 w 1144072"/>
                <a:gd name="connsiteY2" fmla="*/ 490504 h 2893076"/>
                <a:gd name="connsiteX3" fmla="*/ 673271 w 1144072"/>
                <a:gd name="connsiteY3" fmla="*/ 2682415 h 2893076"/>
                <a:gd name="connsiteX4" fmla="*/ 398951 w 1144072"/>
                <a:gd name="connsiteY4" fmla="*/ 2834816 h 2893076"/>
                <a:gd name="connsiteX5" fmla="*/ 0 w 1144072"/>
                <a:gd name="connsiteY5" fmla="*/ 2716189 h 2893076"/>
                <a:gd name="connsiteX6" fmla="*/ 15498 w 1144072"/>
                <a:gd name="connsiteY6" fmla="*/ 0 h 2893076"/>
                <a:gd name="connsiteX0" fmla="*/ 455612 w 1584186"/>
                <a:gd name="connsiteY0" fmla="*/ 0 h 2893076"/>
                <a:gd name="connsiteX1" fmla="*/ 1584186 w 1584186"/>
                <a:gd name="connsiteY1" fmla="*/ 0 h 2893076"/>
                <a:gd name="connsiteX2" fmla="*/ 1584186 w 1584186"/>
                <a:gd name="connsiteY2" fmla="*/ 490504 h 2893076"/>
                <a:gd name="connsiteX3" fmla="*/ 1113385 w 1584186"/>
                <a:gd name="connsiteY3" fmla="*/ 2682415 h 2893076"/>
                <a:gd name="connsiteX4" fmla="*/ 839065 w 1584186"/>
                <a:gd name="connsiteY4" fmla="*/ 2834816 h 2893076"/>
                <a:gd name="connsiteX5" fmla="*/ 440114 w 1584186"/>
                <a:gd name="connsiteY5" fmla="*/ 2716189 h 2893076"/>
                <a:gd name="connsiteX6" fmla="*/ 455612 w 1584186"/>
                <a:gd name="connsiteY6" fmla="*/ 0 h 2893076"/>
                <a:gd name="connsiteX0" fmla="*/ 499407 w 1475581"/>
                <a:gd name="connsiteY0" fmla="*/ 38100 h 2893076"/>
                <a:gd name="connsiteX1" fmla="*/ 1475581 w 1475581"/>
                <a:gd name="connsiteY1" fmla="*/ 0 h 2893076"/>
                <a:gd name="connsiteX2" fmla="*/ 1475581 w 1475581"/>
                <a:gd name="connsiteY2" fmla="*/ 490504 h 2893076"/>
                <a:gd name="connsiteX3" fmla="*/ 1004780 w 1475581"/>
                <a:gd name="connsiteY3" fmla="*/ 2682415 h 2893076"/>
                <a:gd name="connsiteX4" fmla="*/ 730460 w 1475581"/>
                <a:gd name="connsiteY4" fmla="*/ 2834816 h 2893076"/>
                <a:gd name="connsiteX5" fmla="*/ 331509 w 1475581"/>
                <a:gd name="connsiteY5" fmla="*/ 2716189 h 2893076"/>
                <a:gd name="connsiteX6" fmla="*/ 499407 w 1475581"/>
                <a:gd name="connsiteY6" fmla="*/ 38100 h 2893076"/>
                <a:gd name="connsiteX0" fmla="*/ 633807 w 1609981"/>
                <a:gd name="connsiteY0" fmla="*/ 38100 h 2893076"/>
                <a:gd name="connsiteX1" fmla="*/ 1609981 w 1609981"/>
                <a:gd name="connsiteY1" fmla="*/ 0 h 2893076"/>
                <a:gd name="connsiteX2" fmla="*/ 1609981 w 1609981"/>
                <a:gd name="connsiteY2" fmla="*/ 490504 h 2893076"/>
                <a:gd name="connsiteX3" fmla="*/ 1139180 w 1609981"/>
                <a:gd name="connsiteY3" fmla="*/ 2682415 h 2893076"/>
                <a:gd name="connsiteX4" fmla="*/ 864860 w 1609981"/>
                <a:gd name="connsiteY4" fmla="*/ 2834816 h 2893076"/>
                <a:gd name="connsiteX5" fmla="*/ 465909 w 1609981"/>
                <a:gd name="connsiteY5" fmla="*/ 2716189 h 2893076"/>
                <a:gd name="connsiteX6" fmla="*/ 633807 w 1609981"/>
                <a:gd name="connsiteY6" fmla="*/ 38100 h 2893076"/>
                <a:gd name="connsiteX0" fmla="*/ 661523 w 1637697"/>
                <a:gd name="connsiteY0" fmla="*/ 38100 h 2893076"/>
                <a:gd name="connsiteX1" fmla="*/ 1637697 w 1637697"/>
                <a:gd name="connsiteY1" fmla="*/ 0 h 2893076"/>
                <a:gd name="connsiteX2" fmla="*/ 1637697 w 1637697"/>
                <a:gd name="connsiteY2" fmla="*/ 490504 h 2893076"/>
                <a:gd name="connsiteX3" fmla="*/ 1166896 w 1637697"/>
                <a:gd name="connsiteY3" fmla="*/ 2682415 h 2893076"/>
                <a:gd name="connsiteX4" fmla="*/ 892576 w 1637697"/>
                <a:gd name="connsiteY4" fmla="*/ 2834816 h 2893076"/>
                <a:gd name="connsiteX5" fmla="*/ 493625 w 1637697"/>
                <a:gd name="connsiteY5" fmla="*/ 2716189 h 2893076"/>
                <a:gd name="connsiteX6" fmla="*/ 661523 w 1637697"/>
                <a:gd name="connsiteY6" fmla="*/ 38100 h 2893076"/>
                <a:gd name="connsiteX0" fmla="*/ 608140 w 1584314"/>
                <a:gd name="connsiteY0" fmla="*/ 38100 h 2893076"/>
                <a:gd name="connsiteX1" fmla="*/ 1584314 w 1584314"/>
                <a:gd name="connsiteY1" fmla="*/ 0 h 2893076"/>
                <a:gd name="connsiteX2" fmla="*/ 1584314 w 1584314"/>
                <a:gd name="connsiteY2" fmla="*/ 490504 h 2893076"/>
                <a:gd name="connsiteX3" fmla="*/ 1113513 w 1584314"/>
                <a:gd name="connsiteY3" fmla="*/ 2682415 h 2893076"/>
                <a:gd name="connsiteX4" fmla="*/ 839193 w 1584314"/>
                <a:gd name="connsiteY4" fmla="*/ 2834816 h 2893076"/>
                <a:gd name="connsiteX5" fmla="*/ 440242 w 1584314"/>
                <a:gd name="connsiteY5" fmla="*/ 2716189 h 2893076"/>
                <a:gd name="connsiteX6" fmla="*/ 608140 w 1584314"/>
                <a:gd name="connsiteY6" fmla="*/ 38100 h 2893076"/>
                <a:gd name="connsiteX0" fmla="*/ 608140 w 1584314"/>
                <a:gd name="connsiteY0" fmla="*/ 38100 h 2834816"/>
                <a:gd name="connsiteX1" fmla="*/ 1584314 w 1584314"/>
                <a:gd name="connsiteY1" fmla="*/ 0 h 2834816"/>
                <a:gd name="connsiteX2" fmla="*/ 1584314 w 1584314"/>
                <a:gd name="connsiteY2" fmla="*/ 490504 h 2834816"/>
                <a:gd name="connsiteX3" fmla="*/ 1113513 w 1584314"/>
                <a:gd name="connsiteY3" fmla="*/ 2682415 h 2834816"/>
                <a:gd name="connsiteX4" fmla="*/ 839193 w 1584314"/>
                <a:gd name="connsiteY4" fmla="*/ 2834816 h 2834816"/>
                <a:gd name="connsiteX5" fmla="*/ 440242 w 1584314"/>
                <a:gd name="connsiteY5" fmla="*/ 2716189 h 2834816"/>
                <a:gd name="connsiteX6" fmla="*/ 608140 w 1584314"/>
                <a:gd name="connsiteY6" fmla="*/ 38100 h 2834816"/>
                <a:gd name="connsiteX0" fmla="*/ 608140 w 1584314"/>
                <a:gd name="connsiteY0" fmla="*/ 38100 h 2834816"/>
                <a:gd name="connsiteX1" fmla="*/ 1584314 w 1584314"/>
                <a:gd name="connsiteY1" fmla="*/ 0 h 2834816"/>
                <a:gd name="connsiteX2" fmla="*/ 1584314 w 1584314"/>
                <a:gd name="connsiteY2" fmla="*/ 490504 h 2834816"/>
                <a:gd name="connsiteX3" fmla="*/ 1387832 w 1584314"/>
                <a:gd name="connsiteY3" fmla="*/ 2613835 h 2834816"/>
                <a:gd name="connsiteX4" fmla="*/ 1113513 w 1584314"/>
                <a:gd name="connsiteY4" fmla="*/ 2682415 h 2834816"/>
                <a:gd name="connsiteX5" fmla="*/ 839193 w 1584314"/>
                <a:gd name="connsiteY5" fmla="*/ 2834816 h 2834816"/>
                <a:gd name="connsiteX6" fmla="*/ 440242 w 1584314"/>
                <a:gd name="connsiteY6" fmla="*/ 2716189 h 2834816"/>
                <a:gd name="connsiteX7" fmla="*/ 608140 w 1584314"/>
                <a:gd name="connsiteY7" fmla="*/ 38100 h 2834816"/>
                <a:gd name="connsiteX0" fmla="*/ 608140 w 1584314"/>
                <a:gd name="connsiteY0" fmla="*/ 38100 h 2834816"/>
                <a:gd name="connsiteX1" fmla="*/ 1584314 w 1584314"/>
                <a:gd name="connsiteY1" fmla="*/ 0 h 2834816"/>
                <a:gd name="connsiteX2" fmla="*/ 1584314 w 1584314"/>
                <a:gd name="connsiteY2" fmla="*/ 490504 h 2834816"/>
                <a:gd name="connsiteX3" fmla="*/ 1387832 w 1584314"/>
                <a:gd name="connsiteY3" fmla="*/ 2613835 h 2834816"/>
                <a:gd name="connsiteX4" fmla="*/ 1113513 w 1584314"/>
                <a:gd name="connsiteY4" fmla="*/ 2682415 h 2834816"/>
                <a:gd name="connsiteX5" fmla="*/ 839193 w 1584314"/>
                <a:gd name="connsiteY5" fmla="*/ 2834816 h 2834816"/>
                <a:gd name="connsiteX6" fmla="*/ 440242 w 1584314"/>
                <a:gd name="connsiteY6" fmla="*/ 2716189 h 2834816"/>
                <a:gd name="connsiteX7" fmla="*/ 608140 w 1584314"/>
                <a:gd name="connsiteY7" fmla="*/ 38100 h 2834816"/>
                <a:gd name="connsiteX0" fmla="*/ 608140 w 1667126"/>
                <a:gd name="connsiteY0" fmla="*/ 38100 h 2924836"/>
                <a:gd name="connsiteX1" fmla="*/ 1584314 w 1667126"/>
                <a:gd name="connsiteY1" fmla="*/ 0 h 2924836"/>
                <a:gd name="connsiteX2" fmla="*/ 1584314 w 1667126"/>
                <a:gd name="connsiteY2" fmla="*/ 490504 h 2924836"/>
                <a:gd name="connsiteX3" fmla="*/ 1662152 w 1667126"/>
                <a:gd name="connsiteY3" fmla="*/ 2811955 h 2924836"/>
                <a:gd name="connsiteX4" fmla="*/ 1387832 w 1667126"/>
                <a:gd name="connsiteY4" fmla="*/ 2613835 h 2924836"/>
                <a:gd name="connsiteX5" fmla="*/ 1113513 w 1667126"/>
                <a:gd name="connsiteY5" fmla="*/ 2682415 h 2924836"/>
                <a:gd name="connsiteX6" fmla="*/ 839193 w 1667126"/>
                <a:gd name="connsiteY6" fmla="*/ 2834816 h 2924836"/>
                <a:gd name="connsiteX7" fmla="*/ 440242 w 1667126"/>
                <a:gd name="connsiteY7" fmla="*/ 2716189 h 2924836"/>
                <a:gd name="connsiteX8" fmla="*/ 608140 w 1667126"/>
                <a:gd name="connsiteY8" fmla="*/ 38100 h 2924836"/>
                <a:gd name="connsiteX0" fmla="*/ 608140 w 2058729"/>
                <a:gd name="connsiteY0" fmla="*/ 38100 h 2926549"/>
                <a:gd name="connsiteX1" fmla="*/ 1584314 w 2058729"/>
                <a:gd name="connsiteY1" fmla="*/ 0 h 2926549"/>
                <a:gd name="connsiteX2" fmla="*/ 1584314 w 2058729"/>
                <a:gd name="connsiteY2" fmla="*/ 490504 h 2926549"/>
                <a:gd name="connsiteX3" fmla="*/ 2058392 w 2058729"/>
                <a:gd name="connsiteY3" fmla="*/ 2735755 h 2926549"/>
                <a:gd name="connsiteX4" fmla="*/ 1662152 w 2058729"/>
                <a:gd name="connsiteY4" fmla="*/ 2811955 h 2926549"/>
                <a:gd name="connsiteX5" fmla="*/ 1387832 w 2058729"/>
                <a:gd name="connsiteY5" fmla="*/ 2613835 h 2926549"/>
                <a:gd name="connsiteX6" fmla="*/ 1113513 w 2058729"/>
                <a:gd name="connsiteY6" fmla="*/ 2682415 h 2926549"/>
                <a:gd name="connsiteX7" fmla="*/ 839193 w 2058729"/>
                <a:gd name="connsiteY7" fmla="*/ 2834816 h 2926549"/>
                <a:gd name="connsiteX8" fmla="*/ 440242 w 2058729"/>
                <a:gd name="connsiteY8" fmla="*/ 2716189 h 2926549"/>
                <a:gd name="connsiteX9" fmla="*/ 608140 w 2058729"/>
                <a:gd name="connsiteY9" fmla="*/ 38100 h 2926549"/>
                <a:gd name="connsiteX0" fmla="*/ 608140 w 2164562"/>
                <a:gd name="connsiteY0" fmla="*/ 38100 h 2834816"/>
                <a:gd name="connsiteX1" fmla="*/ 1584314 w 2164562"/>
                <a:gd name="connsiteY1" fmla="*/ 0 h 2834816"/>
                <a:gd name="connsiteX2" fmla="*/ 1584314 w 2164562"/>
                <a:gd name="connsiteY2" fmla="*/ 490504 h 2834816"/>
                <a:gd name="connsiteX3" fmla="*/ 2134592 w 2164562"/>
                <a:gd name="connsiteY3" fmla="*/ 2644315 h 2834816"/>
                <a:gd name="connsiteX4" fmla="*/ 2058392 w 2164562"/>
                <a:gd name="connsiteY4" fmla="*/ 2735755 h 2834816"/>
                <a:gd name="connsiteX5" fmla="*/ 1662152 w 2164562"/>
                <a:gd name="connsiteY5" fmla="*/ 2811955 h 2834816"/>
                <a:gd name="connsiteX6" fmla="*/ 1387832 w 2164562"/>
                <a:gd name="connsiteY6" fmla="*/ 2613835 h 2834816"/>
                <a:gd name="connsiteX7" fmla="*/ 1113513 w 2164562"/>
                <a:gd name="connsiteY7" fmla="*/ 2682415 h 2834816"/>
                <a:gd name="connsiteX8" fmla="*/ 839193 w 2164562"/>
                <a:gd name="connsiteY8" fmla="*/ 2834816 h 2834816"/>
                <a:gd name="connsiteX9" fmla="*/ 440242 w 2164562"/>
                <a:gd name="connsiteY9" fmla="*/ 2716189 h 2834816"/>
                <a:gd name="connsiteX10" fmla="*/ 608140 w 2164562"/>
                <a:gd name="connsiteY10" fmla="*/ 38100 h 2834816"/>
                <a:gd name="connsiteX0" fmla="*/ 608140 w 2164562"/>
                <a:gd name="connsiteY0" fmla="*/ 58136 h 2854852"/>
                <a:gd name="connsiteX1" fmla="*/ 1584314 w 2164562"/>
                <a:gd name="connsiteY1" fmla="*/ 20036 h 2854852"/>
                <a:gd name="connsiteX2" fmla="*/ 2026274 w 2164562"/>
                <a:gd name="connsiteY2" fmla="*/ 0 h 2854852"/>
                <a:gd name="connsiteX3" fmla="*/ 2134592 w 2164562"/>
                <a:gd name="connsiteY3" fmla="*/ 2664351 h 2854852"/>
                <a:gd name="connsiteX4" fmla="*/ 2058392 w 2164562"/>
                <a:gd name="connsiteY4" fmla="*/ 2755791 h 2854852"/>
                <a:gd name="connsiteX5" fmla="*/ 1662152 w 2164562"/>
                <a:gd name="connsiteY5" fmla="*/ 2831991 h 2854852"/>
                <a:gd name="connsiteX6" fmla="*/ 1387832 w 2164562"/>
                <a:gd name="connsiteY6" fmla="*/ 2633871 h 2854852"/>
                <a:gd name="connsiteX7" fmla="*/ 1113513 w 2164562"/>
                <a:gd name="connsiteY7" fmla="*/ 2702451 h 2854852"/>
                <a:gd name="connsiteX8" fmla="*/ 839193 w 2164562"/>
                <a:gd name="connsiteY8" fmla="*/ 2854852 h 2854852"/>
                <a:gd name="connsiteX9" fmla="*/ 440242 w 2164562"/>
                <a:gd name="connsiteY9" fmla="*/ 2736225 h 2854852"/>
                <a:gd name="connsiteX10" fmla="*/ 608140 w 2164562"/>
                <a:gd name="connsiteY10" fmla="*/ 58136 h 2854852"/>
                <a:gd name="connsiteX0" fmla="*/ 608140 w 2259536"/>
                <a:gd name="connsiteY0" fmla="*/ 58136 h 2854852"/>
                <a:gd name="connsiteX1" fmla="*/ 1584314 w 2259536"/>
                <a:gd name="connsiteY1" fmla="*/ 20036 h 2854852"/>
                <a:gd name="connsiteX2" fmla="*/ 2026274 w 2259536"/>
                <a:gd name="connsiteY2" fmla="*/ 0 h 2854852"/>
                <a:gd name="connsiteX3" fmla="*/ 2134592 w 2259536"/>
                <a:gd name="connsiteY3" fmla="*/ 2664351 h 2854852"/>
                <a:gd name="connsiteX4" fmla="*/ 2058392 w 2259536"/>
                <a:gd name="connsiteY4" fmla="*/ 2755791 h 2854852"/>
                <a:gd name="connsiteX5" fmla="*/ 1662152 w 2259536"/>
                <a:gd name="connsiteY5" fmla="*/ 2831991 h 2854852"/>
                <a:gd name="connsiteX6" fmla="*/ 1387832 w 2259536"/>
                <a:gd name="connsiteY6" fmla="*/ 2633871 h 2854852"/>
                <a:gd name="connsiteX7" fmla="*/ 1113513 w 2259536"/>
                <a:gd name="connsiteY7" fmla="*/ 2702451 h 2854852"/>
                <a:gd name="connsiteX8" fmla="*/ 839193 w 2259536"/>
                <a:gd name="connsiteY8" fmla="*/ 2854852 h 2854852"/>
                <a:gd name="connsiteX9" fmla="*/ 440242 w 2259536"/>
                <a:gd name="connsiteY9" fmla="*/ 2736225 h 2854852"/>
                <a:gd name="connsiteX10" fmla="*/ 608140 w 2259536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65768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65768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70213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70213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16609 w 2515612"/>
                <a:gd name="connsiteY0" fmla="*/ 58136 h 2854852"/>
                <a:gd name="connsiteX1" fmla="*/ 1592783 w 2515612"/>
                <a:gd name="connsiteY1" fmla="*/ 20036 h 2854852"/>
                <a:gd name="connsiteX2" fmla="*/ 2034743 w 2515612"/>
                <a:gd name="connsiteY2" fmla="*/ 0 h 2854852"/>
                <a:gd name="connsiteX3" fmla="*/ 2143061 w 2515612"/>
                <a:gd name="connsiteY3" fmla="*/ 2664351 h 2854852"/>
                <a:gd name="connsiteX4" fmla="*/ 2066861 w 2515612"/>
                <a:gd name="connsiteY4" fmla="*/ 2755791 h 2854852"/>
                <a:gd name="connsiteX5" fmla="*/ 1670621 w 2515612"/>
                <a:gd name="connsiteY5" fmla="*/ 2831991 h 2854852"/>
                <a:gd name="connsiteX6" fmla="*/ 1391538 w 2515612"/>
                <a:gd name="connsiteY6" fmla="*/ 2702134 h 2854852"/>
                <a:gd name="connsiteX7" fmla="*/ 1121982 w 2515612"/>
                <a:gd name="connsiteY7" fmla="*/ 2702451 h 2854852"/>
                <a:gd name="connsiteX8" fmla="*/ 847662 w 2515612"/>
                <a:gd name="connsiteY8" fmla="*/ 2854852 h 2854852"/>
                <a:gd name="connsiteX9" fmla="*/ 423311 w 2515612"/>
                <a:gd name="connsiteY9" fmla="*/ 2736225 h 2854852"/>
                <a:gd name="connsiteX10" fmla="*/ 616609 w 2515612"/>
                <a:gd name="connsiteY10" fmla="*/ 58136 h 2854852"/>
                <a:gd name="connsiteX0" fmla="*/ 648084 w 2458187"/>
                <a:gd name="connsiteY0" fmla="*/ 58136 h 2854852"/>
                <a:gd name="connsiteX1" fmla="*/ 1535358 w 2458187"/>
                <a:gd name="connsiteY1" fmla="*/ 20036 h 2854852"/>
                <a:gd name="connsiteX2" fmla="*/ 1977318 w 2458187"/>
                <a:gd name="connsiteY2" fmla="*/ 0 h 2854852"/>
                <a:gd name="connsiteX3" fmla="*/ 2085636 w 2458187"/>
                <a:gd name="connsiteY3" fmla="*/ 2664351 h 2854852"/>
                <a:gd name="connsiteX4" fmla="*/ 2009436 w 2458187"/>
                <a:gd name="connsiteY4" fmla="*/ 2755791 h 2854852"/>
                <a:gd name="connsiteX5" fmla="*/ 1613196 w 2458187"/>
                <a:gd name="connsiteY5" fmla="*/ 2831991 h 2854852"/>
                <a:gd name="connsiteX6" fmla="*/ 1334113 w 2458187"/>
                <a:gd name="connsiteY6" fmla="*/ 2702134 h 2854852"/>
                <a:gd name="connsiteX7" fmla="*/ 1064557 w 2458187"/>
                <a:gd name="connsiteY7" fmla="*/ 2702451 h 2854852"/>
                <a:gd name="connsiteX8" fmla="*/ 790237 w 2458187"/>
                <a:gd name="connsiteY8" fmla="*/ 2854852 h 2854852"/>
                <a:gd name="connsiteX9" fmla="*/ 365886 w 2458187"/>
                <a:gd name="connsiteY9" fmla="*/ 2736225 h 2854852"/>
                <a:gd name="connsiteX10" fmla="*/ 648084 w 2458187"/>
                <a:gd name="connsiteY10" fmla="*/ 58136 h 2854852"/>
                <a:gd name="connsiteX0" fmla="*/ 683428 w 2493531"/>
                <a:gd name="connsiteY0" fmla="*/ 58136 h 2854852"/>
                <a:gd name="connsiteX1" fmla="*/ 1570702 w 2493531"/>
                <a:gd name="connsiteY1" fmla="*/ 20036 h 2854852"/>
                <a:gd name="connsiteX2" fmla="*/ 2012662 w 2493531"/>
                <a:gd name="connsiteY2" fmla="*/ 0 h 2854852"/>
                <a:gd name="connsiteX3" fmla="*/ 2120980 w 2493531"/>
                <a:gd name="connsiteY3" fmla="*/ 2664351 h 2854852"/>
                <a:gd name="connsiteX4" fmla="*/ 2044780 w 2493531"/>
                <a:gd name="connsiteY4" fmla="*/ 2755791 h 2854852"/>
                <a:gd name="connsiteX5" fmla="*/ 1648540 w 2493531"/>
                <a:gd name="connsiteY5" fmla="*/ 2831991 h 2854852"/>
                <a:gd name="connsiteX6" fmla="*/ 1369457 w 2493531"/>
                <a:gd name="connsiteY6" fmla="*/ 2702134 h 2854852"/>
                <a:gd name="connsiteX7" fmla="*/ 1099901 w 2493531"/>
                <a:gd name="connsiteY7" fmla="*/ 2702451 h 2854852"/>
                <a:gd name="connsiteX8" fmla="*/ 825581 w 2493531"/>
                <a:gd name="connsiteY8" fmla="*/ 2854852 h 2854852"/>
                <a:gd name="connsiteX9" fmla="*/ 401230 w 2493531"/>
                <a:gd name="connsiteY9" fmla="*/ 2736225 h 2854852"/>
                <a:gd name="connsiteX10" fmla="*/ 683428 w 2493531"/>
                <a:gd name="connsiteY10" fmla="*/ 58136 h 28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531" h="2854852">
                  <a:moveTo>
                    <a:pt x="683428" y="58136"/>
                  </a:moveTo>
                  <a:lnTo>
                    <a:pt x="1570702" y="20036"/>
                  </a:lnTo>
                  <a:lnTo>
                    <a:pt x="2012662" y="0"/>
                  </a:lnTo>
                  <a:cubicBezTo>
                    <a:pt x="2512045" y="438179"/>
                    <a:pt x="2735387" y="1208103"/>
                    <a:pt x="2120980" y="2664351"/>
                  </a:cubicBezTo>
                  <a:cubicBezTo>
                    <a:pt x="2070453" y="2680419"/>
                    <a:pt x="2104470" y="2710071"/>
                    <a:pt x="2044780" y="2755791"/>
                  </a:cubicBezTo>
                  <a:cubicBezTo>
                    <a:pt x="1985090" y="2801511"/>
                    <a:pt x="1692990" y="2819291"/>
                    <a:pt x="1648540" y="2831991"/>
                  </a:cubicBezTo>
                  <a:cubicBezTo>
                    <a:pt x="1604090" y="2844691"/>
                    <a:pt x="1356757" y="2872314"/>
                    <a:pt x="1369457" y="2702134"/>
                  </a:cubicBezTo>
                  <a:cubicBezTo>
                    <a:pt x="1364650" y="2723282"/>
                    <a:pt x="1155781" y="2637681"/>
                    <a:pt x="1099901" y="2702451"/>
                  </a:cubicBezTo>
                  <a:cubicBezTo>
                    <a:pt x="990954" y="2803610"/>
                    <a:pt x="914933" y="2812393"/>
                    <a:pt x="825581" y="2854852"/>
                  </a:cubicBezTo>
                  <a:lnTo>
                    <a:pt x="401230" y="2736225"/>
                  </a:lnTo>
                  <a:cubicBezTo>
                    <a:pt x="299716" y="2638549"/>
                    <a:pt x="-600628" y="378062"/>
                    <a:pt x="683428" y="58136"/>
                  </a:cubicBezTo>
                  <a:close/>
                </a:path>
              </a:pathLst>
            </a:custGeom>
            <a:solidFill>
              <a:srgbClr val="972E0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02A4C3C-6EBC-528D-ED47-293781A2CFE8}"/>
                </a:ext>
              </a:extLst>
            </p:cNvPr>
            <p:cNvGrpSpPr/>
            <p:nvPr/>
          </p:nvGrpSpPr>
          <p:grpSpPr>
            <a:xfrm flipH="1">
              <a:off x="7237798" y="1346801"/>
              <a:ext cx="2180518" cy="2476615"/>
              <a:chOff x="1193791" y="1377153"/>
              <a:chExt cx="2180518" cy="2476615"/>
            </a:xfrm>
          </p:grpSpPr>
          <p:sp>
            <p:nvSpPr>
              <p:cNvPr id="108" name="Oval 41">
                <a:extLst>
                  <a:ext uri="{FF2B5EF4-FFF2-40B4-BE49-F238E27FC236}">
                    <a16:creationId xmlns:a16="http://schemas.microsoft.com/office/drawing/2014/main" id="{22CF773A-AD8B-F054-22F7-28B26CE52ED4}"/>
                  </a:ext>
                </a:extLst>
              </p:cNvPr>
              <p:cNvSpPr/>
              <p:nvPr/>
            </p:nvSpPr>
            <p:spPr>
              <a:xfrm rot="3066816">
                <a:off x="1076094" y="1494850"/>
                <a:ext cx="2415912" cy="2180518"/>
              </a:xfrm>
              <a:custGeom>
                <a:avLst/>
                <a:gdLst>
                  <a:gd name="connsiteX0" fmla="*/ 0 w 2468836"/>
                  <a:gd name="connsiteY0" fmla="*/ 1089957 h 2179914"/>
                  <a:gd name="connsiteX1" fmla="*/ 1234418 w 2468836"/>
                  <a:gd name="connsiteY1" fmla="*/ 0 h 2179914"/>
                  <a:gd name="connsiteX2" fmla="*/ 2468836 w 2468836"/>
                  <a:gd name="connsiteY2" fmla="*/ 1089957 h 2179914"/>
                  <a:gd name="connsiteX3" fmla="*/ 1234418 w 2468836"/>
                  <a:gd name="connsiteY3" fmla="*/ 2179914 h 2179914"/>
                  <a:gd name="connsiteX4" fmla="*/ 0 w 2468836"/>
                  <a:gd name="connsiteY4" fmla="*/ 1089957 h 2179914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5912" h="2180518">
                    <a:moveTo>
                      <a:pt x="0" y="1090285"/>
                    </a:moveTo>
                    <a:cubicBezTo>
                      <a:pt x="0" y="488318"/>
                      <a:pt x="568037" y="-2831"/>
                      <a:pt x="1234418" y="328"/>
                    </a:cubicBezTo>
                    <a:cubicBezTo>
                      <a:pt x="1637070" y="-13423"/>
                      <a:pt x="2415912" y="405813"/>
                      <a:pt x="2415912" y="1007780"/>
                    </a:cubicBezTo>
                    <a:cubicBezTo>
                      <a:pt x="2415912" y="1609747"/>
                      <a:pt x="1637070" y="2166491"/>
                      <a:pt x="1234418" y="2180242"/>
                    </a:cubicBezTo>
                    <a:cubicBezTo>
                      <a:pt x="831766" y="2193993"/>
                      <a:pt x="0" y="1692252"/>
                      <a:pt x="0" y="1090285"/>
                    </a:cubicBezTo>
                    <a:close/>
                  </a:path>
                </a:pathLst>
              </a:custGeom>
              <a:solidFill>
                <a:srgbClr val="972E0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5EF3ABA4-490E-BE90-C7CA-02F9BCBD8FE3}"/>
                  </a:ext>
                </a:extLst>
              </p:cNvPr>
              <p:cNvSpPr/>
              <p:nvPr/>
            </p:nvSpPr>
            <p:spPr>
              <a:xfrm rot="3066816">
                <a:off x="1222917" y="1878334"/>
                <a:ext cx="2081710" cy="1869157"/>
              </a:xfrm>
              <a:custGeom>
                <a:avLst/>
                <a:gdLst>
                  <a:gd name="connsiteX0" fmla="*/ 192952 w 2081710"/>
                  <a:gd name="connsiteY0" fmla="*/ 429649 h 1869157"/>
                  <a:gd name="connsiteX1" fmla="*/ 1096594 w 2081710"/>
                  <a:gd name="connsiteY1" fmla="*/ 279014 h 1869157"/>
                  <a:gd name="connsiteX2" fmla="*/ 1623155 w 2081710"/>
                  <a:gd name="connsiteY2" fmla="*/ 160054 h 1869157"/>
                  <a:gd name="connsiteX3" fmla="*/ 1996034 w 2081710"/>
                  <a:gd name="connsiteY3" fmla="*/ 431391 h 1869157"/>
                  <a:gd name="connsiteX4" fmla="*/ 2056788 w 2081710"/>
                  <a:gd name="connsiteY4" fmla="*/ 518669 h 1869157"/>
                  <a:gd name="connsiteX5" fmla="*/ 2072865 w 2081710"/>
                  <a:gd name="connsiteY5" fmla="*/ 585752 h 1869157"/>
                  <a:gd name="connsiteX6" fmla="*/ 2081710 w 2081710"/>
                  <a:gd name="connsiteY6" fmla="*/ 696419 h 1869157"/>
                  <a:gd name="connsiteX7" fmla="*/ 900216 w 2081710"/>
                  <a:gd name="connsiteY7" fmla="*/ 1868881 h 1869157"/>
                  <a:gd name="connsiteX8" fmla="*/ 230916 w 2081710"/>
                  <a:gd name="connsiteY8" fmla="*/ 1625698 h 1869157"/>
                  <a:gd name="connsiteX9" fmla="*/ 222131 w 2081710"/>
                  <a:gd name="connsiteY9" fmla="*/ 1619400 h 1869157"/>
                  <a:gd name="connsiteX10" fmla="*/ 187256 w 2081710"/>
                  <a:gd name="connsiteY10" fmla="*/ 1576385 h 1869157"/>
                  <a:gd name="connsiteX11" fmla="*/ 192952 w 2081710"/>
                  <a:gd name="connsiteY11" fmla="*/ 429649 h 1869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81710" h="1869157">
                    <a:moveTo>
                      <a:pt x="192952" y="429649"/>
                    </a:moveTo>
                    <a:cubicBezTo>
                      <a:pt x="372811" y="222768"/>
                      <a:pt x="676586" y="126965"/>
                      <a:pt x="1096594" y="279014"/>
                    </a:cubicBezTo>
                    <a:cubicBezTo>
                      <a:pt x="1221978" y="-29642"/>
                      <a:pt x="1429428" y="-100968"/>
                      <a:pt x="1623155" y="160054"/>
                    </a:cubicBezTo>
                    <a:cubicBezTo>
                      <a:pt x="1710351" y="132644"/>
                      <a:pt x="1858442" y="247885"/>
                      <a:pt x="1996034" y="431391"/>
                    </a:cubicBezTo>
                    <a:lnTo>
                      <a:pt x="2056788" y="518669"/>
                    </a:lnTo>
                    <a:lnTo>
                      <a:pt x="2072865" y="585752"/>
                    </a:lnTo>
                    <a:cubicBezTo>
                      <a:pt x="2078668" y="621887"/>
                      <a:pt x="2081710" y="658796"/>
                      <a:pt x="2081710" y="696419"/>
                    </a:cubicBezTo>
                    <a:cubicBezTo>
                      <a:pt x="2081710" y="1298386"/>
                      <a:pt x="1302868" y="1855130"/>
                      <a:pt x="900216" y="1868881"/>
                    </a:cubicBezTo>
                    <a:cubicBezTo>
                      <a:pt x="724056" y="1874897"/>
                      <a:pt x="465761" y="1782245"/>
                      <a:pt x="230916" y="1625698"/>
                    </a:cubicBezTo>
                    <a:lnTo>
                      <a:pt x="222131" y="1619400"/>
                    </a:lnTo>
                    <a:lnTo>
                      <a:pt x="187256" y="1576385"/>
                    </a:lnTo>
                    <a:cubicBezTo>
                      <a:pt x="-67777" y="1226628"/>
                      <a:pt x="-58851" y="719281"/>
                      <a:pt x="192952" y="429649"/>
                    </a:cubicBezTo>
                    <a:close/>
                  </a:path>
                </a:pathLst>
              </a:custGeom>
              <a:solidFill>
                <a:srgbClr val="FED18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5EEBB39-96C4-85A3-8958-9F748DA1C20A}"/>
                </a:ext>
              </a:extLst>
            </p:cNvPr>
            <p:cNvGrpSpPr/>
            <p:nvPr/>
          </p:nvGrpSpPr>
          <p:grpSpPr>
            <a:xfrm>
              <a:off x="1193791" y="1377153"/>
              <a:ext cx="2180518" cy="2476615"/>
              <a:chOff x="1193791" y="1377153"/>
              <a:chExt cx="2180518" cy="2476615"/>
            </a:xfrm>
          </p:grpSpPr>
          <p:sp>
            <p:nvSpPr>
              <p:cNvPr id="106" name="Oval 41">
                <a:extLst>
                  <a:ext uri="{FF2B5EF4-FFF2-40B4-BE49-F238E27FC236}">
                    <a16:creationId xmlns:a16="http://schemas.microsoft.com/office/drawing/2014/main" id="{477E86F5-D816-49AD-1E41-B44B202A03CE}"/>
                  </a:ext>
                </a:extLst>
              </p:cNvPr>
              <p:cNvSpPr/>
              <p:nvPr/>
            </p:nvSpPr>
            <p:spPr>
              <a:xfrm rot="3066816">
                <a:off x="1076094" y="1494850"/>
                <a:ext cx="2415912" cy="2180518"/>
              </a:xfrm>
              <a:custGeom>
                <a:avLst/>
                <a:gdLst>
                  <a:gd name="connsiteX0" fmla="*/ 0 w 2468836"/>
                  <a:gd name="connsiteY0" fmla="*/ 1089957 h 2179914"/>
                  <a:gd name="connsiteX1" fmla="*/ 1234418 w 2468836"/>
                  <a:gd name="connsiteY1" fmla="*/ 0 h 2179914"/>
                  <a:gd name="connsiteX2" fmla="*/ 2468836 w 2468836"/>
                  <a:gd name="connsiteY2" fmla="*/ 1089957 h 2179914"/>
                  <a:gd name="connsiteX3" fmla="*/ 1234418 w 2468836"/>
                  <a:gd name="connsiteY3" fmla="*/ 2179914 h 2179914"/>
                  <a:gd name="connsiteX4" fmla="*/ 0 w 2468836"/>
                  <a:gd name="connsiteY4" fmla="*/ 1089957 h 2179914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5912" h="2180518">
                    <a:moveTo>
                      <a:pt x="0" y="1090285"/>
                    </a:moveTo>
                    <a:cubicBezTo>
                      <a:pt x="0" y="488318"/>
                      <a:pt x="568037" y="-2831"/>
                      <a:pt x="1234418" y="328"/>
                    </a:cubicBezTo>
                    <a:cubicBezTo>
                      <a:pt x="1637070" y="-13423"/>
                      <a:pt x="2415912" y="405813"/>
                      <a:pt x="2415912" y="1007780"/>
                    </a:cubicBezTo>
                    <a:cubicBezTo>
                      <a:pt x="2415912" y="1609747"/>
                      <a:pt x="1637070" y="2166491"/>
                      <a:pt x="1234418" y="2180242"/>
                    </a:cubicBezTo>
                    <a:cubicBezTo>
                      <a:pt x="831766" y="2193993"/>
                      <a:pt x="0" y="1692252"/>
                      <a:pt x="0" y="1090285"/>
                    </a:cubicBezTo>
                    <a:close/>
                  </a:path>
                </a:pathLst>
              </a:custGeom>
              <a:solidFill>
                <a:srgbClr val="972E0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3C48634E-7C2E-220C-CACC-F2C24493E214}"/>
                  </a:ext>
                </a:extLst>
              </p:cNvPr>
              <p:cNvSpPr/>
              <p:nvPr/>
            </p:nvSpPr>
            <p:spPr>
              <a:xfrm rot="3066816">
                <a:off x="1222917" y="1878334"/>
                <a:ext cx="2081710" cy="1869157"/>
              </a:xfrm>
              <a:custGeom>
                <a:avLst/>
                <a:gdLst>
                  <a:gd name="connsiteX0" fmla="*/ 192952 w 2081710"/>
                  <a:gd name="connsiteY0" fmla="*/ 429649 h 1869157"/>
                  <a:gd name="connsiteX1" fmla="*/ 1096594 w 2081710"/>
                  <a:gd name="connsiteY1" fmla="*/ 279014 h 1869157"/>
                  <a:gd name="connsiteX2" fmla="*/ 1623155 w 2081710"/>
                  <a:gd name="connsiteY2" fmla="*/ 160054 h 1869157"/>
                  <a:gd name="connsiteX3" fmla="*/ 1996034 w 2081710"/>
                  <a:gd name="connsiteY3" fmla="*/ 431391 h 1869157"/>
                  <a:gd name="connsiteX4" fmla="*/ 2056788 w 2081710"/>
                  <a:gd name="connsiteY4" fmla="*/ 518669 h 1869157"/>
                  <a:gd name="connsiteX5" fmla="*/ 2072865 w 2081710"/>
                  <a:gd name="connsiteY5" fmla="*/ 585752 h 1869157"/>
                  <a:gd name="connsiteX6" fmla="*/ 2081710 w 2081710"/>
                  <a:gd name="connsiteY6" fmla="*/ 696419 h 1869157"/>
                  <a:gd name="connsiteX7" fmla="*/ 900216 w 2081710"/>
                  <a:gd name="connsiteY7" fmla="*/ 1868881 h 1869157"/>
                  <a:gd name="connsiteX8" fmla="*/ 230916 w 2081710"/>
                  <a:gd name="connsiteY8" fmla="*/ 1625698 h 1869157"/>
                  <a:gd name="connsiteX9" fmla="*/ 222131 w 2081710"/>
                  <a:gd name="connsiteY9" fmla="*/ 1619400 h 1869157"/>
                  <a:gd name="connsiteX10" fmla="*/ 187256 w 2081710"/>
                  <a:gd name="connsiteY10" fmla="*/ 1576385 h 1869157"/>
                  <a:gd name="connsiteX11" fmla="*/ 192952 w 2081710"/>
                  <a:gd name="connsiteY11" fmla="*/ 429649 h 1869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81710" h="1869157">
                    <a:moveTo>
                      <a:pt x="192952" y="429649"/>
                    </a:moveTo>
                    <a:cubicBezTo>
                      <a:pt x="372811" y="222768"/>
                      <a:pt x="676586" y="126965"/>
                      <a:pt x="1096594" y="279014"/>
                    </a:cubicBezTo>
                    <a:cubicBezTo>
                      <a:pt x="1221978" y="-29642"/>
                      <a:pt x="1429428" y="-100968"/>
                      <a:pt x="1623155" y="160054"/>
                    </a:cubicBezTo>
                    <a:cubicBezTo>
                      <a:pt x="1710351" y="132644"/>
                      <a:pt x="1858442" y="247885"/>
                      <a:pt x="1996034" y="431391"/>
                    </a:cubicBezTo>
                    <a:lnTo>
                      <a:pt x="2056788" y="518669"/>
                    </a:lnTo>
                    <a:lnTo>
                      <a:pt x="2072865" y="585752"/>
                    </a:lnTo>
                    <a:cubicBezTo>
                      <a:pt x="2078668" y="621887"/>
                      <a:pt x="2081710" y="658796"/>
                      <a:pt x="2081710" y="696419"/>
                    </a:cubicBezTo>
                    <a:cubicBezTo>
                      <a:pt x="2081710" y="1298386"/>
                      <a:pt x="1302868" y="1855130"/>
                      <a:pt x="900216" y="1868881"/>
                    </a:cubicBezTo>
                    <a:cubicBezTo>
                      <a:pt x="724056" y="1874897"/>
                      <a:pt x="465761" y="1782245"/>
                      <a:pt x="230916" y="1625698"/>
                    </a:cubicBezTo>
                    <a:lnTo>
                      <a:pt x="222131" y="1619400"/>
                    </a:lnTo>
                    <a:lnTo>
                      <a:pt x="187256" y="1576385"/>
                    </a:lnTo>
                    <a:cubicBezTo>
                      <a:pt x="-67777" y="1226628"/>
                      <a:pt x="-58851" y="719281"/>
                      <a:pt x="192952" y="429649"/>
                    </a:cubicBezTo>
                    <a:close/>
                  </a:path>
                </a:pathLst>
              </a:custGeom>
              <a:solidFill>
                <a:srgbClr val="FED18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Oval 2">
              <a:extLst>
                <a:ext uri="{FF2B5EF4-FFF2-40B4-BE49-F238E27FC236}">
                  <a16:creationId xmlns:a16="http://schemas.microsoft.com/office/drawing/2014/main" id="{EF10A0A2-93CF-01B9-AADE-85E7DBDF9822}"/>
                </a:ext>
              </a:extLst>
            </p:cNvPr>
            <p:cNvSpPr/>
            <p:nvPr/>
          </p:nvSpPr>
          <p:spPr>
            <a:xfrm>
              <a:off x="2598058" y="650930"/>
              <a:ext cx="5339044" cy="4231200"/>
            </a:xfrm>
            <a:custGeom>
              <a:avLst/>
              <a:gdLst>
                <a:gd name="connsiteX0" fmla="*/ 0 w 5339043"/>
                <a:gd name="connsiteY0" fmla="*/ 2115519 h 4231037"/>
                <a:gd name="connsiteX1" fmla="*/ 2669522 w 5339043"/>
                <a:gd name="connsiteY1" fmla="*/ 0 h 4231037"/>
                <a:gd name="connsiteX2" fmla="*/ 5339044 w 5339043"/>
                <a:gd name="connsiteY2" fmla="*/ 2115519 h 4231037"/>
                <a:gd name="connsiteX3" fmla="*/ 2669522 w 5339043"/>
                <a:gd name="connsiteY3" fmla="*/ 4231038 h 4231037"/>
                <a:gd name="connsiteX4" fmla="*/ 0 w 5339043"/>
                <a:gd name="connsiteY4" fmla="*/ 2115519 h 4231037"/>
                <a:gd name="connsiteX0" fmla="*/ 0 w 5339044"/>
                <a:gd name="connsiteY0" fmla="*/ 2115519 h 4231200"/>
                <a:gd name="connsiteX1" fmla="*/ 2669522 w 5339044"/>
                <a:gd name="connsiteY1" fmla="*/ 0 h 4231200"/>
                <a:gd name="connsiteX2" fmla="*/ 5339044 w 5339044"/>
                <a:gd name="connsiteY2" fmla="*/ 2115519 h 4231200"/>
                <a:gd name="connsiteX3" fmla="*/ 2669522 w 5339044"/>
                <a:gd name="connsiteY3" fmla="*/ 4231038 h 4231200"/>
                <a:gd name="connsiteX4" fmla="*/ 0 w 5339044"/>
                <a:gd name="connsiteY4" fmla="*/ 2115519 h 4231200"/>
                <a:gd name="connsiteX0" fmla="*/ 0 w 5339044"/>
                <a:gd name="connsiteY0" fmla="*/ 2115519 h 4231200"/>
                <a:gd name="connsiteX1" fmla="*/ 2669522 w 5339044"/>
                <a:gd name="connsiteY1" fmla="*/ 0 h 4231200"/>
                <a:gd name="connsiteX2" fmla="*/ 5339044 w 5339044"/>
                <a:gd name="connsiteY2" fmla="*/ 2115519 h 4231200"/>
                <a:gd name="connsiteX3" fmla="*/ 2669522 w 5339044"/>
                <a:gd name="connsiteY3" fmla="*/ 4231038 h 4231200"/>
                <a:gd name="connsiteX4" fmla="*/ 0 w 5339044"/>
                <a:gd name="connsiteY4" fmla="*/ 2115519 h 423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9044" h="4231200">
                  <a:moveTo>
                    <a:pt x="0" y="2115519"/>
                  </a:moveTo>
                  <a:cubicBezTo>
                    <a:pt x="0" y="947150"/>
                    <a:pt x="1195186" y="0"/>
                    <a:pt x="2669522" y="0"/>
                  </a:cubicBezTo>
                  <a:cubicBezTo>
                    <a:pt x="4143858" y="0"/>
                    <a:pt x="5339044" y="947150"/>
                    <a:pt x="5339044" y="2115519"/>
                  </a:cubicBezTo>
                  <a:cubicBezTo>
                    <a:pt x="5339044" y="3283888"/>
                    <a:pt x="4564771" y="4245553"/>
                    <a:pt x="2669522" y="4231038"/>
                  </a:cubicBezTo>
                  <a:cubicBezTo>
                    <a:pt x="774273" y="4216523"/>
                    <a:pt x="0" y="3283888"/>
                    <a:pt x="0" y="2115519"/>
                  </a:cubicBezTo>
                  <a:close/>
                </a:path>
              </a:pathLst>
            </a:custGeom>
            <a:solidFill>
              <a:srgbClr val="972E0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3">
              <a:extLst>
                <a:ext uri="{FF2B5EF4-FFF2-40B4-BE49-F238E27FC236}">
                  <a16:creationId xmlns:a16="http://schemas.microsoft.com/office/drawing/2014/main" id="{A35F7D0A-CDFB-7D11-3916-A57471C68C09}"/>
                </a:ext>
              </a:extLst>
            </p:cNvPr>
            <p:cNvSpPr/>
            <p:nvPr/>
          </p:nvSpPr>
          <p:spPr>
            <a:xfrm>
              <a:off x="3198799" y="1576855"/>
              <a:ext cx="4156101" cy="2704857"/>
            </a:xfrm>
            <a:custGeom>
              <a:avLst/>
              <a:gdLst>
                <a:gd name="connsiteX0" fmla="*/ 0 w 1400629"/>
                <a:gd name="connsiteY0" fmla="*/ 0 h 943429"/>
                <a:gd name="connsiteX1" fmla="*/ 1400629 w 1400629"/>
                <a:gd name="connsiteY1" fmla="*/ 0 h 943429"/>
                <a:gd name="connsiteX2" fmla="*/ 1400629 w 1400629"/>
                <a:gd name="connsiteY2" fmla="*/ 943429 h 943429"/>
                <a:gd name="connsiteX3" fmla="*/ 0 w 1400629"/>
                <a:gd name="connsiteY3" fmla="*/ 943429 h 943429"/>
                <a:gd name="connsiteX4" fmla="*/ 0 w 1400629"/>
                <a:gd name="connsiteY4" fmla="*/ 0 h 943429"/>
                <a:gd name="connsiteX0" fmla="*/ 290285 w 1400629"/>
                <a:gd name="connsiteY0" fmla="*/ 0 h 2351314"/>
                <a:gd name="connsiteX1" fmla="*/ 1400629 w 1400629"/>
                <a:gd name="connsiteY1" fmla="*/ 1407885 h 2351314"/>
                <a:gd name="connsiteX2" fmla="*/ 1400629 w 1400629"/>
                <a:gd name="connsiteY2" fmla="*/ 2351314 h 2351314"/>
                <a:gd name="connsiteX3" fmla="*/ 0 w 1400629"/>
                <a:gd name="connsiteY3" fmla="*/ 2351314 h 2351314"/>
                <a:gd name="connsiteX4" fmla="*/ 290285 w 1400629"/>
                <a:gd name="connsiteY4" fmla="*/ 0 h 2351314"/>
                <a:gd name="connsiteX0" fmla="*/ 290285 w 1400629"/>
                <a:gd name="connsiteY0" fmla="*/ 0 h 2351314"/>
                <a:gd name="connsiteX1" fmla="*/ 341086 w 1400629"/>
                <a:gd name="connsiteY1" fmla="*/ 1973943 h 2351314"/>
                <a:gd name="connsiteX2" fmla="*/ 1400629 w 1400629"/>
                <a:gd name="connsiteY2" fmla="*/ 2351314 h 2351314"/>
                <a:gd name="connsiteX3" fmla="*/ 0 w 1400629"/>
                <a:gd name="connsiteY3" fmla="*/ 2351314 h 2351314"/>
                <a:gd name="connsiteX4" fmla="*/ 290285 w 1400629"/>
                <a:gd name="connsiteY4" fmla="*/ 0 h 2351314"/>
                <a:gd name="connsiteX0" fmla="*/ 290285 w 341086"/>
                <a:gd name="connsiteY0" fmla="*/ 0 h 2351314"/>
                <a:gd name="connsiteX1" fmla="*/ 341086 w 341086"/>
                <a:gd name="connsiteY1" fmla="*/ 1973943 h 2351314"/>
                <a:gd name="connsiteX2" fmla="*/ 0 w 341086"/>
                <a:gd name="connsiteY2" fmla="*/ 2351314 h 2351314"/>
                <a:gd name="connsiteX3" fmla="*/ 290285 w 341086"/>
                <a:gd name="connsiteY3" fmla="*/ 0 h 2351314"/>
                <a:gd name="connsiteX0" fmla="*/ 72570 w 123371"/>
                <a:gd name="connsiteY0" fmla="*/ 0 h 2322285"/>
                <a:gd name="connsiteX1" fmla="*/ 123371 w 123371"/>
                <a:gd name="connsiteY1" fmla="*/ 1973943 h 2322285"/>
                <a:gd name="connsiteX2" fmla="*/ 0 w 123371"/>
                <a:gd name="connsiteY2" fmla="*/ 2322285 h 2322285"/>
                <a:gd name="connsiteX3" fmla="*/ 72570 w 123371"/>
                <a:gd name="connsiteY3" fmla="*/ 0 h 2322285"/>
                <a:gd name="connsiteX0" fmla="*/ 72570 w 72570"/>
                <a:gd name="connsiteY0" fmla="*/ 0 h 2322285"/>
                <a:gd name="connsiteX1" fmla="*/ 0 w 72570"/>
                <a:gd name="connsiteY1" fmla="*/ 2322285 h 2322285"/>
                <a:gd name="connsiteX2" fmla="*/ 72570 w 72570"/>
                <a:gd name="connsiteY2" fmla="*/ 0 h 2322285"/>
                <a:gd name="connsiteX0" fmla="*/ 29027 w 29027"/>
                <a:gd name="connsiteY0" fmla="*/ 0 h 2322285"/>
                <a:gd name="connsiteX1" fmla="*/ 0 w 29027"/>
                <a:gd name="connsiteY1" fmla="*/ 2322285 h 2322285"/>
                <a:gd name="connsiteX2" fmla="*/ 29027 w 29027"/>
                <a:gd name="connsiteY2" fmla="*/ 0 h 2322285"/>
                <a:gd name="connsiteX0" fmla="*/ 29027 w 819288"/>
                <a:gd name="connsiteY0" fmla="*/ 11667 h 2333952"/>
                <a:gd name="connsiteX1" fmla="*/ 0 w 819288"/>
                <a:gd name="connsiteY1" fmla="*/ 2333952 h 2333952"/>
                <a:gd name="connsiteX2" fmla="*/ 29027 w 819288"/>
                <a:gd name="connsiteY2" fmla="*/ 11667 h 2333952"/>
                <a:gd name="connsiteX0" fmla="*/ 29027 w 909596"/>
                <a:gd name="connsiteY0" fmla="*/ 319814 h 2642099"/>
                <a:gd name="connsiteX1" fmla="*/ 0 w 909596"/>
                <a:gd name="connsiteY1" fmla="*/ 2642099 h 2642099"/>
                <a:gd name="connsiteX2" fmla="*/ 29027 w 909596"/>
                <a:gd name="connsiteY2" fmla="*/ 319814 h 2642099"/>
                <a:gd name="connsiteX0" fmla="*/ 957975 w 1838544"/>
                <a:gd name="connsiteY0" fmla="*/ 335629 h 2657914"/>
                <a:gd name="connsiteX1" fmla="*/ 928948 w 1838544"/>
                <a:gd name="connsiteY1" fmla="*/ 2657914 h 2657914"/>
                <a:gd name="connsiteX2" fmla="*/ 957975 w 1838544"/>
                <a:gd name="connsiteY2" fmla="*/ 335629 h 2657914"/>
                <a:gd name="connsiteX0" fmla="*/ 2110248 w 2990817"/>
                <a:gd name="connsiteY0" fmla="*/ 319815 h 2642100"/>
                <a:gd name="connsiteX1" fmla="*/ 2081221 w 2990817"/>
                <a:gd name="connsiteY1" fmla="*/ 2642100 h 2642100"/>
                <a:gd name="connsiteX2" fmla="*/ 2110248 w 2990817"/>
                <a:gd name="connsiteY2" fmla="*/ 319815 h 2642100"/>
                <a:gd name="connsiteX0" fmla="*/ 2072390 w 2952959"/>
                <a:gd name="connsiteY0" fmla="*/ 361107 h 2683392"/>
                <a:gd name="connsiteX1" fmla="*/ 2043363 w 2952959"/>
                <a:gd name="connsiteY1" fmla="*/ 2683392 h 2683392"/>
                <a:gd name="connsiteX2" fmla="*/ 2072390 w 2952959"/>
                <a:gd name="connsiteY2" fmla="*/ 361107 h 2683392"/>
                <a:gd name="connsiteX0" fmla="*/ 2120686 w 3001255"/>
                <a:gd name="connsiteY0" fmla="*/ 361107 h 2683392"/>
                <a:gd name="connsiteX1" fmla="*/ 2091659 w 3001255"/>
                <a:gd name="connsiteY1" fmla="*/ 2683392 h 2683392"/>
                <a:gd name="connsiteX2" fmla="*/ 2120686 w 3001255"/>
                <a:gd name="connsiteY2" fmla="*/ 361107 h 2683392"/>
                <a:gd name="connsiteX0" fmla="*/ 2120686 w 4131821"/>
                <a:gd name="connsiteY0" fmla="*/ 361107 h 2683392"/>
                <a:gd name="connsiteX1" fmla="*/ 2091659 w 4131821"/>
                <a:gd name="connsiteY1" fmla="*/ 2683392 h 2683392"/>
                <a:gd name="connsiteX2" fmla="*/ 2120686 w 4131821"/>
                <a:gd name="connsiteY2" fmla="*/ 361107 h 2683392"/>
                <a:gd name="connsiteX0" fmla="*/ 2120686 w 4070894"/>
                <a:gd name="connsiteY0" fmla="*/ 387651 h 2709936"/>
                <a:gd name="connsiteX1" fmla="*/ 2091659 w 4070894"/>
                <a:gd name="connsiteY1" fmla="*/ 2709936 h 2709936"/>
                <a:gd name="connsiteX2" fmla="*/ 2120686 w 4070894"/>
                <a:gd name="connsiteY2" fmla="*/ 387651 h 2709936"/>
                <a:gd name="connsiteX0" fmla="*/ 2120686 w 4156101"/>
                <a:gd name="connsiteY0" fmla="*/ 382572 h 2704857"/>
                <a:gd name="connsiteX1" fmla="*/ 2091659 w 4156101"/>
                <a:gd name="connsiteY1" fmla="*/ 2704857 h 2704857"/>
                <a:gd name="connsiteX2" fmla="*/ 2120686 w 4156101"/>
                <a:gd name="connsiteY2" fmla="*/ 382572 h 2704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101" h="2704857">
                  <a:moveTo>
                    <a:pt x="2120686" y="382572"/>
                  </a:moveTo>
                  <a:cubicBezTo>
                    <a:pt x="93524" y="-1049505"/>
                    <a:pt x="-1396608" y="2206534"/>
                    <a:pt x="2091659" y="2704857"/>
                  </a:cubicBezTo>
                  <a:cubicBezTo>
                    <a:pt x="5628307" y="1945278"/>
                    <a:pt x="3925296" y="-1049504"/>
                    <a:pt x="2120686" y="382572"/>
                  </a:cubicBezTo>
                  <a:close/>
                </a:path>
              </a:pathLst>
            </a:custGeom>
            <a:solidFill>
              <a:srgbClr val="FE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1F64ED3-82FA-6C8C-0918-348DCD15DCEF}"/>
                </a:ext>
              </a:extLst>
            </p:cNvPr>
            <p:cNvGrpSpPr/>
            <p:nvPr/>
          </p:nvGrpSpPr>
          <p:grpSpPr>
            <a:xfrm>
              <a:off x="5813243" y="2209802"/>
              <a:ext cx="1159056" cy="1323859"/>
              <a:chOff x="5813243" y="2209802"/>
              <a:chExt cx="1159056" cy="1323859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302B45E-BF4D-5F4A-9392-B87F639B7051}"/>
                  </a:ext>
                </a:extLst>
              </p:cNvPr>
              <p:cNvSpPr/>
              <p:nvPr/>
            </p:nvSpPr>
            <p:spPr>
              <a:xfrm rot="868535">
                <a:off x="5813243" y="2209802"/>
                <a:ext cx="1159056" cy="131765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9F26B275-55F1-F3B3-7CD6-FB94C35934F9}"/>
                  </a:ext>
                </a:extLst>
              </p:cNvPr>
              <p:cNvSpPr/>
              <p:nvPr/>
            </p:nvSpPr>
            <p:spPr>
              <a:xfrm rot="868535">
                <a:off x="5870729" y="2584941"/>
                <a:ext cx="1062557" cy="948720"/>
              </a:xfrm>
              <a:custGeom>
                <a:avLst/>
                <a:gdLst>
                  <a:gd name="connsiteX0" fmla="*/ 462105 w 1062557"/>
                  <a:gd name="connsiteY0" fmla="*/ 13385 h 948720"/>
                  <a:gd name="connsiteX1" fmla="*/ 578900 w 1062557"/>
                  <a:gd name="connsiteY1" fmla="*/ 0 h 948720"/>
                  <a:gd name="connsiteX2" fmla="*/ 1059455 w 1062557"/>
                  <a:gd name="connsiteY2" fmla="*/ 290470 h 948720"/>
                  <a:gd name="connsiteX3" fmla="*/ 1062557 w 1062557"/>
                  <a:gd name="connsiteY3" fmla="*/ 296967 h 948720"/>
                  <a:gd name="connsiteX4" fmla="*/ 1051410 w 1062557"/>
                  <a:gd name="connsiteY4" fmla="*/ 422669 h 948720"/>
                  <a:gd name="connsiteX5" fmla="*/ 483655 w 1062557"/>
                  <a:gd name="connsiteY5" fmla="*/ 948720 h 948720"/>
                  <a:gd name="connsiteX6" fmla="*/ 3102 w 1062557"/>
                  <a:gd name="connsiteY6" fmla="*/ 658249 h 948720"/>
                  <a:gd name="connsiteX7" fmla="*/ 0 w 1062557"/>
                  <a:gd name="connsiteY7" fmla="*/ 651753 h 948720"/>
                  <a:gd name="connsiteX8" fmla="*/ 11147 w 1062557"/>
                  <a:gd name="connsiteY8" fmla="*/ 526051 h 948720"/>
                  <a:gd name="connsiteX9" fmla="*/ 462105 w 1062557"/>
                  <a:gd name="connsiteY9" fmla="*/ 13385 h 94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62557" h="948720">
                    <a:moveTo>
                      <a:pt x="462105" y="13385"/>
                    </a:moveTo>
                    <a:cubicBezTo>
                      <a:pt x="499831" y="4609"/>
                      <a:pt x="538892" y="0"/>
                      <a:pt x="578900" y="0"/>
                    </a:cubicBezTo>
                    <a:cubicBezTo>
                      <a:pt x="778940" y="0"/>
                      <a:pt x="955308" y="115221"/>
                      <a:pt x="1059455" y="290470"/>
                    </a:cubicBezTo>
                    <a:lnTo>
                      <a:pt x="1062557" y="296967"/>
                    </a:lnTo>
                    <a:lnTo>
                      <a:pt x="1051410" y="422669"/>
                    </a:lnTo>
                    <a:cubicBezTo>
                      <a:pt x="997370" y="722886"/>
                      <a:pt x="763711" y="948720"/>
                      <a:pt x="483655" y="948720"/>
                    </a:cubicBezTo>
                    <a:cubicBezTo>
                      <a:pt x="283615" y="948720"/>
                      <a:pt x="107247" y="833499"/>
                      <a:pt x="3102" y="658249"/>
                    </a:cubicBezTo>
                    <a:lnTo>
                      <a:pt x="0" y="651753"/>
                    </a:lnTo>
                    <a:lnTo>
                      <a:pt x="11147" y="526051"/>
                    </a:lnTo>
                    <a:cubicBezTo>
                      <a:pt x="57466" y="268722"/>
                      <a:pt x="235750" y="66042"/>
                      <a:pt x="462105" y="1338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524E7F24-71C1-1034-9860-BDCF6738ABB0}"/>
                  </a:ext>
                </a:extLst>
              </p:cNvPr>
              <p:cNvSpPr/>
              <p:nvPr/>
            </p:nvSpPr>
            <p:spPr>
              <a:xfrm rot="21266045">
                <a:off x="6079363" y="2676251"/>
                <a:ext cx="302086" cy="43860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8C5CB8C-AC49-D313-ABB0-A92473FE45C7}"/>
                </a:ext>
              </a:extLst>
            </p:cNvPr>
            <p:cNvGrpSpPr/>
            <p:nvPr/>
          </p:nvGrpSpPr>
          <p:grpSpPr>
            <a:xfrm flipH="1">
              <a:off x="3541752" y="2206698"/>
              <a:ext cx="1159056" cy="1323859"/>
              <a:chOff x="5813243" y="2209802"/>
              <a:chExt cx="1159056" cy="1323859"/>
            </a:xfrm>
            <a:solidFill>
              <a:schemeClr val="bg1"/>
            </a:solidFill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82693F59-6FCF-8D01-38BE-A807F1F424B5}"/>
                  </a:ext>
                </a:extLst>
              </p:cNvPr>
              <p:cNvSpPr/>
              <p:nvPr/>
            </p:nvSpPr>
            <p:spPr>
              <a:xfrm rot="868535">
                <a:off x="5813243" y="2209802"/>
                <a:ext cx="1159056" cy="131765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21EFA725-13C3-141E-B170-0DC76E7F2630}"/>
                  </a:ext>
                </a:extLst>
              </p:cNvPr>
              <p:cNvSpPr/>
              <p:nvPr/>
            </p:nvSpPr>
            <p:spPr>
              <a:xfrm rot="868535">
                <a:off x="5870729" y="2584941"/>
                <a:ext cx="1062557" cy="948720"/>
              </a:xfrm>
              <a:custGeom>
                <a:avLst/>
                <a:gdLst>
                  <a:gd name="connsiteX0" fmla="*/ 462105 w 1062557"/>
                  <a:gd name="connsiteY0" fmla="*/ 13385 h 948720"/>
                  <a:gd name="connsiteX1" fmla="*/ 578900 w 1062557"/>
                  <a:gd name="connsiteY1" fmla="*/ 0 h 948720"/>
                  <a:gd name="connsiteX2" fmla="*/ 1059455 w 1062557"/>
                  <a:gd name="connsiteY2" fmla="*/ 290470 h 948720"/>
                  <a:gd name="connsiteX3" fmla="*/ 1062557 w 1062557"/>
                  <a:gd name="connsiteY3" fmla="*/ 296967 h 948720"/>
                  <a:gd name="connsiteX4" fmla="*/ 1051410 w 1062557"/>
                  <a:gd name="connsiteY4" fmla="*/ 422669 h 948720"/>
                  <a:gd name="connsiteX5" fmla="*/ 483655 w 1062557"/>
                  <a:gd name="connsiteY5" fmla="*/ 948720 h 948720"/>
                  <a:gd name="connsiteX6" fmla="*/ 3102 w 1062557"/>
                  <a:gd name="connsiteY6" fmla="*/ 658249 h 948720"/>
                  <a:gd name="connsiteX7" fmla="*/ 0 w 1062557"/>
                  <a:gd name="connsiteY7" fmla="*/ 651753 h 948720"/>
                  <a:gd name="connsiteX8" fmla="*/ 11147 w 1062557"/>
                  <a:gd name="connsiteY8" fmla="*/ 526051 h 948720"/>
                  <a:gd name="connsiteX9" fmla="*/ 462105 w 1062557"/>
                  <a:gd name="connsiteY9" fmla="*/ 13385 h 94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62557" h="948720">
                    <a:moveTo>
                      <a:pt x="462105" y="13385"/>
                    </a:moveTo>
                    <a:cubicBezTo>
                      <a:pt x="499831" y="4609"/>
                      <a:pt x="538892" y="0"/>
                      <a:pt x="578900" y="0"/>
                    </a:cubicBezTo>
                    <a:cubicBezTo>
                      <a:pt x="778940" y="0"/>
                      <a:pt x="955308" y="115221"/>
                      <a:pt x="1059455" y="290470"/>
                    </a:cubicBezTo>
                    <a:lnTo>
                      <a:pt x="1062557" y="296967"/>
                    </a:lnTo>
                    <a:lnTo>
                      <a:pt x="1051410" y="422669"/>
                    </a:lnTo>
                    <a:cubicBezTo>
                      <a:pt x="997370" y="722886"/>
                      <a:pt x="763711" y="948720"/>
                      <a:pt x="483655" y="948720"/>
                    </a:cubicBezTo>
                    <a:cubicBezTo>
                      <a:pt x="283615" y="948720"/>
                      <a:pt x="107247" y="833499"/>
                      <a:pt x="3102" y="658249"/>
                    </a:cubicBezTo>
                    <a:lnTo>
                      <a:pt x="0" y="651753"/>
                    </a:lnTo>
                    <a:lnTo>
                      <a:pt x="11147" y="526051"/>
                    </a:lnTo>
                    <a:cubicBezTo>
                      <a:pt x="57466" y="268722"/>
                      <a:pt x="235750" y="66042"/>
                      <a:pt x="462105" y="1338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6F1C8D2D-96BA-0EE6-C469-9FD073D2D2EB}"/>
                  </a:ext>
                </a:extLst>
              </p:cNvPr>
              <p:cNvSpPr/>
              <p:nvPr/>
            </p:nvSpPr>
            <p:spPr>
              <a:xfrm rot="21266045">
                <a:off x="6079363" y="2676251"/>
                <a:ext cx="302086" cy="43860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FBD5211-C0CF-B45E-C8AE-220483C1F654}"/>
                </a:ext>
              </a:extLst>
            </p:cNvPr>
            <p:cNvSpPr/>
            <p:nvPr/>
          </p:nvSpPr>
          <p:spPr>
            <a:xfrm>
              <a:off x="3369123" y="3286312"/>
              <a:ext cx="3835526" cy="1589188"/>
            </a:xfrm>
            <a:custGeom>
              <a:avLst/>
              <a:gdLst>
                <a:gd name="connsiteX0" fmla="*/ 3004981 w 3835526"/>
                <a:gd name="connsiteY0" fmla="*/ 207 h 1589188"/>
                <a:gd name="connsiteX1" fmla="*/ 2873722 w 3835526"/>
                <a:gd name="connsiteY1" fmla="*/ 1485232 h 1589188"/>
                <a:gd name="connsiteX2" fmla="*/ 2803956 w 3835526"/>
                <a:gd name="connsiteY2" fmla="*/ 1509986 h 1589188"/>
                <a:gd name="connsiteX3" fmla="*/ 2573778 w 3835526"/>
                <a:gd name="connsiteY3" fmla="*/ 1550214 h 1589188"/>
                <a:gd name="connsiteX4" fmla="*/ 1914928 w 3835526"/>
                <a:gd name="connsiteY4" fmla="*/ 1589026 h 1589188"/>
                <a:gd name="connsiteX5" fmla="*/ 1256078 w 3835526"/>
                <a:gd name="connsiteY5" fmla="*/ 1541879 h 1589188"/>
                <a:gd name="connsiteX6" fmla="*/ 972117 w 3835526"/>
                <a:gd name="connsiteY6" fmla="*/ 1489868 h 1589188"/>
                <a:gd name="connsiteX7" fmla="*/ 969984 w 3835526"/>
                <a:gd name="connsiteY7" fmla="*/ 1488998 h 1589188"/>
                <a:gd name="connsiteX8" fmla="*/ 1248376 w 3835526"/>
                <a:gd name="connsiteY8" fmla="*/ 103401 h 1589188"/>
                <a:gd name="connsiteX9" fmla="*/ 2502409 w 3835526"/>
                <a:gd name="connsiteY9" fmla="*/ 121604 h 1589188"/>
                <a:gd name="connsiteX10" fmla="*/ 3004981 w 3835526"/>
                <a:gd name="connsiteY10" fmla="*/ 207 h 1589188"/>
                <a:gd name="connsiteX0" fmla="*/ 2502409 w 3835526"/>
                <a:gd name="connsiteY0" fmla="*/ 121604 h 1589188"/>
                <a:gd name="connsiteX1" fmla="*/ 3004981 w 3835526"/>
                <a:gd name="connsiteY1" fmla="*/ 207 h 1589188"/>
                <a:gd name="connsiteX2" fmla="*/ 2873722 w 3835526"/>
                <a:gd name="connsiteY2" fmla="*/ 1485232 h 1589188"/>
                <a:gd name="connsiteX3" fmla="*/ 2803956 w 3835526"/>
                <a:gd name="connsiteY3" fmla="*/ 1509986 h 1589188"/>
                <a:gd name="connsiteX4" fmla="*/ 2573778 w 3835526"/>
                <a:gd name="connsiteY4" fmla="*/ 1550214 h 1589188"/>
                <a:gd name="connsiteX5" fmla="*/ 1914928 w 3835526"/>
                <a:gd name="connsiteY5" fmla="*/ 1589026 h 1589188"/>
                <a:gd name="connsiteX6" fmla="*/ 1256078 w 3835526"/>
                <a:gd name="connsiteY6" fmla="*/ 1541879 h 1589188"/>
                <a:gd name="connsiteX7" fmla="*/ 972117 w 3835526"/>
                <a:gd name="connsiteY7" fmla="*/ 1489868 h 1589188"/>
                <a:gd name="connsiteX8" fmla="*/ 969984 w 3835526"/>
                <a:gd name="connsiteY8" fmla="*/ 1488998 h 1589188"/>
                <a:gd name="connsiteX9" fmla="*/ 1248376 w 3835526"/>
                <a:gd name="connsiteY9" fmla="*/ 103401 h 1589188"/>
                <a:gd name="connsiteX10" fmla="*/ 2593849 w 3835526"/>
                <a:gd name="connsiteY10" fmla="*/ 213044 h 1589188"/>
                <a:gd name="connsiteX0" fmla="*/ 2502409 w 3835526"/>
                <a:gd name="connsiteY0" fmla="*/ 121604 h 1589188"/>
                <a:gd name="connsiteX1" fmla="*/ 3004981 w 3835526"/>
                <a:gd name="connsiteY1" fmla="*/ 207 h 1589188"/>
                <a:gd name="connsiteX2" fmla="*/ 2873722 w 3835526"/>
                <a:gd name="connsiteY2" fmla="*/ 1485232 h 1589188"/>
                <a:gd name="connsiteX3" fmla="*/ 2803956 w 3835526"/>
                <a:gd name="connsiteY3" fmla="*/ 1509986 h 1589188"/>
                <a:gd name="connsiteX4" fmla="*/ 2573778 w 3835526"/>
                <a:gd name="connsiteY4" fmla="*/ 1550214 h 1589188"/>
                <a:gd name="connsiteX5" fmla="*/ 1914928 w 3835526"/>
                <a:gd name="connsiteY5" fmla="*/ 1589026 h 1589188"/>
                <a:gd name="connsiteX6" fmla="*/ 1256078 w 3835526"/>
                <a:gd name="connsiteY6" fmla="*/ 1541879 h 1589188"/>
                <a:gd name="connsiteX7" fmla="*/ 972117 w 3835526"/>
                <a:gd name="connsiteY7" fmla="*/ 1489868 h 1589188"/>
                <a:gd name="connsiteX8" fmla="*/ 969984 w 3835526"/>
                <a:gd name="connsiteY8" fmla="*/ 1488998 h 1589188"/>
                <a:gd name="connsiteX9" fmla="*/ 1248376 w 3835526"/>
                <a:gd name="connsiteY9" fmla="*/ 103401 h 1589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35526" h="1589188">
                  <a:moveTo>
                    <a:pt x="2502409" y="121604"/>
                  </a:moveTo>
                  <a:cubicBezTo>
                    <a:pt x="2660554" y="33574"/>
                    <a:pt x="2835399" y="-3120"/>
                    <a:pt x="3004981" y="207"/>
                  </a:cubicBezTo>
                  <a:cubicBezTo>
                    <a:pt x="3785063" y="15513"/>
                    <a:pt x="4453816" y="877665"/>
                    <a:pt x="2873722" y="1485232"/>
                  </a:cubicBezTo>
                  <a:lnTo>
                    <a:pt x="2803956" y="1509986"/>
                  </a:lnTo>
                  <a:lnTo>
                    <a:pt x="2573778" y="1550214"/>
                  </a:lnTo>
                  <a:cubicBezTo>
                    <a:pt x="2371225" y="1577402"/>
                    <a:pt x="2151834" y="1590841"/>
                    <a:pt x="1914928" y="1589026"/>
                  </a:cubicBezTo>
                  <a:cubicBezTo>
                    <a:pt x="1678022" y="1587212"/>
                    <a:pt x="1458631" y="1571052"/>
                    <a:pt x="1256078" y="1541879"/>
                  </a:cubicBezTo>
                  <a:lnTo>
                    <a:pt x="972117" y="1489868"/>
                  </a:lnTo>
                  <a:lnTo>
                    <a:pt x="969984" y="1488998"/>
                  </a:lnTo>
                  <a:cubicBezTo>
                    <a:pt x="-691627" y="763223"/>
                    <a:pt x="37325" y="-311360"/>
                    <a:pt x="1248376" y="103401"/>
                  </a:cubicBezTo>
                </a:path>
              </a:pathLst>
            </a:custGeom>
            <a:solidFill>
              <a:srgbClr val="FE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19BC206-7B71-8D9E-B69E-E4F76311933D}"/>
                </a:ext>
              </a:extLst>
            </p:cNvPr>
            <p:cNvSpPr/>
            <p:nvPr/>
          </p:nvSpPr>
          <p:spPr>
            <a:xfrm>
              <a:off x="4619781" y="3870080"/>
              <a:ext cx="1386840" cy="156385"/>
            </a:xfrm>
            <a:custGeom>
              <a:avLst/>
              <a:gdLst>
                <a:gd name="connsiteX0" fmla="*/ 0 w 1386840"/>
                <a:gd name="connsiteY0" fmla="*/ 0 h 15240"/>
                <a:gd name="connsiteX1" fmla="*/ 1386840 w 1386840"/>
                <a:gd name="connsiteY1" fmla="*/ 15240 h 15240"/>
                <a:gd name="connsiteX2" fmla="*/ 1386840 w 1386840"/>
                <a:gd name="connsiteY2" fmla="*/ 15240 h 15240"/>
                <a:gd name="connsiteX0" fmla="*/ 0 w 1386840"/>
                <a:gd name="connsiteY0" fmla="*/ 0 h 142304"/>
                <a:gd name="connsiteX1" fmla="*/ 1386840 w 1386840"/>
                <a:gd name="connsiteY1" fmla="*/ 15240 h 142304"/>
                <a:gd name="connsiteX2" fmla="*/ 1386840 w 1386840"/>
                <a:gd name="connsiteY2" fmla="*/ 15240 h 142304"/>
                <a:gd name="connsiteX0" fmla="*/ 0 w 1386840"/>
                <a:gd name="connsiteY0" fmla="*/ 0 h 156385"/>
                <a:gd name="connsiteX1" fmla="*/ 1386840 w 1386840"/>
                <a:gd name="connsiteY1" fmla="*/ 15240 h 156385"/>
                <a:gd name="connsiteX2" fmla="*/ 1386840 w 1386840"/>
                <a:gd name="connsiteY2" fmla="*/ 15240 h 15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6840" h="156385">
                  <a:moveTo>
                    <a:pt x="0" y="0"/>
                  </a:moveTo>
                  <a:cubicBezTo>
                    <a:pt x="195580" y="66040"/>
                    <a:pt x="955040" y="307340"/>
                    <a:pt x="1386840" y="15240"/>
                  </a:cubicBezTo>
                  <a:lnTo>
                    <a:pt x="1386840" y="15240"/>
                  </a:lnTo>
                </a:path>
              </a:pathLst>
            </a:custGeom>
            <a:solidFill>
              <a:srgbClr val="FE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2276606-5896-CC9D-048C-ECE7B810AE15}"/>
                </a:ext>
              </a:extLst>
            </p:cNvPr>
            <p:cNvGrpSpPr/>
            <p:nvPr/>
          </p:nvGrpSpPr>
          <p:grpSpPr>
            <a:xfrm>
              <a:off x="4810703" y="3938014"/>
              <a:ext cx="932291" cy="649050"/>
              <a:chOff x="-2972816" y="2637263"/>
              <a:chExt cx="932291" cy="649050"/>
            </a:xfrm>
          </p:grpSpPr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D3670D1F-F395-30FD-5A1C-7B1F463478EA}"/>
                  </a:ext>
                </a:extLst>
              </p:cNvPr>
              <p:cNvSpPr/>
              <p:nvPr/>
            </p:nvSpPr>
            <p:spPr>
              <a:xfrm>
                <a:off x="-2900087" y="2859894"/>
                <a:ext cx="859562" cy="426419"/>
              </a:xfrm>
              <a:custGeom>
                <a:avLst/>
                <a:gdLst>
                  <a:gd name="connsiteX0" fmla="*/ 157936 w 859562"/>
                  <a:gd name="connsiteY0" fmla="*/ 188 h 426419"/>
                  <a:gd name="connsiteX1" fmla="*/ 432576 w 859562"/>
                  <a:gd name="connsiteY1" fmla="*/ 121836 h 426419"/>
                  <a:gd name="connsiteX2" fmla="*/ 753146 w 859562"/>
                  <a:gd name="connsiteY2" fmla="*/ 24999 h 426419"/>
                  <a:gd name="connsiteX3" fmla="*/ 859507 w 859562"/>
                  <a:gd name="connsiteY3" fmla="*/ 26272 h 426419"/>
                  <a:gd name="connsiteX4" fmla="*/ 859562 w 859562"/>
                  <a:gd name="connsiteY4" fmla="*/ 35569 h 426419"/>
                  <a:gd name="connsiteX5" fmla="*/ 14833 w 859562"/>
                  <a:gd name="connsiteY5" fmla="*/ 108011 h 426419"/>
                  <a:gd name="connsiteX6" fmla="*/ 0 w 859562"/>
                  <a:gd name="connsiteY6" fmla="*/ 73425 h 426419"/>
                  <a:gd name="connsiteX7" fmla="*/ 50249 w 859562"/>
                  <a:gd name="connsiteY7" fmla="*/ 39640 h 426419"/>
                  <a:gd name="connsiteX8" fmla="*/ 157936 w 859562"/>
                  <a:gd name="connsiteY8" fmla="*/ 188 h 42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9562" h="426419">
                    <a:moveTo>
                      <a:pt x="157936" y="188"/>
                    </a:moveTo>
                    <a:cubicBezTo>
                      <a:pt x="220350" y="-2684"/>
                      <a:pt x="302129" y="26983"/>
                      <a:pt x="432576" y="121836"/>
                    </a:cubicBezTo>
                    <a:cubicBezTo>
                      <a:pt x="586396" y="44049"/>
                      <a:pt x="677510" y="27380"/>
                      <a:pt x="753146" y="24999"/>
                    </a:cubicBezTo>
                    <a:lnTo>
                      <a:pt x="859507" y="26272"/>
                    </a:lnTo>
                    <a:lnTo>
                      <a:pt x="859562" y="35569"/>
                    </a:lnTo>
                    <a:cubicBezTo>
                      <a:pt x="836291" y="565447"/>
                      <a:pt x="243135" y="523565"/>
                      <a:pt x="14833" y="108011"/>
                    </a:cubicBezTo>
                    <a:lnTo>
                      <a:pt x="0" y="73425"/>
                    </a:lnTo>
                    <a:lnTo>
                      <a:pt x="50249" y="39640"/>
                    </a:lnTo>
                    <a:cubicBezTo>
                      <a:pt x="83325" y="18477"/>
                      <a:pt x="116327" y="2102"/>
                      <a:pt x="157936" y="188"/>
                    </a:cubicBezTo>
                    <a:close/>
                  </a:path>
                </a:pathLst>
              </a:custGeom>
              <a:solidFill>
                <a:srgbClr val="FF496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87C6E98-DE1E-DDFB-0718-BE5259144A19}"/>
                  </a:ext>
                </a:extLst>
              </p:cNvPr>
              <p:cNvSpPr/>
              <p:nvPr/>
            </p:nvSpPr>
            <p:spPr>
              <a:xfrm>
                <a:off x="-2972816" y="2637263"/>
                <a:ext cx="932237" cy="344466"/>
              </a:xfrm>
              <a:custGeom>
                <a:avLst/>
                <a:gdLst>
                  <a:gd name="connsiteX0" fmla="*/ 0 w 932237"/>
                  <a:gd name="connsiteY0" fmla="*/ 0 h 344466"/>
                  <a:gd name="connsiteX1" fmla="*/ 27508 w 932237"/>
                  <a:gd name="connsiteY1" fmla="*/ 7479 h 344466"/>
                  <a:gd name="connsiteX2" fmla="*/ 904297 w 932237"/>
                  <a:gd name="connsiteY2" fmla="*/ 64122 h 344466"/>
                  <a:gd name="connsiteX3" fmla="*/ 916876 w 932237"/>
                  <a:gd name="connsiteY3" fmla="*/ 60611 h 344466"/>
                  <a:gd name="connsiteX4" fmla="*/ 923807 w 932237"/>
                  <a:gd name="connsiteY4" fmla="*/ 99363 h 344466"/>
                  <a:gd name="connsiteX5" fmla="*/ 931846 w 932237"/>
                  <a:gd name="connsiteY5" fmla="*/ 182381 h 344466"/>
                  <a:gd name="connsiteX6" fmla="*/ 932237 w 932237"/>
                  <a:gd name="connsiteY6" fmla="*/ 248902 h 344466"/>
                  <a:gd name="connsiteX7" fmla="*/ 825876 w 932237"/>
                  <a:gd name="connsiteY7" fmla="*/ 247629 h 344466"/>
                  <a:gd name="connsiteX8" fmla="*/ 505306 w 932237"/>
                  <a:gd name="connsiteY8" fmla="*/ 344466 h 344466"/>
                  <a:gd name="connsiteX9" fmla="*/ 122979 w 932237"/>
                  <a:gd name="connsiteY9" fmla="*/ 262270 h 344466"/>
                  <a:gd name="connsiteX10" fmla="*/ 72730 w 932237"/>
                  <a:gd name="connsiteY10" fmla="*/ 296055 h 344466"/>
                  <a:gd name="connsiteX11" fmla="*/ 35047 w 932237"/>
                  <a:gd name="connsiteY11" fmla="*/ 208193 h 344466"/>
                  <a:gd name="connsiteX12" fmla="*/ 4837 w 932237"/>
                  <a:gd name="connsiteY12" fmla="*/ 68109 h 344466"/>
                  <a:gd name="connsiteX13" fmla="*/ 0 w 932237"/>
                  <a:gd name="connsiteY13" fmla="*/ 0 h 34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32237" h="344466">
                    <a:moveTo>
                      <a:pt x="0" y="0"/>
                    </a:moveTo>
                    <a:lnTo>
                      <a:pt x="27508" y="7479"/>
                    </a:lnTo>
                    <a:cubicBezTo>
                      <a:pt x="264770" y="69005"/>
                      <a:pt x="609925" y="129928"/>
                      <a:pt x="904297" y="64122"/>
                    </a:cubicBezTo>
                    <a:lnTo>
                      <a:pt x="916876" y="60611"/>
                    </a:lnTo>
                    <a:lnTo>
                      <a:pt x="923807" y="99363"/>
                    </a:lnTo>
                    <a:cubicBezTo>
                      <a:pt x="927811" y="128248"/>
                      <a:pt x="930461" y="155914"/>
                      <a:pt x="931846" y="182381"/>
                    </a:cubicBezTo>
                    <a:lnTo>
                      <a:pt x="932237" y="248902"/>
                    </a:lnTo>
                    <a:lnTo>
                      <a:pt x="825876" y="247629"/>
                    </a:lnTo>
                    <a:cubicBezTo>
                      <a:pt x="750240" y="250010"/>
                      <a:pt x="659126" y="266679"/>
                      <a:pt x="505306" y="344466"/>
                    </a:cubicBezTo>
                    <a:cubicBezTo>
                      <a:pt x="287895" y="186377"/>
                      <a:pt x="205670" y="209363"/>
                      <a:pt x="122979" y="262270"/>
                    </a:cubicBezTo>
                    <a:lnTo>
                      <a:pt x="72730" y="296055"/>
                    </a:lnTo>
                    <a:lnTo>
                      <a:pt x="35047" y="208193"/>
                    </a:lnTo>
                    <a:cubicBezTo>
                      <a:pt x="21026" y="164388"/>
                      <a:pt x="10721" y="117644"/>
                      <a:pt x="4837" y="6810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C060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94" name="Rectangle 55">
              <a:extLst>
                <a:ext uri="{FF2B5EF4-FFF2-40B4-BE49-F238E27FC236}">
                  <a16:creationId xmlns:a16="http://schemas.microsoft.com/office/drawing/2014/main" id="{A9F75730-87B8-4E42-74D5-810E1C9F377C}"/>
                </a:ext>
              </a:extLst>
            </p:cNvPr>
            <p:cNvSpPr/>
            <p:nvPr/>
          </p:nvSpPr>
          <p:spPr>
            <a:xfrm>
              <a:off x="4688386" y="234476"/>
              <a:ext cx="1175419" cy="554737"/>
            </a:xfrm>
            <a:custGeom>
              <a:avLst/>
              <a:gdLst>
                <a:gd name="connsiteX0" fmla="*/ 0 w 407069"/>
                <a:gd name="connsiteY0" fmla="*/ 0 h 504021"/>
                <a:gd name="connsiteX1" fmla="*/ 407069 w 407069"/>
                <a:gd name="connsiteY1" fmla="*/ 0 h 504021"/>
                <a:gd name="connsiteX2" fmla="*/ 407069 w 407069"/>
                <a:gd name="connsiteY2" fmla="*/ 504021 h 504021"/>
                <a:gd name="connsiteX3" fmla="*/ 0 w 407069"/>
                <a:gd name="connsiteY3" fmla="*/ 504021 h 504021"/>
                <a:gd name="connsiteX4" fmla="*/ 0 w 407069"/>
                <a:gd name="connsiteY4" fmla="*/ 0 h 504021"/>
                <a:gd name="connsiteX0" fmla="*/ 0 w 965869"/>
                <a:gd name="connsiteY0" fmla="*/ 0 h 878671"/>
                <a:gd name="connsiteX1" fmla="*/ 965869 w 965869"/>
                <a:gd name="connsiteY1" fmla="*/ 374650 h 878671"/>
                <a:gd name="connsiteX2" fmla="*/ 965869 w 965869"/>
                <a:gd name="connsiteY2" fmla="*/ 878671 h 878671"/>
                <a:gd name="connsiteX3" fmla="*/ 558800 w 965869"/>
                <a:gd name="connsiteY3" fmla="*/ 878671 h 878671"/>
                <a:gd name="connsiteX4" fmla="*/ 0 w 965869"/>
                <a:gd name="connsiteY4" fmla="*/ 0 h 878671"/>
                <a:gd name="connsiteX0" fmla="*/ 0 w 965869"/>
                <a:gd name="connsiteY0" fmla="*/ 0 h 878671"/>
                <a:gd name="connsiteX1" fmla="*/ 965869 w 965869"/>
                <a:gd name="connsiteY1" fmla="*/ 374650 h 878671"/>
                <a:gd name="connsiteX2" fmla="*/ 965869 w 965869"/>
                <a:gd name="connsiteY2" fmla="*/ 878671 h 878671"/>
                <a:gd name="connsiteX3" fmla="*/ 330200 w 965869"/>
                <a:gd name="connsiteY3" fmla="*/ 275421 h 878671"/>
                <a:gd name="connsiteX4" fmla="*/ 0 w 965869"/>
                <a:gd name="connsiteY4" fmla="*/ 0 h 878671"/>
                <a:gd name="connsiteX0" fmla="*/ 0 w 965869"/>
                <a:gd name="connsiteY0" fmla="*/ 0 h 878671"/>
                <a:gd name="connsiteX1" fmla="*/ 785314 w 965869"/>
                <a:gd name="connsiteY1" fmla="*/ 112486 h 878671"/>
                <a:gd name="connsiteX2" fmla="*/ 965869 w 965869"/>
                <a:gd name="connsiteY2" fmla="*/ 374650 h 878671"/>
                <a:gd name="connsiteX3" fmla="*/ 965869 w 965869"/>
                <a:gd name="connsiteY3" fmla="*/ 878671 h 878671"/>
                <a:gd name="connsiteX4" fmla="*/ 330200 w 965869"/>
                <a:gd name="connsiteY4" fmla="*/ 275421 h 878671"/>
                <a:gd name="connsiteX5" fmla="*/ 0 w 965869"/>
                <a:gd name="connsiteY5" fmla="*/ 0 h 878671"/>
                <a:gd name="connsiteX0" fmla="*/ 0 w 965869"/>
                <a:gd name="connsiteY0" fmla="*/ 184472 h 1063143"/>
                <a:gd name="connsiteX1" fmla="*/ 785314 w 965869"/>
                <a:gd name="connsiteY1" fmla="*/ 296958 h 1063143"/>
                <a:gd name="connsiteX2" fmla="*/ 391614 w 965869"/>
                <a:gd name="connsiteY2" fmla="*/ 4858 h 1063143"/>
                <a:gd name="connsiteX3" fmla="*/ 965869 w 965869"/>
                <a:gd name="connsiteY3" fmla="*/ 559122 h 1063143"/>
                <a:gd name="connsiteX4" fmla="*/ 965869 w 965869"/>
                <a:gd name="connsiteY4" fmla="*/ 1063143 h 1063143"/>
                <a:gd name="connsiteX5" fmla="*/ 330200 w 965869"/>
                <a:gd name="connsiteY5" fmla="*/ 459893 h 1063143"/>
                <a:gd name="connsiteX6" fmla="*/ 0 w 965869"/>
                <a:gd name="connsiteY6" fmla="*/ 184472 h 1063143"/>
                <a:gd name="connsiteX0" fmla="*/ 0 w 965869"/>
                <a:gd name="connsiteY0" fmla="*/ 185516 h 1064187"/>
                <a:gd name="connsiteX1" fmla="*/ 582114 w 965869"/>
                <a:gd name="connsiteY1" fmla="*/ 221802 h 1064187"/>
                <a:gd name="connsiteX2" fmla="*/ 391614 w 965869"/>
                <a:gd name="connsiteY2" fmla="*/ 5902 h 1064187"/>
                <a:gd name="connsiteX3" fmla="*/ 965869 w 965869"/>
                <a:gd name="connsiteY3" fmla="*/ 560166 h 1064187"/>
                <a:gd name="connsiteX4" fmla="*/ 965869 w 965869"/>
                <a:gd name="connsiteY4" fmla="*/ 1064187 h 1064187"/>
                <a:gd name="connsiteX5" fmla="*/ 330200 w 965869"/>
                <a:gd name="connsiteY5" fmla="*/ 460937 h 1064187"/>
                <a:gd name="connsiteX6" fmla="*/ 0 w 965869"/>
                <a:gd name="connsiteY6" fmla="*/ 185516 h 1064187"/>
                <a:gd name="connsiteX0" fmla="*/ 0 w 965869"/>
                <a:gd name="connsiteY0" fmla="*/ 185516 h 1064187"/>
                <a:gd name="connsiteX1" fmla="*/ 582114 w 965869"/>
                <a:gd name="connsiteY1" fmla="*/ 221802 h 1064187"/>
                <a:gd name="connsiteX2" fmla="*/ 391614 w 965869"/>
                <a:gd name="connsiteY2" fmla="*/ 5902 h 1064187"/>
                <a:gd name="connsiteX3" fmla="*/ 817064 w 965869"/>
                <a:gd name="connsiteY3" fmla="*/ 94802 h 1064187"/>
                <a:gd name="connsiteX4" fmla="*/ 965869 w 965869"/>
                <a:gd name="connsiteY4" fmla="*/ 560166 h 1064187"/>
                <a:gd name="connsiteX5" fmla="*/ 965869 w 965869"/>
                <a:gd name="connsiteY5" fmla="*/ 1064187 h 1064187"/>
                <a:gd name="connsiteX6" fmla="*/ 330200 w 965869"/>
                <a:gd name="connsiteY6" fmla="*/ 460937 h 1064187"/>
                <a:gd name="connsiteX7" fmla="*/ 0 w 965869"/>
                <a:gd name="connsiteY7" fmla="*/ 185516 h 1064187"/>
                <a:gd name="connsiteX0" fmla="*/ 0 w 965869"/>
                <a:gd name="connsiteY0" fmla="*/ 211123 h 1089794"/>
                <a:gd name="connsiteX1" fmla="*/ 582114 w 965869"/>
                <a:gd name="connsiteY1" fmla="*/ 247409 h 1089794"/>
                <a:gd name="connsiteX2" fmla="*/ 391614 w 965869"/>
                <a:gd name="connsiteY2" fmla="*/ 31509 h 1089794"/>
                <a:gd name="connsiteX3" fmla="*/ 817064 w 965869"/>
                <a:gd name="connsiteY3" fmla="*/ 120409 h 1089794"/>
                <a:gd name="connsiteX4" fmla="*/ 836114 w 965869"/>
                <a:gd name="connsiteY4" fmla="*/ 18809 h 1089794"/>
                <a:gd name="connsiteX5" fmla="*/ 965869 w 965869"/>
                <a:gd name="connsiteY5" fmla="*/ 585773 h 1089794"/>
                <a:gd name="connsiteX6" fmla="*/ 965869 w 965869"/>
                <a:gd name="connsiteY6" fmla="*/ 1089794 h 1089794"/>
                <a:gd name="connsiteX7" fmla="*/ 330200 w 965869"/>
                <a:gd name="connsiteY7" fmla="*/ 486544 h 1089794"/>
                <a:gd name="connsiteX8" fmla="*/ 0 w 965869"/>
                <a:gd name="connsiteY8" fmla="*/ 211123 h 1089794"/>
                <a:gd name="connsiteX0" fmla="*/ 0 w 1162719"/>
                <a:gd name="connsiteY0" fmla="*/ 211123 h 1089794"/>
                <a:gd name="connsiteX1" fmla="*/ 582114 w 1162719"/>
                <a:gd name="connsiteY1" fmla="*/ 247409 h 1089794"/>
                <a:gd name="connsiteX2" fmla="*/ 391614 w 1162719"/>
                <a:gd name="connsiteY2" fmla="*/ 31509 h 1089794"/>
                <a:gd name="connsiteX3" fmla="*/ 817064 w 1162719"/>
                <a:gd name="connsiteY3" fmla="*/ 120409 h 1089794"/>
                <a:gd name="connsiteX4" fmla="*/ 836114 w 1162719"/>
                <a:gd name="connsiteY4" fmla="*/ 18809 h 1089794"/>
                <a:gd name="connsiteX5" fmla="*/ 1162719 w 1162719"/>
                <a:gd name="connsiteY5" fmla="*/ 547673 h 1089794"/>
                <a:gd name="connsiteX6" fmla="*/ 965869 w 1162719"/>
                <a:gd name="connsiteY6" fmla="*/ 1089794 h 1089794"/>
                <a:gd name="connsiteX7" fmla="*/ 330200 w 1162719"/>
                <a:gd name="connsiteY7" fmla="*/ 486544 h 1089794"/>
                <a:gd name="connsiteX8" fmla="*/ 0 w 1162719"/>
                <a:gd name="connsiteY8" fmla="*/ 211123 h 1089794"/>
                <a:gd name="connsiteX0" fmla="*/ 0 w 1162719"/>
                <a:gd name="connsiteY0" fmla="*/ 211123 h 547673"/>
                <a:gd name="connsiteX1" fmla="*/ 582114 w 1162719"/>
                <a:gd name="connsiteY1" fmla="*/ 247409 h 547673"/>
                <a:gd name="connsiteX2" fmla="*/ 391614 w 1162719"/>
                <a:gd name="connsiteY2" fmla="*/ 31509 h 547673"/>
                <a:gd name="connsiteX3" fmla="*/ 817064 w 1162719"/>
                <a:gd name="connsiteY3" fmla="*/ 120409 h 547673"/>
                <a:gd name="connsiteX4" fmla="*/ 836114 w 1162719"/>
                <a:gd name="connsiteY4" fmla="*/ 18809 h 547673"/>
                <a:gd name="connsiteX5" fmla="*/ 1162719 w 1162719"/>
                <a:gd name="connsiteY5" fmla="*/ 547673 h 547673"/>
                <a:gd name="connsiteX6" fmla="*/ 330200 w 1162719"/>
                <a:gd name="connsiteY6" fmla="*/ 486544 h 547673"/>
                <a:gd name="connsiteX7" fmla="*/ 0 w 1162719"/>
                <a:gd name="connsiteY7" fmla="*/ 211123 h 547673"/>
                <a:gd name="connsiteX0" fmla="*/ 0 w 1162719"/>
                <a:gd name="connsiteY0" fmla="*/ 211123 h 547673"/>
                <a:gd name="connsiteX1" fmla="*/ 582114 w 1162719"/>
                <a:gd name="connsiteY1" fmla="*/ 247409 h 547673"/>
                <a:gd name="connsiteX2" fmla="*/ 391614 w 1162719"/>
                <a:gd name="connsiteY2" fmla="*/ 31509 h 547673"/>
                <a:gd name="connsiteX3" fmla="*/ 817064 w 1162719"/>
                <a:gd name="connsiteY3" fmla="*/ 120409 h 547673"/>
                <a:gd name="connsiteX4" fmla="*/ 836114 w 1162719"/>
                <a:gd name="connsiteY4" fmla="*/ 18809 h 547673"/>
                <a:gd name="connsiteX5" fmla="*/ 1162719 w 1162719"/>
                <a:gd name="connsiteY5" fmla="*/ 547673 h 547673"/>
                <a:gd name="connsiteX6" fmla="*/ 330200 w 1162719"/>
                <a:gd name="connsiteY6" fmla="*/ 486544 h 547673"/>
                <a:gd name="connsiteX7" fmla="*/ 0 w 1162719"/>
                <a:gd name="connsiteY7" fmla="*/ 211123 h 547673"/>
                <a:gd name="connsiteX0" fmla="*/ 0 w 1162719"/>
                <a:gd name="connsiteY0" fmla="*/ 218187 h 554737"/>
                <a:gd name="connsiteX1" fmla="*/ 582114 w 1162719"/>
                <a:gd name="connsiteY1" fmla="*/ 254473 h 554737"/>
                <a:gd name="connsiteX2" fmla="*/ 391614 w 1162719"/>
                <a:gd name="connsiteY2" fmla="*/ 38573 h 554737"/>
                <a:gd name="connsiteX3" fmla="*/ 817064 w 1162719"/>
                <a:gd name="connsiteY3" fmla="*/ 127473 h 554737"/>
                <a:gd name="connsiteX4" fmla="*/ 836114 w 1162719"/>
                <a:gd name="connsiteY4" fmla="*/ 25873 h 554737"/>
                <a:gd name="connsiteX5" fmla="*/ 1162719 w 1162719"/>
                <a:gd name="connsiteY5" fmla="*/ 554737 h 554737"/>
                <a:gd name="connsiteX6" fmla="*/ 330200 w 1162719"/>
                <a:gd name="connsiteY6" fmla="*/ 493608 h 554737"/>
                <a:gd name="connsiteX7" fmla="*/ 0 w 1162719"/>
                <a:gd name="connsiteY7" fmla="*/ 218187 h 554737"/>
                <a:gd name="connsiteX0" fmla="*/ 0 w 1162719"/>
                <a:gd name="connsiteY0" fmla="*/ 218187 h 554737"/>
                <a:gd name="connsiteX1" fmla="*/ 582114 w 1162719"/>
                <a:gd name="connsiteY1" fmla="*/ 254473 h 554737"/>
                <a:gd name="connsiteX2" fmla="*/ 391614 w 1162719"/>
                <a:gd name="connsiteY2" fmla="*/ 38573 h 554737"/>
                <a:gd name="connsiteX3" fmla="*/ 817064 w 1162719"/>
                <a:gd name="connsiteY3" fmla="*/ 127473 h 554737"/>
                <a:gd name="connsiteX4" fmla="*/ 836114 w 1162719"/>
                <a:gd name="connsiteY4" fmla="*/ 25873 h 554737"/>
                <a:gd name="connsiteX5" fmla="*/ 1162719 w 1162719"/>
                <a:gd name="connsiteY5" fmla="*/ 554737 h 554737"/>
                <a:gd name="connsiteX6" fmla="*/ 330200 w 1162719"/>
                <a:gd name="connsiteY6" fmla="*/ 493608 h 554737"/>
                <a:gd name="connsiteX7" fmla="*/ 0 w 1162719"/>
                <a:gd name="connsiteY7" fmla="*/ 218187 h 554737"/>
                <a:gd name="connsiteX0" fmla="*/ 0 w 1162719"/>
                <a:gd name="connsiteY0" fmla="*/ 218187 h 554737"/>
                <a:gd name="connsiteX1" fmla="*/ 582114 w 1162719"/>
                <a:gd name="connsiteY1" fmla="*/ 254473 h 554737"/>
                <a:gd name="connsiteX2" fmla="*/ 391614 w 1162719"/>
                <a:gd name="connsiteY2" fmla="*/ 38573 h 554737"/>
                <a:gd name="connsiteX3" fmla="*/ 817064 w 1162719"/>
                <a:gd name="connsiteY3" fmla="*/ 127473 h 554737"/>
                <a:gd name="connsiteX4" fmla="*/ 836114 w 1162719"/>
                <a:gd name="connsiteY4" fmla="*/ 25873 h 554737"/>
                <a:gd name="connsiteX5" fmla="*/ 1162719 w 1162719"/>
                <a:gd name="connsiteY5" fmla="*/ 554737 h 554737"/>
                <a:gd name="connsiteX6" fmla="*/ 330200 w 1162719"/>
                <a:gd name="connsiteY6" fmla="*/ 493608 h 554737"/>
                <a:gd name="connsiteX7" fmla="*/ 0 w 1162719"/>
                <a:gd name="connsiteY7" fmla="*/ 218187 h 554737"/>
                <a:gd name="connsiteX0" fmla="*/ 0 w 1175419"/>
                <a:gd name="connsiteY0" fmla="*/ 243587 h 554737"/>
                <a:gd name="connsiteX1" fmla="*/ 594814 w 1175419"/>
                <a:gd name="connsiteY1" fmla="*/ 254473 h 554737"/>
                <a:gd name="connsiteX2" fmla="*/ 404314 w 1175419"/>
                <a:gd name="connsiteY2" fmla="*/ 38573 h 554737"/>
                <a:gd name="connsiteX3" fmla="*/ 829764 w 1175419"/>
                <a:gd name="connsiteY3" fmla="*/ 127473 h 554737"/>
                <a:gd name="connsiteX4" fmla="*/ 848814 w 1175419"/>
                <a:gd name="connsiteY4" fmla="*/ 25873 h 554737"/>
                <a:gd name="connsiteX5" fmla="*/ 1175419 w 1175419"/>
                <a:gd name="connsiteY5" fmla="*/ 554737 h 554737"/>
                <a:gd name="connsiteX6" fmla="*/ 342900 w 1175419"/>
                <a:gd name="connsiteY6" fmla="*/ 493608 h 554737"/>
                <a:gd name="connsiteX7" fmla="*/ 0 w 1175419"/>
                <a:gd name="connsiteY7" fmla="*/ 243587 h 554737"/>
                <a:gd name="connsiteX0" fmla="*/ 0 w 1175419"/>
                <a:gd name="connsiteY0" fmla="*/ 243587 h 554737"/>
                <a:gd name="connsiteX1" fmla="*/ 594814 w 1175419"/>
                <a:gd name="connsiteY1" fmla="*/ 254473 h 554737"/>
                <a:gd name="connsiteX2" fmla="*/ 404314 w 1175419"/>
                <a:gd name="connsiteY2" fmla="*/ 38573 h 554737"/>
                <a:gd name="connsiteX3" fmla="*/ 829764 w 1175419"/>
                <a:gd name="connsiteY3" fmla="*/ 127473 h 554737"/>
                <a:gd name="connsiteX4" fmla="*/ 848814 w 1175419"/>
                <a:gd name="connsiteY4" fmla="*/ 25873 h 554737"/>
                <a:gd name="connsiteX5" fmla="*/ 1175419 w 1175419"/>
                <a:gd name="connsiteY5" fmla="*/ 554737 h 554737"/>
                <a:gd name="connsiteX6" fmla="*/ 342900 w 1175419"/>
                <a:gd name="connsiteY6" fmla="*/ 493608 h 554737"/>
                <a:gd name="connsiteX7" fmla="*/ 0 w 1175419"/>
                <a:gd name="connsiteY7" fmla="*/ 243587 h 554737"/>
                <a:gd name="connsiteX0" fmla="*/ 0 w 1175419"/>
                <a:gd name="connsiteY0" fmla="*/ 243587 h 554737"/>
                <a:gd name="connsiteX1" fmla="*/ 594814 w 1175419"/>
                <a:gd name="connsiteY1" fmla="*/ 254473 h 554737"/>
                <a:gd name="connsiteX2" fmla="*/ 404314 w 1175419"/>
                <a:gd name="connsiteY2" fmla="*/ 38573 h 554737"/>
                <a:gd name="connsiteX3" fmla="*/ 829764 w 1175419"/>
                <a:gd name="connsiteY3" fmla="*/ 127473 h 554737"/>
                <a:gd name="connsiteX4" fmla="*/ 848814 w 1175419"/>
                <a:gd name="connsiteY4" fmla="*/ 25873 h 554737"/>
                <a:gd name="connsiteX5" fmla="*/ 1175419 w 1175419"/>
                <a:gd name="connsiteY5" fmla="*/ 554737 h 554737"/>
                <a:gd name="connsiteX6" fmla="*/ 342900 w 1175419"/>
                <a:gd name="connsiteY6" fmla="*/ 493608 h 554737"/>
                <a:gd name="connsiteX7" fmla="*/ 0 w 1175419"/>
                <a:gd name="connsiteY7" fmla="*/ 243587 h 554737"/>
                <a:gd name="connsiteX0" fmla="*/ 342900 w 1175419"/>
                <a:gd name="connsiteY0" fmla="*/ 493608 h 585048"/>
                <a:gd name="connsiteX1" fmla="*/ 0 w 1175419"/>
                <a:gd name="connsiteY1" fmla="*/ 243587 h 585048"/>
                <a:gd name="connsiteX2" fmla="*/ 594814 w 1175419"/>
                <a:gd name="connsiteY2" fmla="*/ 254473 h 585048"/>
                <a:gd name="connsiteX3" fmla="*/ 404314 w 1175419"/>
                <a:gd name="connsiteY3" fmla="*/ 38573 h 585048"/>
                <a:gd name="connsiteX4" fmla="*/ 829764 w 1175419"/>
                <a:gd name="connsiteY4" fmla="*/ 127473 h 585048"/>
                <a:gd name="connsiteX5" fmla="*/ 848814 w 1175419"/>
                <a:gd name="connsiteY5" fmla="*/ 25873 h 585048"/>
                <a:gd name="connsiteX6" fmla="*/ 1175419 w 1175419"/>
                <a:gd name="connsiteY6" fmla="*/ 554737 h 585048"/>
                <a:gd name="connsiteX7" fmla="*/ 434340 w 1175419"/>
                <a:gd name="connsiteY7" fmla="*/ 585048 h 585048"/>
                <a:gd name="connsiteX0" fmla="*/ 342900 w 1175419"/>
                <a:gd name="connsiteY0" fmla="*/ 493608 h 554737"/>
                <a:gd name="connsiteX1" fmla="*/ 0 w 1175419"/>
                <a:gd name="connsiteY1" fmla="*/ 243587 h 554737"/>
                <a:gd name="connsiteX2" fmla="*/ 594814 w 1175419"/>
                <a:gd name="connsiteY2" fmla="*/ 254473 h 554737"/>
                <a:gd name="connsiteX3" fmla="*/ 404314 w 1175419"/>
                <a:gd name="connsiteY3" fmla="*/ 38573 h 554737"/>
                <a:gd name="connsiteX4" fmla="*/ 829764 w 1175419"/>
                <a:gd name="connsiteY4" fmla="*/ 127473 h 554737"/>
                <a:gd name="connsiteX5" fmla="*/ 848814 w 1175419"/>
                <a:gd name="connsiteY5" fmla="*/ 25873 h 554737"/>
                <a:gd name="connsiteX6" fmla="*/ 1175419 w 1175419"/>
                <a:gd name="connsiteY6" fmla="*/ 554737 h 55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5419" h="554737">
                  <a:moveTo>
                    <a:pt x="342900" y="493608"/>
                  </a:moveTo>
                  <a:cubicBezTo>
                    <a:pt x="228600" y="410268"/>
                    <a:pt x="241300" y="352327"/>
                    <a:pt x="0" y="243587"/>
                  </a:cubicBezTo>
                  <a:cubicBezTo>
                    <a:pt x="202505" y="143499"/>
                    <a:pt x="347859" y="157711"/>
                    <a:pt x="594814" y="254473"/>
                  </a:cubicBezTo>
                  <a:cubicBezTo>
                    <a:pt x="632914" y="307390"/>
                    <a:pt x="353514" y="11056"/>
                    <a:pt x="404314" y="38573"/>
                  </a:cubicBezTo>
                  <a:cubicBezTo>
                    <a:pt x="522847" y="-41860"/>
                    <a:pt x="711231" y="11056"/>
                    <a:pt x="829764" y="127473"/>
                  </a:cubicBezTo>
                  <a:cubicBezTo>
                    <a:pt x="855164" y="220606"/>
                    <a:pt x="823414" y="-67260"/>
                    <a:pt x="848814" y="25873"/>
                  </a:cubicBezTo>
                  <a:cubicBezTo>
                    <a:pt x="1122782" y="246611"/>
                    <a:pt x="1066551" y="378449"/>
                    <a:pt x="1175419" y="554737"/>
                  </a:cubicBezTo>
                </a:path>
              </a:pathLst>
            </a:custGeom>
            <a:solidFill>
              <a:srgbClr val="972E0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76CDCC9-DA62-07E1-2F7B-CDDA505B2673}"/>
                </a:ext>
              </a:extLst>
            </p:cNvPr>
            <p:cNvSpPr/>
            <p:nvPr/>
          </p:nvSpPr>
          <p:spPr>
            <a:xfrm>
              <a:off x="4603831" y="5182103"/>
              <a:ext cx="1313769" cy="1758684"/>
            </a:xfrm>
            <a:custGeom>
              <a:avLst/>
              <a:gdLst>
                <a:gd name="connsiteX0" fmla="*/ 642648 w 1313769"/>
                <a:gd name="connsiteY0" fmla="*/ 0 h 1758684"/>
                <a:gd name="connsiteX1" fmla="*/ 1279996 w 1313769"/>
                <a:gd name="connsiteY1" fmla="*/ 387694 h 1758684"/>
                <a:gd name="connsiteX2" fmla="*/ 1313769 w 1313769"/>
                <a:gd name="connsiteY2" fmla="*/ 458879 h 1758684"/>
                <a:gd name="connsiteX3" fmla="*/ 1313081 w 1313769"/>
                <a:gd name="connsiteY3" fmla="*/ 501070 h 1758684"/>
                <a:gd name="connsiteX4" fmla="*/ 963980 w 1313769"/>
                <a:gd name="connsiteY4" fmla="*/ 1637631 h 1758684"/>
                <a:gd name="connsiteX5" fmla="*/ 940129 w 1313769"/>
                <a:gd name="connsiteY5" fmla="*/ 1690293 h 1758684"/>
                <a:gd name="connsiteX6" fmla="*/ 871211 w 1313769"/>
                <a:gd name="connsiteY6" fmla="*/ 1719151 h 1758684"/>
                <a:gd name="connsiteX7" fmla="*/ 642648 w 1313769"/>
                <a:gd name="connsiteY7" fmla="*/ 1758684 h 1758684"/>
                <a:gd name="connsiteX8" fmla="*/ 414085 w 1313769"/>
                <a:gd name="connsiteY8" fmla="*/ 1719151 h 1758684"/>
                <a:gd name="connsiteX9" fmla="*/ 394418 w 1313769"/>
                <a:gd name="connsiteY9" fmla="*/ 1710916 h 1758684"/>
                <a:gd name="connsiteX10" fmla="*/ 350928 w 1313769"/>
                <a:gd name="connsiteY10" fmla="*/ 1616343 h 1758684"/>
                <a:gd name="connsiteX11" fmla="*/ 1827 w 1313769"/>
                <a:gd name="connsiteY11" fmla="*/ 506462 h 1758684"/>
                <a:gd name="connsiteX12" fmla="*/ 0 w 1313769"/>
                <a:gd name="connsiteY12" fmla="*/ 398867 h 1758684"/>
                <a:gd name="connsiteX13" fmla="*/ 5300 w 1313769"/>
                <a:gd name="connsiteY13" fmla="*/ 387694 h 1758684"/>
                <a:gd name="connsiteX14" fmla="*/ 642648 w 1313769"/>
                <a:gd name="connsiteY14" fmla="*/ 0 h 17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13769" h="1758684">
                  <a:moveTo>
                    <a:pt x="642648" y="0"/>
                  </a:moveTo>
                  <a:cubicBezTo>
                    <a:pt x="907958" y="0"/>
                    <a:pt x="1141871" y="153787"/>
                    <a:pt x="1279996" y="387694"/>
                  </a:cubicBezTo>
                  <a:lnTo>
                    <a:pt x="1313769" y="458879"/>
                  </a:lnTo>
                  <a:lnTo>
                    <a:pt x="1313081" y="501070"/>
                  </a:lnTo>
                  <a:cubicBezTo>
                    <a:pt x="1288228" y="902526"/>
                    <a:pt x="1105558" y="1324339"/>
                    <a:pt x="963980" y="1637631"/>
                  </a:cubicBezTo>
                  <a:lnTo>
                    <a:pt x="940129" y="1690293"/>
                  </a:lnTo>
                  <a:lnTo>
                    <a:pt x="871211" y="1719151"/>
                  </a:lnTo>
                  <a:cubicBezTo>
                    <a:pt x="799008" y="1744843"/>
                    <a:pt x="722241" y="1758684"/>
                    <a:pt x="642648" y="1758684"/>
                  </a:cubicBezTo>
                  <a:cubicBezTo>
                    <a:pt x="563055" y="1758684"/>
                    <a:pt x="486288" y="1744843"/>
                    <a:pt x="414085" y="1719151"/>
                  </a:cubicBezTo>
                  <a:lnTo>
                    <a:pt x="394418" y="1710916"/>
                  </a:lnTo>
                  <a:lnTo>
                    <a:pt x="350928" y="1616343"/>
                  </a:lnTo>
                  <a:cubicBezTo>
                    <a:pt x="209350" y="1307789"/>
                    <a:pt x="26680" y="892763"/>
                    <a:pt x="1827" y="506462"/>
                  </a:cubicBezTo>
                  <a:lnTo>
                    <a:pt x="0" y="398867"/>
                  </a:lnTo>
                  <a:lnTo>
                    <a:pt x="5300" y="387694"/>
                  </a:lnTo>
                  <a:cubicBezTo>
                    <a:pt x="143425" y="153787"/>
                    <a:pt x="377339" y="0"/>
                    <a:pt x="642648" y="0"/>
                  </a:cubicBezTo>
                  <a:close/>
                </a:path>
              </a:pathLst>
            </a:custGeom>
            <a:solidFill>
              <a:srgbClr val="FE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Oval 20">
              <a:extLst>
                <a:ext uri="{FF2B5EF4-FFF2-40B4-BE49-F238E27FC236}">
                  <a16:creationId xmlns:a16="http://schemas.microsoft.com/office/drawing/2014/main" id="{30646269-F627-8087-FFA1-CC4E5FCC69D7}"/>
                </a:ext>
              </a:extLst>
            </p:cNvPr>
            <p:cNvSpPr/>
            <p:nvPr/>
          </p:nvSpPr>
          <p:spPr>
            <a:xfrm>
              <a:off x="4969877" y="3276476"/>
              <a:ext cx="613944" cy="371824"/>
            </a:xfrm>
            <a:custGeom>
              <a:avLst/>
              <a:gdLst>
                <a:gd name="connsiteX0" fmla="*/ 0 w 554163"/>
                <a:gd name="connsiteY0" fmla="*/ 146435 h 292869"/>
                <a:gd name="connsiteX1" fmla="*/ 277082 w 554163"/>
                <a:gd name="connsiteY1" fmla="*/ 0 h 292869"/>
                <a:gd name="connsiteX2" fmla="*/ 554164 w 554163"/>
                <a:gd name="connsiteY2" fmla="*/ 146435 h 292869"/>
                <a:gd name="connsiteX3" fmla="*/ 277082 w 554163"/>
                <a:gd name="connsiteY3" fmla="*/ 292870 h 292869"/>
                <a:gd name="connsiteX4" fmla="*/ 0 w 554163"/>
                <a:gd name="connsiteY4" fmla="*/ 146435 h 292869"/>
                <a:gd name="connsiteX0" fmla="*/ 0 w 561866"/>
                <a:gd name="connsiteY0" fmla="*/ 18305 h 164740"/>
                <a:gd name="connsiteX1" fmla="*/ 554164 w 561866"/>
                <a:gd name="connsiteY1" fmla="*/ 18305 h 164740"/>
                <a:gd name="connsiteX2" fmla="*/ 277082 w 561866"/>
                <a:gd name="connsiteY2" fmla="*/ 164740 h 164740"/>
                <a:gd name="connsiteX3" fmla="*/ 0 w 561866"/>
                <a:gd name="connsiteY3" fmla="*/ 18305 h 164740"/>
                <a:gd name="connsiteX0" fmla="*/ 0 w 612787"/>
                <a:gd name="connsiteY0" fmla="*/ 42358 h 155426"/>
                <a:gd name="connsiteX1" fmla="*/ 606552 w 612787"/>
                <a:gd name="connsiteY1" fmla="*/ 8433 h 155426"/>
                <a:gd name="connsiteX2" fmla="*/ 329470 w 612787"/>
                <a:gd name="connsiteY2" fmla="*/ 154868 h 155426"/>
                <a:gd name="connsiteX3" fmla="*/ 0 w 612787"/>
                <a:gd name="connsiteY3" fmla="*/ 42358 h 155426"/>
                <a:gd name="connsiteX0" fmla="*/ 5443 w 625232"/>
                <a:gd name="connsiteY0" fmla="*/ 14338 h 126850"/>
                <a:gd name="connsiteX1" fmla="*/ 619138 w 625232"/>
                <a:gd name="connsiteY1" fmla="*/ 17622 h 126850"/>
                <a:gd name="connsiteX2" fmla="*/ 334913 w 625232"/>
                <a:gd name="connsiteY2" fmla="*/ 126848 h 126850"/>
                <a:gd name="connsiteX3" fmla="*/ 5443 w 625232"/>
                <a:gd name="connsiteY3" fmla="*/ 14338 h 126850"/>
                <a:gd name="connsiteX0" fmla="*/ 5443 w 625232"/>
                <a:gd name="connsiteY0" fmla="*/ 45501 h 158013"/>
                <a:gd name="connsiteX1" fmla="*/ 619138 w 625232"/>
                <a:gd name="connsiteY1" fmla="*/ 48785 h 158013"/>
                <a:gd name="connsiteX2" fmla="*/ 334913 w 625232"/>
                <a:gd name="connsiteY2" fmla="*/ 158011 h 158013"/>
                <a:gd name="connsiteX3" fmla="*/ 5443 w 625232"/>
                <a:gd name="connsiteY3" fmla="*/ 45501 h 158013"/>
                <a:gd name="connsiteX0" fmla="*/ 5443 w 625232"/>
                <a:gd name="connsiteY0" fmla="*/ 58368 h 170880"/>
                <a:gd name="connsiteX1" fmla="*/ 619138 w 625232"/>
                <a:gd name="connsiteY1" fmla="*/ 61652 h 170880"/>
                <a:gd name="connsiteX2" fmla="*/ 334913 w 625232"/>
                <a:gd name="connsiteY2" fmla="*/ 170878 h 170880"/>
                <a:gd name="connsiteX3" fmla="*/ 5443 w 625232"/>
                <a:gd name="connsiteY3" fmla="*/ 58368 h 170880"/>
                <a:gd name="connsiteX0" fmla="*/ 5443 w 619387"/>
                <a:gd name="connsiteY0" fmla="*/ 58368 h 170881"/>
                <a:gd name="connsiteX1" fmla="*/ 619138 w 619387"/>
                <a:gd name="connsiteY1" fmla="*/ 61652 h 170881"/>
                <a:gd name="connsiteX2" fmla="*/ 334913 w 619387"/>
                <a:gd name="connsiteY2" fmla="*/ 170878 h 170881"/>
                <a:gd name="connsiteX3" fmla="*/ 5443 w 619387"/>
                <a:gd name="connsiteY3" fmla="*/ 58368 h 170881"/>
                <a:gd name="connsiteX0" fmla="*/ 0 w 613944"/>
                <a:gd name="connsiteY0" fmla="*/ 58368 h 170881"/>
                <a:gd name="connsiteX1" fmla="*/ 613695 w 613944"/>
                <a:gd name="connsiteY1" fmla="*/ 61652 h 170881"/>
                <a:gd name="connsiteX2" fmla="*/ 329470 w 613944"/>
                <a:gd name="connsiteY2" fmla="*/ 170878 h 170881"/>
                <a:gd name="connsiteX3" fmla="*/ 0 w 613944"/>
                <a:gd name="connsiteY3" fmla="*/ 58368 h 17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944" h="170881">
                  <a:moveTo>
                    <a:pt x="0" y="58368"/>
                  </a:moveTo>
                  <a:cubicBezTo>
                    <a:pt x="68802" y="-2516"/>
                    <a:pt x="479409" y="-36076"/>
                    <a:pt x="613695" y="61652"/>
                  </a:cubicBezTo>
                  <a:cubicBezTo>
                    <a:pt x="621775" y="103568"/>
                    <a:pt x="431753" y="171425"/>
                    <a:pt x="329470" y="170878"/>
                  </a:cubicBezTo>
                  <a:cubicBezTo>
                    <a:pt x="227188" y="170331"/>
                    <a:pt x="2635" y="102837"/>
                    <a:pt x="0" y="58368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C269EBC-9DFE-D5D8-06C0-EA478318736C}"/>
                </a:ext>
              </a:extLst>
            </p:cNvPr>
            <p:cNvSpPr/>
            <p:nvPr/>
          </p:nvSpPr>
          <p:spPr>
            <a:xfrm>
              <a:off x="5310189" y="3638550"/>
              <a:ext cx="30492" cy="381000"/>
            </a:xfrm>
            <a:custGeom>
              <a:avLst/>
              <a:gdLst>
                <a:gd name="connsiteX0" fmla="*/ 0 w 47625"/>
                <a:gd name="connsiteY0" fmla="*/ 0 h 371475"/>
                <a:gd name="connsiteX1" fmla="*/ 47625 w 47625"/>
                <a:gd name="connsiteY1" fmla="*/ 371475 h 371475"/>
                <a:gd name="connsiteX2" fmla="*/ 47625 w 47625"/>
                <a:gd name="connsiteY2" fmla="*/ 371475 h 371475"/>
                <a:gd name="connsiteX0" fmla="*/ 0 w 28575"/>
                <a:gd name="connsiteY0" fmla="*/ 0 h 381000"/>
                <a:gd name="connsiteX1" fmla="*/ 28575 w 28575"/>
                <a:gd name="connsiteY1" fmla="*/ 381000 h 381000"/>
                <a:gd name="connsiteX2" fmla="*/ 28575 w 28575"/>
                <a:gd name="connsiteY2" fmla="*/ 381000 h 381000"/>
                <a:gd name="connsiteX0" fmla="*/ 0 w 30492"/>
                <a:gd name="connsiteY0" fmla="*/ 0 h 381000"/>
                <a:gd name="connsiteX1" fmla="*/ 28575 w 30492"/>
                <a:gd name="connsiteY1" fmla="*/ 381000 h 381000"/>
                <a:gd name="connsiteX2" fmla="*/ 28575 w 30492"/>
                <a:gd name="connsiteY2" fmla="*/ 3810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92" h="381000">
                  <a:moveTo>
                    <a:pt x="0" y="0"/>
                  </a:moveTo>
                  <a:cubicBezTo>
                    <a:pt x="9525" y="127000"/>
                    <a:pt x="38100" y="263525"/>
                    <a:pt x="28575" y="381000"/>
                  </a:cubicBezTo>
                  <a:lnTo>
                    <a:pt x="28575" y="38100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9ACCDC9-4FD0-15D6-FCBC-DCE4B2A67E1B}"/>
              </a:ext>
            </a:extLst>
          </p:cNvPr>
          <p:cNvGrpSpPr/>
          <p:nvPr/>
        </p:nvGrpSpPr>
        <p:grpSpPr>
          <a:xfrm>
            <a:off x="-504454" y="-710886"/>
            <a:ext cx="8224525" cy="7628362"/>
            <a:chOff x="1650991" y="0"/>
            <a:chExt cx="8224525" cy="7628362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5A924B7-BA24-880F-A6D4-BF7241A73A67}"/>
                </a:ext>
              </a:extLst>
            </p:cNvPr>
            <p:cNvGrpSpPr/>
            <p:nvPr/>
          </p:nvGrpSpPr>
          <p:grpSpPr>
            <a:xfrm>
              <a:off x="1650991" y="0"/>
              <a:ext cx="8224525" cy="7628362"/>
              <a:chOff x="1193791" y="234476"/>
              <a:chExt cx="8224525" cy="76283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9B6BF634-ED49-0766-F677-0EFECF1C90B5}"/>
                  </a:ext>
                </a:extLst>
              </p:cNvPr>
              <p:cNvSpPr/>
              <p:nvPr/>
            </p:nvSpPr>
            <p:spPr>
              <a:xfrm>
                <a:off x="6642316" y="4889717"/>
                <a:ext cx="2231679" cy="1307150"/>
              </a:xfrm>
              <a:custGeom>
                <a:avLst/>
                <a:gdLst>
                  <a:gd name="connsiteX0" fmla="*/ 0 w 552470"/>
                  <a:gd name="connsiteY0" fmla="*/ 0 h 896431"/>
                  <a:gd name="connsiteX1" fmla="*/ 0 w 552470"/>
                  <a:gd name="connsiteY1" fmla="*/ 0 h 896431"/>
                  <a:gd name="connsiteX2" fmla="*/ 552470 w 552470"/>
                  <a:gd name="connsiteY2" fmla="*/ 0 h 896431"/>
                  <a:gd name="connsiteX3" fmla="*/ 552470 w 552470"/>
                  <a:gd name="connsiteY3" fmla="*/ 0 h 896431"/>
                  <a:gd name="connsiteX4" fmla="*/ 552470 w 552470"/>
                  <a:gd name="connsiteY4" fmla="*/ 896431 h 896431"/>
                  <a:gd name="connsiteX5" fmla="*/ 552470 w 552470"/>
                  <a:gd name="connsiteY5" fmla="*/ 896431 h 896431"/>
                  <a:gd name="connsiteX6" fmla="*/ 0 w 552470"/>
                  <a:gd name="connsiteY6" fmla="*/ 896431 h 896431"/>
                  <a:gd name="connsiteX7" fmla="*/ 0 w 552470"/>
                  <a:gd name="connsiteY7" fmla="*/ 896431 h 896431"/>
                  <a:gd name="connsiteX8" fmla="*/ 0 w 552470"/>
                  <a:gd name="connsiteY8" fmla="*/ 0 h 896431"/>
                  <a:gd name="connsiteX0" fmla="*/ 0 w 1727220"/>
                  <a:gd name="connsiteY0" fmla="*/ 0 h 896431"/>
                  <a:gd name="connsiteX1" fmla="*/ 0 w 1727220"/>
                  <a:gd name="connsiteY1" fmla="*/ 0 h 896431"/>
                  <a:gd name="connsiteX2" fmla="*/ 552470 w 1727220"/>
                  <a:gd name="connsiteY2" fmla="*/ 0 h 896431"/>
                  <a:gd name="connsiteX3" fmla="*/ 1727220 w 1727220"/>
                  <a:gd name="connsiteY3" fmla="*/ 285750 h 896431"/>
                  <a:gd name="connsiteX4" fmla="*/ 552470 w 1727220"/>
                  <a:gd name="connsiteY4" fmla="*/ 896431 h 896431"/>
                  <a:gd name="connsiteX5" fmla="*/ 552470 w 1727220"/>
                  <a:gd name="connsiteY5" fmla="*/ 896431 h 896431"/>
                  <a:gd name="connsiteX6" fmla="*/ 0 w 1727220"/>
                  <a:gd name="connsiteY6" fmla="*/ 896431 h 896431"/>
                  <a:gd name="connsiteX7" fmla="*/ 0 w 1727220"/>
                  <a:gd name="connsiteY7" fmla="*/ 896431 h 896431"/>
                  <a:gd name="connsiteX8" fmla="*/ 0 w 1727220"/>
                  <a:gd name="connsiteY8" fmla="*/ 0 h 896431"/>
                  <a:gd name="connsiteX0" fmla="*/ 0 w 1727220"/>
                  <a:gd name="connsiteY0" fmla="*/ 0 h 896431"/>
                  <a:gd name="connsiteX1" fmla="*/ 0 w 1727220"/>
                  <a:gd name="connsiteY1" fmla="*/ 0 h 896431"/>
                  <a:gd name="connsiteX2" fmla="*/ 1727220 w 1727220"/>
                  <a:gd name="connsiteY2" fmla="*/ 285750 h 896431"/>
                  <a:gd name="connsiteX3" fmla="*/ 552470 w 1727220"/>
                  <a:gd name="connsiteY3" fmla="*/ 896431 h 896431"/>
                  <a:gd name="connsiteX4" fmla="*/ 552470 w 1727220"/>
                  <a:gd name="connsiteY4" fmla="*/ 896431 h 896431"/>
                  <a:gd name="connsiteX5" fmla="*/ 0 w 1727220"/>
                  <a:gd name="connsiteY5" fmla="*/ 896431 h 896431"/>
                  <a:gd name="connsiteX6" fmla="*/ 0 w 1727220"/>
                  <a:gd name="connsiteY6" fmla="*/ 896431 h 896431"/>
                  <a:gd name="connsiteX7" fmla="*/ 0 w 1727220"/>
                  <a:gd name="connsiteY7" fmla="*/ 0 h 896431"/>
                  <a:gd name="connsiteX0" fmla="*/ 0 w 1663720"/>
                  <a:gd name="connsiteY0" fmla="*/ 0 h 896431"/>
                  <a:gd name="connsiteX1" fmla="*/ 0 w 1663720"/>
                  <a:gd name="connsiteY1" fmla="*/ 0 h 896431"/>
                  <a:gd name="connsiteX2" fmla="*/ 1663720 w 1663720"/>
                  <a:gd name="connsiteY2" fmla="*/ 292100 h 896431"/>
                  <a:gd name="connsiteX3" fmla="*/ 552470 w 1663720"/>
                  <a:gd name="connsiteY3" fmla="*/ 896431 h 896431"/>
                  <a:gd name="connsiteX4" fmla="*/ 552470 w 1663720"/>
                  <a:gd name="connsiteY4" fmla="*/ 896431 h 896431"/>
                  <a:gd name="connsiteX5" fmla="*/ 0 w 1663720"/>
                  <a:gd name="connsiteY5" fmla="*/ 896431 h 896431"/>
                  <a:gd name="connsiteX6" fmla="*/ 0 w 1663720"/>
                  <a:gd name="connsiteY6" fmla="*/ 896431 h 896431"/>
                  <a:gd name="connsiteX7" fmla="*/ 0 w 1663720"/>
                  <a:gd name="connsiteY7" fmla="*/ 0 h 896431"/>
                  <a:gd name="connsiteX0" fmla="*/ 2025650 w 2025650"/>
                  <a:gd name="connsiteY0" fmla="*/ 0 h 1391731"/>
                  <a:gd name="connsiteX1" fmla="*/ 0 w 2025650"/>
                  <a:gd name="connsiteY1" fmla="*/ 495300 h 1391731"/>
                  <a:gd name="connsiteX2" fmla="*/ 1663720 w 2025650"/>
                  <a:gd name="connsiteY2" fmla="*/ 787400 h 1391731"/>
                  <a:gd name="connsiteX3" fmla="*/ 552470 w 2025650"/>
                  <a:gd name="connsiteY3" fmla="*/ 1391731 h 1391731"/>
                  <a:gd name="connsiteX4" fmla="*/ 552470 w 2025650"/>
                  <a:gd name="connsiteY4" fmla="*/ 1391731 h 1391731"/>
                  <a:gd name="connsiteX5" fmla="*/ 0 w 2025650"/>
                  <a:gd name="connsiteY5" fmla="*/ 1391731 h 1391731"/>
                  <a:gd name="connsiteX6" fmla="*/ 0 w 2025650"/>
                  <a:gd name="connsiteY6" fmla="*/ 1391731 h 1391731"/>
                  <a:gd name="connsiteX7" fmla="*/ 2025650 w 2025650"/>
                  <a:gd name="connsiteY7" fmla="*/ 0 h 1391731"/>
                  <a:gd name="connsiteX0" fmla="*/ 2025650 w 2025650"/>
                  <a:gd name="connsiteY0" fmla="*/ 0 h 1391731"/>
                  <a:gd name="connsiteX1" fmla="*/ 1663720 w 2025650"/>
                  <a:gd name="connsiteY1" fmla="*/ 787400 h 1391731"/>
                  <a:gd name="connsiteX2" fmla="*/ 552470 w 2025650"/>
                  <a:gd name="connsiteY2" fmla="*/ 1391731 h 1391731"/>
                  <a:gd name="connsiteX3" fmla="*/ 552470 w 2025650"/>
                  <a:gd name="connsiteY3" fmla="*/ 1391731 h 1391731"/>
                  <a:gd name="connsiteX4" fmla="*/ 0 w 2025650"/>
                  <a:gd name="connsiteY4" fmla="*/ 1391731 h 1391731"/>
                  <a:gd name="connsiteX5" fmla="*/ 0 w 2025650"/>
                  <a:gd name="connsiteY5" fmla="*/ 1391731 h 1391731"/>
                  <a:gd name="connsiteX6" fmla="*/ 2025650 w 2025650"/>
                  <a:gd name="connsiteY6" fmla="*/ 0 h 1391731"/>
                  <a:gd name="connsiteX0" fmla="*/ 2025650 w 2025650"/>
                  <a:gd name="connsiteY0" fmla="*/ 0 h 1423481"/>
                  <a:gd name="connsiteX1" fmla="*/ 1663720 w 2025650"/>
                  <a:gd name="connsiteY1" fmla="*/ 787400 h 1423481"/>
                  <a:gd name="connsiteX2" fmla="*/ 552470 w 2025650"/>
                  <a:gd name="connsiteY2" fmla="*/ 1391731 h 1423481"/>
                  <a:gd name="connsiteX3" fmla="*/ 368320 w 2025650"/>
                  <a:gd name="connsiteY3" fmla="*/ 1423481 h 1423481"/>
                  <a:gd name="connsiteX4" fmla="*/ 0 w 2025650"/>
                  <a:gd name="connsiteY4" fmla="*/ 1391731 h 1423481"/>
                  <a:gd name="connsiteX5" fmla="*/ 0 w 2025650"/>
                  <a:gd name="connsiteY5" fmla="*/ 1391731 h 1423481"/>
                  <a:gd name="connsiteX6" fmla="*/ 2025650 w 2025650"/>
                  <a:gd name="connsiteY6" fmla="*/ 0 h 1423481"/>
                  <a:gd name="connsiteX0" fmla="*/ 2025650 w 2025650"/>
                  <a:gd name="connsiteY0" fmla="*/ 0 h 1423481"/>
                  <a:gd name="connsiteX1" fmla="*/ 1663720 w 2025650"/>
                  <a:gd name="connsiteY1" fmla="*/ 787400 h 1423481"/>
                  <a:gd name="connsiteX2" fmla="*/ 368320 w 2025650"/>
                  <a:gd name="connsiteY2" fmla="*/ 1423481 h 1423481"/>
                  <a:gd name="connsiteX3" fmla="*/ 0 w 2025650"/>
                  <a:gd name="connsiteY3" fmla="*/ 1391731 h 1423481"/>
                  <a:gd name="connsiteX4" fmla="*/ 0 w 2025650"/>
                  <a:gd name="connsiteY4" fmla="*/ 1391731 h 1423481"/>
                  <a:gd name="connsiteX5" fmla="*/ 2025650 w 2025650"/>
                  <a:gd name="connsiteY5" fmla="*/ 0 h 1423481"/>
                  <a:gd name="connsiteX0" fmla="*/ 2025650 w 2025650"/>
                  <a:gd name="connsiteY0" fmla="*/ 0 h 1423481"/>
                  <a:gd name="connsiteX1" fmla="*/ 1663720 w 2025650"/>
                  <a:gd name="connsiteY1" fmla="*/ 787400 h 1423481"/>
                  <a:gd name="connsiteX2" fmla="*/ 368320 w 2025650"/>
                  <a:gd name="connsiteY2" fmla="*/ 1423481 h 1423481"/>
                  <a:gd name="connsiteX3" fmla="*/ 0 w 2025650"/>
                  <a:gd name="connsiteY3" fmla="*/ 1391731 h 1423481"/>
                  <a:gd name="connsiteX4" fmla="*/ 88900 w 2025650"/>
                  <a:gd name="connsiteY4" fmla="*/ 1334581 h 1423481"/>
                  <a:gd name="connsiteX5" fmla="*/ 2025650 w 2025650"/>
                  <a:gd name="connsiteY5" fmla="*/ 0 h 1423481"/>
                  <a:gd name="connsiteX0" fmla="*/ 2025650 w 2025650"/>
                  <a:gd name="connsiteY0" fmla="*/ 0 h 1423481"/>
                  <a:gd name="connsiteX1" fmla="*/ 1663720 w 2025650"/>
                  <a:gd name="connsiteY1" fmla="*/ 787400 h 1423481"/>
                  <a:gd name="connsiteX2" fmla="*/ 368320 w 2025650"/>
                  <a:gd name="connsiteY2" fmla="*/ 1423481 h 1423481"/>
                  <a:gd name="connsiteX3" fmla="*/ 0 w 2025650"/>
                  <a:gd name="connsiteY3" fmla="*/ 1391731 h 1423481"/>
                  <a:gd name="connsiteX4" fmla="*/ 2025650 w 2025650"/>
                  <a:gd name="connsiteY4" fmla="*/ 0 h 1423481"/>
                  <a:gd name="connsiteX0" fmla="*/ 1866900 w 1866900"/>
                  <a:gd name="connsiteY0" fmla="*/ 0 h 1423481"/>
                  <a:gd name="connsiteX1" fmla="*/ 1504970 w 1866900"/>
                  <a:gd name="connsiteY1" fmla="*/ 787400 h 1423481"/>
                  <a:gd name="connsiteX2" fmla="*/ 209570 w 1866900"/>
                  <a:gd name="connsiteY2" fmla="*/ 1423481 h 1423481"/>
                  <a:gd name="connsiteX3" fmla="*/ 0 w 1866900"/>
                  <a:gd name="connsiteY3" fmla="*/ 1315531 h 1423481"/>
                  <a:gd name="connsiteX4" fmla="*/ 1866900 w 1866900"/>
                  <a:gd name="connsiteY4" fmla="*/ 0 h 1423481"/>
                  <a:gd name="connsiteX0" fmla="*/ 1871134 w 1871134"/>
                  <a:gd name="connsiteY0" fmla="*/ 0 h 1423481"/>
                  <a:gd name="connsiteX1" fmla="*/ 1509204 w 1871134"/>
                  <a:gd name="connsiteY1" fmla="*/ 787400 h 1423481"/>
                  <a:gd name="connsiteX2" fmla="*/ 213804 w 1871134"/>
                  <a:gd name="connsiteY2" fmla="*/ 1423481 h 1423481"/>
                  <a:gd name="connsiteX3" fmla="*/ 4234 w 1871134"/>
                  <a:gd name="connsiteY3" fmla="*/ 1315531 h 1423481"/>
                  <a:gd name="connsiteX4" fmla="*/ 1871134 w 1871134"/>
                  <a:gd name="connsiteY4" fmla="*/ 0 h 1423481"/>
                  <a:gd name="connsiteX0" fmla="*/ 1928120 w 1928120"/>
                  <a:gd name="connsiteY0" fmla="*/ 0 h 1093281"/>
                  <a:gd name="connsiteX1" fmla="*/ 1509040 w 1928120"/>
                  <a:gd name="connsiteY1" fmla="*/ 457200 h 1093281"/>
                  <a:gd name="connsiteX2" fmla="*/ 213640 w 1928120"/>
                  <a:gd name="connsiteY2" fmla="*/ 1093281 h 1093281"/>
                  <a:gd name="connsiteX3" fmla="*/ 4070 w 1928120"/>
                  <a:gd name="connsiteY3" fmla="*/ 985331 h 1093281"/>
                  <a:gd name="connsiteX4" fmla="*/ 1928120 w 1928120"/>
                  <a:gd name="connsiteY4" fmla="*/ 0 h 1093281"/>
                  <a:gd name="connsiteX0" fmla="*/ 1929197 w 1929197"/>
                  <a:gd name="connsiteY0" fmla="*/ 211747 h 1305028"/>
                  <a:gd name="connsiteX1" fmla="*/ 1510117 w 1929197"/>
                  <a:gd name="connsiteY1" fmla="*/ 668947 h 1305028"/>
                  <a:gd name="connsiteX2" fmla="*/ 214717 w 1929197"/>
                  <a:gd name="connsiteY2" fmla="*/ 1305028 h 1305028"/>
                  <a:gd name="connsiteX3" fmla="*/ 5147 w 1929197"/>
                  <a:gd name="connsiteY3" fmla="*/ 1197078 h 1305028"/>
                  <a:gd name="connsiteX4" fmla="*/ 1929197 w 1929197"/>
                  <a:gd name="connsiteY4" fmla="*/ 211747 h 1305028"/>
                  <a:gd name="connsiteX0" fmla="*/ 2011406 w 2011406"/>
                  <a:gd name="connsiteY0" fmla="*/ 208205 h 1301486"/>
                  <a:gd name="connsiteX1" fmla="*/ 1592326 w 2011406"/>
                  <a:gd name="connsiteY1" fmla="*/ 665405 h 1301486"/>
                  <a:gd name="connsiteX2" fmla="*/ 296926 w 2011406"/>
                  <a:gd name="connsiteY2" fmla="*/ 1301486 h 1301486"/>
                  <a:gd name="connsiteX3" fmla="*/ 4806 w 2011406"/>
                  <a:gd name="connsiteY3" fmla="*/ 1218936 h 1301486"/>
                  <a:gd name="connsiteX4" fmla="*/ 2011406 w 2011406"/>
                  <a:gd name="connsiteY4" fmla="*/ 208205 h 1301486"/>
                  <a:gd name="connsiteX0" fmla="*/ 2006600 w 2006600"/>
                  <a:gd name="connsiteY0" fmla="*/ 213869 h 1307150"/>
                  <a:gd name="connsiteX1" fmla="*/ 1587520 w 2006600"/>
                  <a:gd name="connsiteY1" fmla="*/ 671069 h 1307150"/>
                  <a:gd name="connsiteX2" fmla="*/ 292120 w 2006600"/>
                  <a:gd name="connsiteY2" fmla="*/ 1307150 h 1307150"/>
                  <a:gd name="connsiteX3" fmla="*/ 0 w 2006600"/>
                  <a:gd name="connsiteY3" fmla="*/ 1224600 h 1307150"/>
                  <a:gd name="connsiteX4" fmla="*/ 2006600 w 2006600"/>
                  <a:gd name="connsiteY4" fmla="*/ 213869 h 1307150"/>
                  <a:gd name="connsiteX0" fmla="*/ 2006600 w 2006600"/>
                  <a:gd name="connsiteY0" fmla="*/ 213869 h 1307150"/>
                  <a:gd name="connsiteX1" fmla="*/ 1587520 w 2006600"/>
                  <a:gd name="connsiteY1" fmla="*/ 671069 h 1307150"/>
                  <a:gd name="connsiteX2" fmla="*/ 292120 w 2006600"/>
                  <a:gd name="connsiteY2" fmla="*/ 1307150 h 1307150"/>
                  <a:gd name="connsiteX3" fmla="*/ 0 w 2006600"/>
                  <a:gd name="connsiteY3" fmla="*/ 1224600 h 1307150"/>
                  <a:gd name="connsiteX4" fmla="*/ 2006600 w 2006600"/>
                  <a:gd name="connsiteY4" fmla="*/ 213869 h 1307150"/>
                  <a:gd name="connsiteX0" fmla="*/ 2006600 w 2006600"/>
                  <a:gd name="connsiteY0" fmla="*/ 213869 h 1307150"/>
                  <a:gd name="connsiteX1" fmla="*/ 1587520 w 2006600"/>
                  <a:gd name="connsiteY1" fmla="*/ 671069 h 1307150"/>
                  <a:gd name="connsiteX2" fmla="*/ 292120 w 2006600"/>
                  <a:gd name="connsiteY2" fmla="*/ 1307150 h 1307150"/>
                  <a:gd name="connsiteX3" fmla="*/ 0 w 2006600"/>
                  <a:gd name="connsiteY3" fmla="*/ 1224600 h 1307150"/>
                  <a:gd name="connsiteX4" fmla="*/ 2006600 w 2006600"/>
                  <a:gd name="connsiteY4" fmla="*/ 213869 h 1307150"/>
                  <a:gd name="connsiteX0" fmla="*/ 2006600 w 2006600"/>
                  <a:gd name="connsiteY0" fmla="*/ 213869 h 1307150"/>
                  <a:gd name="connsiteX1" fmla="*/ 1644670 w 2006600"/>
                  <a:gd name="connsiteY1" fmla="*/ 632969 h 1307150"/>
                  <a:gd name="connsiteX2" fmla="*/ 292120 w 2006600"/>
                  <a:gd name="connsiteY2" fmla="*/ 1307150 h 1307150"/>
                  <a:gd name="connsiteX3" fmla="*/ 0 w 2006600"/>
                  <a:gd name="connsiteY3" fmla="*/ 1224600 h 1307150"/>
                  <a:gd name="connsiteX4" fmla="*/ 2006600 w 2006600"/>
                  <a:gd name="connsiteY4" fmla="*/ 213869 h 1307150"/>
                  <a:gd name="connsiteX0" fmla="*/ 2006600 w 2061770"/>
                  <a:gd name="connsiteY0" fmla="*/ 213869 h 1307150"/>
                  <a:gd name="connsiteX1" fmla="*/ 2050834 w 2061770"/>
                  <a:gd name="connsiteY1" fmla="*/ 1142783 h 1307150"/>
                  <a:gd name="connsiteX2" fmla="*/ 1644670 w 2061770"/>
                  <a:gd name="connsiteY2" fmla="*/ 632969 h 1307150"/>
                  <a:gd name="connsiteX3" fmla="*/ 292120 w 2061770"/>
                  <a:gd name="connsiteY3" fmla="*/ 1307150 h 1307150"/>
                  <a:gd name="connsiteX4" fmla="*/ 0 w 2061770"/>
                  <a:gd name="connsiteY4" fmla="*/ 1224600 h 1307150"/>
                  <a:gd name="connsiteX5" fmla="*/ 2006600 w 2061770"/>
                  <a:gd name="connsiteY5" fmla="*/ 213869 h 1307150"/>
                  <a:gd name="connsiteX0" fmla="*/ 2006600 w 2061770"/>
                  <a:gd name="connsiteY0" fmla="*/ 213869 h 1307150"/>
                  <a:gd name="connsiteX1" fmla="*/ 2050834 w 2061770"/>
                  <a:gd name="connsiteY1" fmla="*/ 1142783 h 1307150"/>
                  <a:gd name="connsiteX2" fmla="*/ 1644670 w 2061770"/>
                  <a:gd name="connsiteY2" fmla="*/ 632969 h 1307150"/>
                  <a:gd name="connsiteX3" fmla="*/ 292120 w 2061770"/>
                  <a:gd name="connsiteY3" fmla="*/ 1307150 h 1307150"/>
                  <a:gd name="connsiteX4" fmla="*/ 0 w 2061770"/>
                  <a:gd name="connsiteY4" fmla="*/ 1224600 h 1307150"/>
                  <a:gd name="connsiteX5" fmla="*/ 2006600 w 2061770"/>
                  <a:gd name="connsiteY5" fmla="*/ 213869 h 1307150"/>
                  <a:gd name="connsiteX0" fmla="*/ 2006600 w 2061770"/>
                  <a:gd name="connsiteY0" fmla="*/ 213869 h 1307150"/>
                  <a:gd name="connsiteX1" fmla="*/ 2050834 w 2061770"/>
                  <a:gd name="connsiteY1" fmla="*/ 1142783 h 1307150"/>
                  <a:gd name="connsiteX2" fmla="*/ 1644670 w 2061770"/>
                  <a:gd name="connsiteY2" fmla="*/ 632969 h 1307150"/>
                  <a:gd name="connsiteX3" fmla="*/ 292120 w 2061770"/>
                  <a:gd name="connsiteY3" fmla="*/ 1307150 h 1307150"/>
                  <a:gd name="connsiteX4" fmla="*/ 0 w 2061770"/>
                  <a:gd name="connsiteY4" fmla="*/ 1224600 h 1307150"/>
                  <a:gd name="connsiteX5" fmla="*/ 2006600 w 2061770"/>
                  <a:gd name="connsiteY5" fmla="*/ 213869 h 1307150"/>
                  <a:gd name="connsiteX0" fmla="*/ 2006600 w 2061770"/>
                  <a:gd name="connsiteY0" fmla="*/ 213869 h 1307150"/>
                  <a:gd name="connsiteX1" fmla="*/ 2050834 w 2061770"/>
                  <a:gd name="connsiteY1" fmla="*/ 1142783 h 1307150"/>
                  <a:gd name="connsiteX2" fmla="*/ 1682770 w 2061770"/>
                  <a:gd name="connsiteY2" fmla="*/ 658369 h 1307150"/>
                  <a:gd name="connsiteX3" fmla="*/ 292120 w 2061770"/>
                  <a:gd name="connsiteY3" fmla="*/ 1307150 h 1307150"/>
                  <a:gd name="connsiteX4" fmla="*/ 0 w 2061770"/>
                  <a:gd name="connsiteY4" fmla="*/ 1224600 h 1307150"/>
                  <a:gd name="connsiteX5" fmla="*/ 2006600 w 2061770"/>
                  <a:gd name="connsiteY5" fmla="*/ 213869 h 1307150"/>
                  <a:gd name="connsiteX0" fmla="*/ 2006600 w 2061770"/>
                  <a:gd name="connsiteY0" fmla="*/ 213869 h 1307150"/>
                  <a:gd name="connsiteX1" fmla="*/ 2050834 w 2061770"/>
                  <a:gd name="connsiteY1" fmla="*/ 1142783 h 1307150"/>
                  <a:gd name="connsiteX2" fmla="*/ 1682770 w 2061770"/>
                  <a:gd name="connsiteY2" fmla="*/ 658369 h 1307150"/>
                  <a:gd name="connsiteX3" fmla="*/ 292120 w 2061770"/>
                  <a:gd name="connsiteY3" fmla="*/ 1307150 h 1307150"/>
                  <a:gd name="connsiteX4" fmla="*/ 0 w 2061770"/>
                  <a:gd name="connsiteY4" fmla="*/ 1224600 h 1307150"/>
                  <a:gd name="connsiteX5" fmla="*/ 2006600 w 2061770"/>
                  <a:gd name="connsiteY5" fmla="*/ 213869 h 1307150"/>
                  <a:gd name="connsiteX0" fmla="*/ 2006600 w 2222159"/>
                  <a:gd name="connsiteY0" fmla="*/ 213869 h 1307150"/>
                  <a:gd name="connsiteX1" fmla="*/ 2050834 w 2222159"/>
                  <a:gd name="connsiteY1" fmla="*/ 1142783 h 1307150"/>
                  <a:gd name="connsiteX2" fmla="*/ 1682770 w 2222159"/>
                  <a:gd name="connsiteY2" fmla="*/ 658369 h 1307150"/>
                  <a:gd name="connsiteX3" fmla="*/ 292120 w 2222159"/>
                  <a:gd name="connsiteY3" fmla="*/ 1307150 h 1307150"/>
                  <a:gd name="connsiteX4" fmla="*/ 0 w 2222159"/>
                  <a:gd name="connsiteY4" fmla="*/ 1224600 h 1307150"/>
                  <a:gd name="connsiteX5" fmla="*/ 2006600 w 2222159"/>
                  <a:gd name="connsiteY5" fmla="*/ 213869 h 1307150"/>
                  <a:gd name="connsiteX0" fmla="*/ 2006600 w 2243993"/>
                  <a:gd name="connsiteY0" fmla="*/ 213869 h 1307150"/>
                  <a:gd name="connsiteX1" fmla="*/ 2050834 w 2243993"/>
                  <a:gd name="connsiteY1" fmla="*/ 1142783 h 1307150"/>
                  <a:gd name="connsiteX2" fmla="*/ 1682770 w 2243993"/>
                  <a:gd name="connsiteY2" fmla="*/ 658369 h 1307150"/>
                  <a:gd name="connsiteX3" fmla="*/ 292120 w 2243993"/>
                  <a:gd name="connsiteY3" fmla="*/ 1307150 h 1307150"/>
                  <a:gd name="connsiteX4" fmla="*/ 0 w 2243993"/>
                  <a:gd name="connsiteY4" fmla="*/ 1224600 h 1307150"/>
                  <a:gd name="connsiteX5" fmla="*/ 2006600 w 2243993"/>
                  <a:gd name="connsiteY5" fmla="*/ 213869 h 1307150"/>
                  <a:gd name="connsiteX0" fmla="*/ 2006600 w 2221416"/>
                  <a:gd name="connsiteY0" fmla="*/ 213869 h 1307150"/>
                  <a:gd name="connsiteX1" fmla="*/ 2050834 w 2221416"/>
                  <a:gd name="connsiteY1" fmla="*/ 1142783 h 1307150"/>
                  <a:gd name="connsiteX2" fmla="*/ 1682770 w 2221416"/>
                  <a:gd name="connsiteY2" fmla="*/ 658369 h 1307150"/>
                  <a:gd name="connsiteX3" fmla="*/ 292120 w 2221416"/>
                  <a:gd name="connsiteY3" fmla="*/ 1307150 h 1307150"/>
                  <a:gd name="connsiteX4" fmla="*/ 0 w 2221416"/>
                  <a:gd name="connsiteY4" fmla="*/ 1224600 h 1307150"/>
                  <a:gd name="connsiteX5" fmla="*/ 2006600 w 2221416"/>
                  <a:gd name="connsiteY5" fmla="*/ 213869 h 1307150"/>
                  <a:gd name="connsiteX0" fmla="*/ 2006600 w 2231679"/>
                  <a:gd name="connsiteY0" fmla="*/ 213869 h 1307150"/>
                  <a:gd name="connsiteX1" fmla="*/ 2050834 w 2231679"/>
                  <a:gd name="connsiteY1" fmla="*/ 1142783 h 1307150"/>
                  <a:gd name="connsiteX2" fmla="*/ 1682770 w 2231679"/>
                  <a:gd name="connsiteY2" fmla="*/ 658369 h 1307150"/>
                  <a:gd name="connsiteX3" fmla="*/ 292120 w 2231679"/>
                  <a:gd name="connsiteY3" fmla="*/ 1307150 h 1307150"/>
                  <a:gd name="connsiteX4" fmla="*/ 0 w 2231679"/>
                  <a:gd name="connsiteY4" fmla="*/ 1224600 h 1307150"/>
                  <a:gd name="connsiteX5" fmla="*/ 2006600 w 2231679"/>
                  <a:gd name="connsiteY5" fmla="*/ 213869 h 130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31679" h="1307150">
                    <a:moveTo>
                      <a:pt x="2006600" y="213869"/>
                    </a:moveTo>
                    <a:cubicBezTo>
                      <a:pt x="2108128" y="326657"/>
                      <a:pt x="2431906" y="636295"/>
                      <a:pt x="2050834" y="1142783"/>
                    </a:cubicBezTo>
                    <a:cubicBezTo>
                      <a:pt x="1223296" y="1226845"/>
                      <a:pt x="1481608" y="631457"/>
                      <a:pt x="1682770" y="658369"/>
                    </a:cubicBezTo>
                    <a:cubicBezTo>
                      <a:pt x="1574820" y="273496"/>
                      <a:pt x="577870" y="320423"/>
                      <a:pt x="292120" y="1307150"/>
                    </a:cubicBezTo>
                    <a:lnTo>
                      <a:pt x="0" y="1224600"/>
                    </a:lnTo>
                    <a:cubicBezTo>
                      <a:pt x="158750" y="468590"/>
                      <a:pt x="1073150" y="-414421"/>
                      <a:pt x="2006600" y="213869"/>
                    </a:cubicBezTo>
                    <a:close/>
                  </a:path>
                </a:pathLst>
              </a:custGeom>
              <a:solidFill>
                <a:srgbClr val="972E0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F47C902-0469-4D5A-880C-2BCD320B8255}"/>
                  </a:ext>
                </a:extLst>
              </p:cNvPr>
              <p:cNvGrpSpPr/>
              <p:nvPr/>
            </p:nvGrpSpPr>
            <p:grpSpPr>
              <a:xfrm flipH="1">
                <a:off x="5940599" y="5911684"/>
                <a:ext cx="1353256" cy="1916064"/>
                <a:chOff x="3170759" y="5901012"/>
                <a:chExt cx="1353256" cy="1916064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0B7161D1-F4A4-FEB1-3B34-0621918880A6}"/>
                    </a:ext>
                  </a:extLst>
                </p:cNvPr>
                <p:cNvSpPr/>
                <p:nvPr/>
              </p:nvSpPr>
              <p:spPr>
                <a:xfrm rot="19394745">
                  <a:off x="3258040" y="5901012"/>
                  <a:ext cx="1265975" cy="1657350"/>
                </a:xfrm>
                <a:prstGeom prst="ellipse">
                  <a:avLst/>
                </a:prstGeom>
                <a:solidFill>
                  <a:srgbClr val="972E06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6E0BF5D1-41CD-E900-C2F3-685CD38CFBF7}"/>
                    </a:ext>
                  </a:extLst>
                </p:cNvPr>
                <p:cNvSpPr/>
                <p:nvPr/>
              </p:nvSpPr>
              <p:spPr>
                <a:xfrm rot="19870606">
                  <a:off x="3170759" y="6574626"/>
                  <a:ext cx="719119" cy="1242450"/>
                </a:xfrm>
                <a:prstGeom prst="ellipse">
                  <a:avLst/>
                </a:prstGeom>
                <a:solidFill>
                  <a:srgbClr val="FED18E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0" name="Rectangle 52">
                <a:extLst>
                  <a:ext uri="{FF2B5EF4-FFF2-40B4-BE49-F238E27FC236}">
                    <a16:creationId xmlns:a16="http://schemas.microsoft.com/office/drawing/2014/main" id="{82F47EA7-BB82-7978-D807-8CDC6A5EA3B8}"/>
                  </a:ext>
                </a:extLst>
              </p:cNvPr>
              <p:cNvSpPr/>
              <p:nvPr/>
            </p:nvSpPr>
            <p:spPr>
              <a:xfrm flipH="1">
                <a:off x="5332651" y="7226421"/>
                <a:ext cx="1379414" cy="636417"/>
              </a:xfrm>
              <a:custGeom>
                <a:avLst/>
                <a:gdLst>
                  <a:gd name="connsiteX0" fmla="*/ 0 w 623751"/>
                  <a:gd name="connsiteY0" fmla="*/ 0 h 447675"/>
                  <a:gd name="connsiteX1" fmla="*/ 623751 w 623751"/>
                  <a:gd name="connsiteY1" fmla="*/ 0 h 447675"/>
                  <a:gd name="connsiteX2" fmla="*/ 623751 w 623751"/>
                  <a:gd name="connsiteY2" fmla="*/ 447675 h 447675"/>
                  <a:gd name="connsiteX3" fmla="*/ 0 w 623751"/>
                  <a:gd name="connsiteY3" fmla="*/ 447675 h 447675"/>
                  <a:gd name="connsiteX4" fmla="*/ 0 w 623751"/>
                  <a:gd name="connsiteY4" fmla="*/ 0 h 447675"/>
                  <a:gd name="connsiteX0" fmla="*/ 200025 w 623751"/>
                  <a:gd name="connsiteY0" fmla="*/ 47625 h 447675"/>
                  <a:gd name="connsiteX1" fmla="*/ 623751 w 623751"/>
                  <a:gd name="connsiteY1" fmla="*/ 0 h 447675"/>
                  <a:gd name="connsiteX2" fmla="*/ 623751 w 623751"/>
                  <a:gd name="connsiteY2" fmla="*/ 447675 h 447675"/>
                  <a:gd name="connsiteX3" fmla="*/ 0 w 623751"/>
                  <a:gd name="connsiteY3" fmla="*/ 447675 h 447675"/>
                  <a:gd name="connsiteX4" fmla="*/ 200025 w 623751"/>
                  <a:gd name="connsiteY4" fmla="*/ 47625 h 447675"/>
                  <a:gd name="connsiteX0" fmla="*/ 276225 w 699951"/>
                  <a:gd name="connsiteY0" fmla="*/ 47625 h 714375"/>
                  <a:gd name="connsiteX1" fmla="*/ 699951 w 699951"/>
                  <a:gd name="connsiteY1" fmla="*/ 0 h 714375"/>
                  <a:gd name="connsiteX2" fmla="*/ 699951 w 699951"/>
                  <a:gd name="connsiteY2" fmla="*/ 447675 h 714375"/>
                  <a:gd name="connsiteX3" fmla="*/ 0 w 699951"/>
                  <a:gd name="connsiteY3" fmla="*/ 714375 h 714375"/>
                  <a:gd name="connsiteX4" fmla="*/ 276225 w 699951"/>
                  <a:gd name="connsiteY4" fmla="*/ 47625 h 714375"/>
                  <a:gd name="connsiteX0" fmla="*/ 276225 w 699951"/>
                  <a:gd name="connsiteY0" fmla="*/ 47625 h 714375"/>
                  <a:gd name="connsiteX1" fmla="*/ 699951 w 699951"/>
                  <a:gd name="connsiteY1" fmla="*/ 0 h 714375"/>
                  <a:gd name="connsiteX2" fmla="*/ 699951 w 699951"/>
                  <a:gd name="connsiteY2" fmla="*/ 447675 h 714375"/>
                  <a:gd name="connsiteX3" fmla="*/ 250695 w 699951"/>
                  <a:gd name="connsiteY3" fmla="*/ 638175 h 714375"/>
                  <a:gd name="connsiteX4" fmla="*/ 0 w 699951"/>
                  <a:gd name="connsiteY4" fmla="*/ 714375 h 714375"/>
                  <a:gd name="connsiteX5" fmla="*/ 276225 w 699951"/>
                  <a:gd name="connsiteY5" fmla="*/ 47625 h 714375"/>
                  <a:gd name="connsiteX0" fmla="*/ 276225 w 699951"/>
                  <a:gd name="connsiteY0" fmla="*/ 47625 h 714375"/>
                  <a:gd name="connsiteX1" fmla="*/ 699951 w 699951"/>
                  <a:gd name="connsiteY1" fmla="*/ 0 h 714375"/>
                  <a:gd name="connsiteX2" fmla="*/ 671376 w 699951"/>
                  <a:gd name="connsiteY2" fmla="*/ 676275 h 714375"/>
                  <a:gd name="connsiteX3" fmla="*/ 250695 w 699951"/>
                  <a:gd name="connsiteY3" fmla="*/ 638175 h 714375"/>
                  <a:gd name="connsiteX4" fmla="*/ 0 w 699951"/>
                  <a:gd name="connsiteY4" fmla="*/ 714375 h 714375"/>
                  <a:gd name="connsiteX5" fmla="*/ 276225 w 699951"/>
                  <a:gd name="connsiteY5" fmla="*/ 47625 h 714375"/>
                  <a:gd name="connsiteX0" fmla="*/ 276225 w 985701"/>
                  <a:gd name="connsiteY0" fmla="*/ 0 h 666750"/>
                  <a:gd name="connsiteX1" fmla="*/ 985701 w 985701"/>
                  <a:gd name="connsiteY1" fmla="*/ 47625 h 666750"/>
                  <a:gd name="connsiteX2" fmla="*/ 671376 w 985701"/>
                  <a:gd name="connsiteY2" fmla="*/ 628650 h 666750"/>
                  <a:gd name="connsiteX3" fmla="*/ 250695 w 985701"/>
                  <a:gd name="connsiteY3" fmla="*/ 590550 h 666750"/>
                  <a:gd name="connsiteX4" fmla="*/ 0 w 985701"/>
                  <a:gd name="connsiteY4" fmla="*/ 666750 h 666750"/>
                  <a:gd name="connsiteX5" fmla="*/ 276225 w 985701"/>
                  <a:gd name="connsiteY5" fmla="*/ 0 h 666750"/>
                  <a:gd name="connsiteX0" fmla="*/ 276225 w 1084891"/>
                  <a:gd name="connsiteY0" fmla="*/ 0 h 666750"/>
                  <a:gd name="connsiteX1" fmla="*/ 985701 w 1084891"/>
                  <a:gd name="connsiteY1" fmla="*/ 47625 h 666750"/>
                  <a:gd name="connsiteX2" fmla="*/ 671376 w 1084891"/>
                  <a:gd name="connsiteY2" fmla="*/ 628650 h 666750"/>
                  <a:gd name="connsiteX3" fmla="*/ 250695 w 1084891"/>
                  <a:gd name="connsiteY3" fmla="*/ 590550 h 666750"/>
                  <a:gd name="connsiteX4" fmla="*/ 0 w 1084891"/>
                  <a:gd name="connsiteY4" fmla="*/ 666750 h 666750"/>
                  <a:gd name="connsiteX5" fmla="*/ 276225 w 1084891"/>
                  <a:gd name="connsiteY5" fmla="*/ 0 h 666750"/>
                  <a:gd name="connsiteX0" fmla="*/ 276225 w 1119431"/>
                  <a:gd name="connsiteY0" fmla="*/ 0 h 666750"/>
                  <a:gd name="connsiteX1" fmla="*/ 985701 w 1119431"/>
                  <a:gd name="connsiteY1" fmla="*/ 47625 h 666750"/>
                  <a:gd name="connsiteX2" fmla="*/ 671376 w 1119431"/>
                  <a:gd name="connsiteY2" fmla="*/ 628650 h 666750"/>
                  <a:gd name="connsiteX3" fmla="*/ 250695 w 1119431"/>
                  <a:gd name="connsiteY3" fmla="*/ 590550 h 666750"/>
                  <a:gd name="connsiteX4" fmla="*/ 0 w 1119431"/>
                  <a:gd name="connsiteY4" fmla="*/ 666750 h 666750"/>
                  <a:gd name="connsiteX5" fmla="*/ 276225 w 1119431"/>
                  <a:gd name="connsiteY5" fmla="*/ 0 h 666750"/>
                  <a:gd name="connsiteX0" fmla="*/ 276225 w 1119431"/>
                  <a:gd name="connsiteY0" fmla="*/ 0 h 666750"/>
                  <a:gd name="connsiteX1" fmla="*/ 985701 w 1119431"/>
                  <a:gd name="connsiteY1" fmla="*/ 47625 h 666750"/>
                  <a:gd name="connsiteX2" fmla="*/ 671376 w 1119431"/>
                  <a:gd name="connsiteY2" fmla="*/ 628650 h 666750"/>
                  <a:gd name="connsiteX3" fmla="*/ 250695 w 1119431"/>
                  <a:gd name="connsiteY3" fmla="*/ 590550 h 666750"/>
                  <a:gd name="connsiteX4" fmla="*/ 0 w 1119431"/>
                  <a:gd name="connsiteY4" fmla="*/ 666750 h 666750"/>
                  <a:gd name="connsiteX5" fmla="*/ 276225 w 1119431"/>
                  <a:gd name="connsiteY5" fmla="*/ 0 h 666750"/>
                  <a:gd name="connsiteX0" fmla="*/ 276225 w 1106276"/>
                  <a:gd name="connsiteY0" fmla="*/ 0 h 666750"/>
                  <a:gd name="connsiteX1" fmla="*/ 985701 w 1106276"/>
                  <a:gd name="connsiteY1" fmla="*/ 47625 h 666750"/>
                  <a:gd name="connsiteX2" fmla="*/ 604701 w 1106276"/>
                  <a:gd name="connsiteY2" fmla="*/ 590550 h 666750"/>
                  <a:gd name="connsiteX3" fmla="*/ 250695 w 1106276"/>
                  <a:gd name="connsiteY3" fmla="*/ 590550 h 666750"/>
                  <a:gd name="connsiteX4" fmla="*/ 0 w 1106276"/>
                  <a:gd name="connsiteY4" fmla="*/ 666750 h 666750"/>
                  <a:gd name="connsiteX5" fmla="*/ 276225 w 1106276"/>
                  <a:gd name="connsiteY5" fmla="*/ 0 h 666750"/>
                  <a:gd name="connsiteX0" fmla="*/ 276225 w 1117690"/>
                  <a:gd name="connsiteY0" fmla="*/ 0 h 666750"/>
                  <a:gd name="connsiteX1" fmla="*/ 985701 w 1117690"/>
                  <a:gd name="connsiteY1" fmla="*/ 47625 h 666750"/>
                  <a:gd name="connsiteX2" fmla="*/ 604701 w 1117690"/>
                  <a:gd name="connsiteY2" fmla="*/ 590550 h 666750"/>
                  <a:gd name="connsiteX3" fmla="*/ 250695 w 1117690"/>
                  <a:gd name="connsiteY3" fmla="*/ 590550 h 666750"/>
                  <a:gd name="connsiteX4" fmla="*/ 0 w 1117690"/>
                  <a:gd name="connsiteY4" fmla="*/ 666750 h 666750"/>
                  <a:gd name="connsiteX5" fmla="*/ 276225 w 1117690"/>
                  <a:gd name="connsiteY5" fmla="*/ 0 h 666750"/>
                  <a:gd name="connsiteX0" fmla="*/ 276225 w 1121753"/>
                  <a:gd name="connsiteY0" fmla="*/ 0 h 666750"/>
                  <a:gd name="connsiteX1" fmla="*/ 985701 w 1121753"/>
                  <a:gd name="connsiteY1" fmla="*/ 47625 h 666750"/>
                  <a:gd name="connsiteX2" fmla="*/ 623751 w 1121753"/>
                  <a:gd name="connsiteY2" fmla="*/ 603250 h 666750"/>
                  <a:gd name="connsiteX3" fmla="*/ 250695 w 1121753"/>
                  <a:gd name="connsiteY3" fmla="*/ 590550 h 666750"/>
                  <a:gd name="connsiteX4" fmla="*/ 0 w 1121753"/>
                  <a:gd name="connsiteY4" fmla="*/ 666750 h 666750"/>
                  <a:gd name="connsiteX5" fmla="*/ 276225 w 1121753"/>
                  <a:gd name="connsiteY5" fmla="*/ 0 h 666750"/>
                  <a:gd name="connsiteX0" fmla="*/ 276225 w 1103145"/>
                  <a:gd name="connsiteY0" fmla="*/ 0 h 666750"/>
                  <a:gd name="connsiteX1" fmla="*/ 985701 w 1103145"/>
                  <a:gd name="connsiteY1" fmla="*/ 47625 h 666750"/>
                  <a:gd name="connsiteX2" fmla="*/ 623751 w 1103145"/>
                  <a:gd name="connsiteY2" fmla="*/ 603250 h 666750"/>
                  <a:gd name="connsiteX3" fmla="*/ 250695 w 1103145"/>
                  <a:gd name="connsiteY3" fmla="*/ 590550 h 666750"/>
                  <a:gd name="connsiteX4" fmla="*/ 0 w 1103145"/>
                  <a:gd name="connsiteY4" fmla="*/ 666750 h 666750"/>
                  <a:gd name="connsiteX5" fmla="*/ 276225 w 1103145"/>
                  <a:gd name="connsiteY5" fmla="*/ 0 h 666750"/>
                  <a:gd name="connsiteX0" fmla="*/ 276225 w 1124296"/>
                  <a:gd name="connsiteY0" fmla="*/ 0 h 666750"/>
                  <a:gd name="connsiteX1" fmla="*/ 1011101 w 1124296"/>
                  <a:gd name="connsiteY1" fmla="*/ 28575 h 666750"/>
                  <a:gd name="connsiteX2" fmla="*/ 623751 w 1124296"/>
                  <a:gd name="connsiteY2" fmla="*/ 603250 h 666750"/>
                  <a:gd name="connsiteX3" fmla="*/ 250695 w 1124296"/>
                  <a:gd name="connsiteY3" fmla="*/ 590550 h 666750"/>
                  <a:gd name="connsiteX4" fmla="*/ 0 w 1124296"/>
                  <a:gd name="connsiteY4" fmla="*/ 666750 h 666750"/>
                  <a:gd name="connsiteX5" fmla="*/ 276225 w 1124296"/>
                  <a:gd name="connsiteY5" fmla="*/ 0 h 666750"/>
                  <a:gd name="connsiteX0" fmla="*/ 276225 w 1124296"/>
                  <a:gd name="connsiteY0" fmla="*/ 0 h 666750"/>
                  <a:gd name="connsiteX1" fmla="*/ 1011101 w 1124296"/>
                  <a:gd name="connsiteY1" fmla="*/ 28575 h 666750"/>
                  <a:gd name="connsiteX2" fmla="*/ 623751 w 1124296"/>
                  <a:gd name="connsiteY2" fmla="*/ 603250 h 666750"/>
                  <a:gd name="connsiteX3" fmla="*/ 269745 w 1124296"/>
                  <a:gd name="connsiteY3" fmla="*/ 615950 h 666750"/>
                  <a:gd name="connsiteX4" fmla="*/ 0 w 1124296"/>
                  <a:gd name="connsiteY4" fmla="*/ 666750 h 666750"/>
                  <a:gd name="connsiteX5" fmla="*/ 276225 w 1124296"/>
                  <a:gd name="connsiteY5" fmla="*/ 0 h 666750"/>
                  <a:gd name="connsiteX0" fmla="*/ 196850 w 1044921"/>
                  <a:gd name="connsiteY0" fmla="*/ 0 h 655467"/>
                  <a:gd name="connsiteX1" fmla="*/ 931726 w 1044921"/>
                  <a:gd name="connsiteY1" fmla="*/ 28575 h 655467"/>
                  <a:gd name="connsiteX2" fmla="*/ 544376 w 1044921"/>
                  <a:gd name="connsiteY2" fmla="*/ 603250 h 655467"/>
                  <a:gd name="connsiteX3" fmla="*/ 190370 w 1044921"/>
                  <a:gd name="connsiteY3" fmla="*/ 615950 h 655467"/>
                  <a:gd name="connsiteX4" fmla="*/ 0 w 1044921"/>
                  <a:gd name="connsiteY4" fmla="*/ 622300 h 655467"/>
                  <a:gd name="connsiteX5" fmla="*/ 196850 w 1044921"/>
                  <a:gd name="connsiteY5" fmla="*/ 0 h 655467"/>
                  <a:gd name="connsiteX0" fmla="*/ 196850 w 1044921"/>
                  <a:gd name="connsiteY0" fmla="*/ 0 h 655467"/>
                  <a:gd name="connsiteX1" fmla="*/ 931726 w 1044921"/>
                  <a:gd name="connsiteY1" fmla="*/ 28575 h 655467"/>
                  <a:gd name="connsiteX2" fmla="*/ 544376 w 1044921"/>
                  <a:gd name="connsiteY2" fmla="*/ 603250 h 655467"/>
                  <a:gd name="connsiteX3" fmla="*/ 190370 w 1044921"/>
                  <a:gd name="connsiteY3" fmla="*/ 615950 h 655467"/>
                  <a:gd name="connsiteX4" fmla="*/ 0 w 1044921"/>
                  <a:gd name="connsiteY4" fmla="*/ 622300 h 655467"/>
                  <a:gd name="connsiteX5" fmla="*/ 196850 w 1044921"/>
                  <a:gd name="connsiteY5" fmla="*/ 0 h 655467"/>
                  <a:gd name="connsiteX0" fmla="*/ 196850 w 1044921"/>
                  <a:gd name="connsiteY0" fmla="*/ 0 h 655467"/>
                  <a:gd name="connsiteX1" fmla="*/ 931726 w 1044921"/>
                  <a:gd name="connsiteY1" fmla="*/ 28575 h 655467"/>
                  <a:gd name="connsiteX2" fmla="*/ 544376 w 1044921"/>
                  <a:gd name="connsiteY2" fmla="*/ 603250 h 655467"/>
                  <a:gd name="connsiteX3" fmla="*/ 190370 w 1044921"/>
                  <a:gd name="connsiteY3" fmla="*/ 615950 h 655467"/>
                  <a:gd name="connsiteX4" fmla="*/ 0 w 1044921"/>
                  <a:gd name="connsiteY4" fmla="*/ 622300 h 655467"/>
                  <a:gd name="connsiteX5" fmla="*/ 196850 w 1044921"/>
                  <a:gd name="connsiteY5" fmla="*/ 0 h 655467"/>
                  <a:gd name="connsiteX0" fmla="*/ 429414 w 1277485"/>
                  <a:gd name="connsiteY0" fmla="*/ 0 h 655467"/>
                  <a:gd name="connsiteX1" fmla="*/ 1164290 w 1277485"/>
                  <a:gd name="connsiteY1" fmla="*/ 28575 h 655467"/>
                  <a:gd name="connsiteX2" fmla="*/ 776940 w 1277485"/>
                  <a:gd name="connsiteY2" fmla="*/ 603250 h 655467"/>
                  <a:gd name="connsiteX3" fmla="*/ 422934 w 1277485"/>
                  <a:gd name="connsiteY3" fmla="*/ 615950 h 655467"/>
                  <a:gd name="connsiteX4" fmla="*/ 232564 w 1277485"/>
                  <a:gd name="connsiteY4" fmla="*/ 622300 h 655467"/>
                  <a:gd name="connsiteX5" fmla="*/ 429414 w 1277485"/>
                  <a:gd name="connsiteY5" fmla="*/ 0 h 655467"/>
                  <a:gd name="connsiteX0" fmla="*/ 444721 w 1273742"/>
                  <a:gd name="connsiteY0" fmla="*/ 0 h 636417"/>
                  <a:gd name="connsiteX1" fmla="*/ 1160547 w 1273742"/>
                  <a:gd name="connsiteY1" fmla="*/ 9525 h 636417"/>
                  <a:gd name="connsiteX2" fmla="*/ 773197 w 1273742"/>
                  <a:gd name="connsiteY2" fmla="*/ 584200 h 636417"/>
                  <a:gd name="connsiteX3" fmla="*/ 419191 w 1273742"/>
                  <a:gd name="connsiteY3" fmla="*/ 596900 h 636417"/>
                  <a:gd name="connsiteX4" fmla="*/ 228821 w 1273742"/>
                  <a:gd name="connsiteY4" fmla="*/ 603250 h 636417"/>
                  <a:gd name="connsiteX5" fmla="*/ 444721 w 1273742"/>
                  <a:gd name="connsiteY5" fmla="*/ 0 h 636417"/>
                  <a:gd name="connsiteX0" fmla="*/ 570649 w 1399670"/>
                  <a:gd name="connsiteY0" fmla="*/ 0 h 636417"/>
                  <a:gd name="connsiteX1" fmla="*/ 1286475 w 1399670"/>
                  <a:gd name="connsiteY1" fmla="*/ 9525 h 636417"/>
                  <a:gd name="connsiteX2" fmla="*/ 899125 w 1399670"/>
                  <a:gd name="connsiteY2" fmla="*/ 584200 h 636417"/>
                  <a:gd name="connsiteX3" fmla="*/ 545119 w 1399670"/>
                  <a:gd name="connsiteY3" fmla="*/ 596900 h 636417"/>
                  <a:gd name="connsiteX4" fmla="*/ 354749 w 1399670"/>
                  <a:gd name="connsiteY4" fmla="*/ 603250 h 636417"/>
                  <a:gd name="connsiteX5" fmla="*/ 570649 w 1399670"/>
                  <a:gd name="connsiteY5" fmla="*/ 0 h 636417"/>
                  <a:gd name="connsiteX0" fmla="*/ 550393 w 1379414"/>
                  <a:gd name="connsiteY0" fmla="*/ 0 h 636417"/>
                  <a:gd name="connsiteX1" fmla="*/ 1266219 w 1379414"/>
                  <a:gd name="connsiteY1" fmla="*/ 9525 h 636417"/>
                  <a:gd name="connsiteX2" fmla="*/ 878869 w 1379414"/>
                  <a:gd name="connsiteY2" fmla="*/ 584200 h 636417"/>
                  <a:gd name="connsiteX3" fmla="*/ 524863 w 1379414"/>
                  <a:gd name="connsiteY3" fmla="*/ 596900 h 636417"/>
                  <a:gd name="connsiteX4" fmla="*/ 334493 w 1379414"/>
                  <a:gd name="connsiteY4" fmla="*/ 603250 h 636417"/>
                  <a:gd name="connsiteX5" fmla="*/ 550393 w 1379414"/>
                  <a:gd name="connsiteY5" fmla="*/ 0 h 636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9414" h="636417">
                    <a:moveTo>
                      <a:pt x="550393" y="0"/>
                    </a:moveTo>
                    <a:lnTo>
                      <a:pt x="1266219" y="9525"/>
                    </a:lnTo>
                    <a:cubicBezTo>
                      <a:pt x="1580544" y="298450"/>
                      <a:pt x="1170969" y="765175"/>
                      <a:pt x="878869" y="584200"/>
                    </a:cubicBezTo>
                    <a:cubicBezTo>
                      <a:pt x="760867" y="622300"/>
                      <a:pt x="642865" y="673100"/>
                      <a:pt x="524863" y="596900"/>
                    </a:cubicBezTo>
                    <a:cubicBezTo>
                      <a:pt x="461406" y="618067"/>
                      <a:pt x="442400" y="645583"/>
                      <a:pt x="334493" y="603250"/>
                    </a:cubicBezTo>
                    <a:cubicBezTo>
                      <a:pt x="-212665" y="579967"/>
                      <a:pt x="-51799" y="16933"/>
                      <a:pt x="550393" y="0"/>
                    </a:cubicBezTo>
                    <a:close/>
                  </a:path>
                </a:pathLst>
              </a:custGeom>
              <a:solidFill>
                <a:srgbClr val="FED18E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CA171BA-921B-5823-B2F0-3F5B72FDBD42}"/>
                  </a:ext>
                </a:extLst>
              </p:cNvPr>
              <p:cNvGrpSpPr/>
              <p:nvPr/>
            </p:nvGrpSpPr>
            <p:grpSpPr>
              <a:xfrm>
                <a:off x="3166072" y="5900770"/>
                <a:ext cx="1353256" cy="1916064"/>
                <a:chOff x="3170759" y="5901012"/>
                <a:chExt cx="1353256" cy="1916064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73023FC-1F39-D721-4066-EFB53F0CDF80}"/>
                    </a:ext>
                  </a:extLst>
                </p:cNvPr>
                <p:cNvSpPr/>
                <p:nvPr/>
              </p:nvSpPr>
              <p:spPr>
                <a:xfrm rot="19394745">
                  <a:off x="3258040" y="5901012"/>
                  <a:ext cx="1265975" cy="1657350"/>
                </a:xfrm>
                <a:prstGeom prst="ellipse">
                  <a:avLst/>
                </a:prstGeom>
                <a:solidFill>
                  <a:srgbClr val="972E06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116D1FB9-0CDA-E514-D86B-0379AFE6E266}"/>
                    </a:ext>
                  </a:extLst>
                </p:cNvPr>
                <p:cNvSpPr/>
                <p:nvPr/>
              </p:nvSpPr>
              <p:spPr>
                <a:xfrm rot="19870606">
                  <a:off x="3170759" y="6574626"/>
                  <a:ext cx="719119" cy="1242450"/>
                </a:xfrm>
                <a:prstGeom prst="ellipse">
                  <a:avLst/>
                </a:prstGeom>
                <a:solidFill>
                  <a:srgbClr val="FED18E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F20CCC8-E757-4B1F-2387-6D1777038567}"/>
                  </a:ext>
                </a:extLst>
              </p:cNvPr>
              <p:cNvSpPr/>
              <p:nvPr/>
            </p:nvSpPr>
            <p:spPr>
              <a:xfrm>
                <a:off x="3789964" y="7219950"/>
                <a:ext cx="1379414" cy="636417"/>
              </a:xfrm>
              <a:custGeom>
                <a:avLst/>
                <a:gdLst>
                  <a:gd name="connsiteX0" fmla="*/ 0 w 623751"/>
                  <a:gd name="connsiteY0" fmla="*/ 0 h 447675"/>
                  <a:gd name="connsiteX1" fmla="*/ 623751 w 623751"/>
                  <a:gd name="connsiteY1" fmla="*/ 0 h 447675"/>
                  <a:gd name="connsiteX2" fmla="*/ 623751 w 623751"/>
                  <a:gd name="connsiteY2" fmla="*/ 447675 h 447675"/>
                  <a:gd name="connsiteX3" fmla="*/ 0 w 623751"/>
                  <a:gd name="connsiteY3" fmla="*/ 447675 h 447675"/>
                  <a:gd name="connsiteX4" fmla="*/ 0 w 623751"/>
                  <a:gd name="connsiteY4" fmla="*/ 0 h 447675"/>
                  <a:gd name="connsiteX0" fmla="*/ 200025 w 623751"/>
                  <a:gd name="connsiteY0" fmla="*/ 47625 h 447675"/>
                  <a:gd name="connsiteX1" fmla="*/ 623751 w 623751"/>
                  <a:gd name="connsiteY1" fmla="*/ 0 h 447675"/>
                  <a:gd name="connsiteX2" fmla="*/ 623751 w 623751"/>
                  <a:gd name="connsiteY2" fmla="*/ 447675 h 447675"/>
                  <a:gd name="connsiteX3" fmla="*/ 0 w 623751"/>
                  <a:gd name="connsiteY3" fmla="*/ 447675 h 447675"/>
                  <a:gd name="connsiteX4" fmla="*/ 200025 w 623751"/>
                  <a:gd name="connsiteY4" fmla="*/ 47625 h 447675"/>
                  <a:gd name="connsiteX0" fmla="*/ 276225 w 699951"/>
                  <a:gd name="connsiteY0" fmla="*/ 47625 h 714375"/>
                  <a:gd name="connsiteX1" fmla="*/ 699951 w 699951"/>
                  <a:gd name="connsiteY1" fmla="*/ 0 h 714375"/>
                  <a:gd name="connsiteX2" fmla="*/ 699951 w 699951"/>
                  <a:gd name="connsiteY2" fmla="*/ 447675 h 714375"/>
                  <a:gd name="connsiteX3" fmla="*/ 0 w 699951"/>
                  <a:gd name="connsiteY3" fmla="*/ 714375 h 714375"/>
                  <a:gd name="connsiteX4" fmla="*/ 276225 w 699951"/>
                  <a:gd name="connsiteY4" fmla="*/ 47625 h 714375"/>
                  <a:gd name="connsiteX0" fmla="*/ 276225 w 699951"/>
                  <a:gd name="connsiteY0" fmla="*/ 47625 h 714375"/>
                  <a:gd name="connsiteX1" fmla="*/ 699951 w 699951"/>
                  <a:gd name="connsiteY1" fmla="*/ 0 h 714375"/>
                  <a:gd name="connsiteX2" fmla="*/ 699951 w 699951"/>
                  <a:gd name="connsiteY2" fmla="*/ 447675 h 714375"/>
                  <a:gd name="connsiteX3" fmla="*/ 250695 w 699951"/>
                  <a:gd name="connsiteY3" fmla="*/ 638175 h 714375"/>
                  <a:gd name="connsiteX4" fmla="*/ 0 w 699951"/>
                  <a:gd name="connsiteY4" fmla="*/ 714375 h 714375"/>
                  <a:gd name="connsiteX5" fmla="*/ 276225 w 699951"/>
                  <a:gd name="connsiteY5" fmla="*/ 47625 h 714375"/>
                  <a:gd name="connsiteX0" fmla="*/ 276225 w 699951"/>
                  <a:gd name="connsiteY0" fmla="*/ 47625 h 714375"/>
                  <a:gd name="connsiteX1" fmla="*/ 699951 w 699951"/>
                  <a:gd name="connsiteY1" fmla="*/ 0 h 714375"/>
                  <a:gd name="connsiteX2" fmla="*/ 671376 w 699951"/>
                  <a:gd name="connsiteY2" fmla="*/ 676275 h 714375"/>
                  <a:gd name="connsiteX3" fmla="*/ 250695 w 699951"/>
                  <a:gd name="connsiteY3" fmla="*/ 638175 h 714375"/>
                  <a:gd name="connsiteX4" fmla="*/ 0 w 699951"/>
                  <a:gd name="connsiteY4" fmla="*/ 714375 h 714375"/>
                  <a:gd name="connsiteX5" fmla="*/ 276225 w 699951"/>
                  <a:gd name="connsiteY5" fmla="*/ 47625 h 714375"/>
                  <a:gd name="connsiteX0" fmla="*/ 276225 w 985701"/>
                  <a:gd name="connsiteY0" fmla="*/ 0 h 666750"/>
                  <a:gd name="connsiteX1" fmla="*/ 985701 w 985701"/>
                  <a:gd name="connsiteY1" fmla="*/ 47625 h 666750"/>
                  <a:gd name="connsiteX2" fmla="*/ 671376 w 985701"/>
                  <a:gd name="connsiteY2" fmla="*/ 628650 h 666750"/>
                  <a:gd name="connsiteX3" fmla="*/ 250695 w 985701"/>
                  <a:gd name="connsiteY3" fmla="*/ 590550 h 666750"/>
                  <a:gd name="connsiteX4" fmla="*/ 0 w 985701"/>
                  <a:gd name="connsiteY4" fmla="*/ 666750 h 666750"/>
                  <a:gd name="connsiteX5" fmla="*/ 276225 w 985701"/>
                  <a:gd name="connsiteY5" fmla="*/ 0 h 666750"/>
                  <a:gd name="connsiteX0" fmla="*/ 276225 w 1084891"/>
                  <a:gd name="connsiteY0" fmla="*/ 0 h 666750"/>
                  <a:gd name="connsiteX1" fmla="*/ 985701 w 1084891"/>
                  <a:gd name="connsiteY1" fmla="*/ 47625 h 666750"/>
                  <a:gd name="connsiteX2" fmla="*/ 671376 w 1084891"/>
                  <a:gd name="connsiteY2" fmla="*/ 628650 h 666750"/>
                  <a:gd name="connsiteX3" fmla="*/ 250695 w 1084891"/>
                  <a:gd name="connsiteY3" fmla="*/ 590550 h 666750"/>
                  <a:gd name="connsiteX4" fmla="*/ 0 w 1084891"/>
                  <a:gd name="connsiteY4" fmla="*/ 666750 h 666750"/>
                  <a:gd name="connsiteX5" fmla="*/ 276225 w 1084891"/>
                  <a:gd name="connsiteY5" fmla="*/ 0 h 666750"/>
                  <a:gd name="connsiteX0" fmla="*/ 276225 w 1119431"/>
                  <a:gd name="connsiteY0" fmla="*/ 0 h 666750"/>
                  <a:gd name="connsiteX1" fmla="*/ 985701 w 1119431"/>
                  <a:gd name="connsiteY1" fmla="*/ 47625 h 666750"/>
                  <a:gd name="connsiteX2" fmla="*/ 671376 w 1119431"/>
                  <a:gd name="connsiteY2" fmla="*/ 628650 h 666750"/>
                  <a:gd name="connsiteX3" fmla="*/ 250695 w 1119431"/>
                  <a:gd name="connsiteY3" fmla="*/ 590550 h 666750"/>
                  <a:gd name="connsiteX4" fmla="*/ 0 w 1119431"/>
                  <a:gd name="connsiteY4" fmla="*/ 666750 h 666750"/>
                  <a:gd name="connsiteX5" fmla="*/ 276225 w 1119431"/>
                  <a:gd name="connsiteY5" fmla="*/ 0 h 666750"/>
                  <a:gd name="connsiteX0" fmla="*/ 276225 w 1119431"/>
                  <a:gd name="connsiteY0" fmla="*/ 0 h 666750"/>
                  <a:gd name="connsiteX1" fmla="*/ 985701 w 1119431"/>
                  <a:gd name="connsiteY1" fmla="*/ 47625 h 666750"/>
                  <a:gd name="connsiteX2" fmla="*/ 671376 w 1119431"/>
                  <a:gd name="connsiteY2" fmla="*/ 628650 h 666750"/>
                  <a:gd name="connsiteX3" fmla="*/ 250695 w 1119431"/>
                  <a:gd name="connsiteY3" fmla="*/ 590550 h 666750"/>
                  <a:gd name="connsiteX4" fmla="*/ 0 w 1119431"/>
                  <a:gd name="connsiteY4" fmla="*/ 666750 h 666750"/>
                  <a:gd name="connsiteX5" fmla="*/ 276225 w 1119431"/>
                  <a:gd name="connsiteY5" fmla="*/ 0 h 666750"/>
                  <a:gd name="connsiteX0" fmla="*/ 276225 w 1106276"/>
                  <a:gd name="connsiteY0" fmla="*/ 0 h 666750"/>
                  <a:gd name="connsiteX1" fmla="*/ 985701 w 1106276"/>
                  <a:gd name="connsiteY1" fmla="*/ 47625 h 666750"/>
                  <a:gd name="connsiteX2" fmla="*/ 604701 w 1106276"/>
                  <a:gd name="connsiteY2" fmla="*/ 590550 h 666750"/>
                  <a:gd name="connsiteX3" fmla="*/ 250695 w 1106276"/>
                  <a:gd name="connsiteY3" fmla="*/ 590550 h 666750"/>
                  <a:gd name="connsiteX4" fmla="*/ 0 w 1106276"/>
                  <a:gd name="connsiteY4" fmla="*/ 666750 h 666750"/>
                  <a:gd name="connsiteX5" fmla="*/ 276225 w 1106276"/>
                  <a:gd name="connsiteY5" fmla="*/ 0 h 666750"/>
                  <a:gd name="connsiteX0" fmla="*/ 276225 w 1117690"/>
                  <a:gd name="connsiteY0" fmla="*/ 0 h 666750"/>
                  <a:gd name="connsiteX1" fmla="*/ 985701 w 1117690"/>
                  <a:gd name="connsiteY1" fmla="*/ 47625 h 666750"/>
                  <a:gd name="connsiteX2" fmla="*/ 604701 w 1117690"/>
                  <a:gd name="connsiteY2" fmla="*/ 590550 h 666750"/>
                  <a:gd name="connsiteX3" fmla="*/ 250695 w 1117690"/>
                  <a:gd name="connsiteY3" fmla="*/ 590550 h 666750"/>
                  <a:gd name="connsiteX4" fmla="*/ 0 w 1117690"/>
                  <a:gd name="connsiteY4" fmla="*/ 666750 h 666750"/>
                  <a:gd name="connsiteX5" fmla="*/ 276225 w 1117690"/>
                  <a:gd name="connsiteY5" fmla="*/ 0 h 666750"/>
                  <a:gd name="connsiteX0" fmla="*/ 276225 w 1121753"/>
                  <a:gd name="connsiteY0" fmla="*/ 0 h 666750"/>
                  <a:gd name="connsiteX1" fmla="*/ 985701 w 1121753"/>
                  <a:gd name="connsiteY1" fmla="*/ 47625 h 666750"/>
                  <a:gd name="connsiteX2" fmla="*/ 623751 w 1121753"/>
                  <a:gd name="connsiteY2" fmla="*/ 603250 h 666750"/>
                  <a:gd name="connsiteX3" fmla="*/ 250695 w 1121753"/>
                  <a:gd name="connsiteY3" fmla="*/ 590550 h 666750"/>
                  <a:gd name="connsiteX4" fmla="*/ 0 w 1121753"/>
                  <a:gd name="connsiteY4" fmla="*/ 666750 h 666750"/>
                  <a:gd name="connsiteX5" fmla="*/ 276225 w 1121753"/>
                  <a:gd name="connsiteY5" fmla="*/ 0 h 666750"/>
                  <a:gd name="connsiteX0" fmla="*/ 276225 w 1103145"/>
                  <a:gd name="connsiteY0" fmla="*/ 0 h 666750"/>
                  <a:gd name="connsiteX1" fmla="*/ 985701 w 1103145"/>
                  <a:gd name="connsiteY1" fmla="*/ 47625 h 666750"/>
                  <a:gd name="connsiteX2" fmla="*/ 623751 w 1103145"/>
                  <a:gd name="connsiteY2" fmla="*/ 603250 h 666750"/>
                  <a:gd name="connsiteX3" fmla="*/ 250695 w 1103145"/>
                  <a:gd name="connsiteY3" fmla="*/ 590550 h 666750"/>
                  <a:gd name="connsiteX4" fmla="*/ 0 w 1103145"/>
                  <a:gd name="connsiteY4" fmla="*/ 666750 h 666750"/>
                  <a:gd name="connsiteX5" fmla="*/ 276225 w 1103145"/>
                  <a:gd name="connsiteY5" fmla="*/ 0 h 666750"/>
                  <a:gd name="connsiteX0" fmla="*/ 276225 w 1124296"/>
                  <a:gd name="connsiteY0" fmla="*/ 0 h 666750"/>
                  <a:gd name="connsiteX1" fmla="*/ 1011101 w 1124296"/>
                  <a:gd name="connsiteY1" fmla="*/ 28575 h 666750"/>
                  <a:gd name="connsiteX2" fmla="*/ 623751 w 1124296"/>
                  <a:gd name="connsiteY2" fmla="*/ 603250 h 666750"/>
                  <a:gd name="connsiteX3" fmla="*/ 250695 w 1124296"/>
                  <a:gd name="connsiteY3" fmla="*/ 590550 h 666750"/>
                  <a:gd name="connsiteX4" fmla="*/ 0 w 1124296"/>
                  <a:gd name="connsiteY4" fmla="*/ 666750 h 666750"/>
                  <a:gd name="connsiteX5" fmla="*/ 276225 w 1124296"/>
                  <a:gd name="connsiteY5" fmla="*/ 0 h 666750"/>
                  <a:gd name="connsiteX0" fmla="*/ 276225 w 1124296"/>
                  <a:gd name="connsiteY0" fmla="*/ 0 h 666750"/>
                  <a:gd name="connsiteX1" fmla="*/ 1011101 w 1124296"/>
                  <a:gd name="connsiteY1" fmla="*/ 28575 h 666750"/>
                  <a:gd name="connsiteX2" fmla="*/ 623751 w 1124296"/>
                  <a:gd name="connsiteY2" fmla="*/ 603250 h 666750"/>
                  <a:gd name="connsiteX3" fmla="*/ 269745 w 1124296"/>
                  <a:gd name="connsiteY3" fmla="*/ 615950 h 666750"/>
                  <a:gd name="connsiteX4" fmla="*/ 0 w 1124296"/>
                  <a:gd name="connsiteY4" fmla="*/ 666750 h 666750"/>
                  <a:gd name="connsiteX5" fmla="*/ 276225 w 1124296"/>
                  <a:gd name="connsiteY5" fmla="*/ 0 h 666750"/>
                  <a:gd name="connsiteX0" fmla="*/ 196850 w 1044921"/>
                  <a:gd name="connsiteY0" fmla="*/ 0 h 655467"/>
                  <a:gd name="connsiteX1" fmla="*/ 931726 w 1044921"/>
                  <a:gd name="connsiteY1" fmla="*/ 28575 h 655467"/>
                  <a:gd name="connsiteX2" fmla="*/ 544376 w 1044921"/>
                  <a:gd name="connsiteY2" fmla="*/ 603250 h 655467"/>
                  <a:gd name="connsiteX3" fmla="*/ 190370 w 1044921"/>
                  <a:gd name="connsiteY3" fmla="*/ 615950 h 655467"/>
                  <a:gd name="connsiteX4" fmla="*/ 0 w 1044921"/>
                  <a:gd name="connsiteY4" fmla="*/ 622300 h 655467"/>
                  <a:gd name="connsiteX5" fmla="*/ 196850 w 1044921"/>
                  <a:gd name="connsiteY5" fmla="*/ 0 h 655467"/>
                  <a:gd name="connsiteX0" fmla="*/ 196850 w 1044921"/>
                  <a:gd name="connsiteY0" fmla="*/ 0 h 655467"/>
                  <a:gd name="connsiteX1" fmla="*/ 931726 w 1044921"/>
                  <a:gd name="connsiteY1" fmla="*/ 28575 h 655467"/>
                  <a:gd name="connsiteX2" fmla="*/ 544376 w 1044921"/>
                  <a:gd name="connsiteY2" fmla="*/ 603250 h 655467"/>
                  <a:gd name="connsiteX3" fmla="*/ 190370 w 1044921"/>
                  <a:gd name="connsiteY3" fmla="*/ 615950 h 655467"/>
                  <a:gd name="connsiteX4" fmla="*/ 0 w 1044921"/>
                  <a:gd name="connsiteY4" fmla="*/ 622300 h 655467"/>
                  <a:gd name="connsiteX5" fmla="*/ 196850 w 1044921"/>
                  <a:gd name="connsiteY5" fmla="*/ 0 h 655467"/>
                  <a:gd name="connsiteX0" fmla="*/ 196850 w 1044921"/>
                  <a:gd name="connsiteY0" fmla="*/ 0 h 655467"/>
                  <a:gd name="connsiteX1" fmla="*/ 931726 w 1044921"/>
                  <a:gd name="connsiteY1" fmla="*/ 28575 h 655467"/>
                  <a:gd name="connsiteX2" fmla="*/ 544376 w 1044921"/>
                  <a:gd name="connsiteY2" fmla="*/ 603250 h 655467"/>
                  <a:gd name="connsiteX3" fmla="*/ 190370 w 1044921"/>
                  <a:gd name="connsiteY3" fmla="*/ 615950 h 655467"/>
                  <a:gd name="connsiteX4" fmla="*/ 0 w 1044921"/>
                  <a:gd name="connsiteY4" fmla="*/ 622300 h 655467"/>
                  <a:gd name="connsiteX5" fmla="*/ 196850 w 1044921"/>
                  <a:gd name="connsiteY5" fmla="*/ 0 h 655467"/>
                  <a:gd name="connsiteX0" fmla="*/ 429414 w 1277485"/>
                  <a:gd name="connsiteY0" fmla="*/ 0 h 655467"/>
                  <a:gd name="connsiteX1" fmla="*/ 1164290 w 1277485"/>
                  <a:gd name="connsiteY1" fmla="*/ 28575 h 655467"/>
                  <a:gd name="connsiteX2" fmla="*/ 776940 w 1277485"/>
                  <a:gd name="connsiteY2" fmla="*/ 603250 h 655467"/>
                  <a:gd name="connsiteX3" fmla="*/ 422934 w 1277485"/>
                  <a:gd name="connsiteY3" fmla="*/ 615950 h 655467"/>
                  <a:gd name="connsiteX4" fmla="*/ 232564 w 1277485"/>
                  <a:gd name="connsiteY4" fmla="*/ 622300 h 655467"/>
                  <a:gd name="connsiteX5" fmla="*/ 429414 w 1277485"/>
                  <a:gd name="connsiteY5" fmla="*/ 0 h 655467"/>
                  <a:gd name="connsiteX0" fmla="*/ 444721 w 1273742"/>
                  <a:gd name="connsiteY0" fmla="*/ 0 h 636417"/>
                  <a:gd name="connsiteX1" fmla="*/ 1160547 w 1273742"/>
                  <a:gd name="connsiteY1" fmla="*/ 9525 h 636417"/>
                  <a:gd name="connsiteX2" fmla="*/ 773197 w 1273742"/>
                  <a:gd name="connsiteY2" fmla="*/ 584200 h 636417"/>
                  <a:gd name="connsiteX3" fmla="*/ 419191 w 1273742"/>
                  <a:gd name="connsiteY3" fmla="*/ 596900 h 636417"/>
                  <a:gd name="connsiteX4" fmla="*/ 228821 w 1273742"/>
                  <a:gd name="connsiteY4" fmla="*/ 603250 h 636417"/>
                  <a:gd name="connsiteX5" fmla="*/ 444721 w 1273742"/>
                  <a:gd name="connsiteY5" fmla="*/ 0 h 636417"/>
                  <a:gd name="connsiteX0" fmla="*/ 570649 w 1399670"/>
                  <a:gd name="connsiteY0" fmla="*/ 0 h 636417"/>
                  <a:gd name="connsiteX1" fmla="*/ 1286475 w 1399670"/>
                  <a:gd name="connsiteY1" fmla="*/ 9525 h 636417"/>
                  <a:gd name="connsiteX2" fmla="*/ 899125 w 1399670"/>
                  <a:gd name="connsiteY2" fmla="*/ 584200 h 636417"/>
                  <a:gd name="connsiteX3" fmla="*/ 545119 w 1399670"/>
                  <a:gd name="connsiteY3" fmla="*/ 596900 h 636417"/>
                  <a:gd name="connsiteX4" fmla="*/ 354749 w 1399670"/>
                  <a:gd name="connsiteY4" fmla="*/ 603250 h 636417"/>
                  <a:gd name="connsiteX5" fmla="*/ 570649 w 1399670"/>
                  <a:gd name="connsiteY5" fmla="*/ 0 h 636417"/>
                  <a:gd name="connsiteX0" fmla="*/ 550393 w 1379414"/>
                  <a:gd name="connsiteY0" fmla="*/ 0 h 636417"/>
                  <a:gd name="connsiteX1" fmla="*/ 1266219 w 1379414"/>
                  <a:gd name="connsiteY1" fmla="*/ 9525 h 636417"/>
                  <a:gd name="connsiteX2" fmla="*/ 878869 w 1379414"/>
                  <a:gd name="connsiteY2" fmla="*/ 584200 h 636417"/>
                  <a:gd name="connsiteX3" fmla="*/ 524863 w 1379414"/>
                  <a:gd name="connsiteY3" fmla="*/ 596900 h 636417"/>
                  <a:gd name="connsiteX4" fmla="*/ 334493 w 1379414"/>
                  <a:gd name="connsiteY4" fmla="*/ 603250 h 636417"/>
                  <a:gd name="connsiteX5" fmla="*/ 550393 w 1379414"/>
                  <a:gd name="connsiteY5" fmla="*/ 0 h 636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9414" h="636417">
                    <a:moveTo>
                      <a:pt x="550393" y="0"/>
                    </a:moveTo>
                    <a:lnTo>
                      <a:pt x="1266219" y="9525"/>
                    </a:lnTo>
                    <a:cubicBezTo>
                      <a:pt x="1580544" y="298450"/>
                      <a:pt x="1170969" y="765175"/>
                      <a:pt x="878869" y="584200"/>
                    </a:cubicBezTo>
                    <a:cubicBezTo>
                      <a:pt x="760867" y="622300"/>
                      <a:pt x="642865" y="673100"/>
                      <a:pt x="524863" y="596900"/>
                    </a:cubicBezTo>
                    <a:cubicBezTo>
                      <a:pt x="461406" y="618067"/>
                      <a:pt x="442400" y="645583"/>
                      <a:pt x="334493" y="603250"/>
                    </a:cubicBezTo>
                    <a:cubicBezTo>
                      <a:pt x="-212665" y="579967"/>
                      <a:pt x="-51799" y="16933"/>
                      <a:pt x="550393" y="0"/>
                    </a:cubicBezTo>
                    <a:close/>
                  </a:path>
                </a:pathLst>
              </a:custGeom>
              <a:solidFill>
                <a:srgbClr val="FED18E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5B20C4A-72D8-0223-60C9-342621F267C0}"/>
                  </a:ext>
                </a:extLst>
              </p:cNvPr>
              <p:cNvSpPr/>
              <p:nvPr/>
            </p:nvSpPr>
            <p:spPr>
              <a:xfrm>
                <a:off x="4013121" y="4567029"/>
                <a:ext cx="2493531" cy="2854852"/>
              </a:xfrm>
              <a:custGeom>
                <a:avLst/>
                <a:gdLst>
                  <a:gd name="connsiteX0" fmla="*/ 0 w 1128574"/>
                  <a:gd name="connsiteY0" fmla="*/ 0 h 490504"/>
                  <a:gd name="connsiteX1" fmla="*/ 1128574 w 1128574"/>
                  <a:gd name="connsiteY1" fmla="*/ 0 h 490504"/>
                  <a:gd name="connsiteX2" fmla="*/ 1128574 w 1128574"/>
                  <a:gd name="connsiteY2" fmla="*/ 490504 h 490504"/>
                  <a:gd name="connsiteX3" fmla="*/ 0 w 1128574"/>
                  <a:gd name="connsiteY3" fmla="*/ 490504 h 490504"/>
                  <a:gd name="connsiteX4" fmla="*/ 0 w 1128574"/>
                  <a:gd name="connsiteY4" fmla="*/ 0 h 490504"/>
                  <a:gd name="connsiteX0" fmla="*/ 15498 w 1144072"/>
                  <a:gd name="connsiteY0" fmla="*/ 0 h 1900849"/>
                  <a:gd name="connsiteX1" fmla="*/ 1144072 w 1144072"/>
                  <a:gd name="connsiteY1" fmla="*/ 0 h 1900849"/>
                  <a:gd name="connsiteX2" fmla="*/ 1144072 w 1144072"/>
                  <a:gd name="connsiteY2" fmla="*/ 490504 h 1900849"/>
                  <a:gd name="connsiteX3" fmla="*/ 0 w 1144072"/>
                  <a:gd name="connsiteY3" fmla="*/ 1900849 h 1900849"/>
                  <a:gd name="connsiteX4" fmla="*/ 15498 w 1144072"/>
                  <a:gd name="connsiteY4" fmla="*/ 0 h 1900849"/>
                  <a:gd name="connsiteX0" fmla="*/ 15498 w 1144072"/>
                  <a:gd name="connsiteY0" fmla="*/ 0 h 2716189"/>
                  <a:gd name="connsiteX1" fmla="*/ 1144072 w 1144072"/>
                  <a:gd name="connsiteY1" fmla="*/ 0 h 2716189"/>
                  <a:gd name="connsiteX2" fmla="*/ 1144072 w 1144072"/>
                  <a:gd name="connsiteY2" fmla="*/ 490504 h 2716189"/>
                  <a:gd name="connsiteX3" fmla="*/ 0 w 1144072"/>
                  <a:gd name="connsiteY3" fmla="*/ 2716189 h 2716189"/>
                  <a:gd name="connsiteX4" fmla="*/ 15498 w 1144072"/>
                  <a:gd name="connsiteY4" fmla="*/ 0 h 2716189"/>
                  <a:gd name="connsiteX0" fmla="*/ 15498 w 1144072"/>
                  <a:gd name="connsiteY0" fmla="*/ 0 h 2834816"/>
                  <a:gd name="connsiteX1" fmla="*/ 1144072 w 1144072"/>
                  <a:gd name="connsiteY1" fmla="*/ 0 h 2834816"/>
                  <a:gd name="connsiteX2" fmla="*/ 1144072 w 1144072"/>
                  <a:gd name="connsiteY2" fmla="*/ 490504 h 2834816"/>
                  <a:gd name="connsiteX3" fmla="*/ 398951 w 1144072"/>
                  <a:gd name="connsiteY3" fmla="*/ 2834816 h 2834816"/>
                  <a:gd name="connsiteX4" fmla="*/ 0 w 1144072"/>
                  <a:gd name="connsiteY4" fmla="*/ 2716189 h 2834816"/>
                  <a:gd name="connsiteX5" fmla="*/ 15498 w 1144072"/>
                  <a:gd name="connsiteY5" fmla="*/ 0 h 2834816"/>
                  <a:gd name="connsiteX0" fmla="*/ 15498 w 1144072"/>
                  <a:gd name="connsiteY0" fmla="*/ 0 h 2893076"/>
                  <a:gd name="connsiteX1" fmla="*/ 1144072 w 1144072"/>
                  <a:gd name="connsiteY1" fmla="*/ 0 h 2893076"/>
                  <a:gd name="connsiteX2" fmla="*/ 1144072 w 1144072"/>
                  <a:gd name="connsiteY2" fmla="*/ 490504 h 2893076"/>
                  <a:gd name="connsiteX3" fmla="*/ 673271 w 1144072"/>
                  <a:gd name="connsiteY3" fmla="*/ 2682415 h 2893076"/>
                  <a:gd name="connsiteX4" fmla="*/ 398951 w 1144072"/>
                  <a:gd name="connsiteY4" fmla="*/ 2834816 h 2893076"/>
                  <a:gd name="connsiteX5" fmla="*/ 0 w 1144072"/>
                  <a:gd name="connsiteY5" fmla="*/ 2716189 h 2893076"/>
                  <a:gd name="connsiteX6" fmla="*/ 15498 w 1144072"/>
                  <a:gd name="connsiteY6" fmla="*/ 0 h 2893076"/>
                  <a:gd name="connsiteX0" fmla="*/ 455612 w 1584186"/>
                  <a:gd name="connsiteY0" fmla="*/ 0 h 2893076"/>
                  <a:gd name="connsiteX1" fmla="*/ 1584186 w 1584186"/>
                  <a:gd name="connsiteY1" fmla="*/ 0 h 2893076"/>
                  <a:gd name="connsiteX2" fmla="*/ 1584186 w 1584186"/>
                  <a:gd name="connsiteY2" fmla="*/ 490504 h 2893076"/>
                  <a:gd name="connsiteX3" fmla="*/ 1113385 w 1584186"/>
                  <a:gd name="connsiteY3" fmla="*/ 2682415 h 2893076"/>
                  <a:gd name="connsiteX4" fmla="*/ 839065 w 1584186"/>
                  <a:gd name="connsiteY4" fmla="*/ 2834816 h 2893076"/>
                  <a:gd name="connsiteX5" fmla="*/ 440114 w 1584186"/>
                  <a:gd name="connsiteY5" fmla="*/ 2716189 h 2893076"/>
                  <a:gd name="connsiteX6" fmla="*/ 455612 w 1584186"/>
                  <a:gd name="connsiteY6" fmla="*/ 0 h 2893076"/>
                  <a:gd name="connsiteX0" fmla="*/ 499407 w 1475581"/>
                  <a:gd name="connsiteY0" fmla="*/ 38100 h 2893076"/>
                  <a:gd name="connsiteX1" fmla="*/ 1475581 w 1475581"/>
                  <a:gd name="connsiteY1" fmla="*/ 0 h 2893076"/>
                  <a:gd name="connsiteX2" fmla="*/ 1475581 w 1475581"/>
                  <a:gd name="connsiteY2" fmla="*/ 490504 h 2893076"/>
                  <a:gd name="connsiteX3" fmla="*/ 1004780 w 1475581"/>
                  <a:gd name="connsiteY3" fmla="*/ 2682415 h 2893076"/>
                  <a:gd name="connsiteX4" fmla="*/ 730460 w 1475581"/>
                  <a:gd name="connsiteY4" fmla="*/ 2834816 h 2893076"/>
                  <a:gd name="connsiteX5" fmla="*/ 331509 w 1475581"/>
                  <a:gd name="connsiteY5" fmla="*/ 2716189 h 2893076"/>
                  <a:gd name="connsiteX6" fmla="*/ 499407 w 1475581"/>
                  <a:gd name="connsiteY6" fmla="*/ 38100 h 2893076"/>
                  <a:gd name="connsiteX0" fmla="*/ 633807 w 1609981"/>
                  <a:gd name="connsiteY0" fmla="*/ 38100 h 2893076"/>
                  <a:gd name="connsiteX1" fmla="*/ 1609981 w 1609981"/>
                  <a:gd name="connsiteY1" fmla="*/ 0 h 2893076"/>
                  <a:gd name="connsiteX2" fmla="*/ 1609981 w 1609981"/>
                  <a:gd name="connsiteY2" fmla="*/ 490504 h 2893076"/>
                  <a:gd name="connsiteX3" fmla="*/ 1139180 w 1609981"/>
                  <a:gd name="connsiteY3" fmla="*/ 2682415 h 2893076"/>
                  <a:gd name="connsiteX4" fmla="*/ 864860 w 1609981"/>
                  <a:gd name="connsiteY4" fmla="*/ 2834816 h 2893076"/>
                  <a:gd name="connsiteX5" fmla="*/ 465909 w 1609981"/>
                  <a:gd name="connsiteY5" fmla="*/ 2716189 h 2893076"/>
                  <a:gd name="connsiteX6" fmla="*/ 633807 w 1609981"/>
                  <a:gd name="connsiteY6" fmla="*/ 38100 h 2893076"/>
                  <a:gd name="connsiteX0" fmla="*/ 661523 w 1637697"/>
                  <a:gd name="connsiteY0" fmla="*/ 38100 h 2893076"/>
                  <a:gd name="connsiteX1" fmla="*/ 1637697 w 1637697"/>
                  <a:gd name="connsiteY1" fmla="*/ 0 h 2893076"/>
                  <a:gd name="connsiteX2" fmla="*/ 1637697 w 1637697"/>
                  <a:gd name="connsiteY2" fmla="*/ 490504 h 2893076"/>
                  <a:gd name="connsiteX3" fmla="*/ 1166896 w 1637697"/>
                  <a:gd name="connsiteY3" fmla="*/ 2682415 h 2893076"/>
                  <a:gd name="connsiteX4" fmla="*/ 892576 w 1637697"/>
                  <a:gd name="connsiteY4" fmla="*/ 2834816 h 2893076"/>
                  <a:gd name="connsiteX5" fmla="*/ 493625 w 1637697"/>
                  <a:gd name="connsiteY5" fmla="*/ 2716189 h 2893076"/>
                  <a:gd name="connsiteX6" fmla="*/ 661523 w 1637697"/>
                  <a:gd name="connsiteY6" fmla="*/ 38100 h 2893076"/>
                  <a:gd name="connsiteX0" fmla="*/ 608140 w 1584314"/>
                  <a:gd name="connsiteY0" fmla="*/ 38100 h 2893076"/>
                  <a:gd name="connsiteX1" fmla="*/ 1584314 w 1584314"/>
                  <a:gd name="connsiteY1" fmla="*/ 0 h 2893076"/>
                  <a:gd name="connsiteX2" fmla="*/ 1584314 w 1584314"/>
                  <a:gd name="connsiteY2" fmla="*/ 490504 h 2893076"/>
                  <a:gd name="connsiteX3" fmla="*/ 1113513 w 1584314"/>
                  <a:gd name="connsiteY3" fmla="*/ 2682415 h 2893076"/>
                  <a:gd name="connsiteX4" fmla="*/ 839193 w 1584314"/>
                  <a:gd name="connsiteY4" fmla="*/ 2834816 h 2893076"/>
                  <a:gd name="connsiteX5" fmla="*/ 440242 w 1584314"/>
                  <a:gd name="connsiteY5" fmla="*/ 2716189 h 2893076"/>
                  <a:gd name="connsiteX6" fmla="*/ 608140 w 1584314"/>
                  <a:gd name="connsiteY6" fmla="*/ 38100 h 2893076"/>
                  <a:gd name="connsiteX0" fmla="*/ 608140 w 1584314"/>
                  <a:gd name="connsiteY0" fmla="*/ 38100 h 2834816"/>
                  <a:gd name="connsiteX1" fmla="*/ 1584314 w 1584314"/>
                  <a:gd name="connsiteY1" fmla="*/ 0 h 2834816"/>
                  <a:gd name="connsiteX2" fmla="*/ 1584314 w 1584314"/>
                  <a:gd name="connsiteY2" fmla="*/ 490504 h 2834816"/>
                  <a:gd name="connsiteX3" fmla="*/ 1113513 w 1584314"/>
                  <a:gd name="connsiteY3" fmla="*/ 2682415 h 2834816"/>
                  <a:gd name="connsiteX4" fmla="*/ 839193 w 1584314"/>
                  <a:gd name="connsiteY4" fmla="*/ 2834816 h 2834816"/>
                  <a:gd name="connsiteX5" fmla="*/ 440242 w 1584314"/>
                  <a:gd name="connsiteY5" fmla="*/ 2716189 h 2834816"/>
                  <a:gd name="connsiteX6" fmla="*/ 608140 w 1584314"/>
                  <a:gd name="connsiteY6" fmla="*/ 38100 h 2834816"/>
                  <a:gd name="connsiteX0" fmla="*/ 608140 w 1584314"/>
                  <a:gd name="connsiteY0" fmla="*/ 38100 h 2834816"/>
                  <a:gd name="connsiteX1" fmla="*/ 1584314 w 1584314"/>
                  <a:gd name="connsiteY1" fmla="*/ 0 h 2834816"/>
                  <a:gd name="connsiteX2" fmla="*/ 1584314 w 1584314"/>
                  <a:gd name="connsiteY2" fmla="*/ 490504 h 2834816"/>
                  <a:gd name="connsiteX3" fmla="*/ 1387832 w 1584314"/>
                  <a:gd name="connsiteY3" fmla="*/ 2613835 h 2834816"/>
                  <a:gd name="connsiteX4" fmla="*/ 1113513 w 1584314"/>
                  <a:gd name="connsiteY4" fmla="*/ 2682415 h 2834816"/>
                  <a:gd name="connsiteX5" fmla="*/ 839193 w 1584314"/>
                  <a:gd name="connsiteY5" fmla="*/ 2834816 h 2834816"/>
                  <a:gd name="connsiteX6" fmla="*/ 440242 w 1584314"/>
                  <a:gd name="connsiteY6" fmla="*/ 2716189 h 2834816"/>
                  <a:gd name="connsiteX7" fmla="*/ 608140 w 1584314"/>
                  <a:gd name="connsiteY7" fmla="*/ 38100 h 2834816"/>
                  <a:gd name="connsiteX0" fmla="*/ 608140 w 1584314"/>
                  <a:gd name="connsiteY0" fmla="*/ 38100 h 2834816"/>
                  <a:gd name="connsiteX1" fmla="*/ 1584314 w 1584314"/>
                  <a:gd name="connsiteY1" fmla="*/ 0 h 2834816"/>
                  <a:gd name="connsiteX2" fmla="*/ 1584314 w 1584314"/>
                  <a:gd name="connsiteY2" fmla="*/ 490504 h 2834816"/>
                  <a:gd name="connsiteX3" fmla="*/ 1387832 w 1584314"/>
                  <a:gd name="connsiteY3" fmla="*/ 2613835 h 2834816"/>
                  <a:gd name="connsiteX4" fmla="*/ 1113513 w 1584314"/>
                  <a:gd name="connsiteY4" fmla="*/ 2682415 h 2834816"/>
                  <a:gd name="connsiteX5" fmla="*/ 839193 w 1584314"/>
                  <a:gd name="connsiteY5" fmla="*/ 2834816 h 2834816"/>
                  <a:gd name="connsiteX6" fmla="*/ 440242 w 1584314"/>
                  <a:gd name="connsiteY6" fmla="*/ 2716189 h 2834816"/>
                  <a:gd name="connsiteX7" fmla="*/ 608140 w 1584314"/>
                  <a:gd name="connsiteY7" fmla="*/ 38100 h 2834816"/>
                  <a:gd name="connsiteX0" fmla="*/ 608140 w 1667126"/>
                  <a:gd name="connsiteY0" fmla="*/ 38100 h 2924836"/>
                  <a:gd name="connsiteX1" fmla="*/ 1584314 w 1667126"/>
                  <a:gd name="connsiteY1" fmla="*/ 0 h 2924836"/>
                  <a:gd name="connsiteX2" fmla="*/ 1584314 w 1667126"/>
                  <a:gd name="connsiteY2" fmla="*/ 490504 h 2924836"/>
                  <a:gd name="connsiteX3" fmla="*/ 1662152 w 1667126"/>
                  <a:gd name="connsiteY3" fmla="*/ 2811955 h 2924836"/>
                  <a:gd name="connsiteX4" fmla="*/ 1387832 w 1667126"/>
                  <a:gd name="connsiteY4" fmla="*/ 2613835 h 2924836"/>
                  <a:gd name="connsiteX5" fmla="*/ 1113513 w 1667126"/>
                  <a:gd name="connsiteY5" fmla="*/ 2682415 h 2924836"/>
                  <a:gd name="connsiteX6" fmla="*/ 839193 w 1667126"/>
                  <a:gd name="connsiteY6" fmla="*/ 2834816 h 2924836"/>
                  <a:gd name="connsiteX7" fmla="*/ 440242 w 1667126"/>
                  <a:gd name="connsiteY7" fmla="*/ 2716189 h 2924836"/>
                  <a:gd name="connsiteX8" fmla="*/ 608140 w 1667126"/>
                  <a:gd name="connsiteY8" fmla="*/ 38100 h 2924836"/>
                  <a:gd name="connsiteX0" fmla="*/ 608140 w 2058729"/>
                  <a:gd name="connsiteY0" fmla="*/ 38100 h 2926549"/>
                  <a:gd name="connsiteX1" fmla="*/ 1584314 w 2058729"/>
                  <a:gd name="connsiteY1" fmla="*/ 0 h 2926549"/>
                  <a:gd name="connsiteX2" fmla="*/ 1584314 w 2058729"/>
                  <a:gd name="connsiteY2" fmla="*/ 490504 h 2926549"/>
                  <a:gd name="connsiteX3" fmla="*/ 2058392 w 2058729"/>
                  <a:gd name="connsiteY3" fmla="*/ 2735755 h 2926549"/>
                  <a:gd name="connsiteX4" fmla="*/ 1662152 w 2058729"/>
                  <a:gd name="connsiteY4" fmla="*/ 2811955 h 2926549"/>
                  <a:gd name="connsiteX5" fmla="*/ 1387832 w 2058729"/>
                  <a:gd name="connsiteY5" fmla="*/ 2613835 h 2926549"/>
                  <a:gd name="connsiteX6" fmla="*/ 1113513 w 2058729"/>
                  <a:gd name="connsiteY6" fmla="*/ 2682415 h 2926549"/>
                  <a:gd name="connsiteX7" fmla="*/ 839193 w 2058729"/>
                  <a:gd name="connsiteY7" fmla="*/ 2834816 h 2926549"/>
                  <a:gd name="connsiteX8" fmla="*/ 440242 w 2058729"/>
                  <a:gd name="connsiteY8" fmla="*/ 2716189 h 2926549"/>
                  <a:gd name="connsiteX9" fmla="*/ 608140 w 2058729"/>
                  <a:gd name="connsiteY9" fmla="*/ 38100 h 2926549"/>
                  <a:gd name="connsiteX0" fmla="*/ 608140 w 2164562"/>
                  <a:gd name="connsiteY0" fmla="*/ 38100 h 2834816"/>
                  <a:gd name="connsiteX1" fmla="*/ 1584314 w 2164562"/>
                  <a:gd name="connsiteY1" fmla="*/ 0 h 2834816"/>
                  <a:gd name="connsiteX2" fmla="*/ 1584314 w 2164562"/>
                  <a:gd name="connsiteY2" fmla="*/ 490504 h 2834816"/>
                  <a:gd name="connsiteX3" fmla="*/ 2134592 w 2164562"/>
                  <a:gd name="connsiteY3" fmla="*/ 2644315 h 2834816"/>
                  <a:gd name="connsiteX4" fmla="*/ 2058392 w 2164562"/>
                  <a:gd name="connsiteY4" fmla="*/ 2735755 h 2834816"/>
                  <a:gd name="connsiteX5" fmla="*/ 1662152 w 2164562"/>
                  <a:gd name="connsiteY5" fmla="*/ 2811955 h 2834816"/>
                  <a:gd name="connsiteX6" fmla="*/ 1387832 w 2164562"/>
                  <a:gd name="connsiteY6" fmla="*/ 2613835 h 2834816"/>
                  <a:gd name="connsiteX7" fmla="*/ 1113513 w 2164562"/>
                  <a:gd name="connsiteY7" fmla="*/ 2682415 h 2834816"/>
                  <a:gd name="connsiteX8" fmla="*/ 839193 w 2164562"/>
                  <a:gd name="connsiteY8" fmla="*/ 2834816 h 2834816"/>
                  <a:gd name="connsiteX9" fmla="*/ 440242 w 2164562"/>
                  <a:gd name="connsiteY9" fmla="*/ 2716189 h 2834816"/>
                  <a:gd name="connsiteX10" fmla="*/ 608140 w 2164562"/>
                  <a:gd name="connsiteY10" fmla="*/ 38100 h 2834816"/>
                  <a:gd name="connsiteX0" fmla="*/ 608140 w 2164562"/>
                  <a:gd name="connsiteY0" fmla="*/ 58136 h 2854852"/>
                  <a:gd name="connsiteX1" fmla="*/ 1584314 w 2164562"/>
                  <a:gd name="connsiteY1" fmla="*/ 20036 h 2854852"/>
                  <a:gd name="connsiteX2" fmla="*/ 2026274 w 2164562"/>
                  <a:gd name="connsiteY2" fmla="*/ 0 h 2854852"/>
                  <a:gd name="connsiteX3" fmla="*/ 2134592 w 2164562"/>
                  <a:gd name="connsiteY3" fmla="*/ 2664351 h 2854852"/>
                  <a:gd name="connsiteX4" fmla="*/ 2058392 w 2164562"/>
                  <a:gd name="connsiteY4" fmla="*/ 2755791 h 2854852"/>
                  <a:gd name="connsiteX5" fmla="*/ 1662152 w 2164562"/>
                  <a:gd name="connsiteY5" fmla="*/ 2831991 h 2854852"/>
                  <a:gd name="connsiteX6" fmla="*/ 1387832 w 2164562"/>
                  <a:gd name="connsiteY6" fmla="*/ 2633871 h 2854852"/>
                  <a:gd name="connsiteX7" fmla="*/ 1113513 w 2164562"/>
                  <a:gd name="connsiteY7" fmla="*/ 2702451 h 2854852"/>
                  <a:gd name="connsiteX8" fmla="*/ 839193 w 2164562"/>
                  <a:gd name="connsiteY8" fmla="*/ 2854852 h 2854852"/>
                  <a:gd name="connsiteX9" fmla="*/ 440242 w 2164562"/>
                  <a:gd name="connsiteY9" fmla="*/ 2736225 h 2854852"/>
                  <a:gd name="connsiteX10" fmla="*/ 608140 w 2164562"/>
                  <a:gd name="connsiteY10" fmla="*/ 58136 h 2854852"/>
                  <a:gd name="connsiteX0" fmla="*/ 608140 w 2259536"/>
                  <a:gd name="connsiteY0" fmla="*/ 58136 h 2854852"/>
                  <a:gd name="connsiteX1" fmla="*/ 1584314 w 2259536"/>
                  <a:gd name="connsiteY1" fmla="*/ 20036 h 2854852"/>
                  <a:gd name="connsiteX2" fmla="*/ 2026274 w 2259536"/>
                  <a:gd name="connsiteY2" fmla="*/ 0 h 2854852"/>
                  <a:gd name="connsiteX3" fmla="*/ 2134592 w 2259536"/>
                  <a:gd name="connsiteY3" fmla="*/ 2664351 h 2854852"/>
                  <a:gd name="connsiteX4" fmla="*/ 2058392 w 2259536"/>
                  <a:gd name="connsiteY4" fmla="*/ 2755791 h 2854852"/>
                  <a:gd name="connsiteX5" fmla="*/ 1662152 w 2259536"/>
                  <a:gd name="connsiteY5" fmla="*/ 2831991 h 2854852"/>
                  <a:gd name="connsiteX6" fmla="*/ 1387832 w 2259536"/>
                  <a:gd name="connsiteY6" fmla="*/ 2633871 h 2854852"/>
                  <a:gd name="connsiteX7" fmla="*/ 1113513 w 2259536"/>
                  <a:gd name="connsiteY7" fmla="*/ 2702451 h 2854852"/>
                  <a:gd name="connsiteX8" fmla="*/ 839193 w 2259536"/>
                  <a:gd name="connsiteY8" fmla="*/ 2854852 h 2854852"/>
                  <a:gd name="connsiteX9" fmla="*/ 440242 w 2259536"/>
                  <a:gd name="connsiteY9" fmla="*/ 2736225 h 2854852"/>
                  <a:gd name="connsiteX10" fmla="*/ 608140 w 2259536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7832 w 2507143"/>
                  <a:gd name="connsiteY6" fmla="*/ 2633871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7832 w 2507143"/>
                  <a:gd name="connsiteY6" fmla="*/ 2633871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7832 w 2507143"/>
                  <a:gd name="connsiteY6" fmla="*/ 2633871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7832 w 2507143"/>
                  <a:gd name="connsiteY6" fmla="*/ 2633871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3069 w 2507143"/>
                  <a:gd name="connsiteY6" fmla="*/ 2657684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3069 w 2507143"/>
                  <a:gd name="connsiteY6" fmla="*/ 2657684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3069 w 2507143"/>
                  <a:gd name="connsiteY6" fmla="*/ 2702134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08140 w 2507143"/>
                  <a:gd name="connsiteY0" fmla="*/ 58136 h 2854852"/>
                  <a:gd name="connsiteX1" fmla="*/ 1584314 w 2507143"/>
                  <a:gd name="connsiteY1" fmla="*/ 20036 h 2854852"/>
                  <a:gd name="connsiteX2" fmla="*/ 2026274 w 2507143"/>
                  <a:gd name="connsiteY2" fmla="*/ 0 h 2854852"/>
                  <a:gd name="connsiteX3" fmla="*/ 2134592 w 2507143"/>
                  <a:gd name="connsiteY3" fmla="*/ 2664351 h 2854852"/>
                  <a:gd name="connsiteX4" fmla="*/ 2058392 w 2507143"/>
                  <a:gd name="connsiteY4" fmla="*/ 2755791 h 2854852"/>
                  <a:gd name="connsiteX5" fmla="*/ 1662152 w 2507143"/>
                  <a:gd name="connsiteY5" fmla="*/ 2831991 h 2854852"/>
                  <a:gd name="connsiteX6" fmla="*/ 1383069 w 2507143"/>
                  <a:gd name="connsiteY6" fmla="*/ 2702134 h 2854852"/>
                  <a:gd name="connsiteX7" fmla="*/ 1113513 w 2507143"/>
                  <a:gd name="connsiteY7" fmla="*/ 2702451 h 2854852"/>
                  <a:gd name="connsiteX8" fmla="*/ 839193 w 2507143"/>
                  <a:gd name="connsiteY8" fmla="*/ 2854852 h 2854852"/>
                  <a:gd name="connsiteX9" fmla="*/ 440242 w 2507143"/>
                  <a:gd name="connsiteY9" fmla="*/ 2736225 h 2854852"/>
                  <a:gd name="connsiteX10" fmla="*/ 608140 w 2507143"/>
                  <a:gd name="connsiteY10" fmla="*/ 58136 h 2854852"/>
                  <a:gd name="connsiteX0" fmla="*/ 616609 w 2515612"/>
                  <a:gd name="connsiteY0" fmla="*/ 58136 h 2854852"/>
                  <a:gd name="connsiteX1" fmla="*/ 1592783 w 2515612"/>
                  <a:gd name="connsiteY1" fmla="*/ 20036 h 2854852"/>
                  <a:gd name="connsiteX2" fmla="*/ 2034743 w 2515612"/>
                  <a:gd name="connsiteY2" fmla="*/ 0 h 2854852"/>
                  <a:gd name="connsiteX3" fmla="*/ 2143061 w 2515612"/>
                  <a:gd name="connsiteY3" fmla="*/ 2664351 h 2854852"/>
                  <a:gd name="connsiteX4" fmla="*/ 2066861 w 2515612"/>
                  <a:gd name="connsiteY4" fmla="*/ 2755791 h 2854852"/>
                  <a:gd name="connsiteX5" fmla="*/ 1670621 w 2515612"/>
                  <a:gd name="connsiteY5" fmla="*/ 2831991 h 2854852"/>
                  <a:gd name="connsiteX6" fmla="*/ 1391538 w 2515612"/>
                  <a:gd name="connsiteY6" fmla="*/ 2702134 h 2854852"/>
                  <a:gd name="connsiteX7" fmla="*/ 1121982 w 2515612"/>
                  <a:gd name="connsiteY7" fmla="*/ 2702451 h 2854852"/>
                  <a:gd name="connsiteX8" fmla="*/ 847662 w 2515612"/>
                  <a:gd name="connsiteY8" fmla="*/ 2854852 h 2854852"/>
                  <a:gd name="connsiteX9" fmla="*/ 423311 w 2515612"/>
                  <a:gd name="connsiteY9" fmla="*/ 2736225 h 2854852"/>
                  <a:gd name="connsiteX10" fmla="*/ 616609 w 2515612"/>
                  <a:gd name="connsiteY10" fmla="*/ 58136 h 2854852"/>
                  <a:gd name="connsiteX0" fmla="*/ 648084 w 2458187"/>
                  <a:gd name="connsiteY0" fmla="*/ 58136 h 2854852"/>
                  <a:gd name="connsiteX1" fmla="*/ 1535358 w 2458187"/>
                  <a:gd name="connsiteY1" fmla="*/ 20036 h 2854852"/>
                  <a:gd name="connsiteX2" fmla="*/ 1977318 w 2458187"/>
                  <a:gd name="connsiteY2" fmla="*/ 0 h 2854852"/>
                  <a:gd name="connsiteX3" fmla="*/ 2085636 w 2458187"/>
                  <a:gd name="connsiteY3" fmla="*/ 2664351 h 2854852"/>
                  <a:gd name="connsiteX4" fmla="*/ 2009436 w 2458187"/>
                  <a:gd name="connsiteY4" fmla="*/ 2755791 h 2854852"/>
                  <a:gd name="connsiteX5" fmla="*/ 1613196 w 2458187"/>
                  <a:gd name="connsiteY5" fmla="*/ 2831991 h 2854852"/>
                  <a:gd name="connsiteX6" fmla="*/ 1334113 w 2458187"/>
                  <a:gd name="connsiteY6" fmla="*/ 2702134 h 2854852"/>
                  <a:gd name="connsiteX7" fmla="*/ 1064557 w 2458187"/>
                  <a:gd name="connsiteY7" fmla="*/ 2702451 h 2854852"/>
                  <a:gd name="connsiteX8" fmla="*/ 790237 w 2458187"/>
                  <a:gd name="connsiteY8" fmla="*/ 2854852 h 2854852"/>
                  <a:gd name="connsiteX9" fmla="*/ 365886 w 2458187"/>
                  <a:gd name="connsiteY9" fmla="*/ 2736225 h 2854852"/>
                  <a:gd name="connsiteX10" fmla="*/ 648084 w 2458187"/>
                  <a:gd name="connsiteY10" fmla="*/ 58136 h 2854852"/>
                  <a:gd name="connsiteX0" fmla="*/ 683428 w 2493531"/>
                  <a:gd name="connsiteY0" fmla="*/ 58136 h 2854852"/>
                  <a:gd name="connsiteX1" fmla="*/ 1570702 w 2493531"/>
                  <a:gd name="connsiteY1" fmla="*/ 20036 h 2854852"/>
                  <a:gd name="connsiteX2" fmla="*/ 2012662 w 2493531"/>
                  <a:gd name="connsiteY2" fmla="*/ 0 h 2854852"/>
                  <a:gd name="connsiteX3" fmla="*/ 2120980 w 2493531"/>
                  <a:gd name="connsiteY3" fmla="*/ 2664351 h 2854852"/>
                  <a:gd name="connsiteX4" fmla="*/ 2044780 w 2493531"/>
                  <a:gd name="connsiteY4" fmla="*/ 2755791 h 2854852"/>
                  <a:gd name="connsiteX5" fmla="*/ 1648540 w 2493531"/>
                  <a:gd name="connsiteY5" fmla="*/ 2831991 h 2854852"/>
                  <a:gd name="connsiteX6" fmla="*/ 1369457 w 2493531"/>
                  <a:gd name="connsiteY6" fmla="*/ 2702134 h 2854852"/>
                  <a:gd name="connsiteX7" fmla="*/ 1099901 w 2493531"/>
                  <a:gd name="connsiteY7" fmla="*/ 2702451 h 2854852"/>
                  <a:gd name="connsiteX8" fmla="*/ 825581 w 2493531"/>
                  <a:gd name="connsiteY8" fmla="*/ 2854852 h 2854852"/>
                  <a:gd name="connsiteX9" fmla="*/ 401230 w 2493531"/>
                  <a:gd name="connsiteY9" fmla="*/ 2736225 h 2854852"/>
                  <a:gd name="connsiteX10" fmla="*/ 683428 w 2493531"/>
                  <a:gd name="connsiteY10" fmla="*/ 58136 h 2854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93531" h="2854852">
                    <a:moveTo>
                      <a:pt x="683428" y="58136"/>
                    </a:moveTo>
                    <a:lnTo>
                      <a:pt x="1570702" y="20036"/>
                    </a:lnTo>
                    <a:lnTo>
                      <a:pt x="2012662" y="0"/>
                    </a:lnTo>
                    <a:cubicBezTo>
                      <a:pt x="2512045" y="438179"/>
                      <a:pt x="2735387" y="1208103"/>
                      <a:pt x="2120980" y="2664351"/>
                    </a:cubicBezTo>
                    <a:cubicBezTo>
                      <a:pt x="2070453" y="2680419"/>
                      <a:pt x="2104470" y="2710071"/>
                      <a:pt x="2044780" y="2755791"/>
                    </a:cubicBezTo>
                    <a:cubicBezTo>
                      <a:pt x="1985090" y="2801511"/>
                      <a:pt x="1692990" y="2819291"/>
                      <a:pt x="1648540" y="2831991"/>
                    </a:cubicBezTo>
                    <a:cubicBezTo>
                      <a:pt x="1604090" y="2844691"/>
                      <a:pt x="1356757" y="2872314"/>
                      <a:pt x="1369457" y="2702134"/>
                    </a:cubicBezTo>
                    <a:cubicBezTo>
                      <a:pt x="1364650" y="2723282"/>
                      <a:pt x="1155781" y="2637681"/>
                      <a:pt x="1099901" y="2702451"/>
                    </a:cubicBezTo>
                    <a:cubicBezTo>
                      <a:pt x="990954" y="2803610"/>
                      <a:pt x="914933" y="2812393"/>
                      <a:pt x="825581" y="2854852"/>
                    </a:cubicBezTo>
                    <a:lnTo>
                      <a:pt x="401230" y="2736225"/>
                    </a:lnTo>
                    <a:cubicBezTo>
                      <a:pt x="299716" y="2638549"/>
                      <a:pt x="-600628" y="378062"/>
                      <a:pt x="683428" y="58136"/>
                    </a:cubicBezTo>
                    <a:close/>
                  </a:path>
                </a:pathLst>
              </a:custGeom>
              <a:solidFill>
                <a:srgbClr val="972E0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A9A7DBC9-AE1C-011F-104A-2DECD4DEC0F0}"/>
                  </a:ext>
                </a:extLst>
              </p:cNvPr>
              <p:cNvGrpSpPr/>
              <p:nvPr/>
            </p:nvGrpSpPr>
            <p:grpSpPr>
              <a:xfrm flipH="1">
                <a:off x="7237798" y="1346801"/>
                <a:ext cx="2180518" cy="2476615"/>
                <a:chOff x="1193791" y="1377153"/>
                <a:chExt cx="2180518" cy="2476615"/>
              </a:xfrm>
            </p:grpSpPr>
            <p:sp>
              <p:nvSpPr>
                <p:cNvPr id="66" name="Oval 41">
                  <a:extLst>
                    <a:ext uri="{FF2B5EF4-FFF2-40B4-BE49-F238E27FC236}">
                      <a16:creationId xmlns:a16="http://schemas.microsoft.com/office/drawing/2014/main" id="{2966A706-60B5-999A-B02F-B581829782EA}"/>
                    </a:ext>
                  </a:extLst>
                </p:cNvPr>
                <p:cNvSpPr/>
                <p:nvPr/>
              </p:nvSpPr>
              <p:spPr>
                <a:xfrm rot="3066816">
                  <a:off x="1076094" y="1494850"/>
                  <a:ext cx="2415912" cy="2180518"/>
                </a:xfrm>
                <a:custGeom>
                  <a:avLst/>
                  <a:gdLst>
                    <a:gd name="connsiteX0" fmla="*/ 0 w 2468836"/>
                    <a:gd name="connsiteY0" fmla="*/ 1089957 h 2179914"/>
                    <a:gd name="connsiteX1" fmla="*/ 1234418 w 2468836"/>
                    <a:gd name="connsiteY1" fmla="*/ 0 h 2179914"/>
                    <a:gd name="connsiteX2" fmla="*/ 2468836 w 2468836"/>
                    <a:gd name="connsiteY2" fmla="*/ 1089957 h 2179914"/>
                    <a:gd name="connsiteX3" fmla="*/ 1234418 w 2468836"/>
                    <a:gd name="connsiteY3" fmla="*/ 2179914 h 2179914"/>
                    <a:gd name="connsiteX4" fmla="*/ 0 w 2468836"/>
                    <a:gd name="connsiteY4" fmla="*/ 1089957 h 2179914"/>
                    <a:gd name="connsiteX0" fmla="*/ 0 w 2415912"/>
                    <a:gd name="connsiteY0" fmla="*/ 1090285 h 2180518"/>
                    <a:gd name="connsiteX1" fmla="*/ 1234418 w 2415912"/>
                    <a:gd name="connsiteY1" fmla="*/ 328 h 2180518"/>
                    <a:gd name="connsiteX2" fmla="*/ 2415912 w 2415912"/>
                    <a:gd name="connsiteY2" fmla="*/ 1007780 h 2180518"/>
                    <a:gd name="connsiteX3" fmla="*/ 1234418 w 2415912"/>
                    <a:gd name="connsiteY3" fmla="*/ 2180242 h 2180518"/>
                    <a:gd name="connsiteX4" fmla="*/ 0 w 2415912"/>
                    <a:gd name="connsiteY4" fmla="*/ 1090285 h 2180518"/>
                    <a:gd name="connsiteX0" fmla="*/ 0 w 2415912"/>
                    <a:gd name="connsiteY0" fmla="*/ 1090285 h 2180518"/>
                    <a:gd name="connsiteX1" fmla="*/ 1234418 w 2415912"/>
                    <a:gd name="connsiteY1" fmla="*/ 328 h 2180518"/>
                    <a:gd name="connsiteX2" fmla="*/ 2415912 w 2415912"/>
                    <a:gd name="connsiteY2" fmla="*/ 1007780 h 2180518"/>
                    <a:gd name="connsiteX3" fmla="*/ 1234418 w 2415912"/>
                    <a:gd name="connsiteY3" fmla="*/ 2180242 h 2180518"/>
                    <a:gd name="connsiteX4" fmla="*/ 0 w 2415912"/>
                    <a:gd name="connsiteY4" fmla="*/ 1090285 h 2180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5912" h="2180518">
                      <a:moveTo>
                        <a:pt x="0" y="1090285"/>
                      </a:moveTo>
                      <a:cubicBezTo>
                        <a:pt x="0" y="488318"/>
                        <a:pt x="568037" y="-2831"/>
                        <a:pt x="1234418" y="328"/>
                      </a:cubicBezTo>
                      <a:cubicBezTo>
                        <a:pt x="1637070" y="-13423"/>
                        <a:pt x="2415912" y="405813"/>
                        <a:pt x="2415912" y="1007780"/>
                      </a:cubicBezTo>
                      <a:cubicBezTo>
                        <a:pt x="2415912" y="1609747"/>
                        <a:pt x="1637070" y="2166491"/>
                        <a:pt x="1234418" y="2180242"/>
                      </a:cubicBezTo>
                      <a:cubicBezTo>
                        <a:pt x="831766" y="2193993"/>
                        <a:pt x="0" y="1692252"/>
                        <a:pt x="0" y="1090285"/>
                      </a:cubicBezTo>
                      <a:close/>
                    </a:path>
                  </a:pathLst>
                </a:custGeom>
                <a:solidFill>
                  <a:srgbClr val="972E06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B443B004-2B86-A570-C0F2-5666DDB213EB}"/>
                    </a:ext>
                  </a:extLst>
                </p:cNvPr>
                <p:cNvSpPr/>
                <p:nvPr/>
              </p:nvSpPr>
              <p:spPr>
                <a:xfrm rot="3066816">
                  <a:off x="1222917" y="1878334"/>
                  <a:ext cx="2081710" cy="1869157"/>
                </a:xfrm>
                <a:custGeom>
                  <a:avLst/>
                  <a:gdLst>
                    <a:gd name="connsiteX0" fmla="*/ 192952 w 2081710"/>
                    <a:gd name="connsiteY0" fmla="*/ 429649 h 1869157"/>
                    <a:gd name="connsiteX1" fmla="*/ 1096594 w 2081710"/>
                    <a:gd name="connsiteY1" fmla="*/ 279014 h 1869157"/>
                    <a:gd name="connsiteX2" fmla="*/ 1623155 w 2081710"/>
                    <a:gd name="connsiteY2" fmla="*/ 160054 h 1869157"/>
                    <a:gd name="connsiteX3" fmla="*/ 1996034 w 2081710"/>
                    <a:gd name="connsiteY3" fmla="*/ 431391 h 1869157"/>
                    <a:gd name="connsiteX4" fmla="*/ 2056788 w 2081710"/>
                    <a:gd name="connsiteY4" fmla="*/ 518669 h 1869157"/>
                    <a:gd name="connsiteX5" fmla="*/ 2072865 w 2081710"/>
                    <a:gd name="connsiteY5" fmla="*/ 585752 h 1869157"/>
                    <a:gd name="connsiteX6" fmla="*/ 2081710 w 2081710"/>
                    <a:gd name="connsiteY6" fmla="*/ 696419 h 1869157"/>
                    <a:gd name="connsiteX7" fmla="*/ 900216 w 2081710"/>
                    <a:gd name="connsiteY7" fmla="*/ 1868881 h 1869157"/>
                    <a:gd name="connsiteX8" fmla="*/ 230916 w 2081710"/>
                    <a:gd name="connsiteY8" fmla="*/ 1625698 h 1869157"/>
                    <a:gd name="connsiteX9" fmla="*/ 222131 w 2081710"/>
                    <a:gd name="connsiteY9" fmla="*/ 1619400 h 1869157"/>
                    <a:gd name="connsiteX10" fmla="*/ 187256 w 2081710"/>
                    <a:gd name="connsiteY10" fmla="*/ 1576385 h 1869157"/>
                    <a:gd name="connsiteX11" fmla="*/ 192952 w 2081710"/>
                    <a:gd name="connsiteY11" fmla="*/ 429649 h 1869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81710" h="1869157">
                      <a:moveTo>
                        <a:pt x="192952" y="429649"/>
                      </a:moveTo>
                      <a:cubicBezTo>
                        <a:pt x="372811" y="222768"/>
                        <a:pt x="676586" y="126965"/>
                        <a:pt x="1096594" y="279014"/>
                      </a:cubicBezTo>
                      <a:cubicBezTo>
                        <a:pt x="1221978" y="-29642"/>
                        <a:pt x="1429428" y="-100968"/>
                        <a:pt x="1623155" y="160054"/>
                      </a:cubicBezTo>
                      <a:cubicBezTo>
                        <a:pt x="1710351" y="132644"/>
                        <a:pt x="1858442" y="247885"/>
                        <a:pt x="1996034" y="431391"/>
                      </a:cubicBezTo>
                      <a:lnTo>
                        <a:pt x="2056788" y="518669"/>
                      </a:lnTo>
                      <a:lnTo>
                        <a:pt x="2072865" y="585752"/>
                      </a:lnTo>
                      <a:cubicBezTo>
                        <a:pt x="2078668" y="621887"/>
                        <a:pt x="2081710" y="658796"/>
                        <a:pt x="2081710" y="696419"/>
                      </a:cubicBezTo>
                      <a:cubicBezTo>
                        <a:pt x="2081710" y="1298386"/>
                        <a:pt x="1302868" y="1855130"/>
                        <a:pt x="900216" y="1868881"/>
                      </a:cubicBezTo>
                      <a:cubicBezTo>
                        <a:pt x="724056" y="1874897"/>
                        <a:pt x="465761" y="1782245"/>
                        <a:pt x="230916" y="1625698"/>
                      </a:cubicBezTo>
                      <a:lnTo>
                        <a:pt x="222131" y="1619400"/>
                      </a:lnTo>
                      <a:lnTo>
                        <a:pt x="187256" y="1576385"/>
                      </a:lnTo>
                      <a:cubicBezTo>
                        <a:pt x="-67777" y="1226628"/>
                        <a:pt x="-58851" y="719281"/>
                        <a:pt x="192952" y="429649"/>
                      </a:cubicBezTo>
                      <a:close/>
                    </a:path>
                  </a:pathLst>
                </a:custGeom>
                <a:solidFill>
                  <a:srgbClr val="FED18E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D57A0B23-916F-77CB-DB63-33388A58782A}"/>
                  </a:ext>
                </a:extLst>
              </p:cNvPr>
              <p:cNvGrpSpPr/>
              <p:nvPr/>
            </p:nvGrpSpPr>
            <p:grpSpPr>
              <a:xfrm>
                <a:off x="1193791" y="1377153"/>
                <a:ext cx="2180518" cy="2476615"/>
                <a:chOff x="1193791" y="1377153"/>
                <a:chExt cx="2180518" cy="2476615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A971393B-ADD3-E834-8B23-602F99E27E65}"/>
                    </a:ext>
                  </a:extLst>
                </p:cNvPr>
                <p:cNvSpPr/>
                <p:nvPr/>
              </p:nvSpPr>
              <p:spPr>
                <a:xfrm rot="3066816">
                  <a:off x="1076094" y="1494850"/>
                  <a:ext cx="2415912" cy="2180518"/>
                </a:xfrm>
                <a:custGeom>
                  <a:avLst/>
                  <a:gdLst>
                    <a:gd name="connsiteX0" fmla="*/ 0 w 2468836"/>
                    <a:gd name="connsiteY0" fmla="*/ 1089957 h 2179914"/>
                    <a:gd name="connsiteX1" fmla="*/ 1234418 w 2468836"/>
                    <a:gd name="connsiteY1" fmla="*/ 0 h 2179914"/>
                    <a:gd name="connsiteX2" fmla="*/ 2468836 w 2468836"/>
                    <a:gd name="connsiteY2" fmla="*/ 1089957 h 2179914"/>
                    <a:gd name="connsiteX3" fmla="*/ 1234418 w 2468836"/>
                    <a:gd name="connsiteY3" fmla="*/ 2179914 h 2179914"/>
                    <a:gd name="connsiteX4" fmla="*/ 0 w 2468836"/>
                    <a:gd name="connsiteY4" fmla="*/ 1089957 h 2179914"/>
                    <a:gd name="connsiteX0" fmla="*/ 0 w 2415912"/>
                    <a:gd name="connsiteY0" fmla="*/ 1090285 h 2180518"/>
                    <a:gd name="connsiteX1" fmla="*/ 1234418 w 2415912"/>
                    <a:gd name="connsiteY1" fmla="*/ 328 h 2180518"/>
                    <a:gd name="connsiteX2" fmla="*/ 2415912 w 2415912"/>
                    <a:gd name="connsiteY2" fmla="*/ 1007780 h 2180518"/>
                    <a:gd name="connsiteX3" fmla="*/ 1234418 w 2415912"/>
                    <a:gd name="connsiteY3" fmla="*/ 2180242 h 2180518"/>
                    <a:gd name="connsiteX4" fmla="*/ 0 w 2415912"/>
                    <a:gd name="connsiteY4" fmla="*/ 1090285 h 2180518"/>
                    <a:gd name="connsiteX0" fmla="*/ 0 w 2415912"/>
                    <a:gd name="connsiteY0" fmla="*/ 1090285 h 2180518"/>
                    <a:gd name="connsiteX1" fmla="*/ 1234418 w 2415912"/>
                    <a:gd name="connsiteY1" fmla="*/ 328 h 2180518"/>
                    <a:gd name="connsiteX2" fmla="*/ 2415912 w 2415912"/>
                    <a:gd name="connsiteY2" fmla="*/ 1007780 h 2180518"/>
                    <a:gd name="connsiteX3" fmla="*/ 1234418 w 2415912"/>
                    <a:gd name="connsiteY3" fmla="*/ 2180242 h 2180518"/>
                    <a:gd name="connsiteX4" fmla="*/ 0 w 2415912"/>
                    <a:gd name="connsiteY4" fmla="*/ 1090285 h 2180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15912" h="2180518">
                      <a:moveTo>
                        <a:pt x="0" y="1090285"/>
                      </a:moveTo>
                      <a:cubicBezTo>
                        <a:pt x="0" y="488318"/>
                        <a:pt x="568037" y="-2831"/>
                        <a:pt x="1234418" y="328"/>
                      </a:cubicBezTo>
                      <a:cubicBezTo>
                        <a:pt x="1637070" y="-13423"/>
                        <a:pt x="2415912" y="405813"/>
                        <a:pt x="2415912" y="1007780"/>
                      </a:cubicBezTo>
                      <a:cubicBezTo>
                        <a:pt x="2415912" y="1609747"/>
                        <a:pt x="1637070" y="2166491"/>
                        <a:pt x="1234418" y="2180242"/>
                      </a:cubicBezTo>
                      <a:cubicBezTo>
                        <a:pt x="831766" y="2193993"/>
                        <a:pt x="0" y="1692252"/>
                        <a:pt x="0" y="1090285"/>
                      </a:cubicBezTo>
                      <a:close/>
                    </a:path>
                  </a:pathLst>
                </a:custGeom>
                <a:solidFill>
                  <a:srgbClr val="972E06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3488E20B-038C-00FB-1265-A0F91A43F171}"/>
                    </a:ext>
                  </a:extLst>
                </p:cNvPr>
                <p:cNvSpPr/>
                <p:nvPr/>
              </p:nvSpPr>
              <p:spPr>
                <a:xfrm rot="3066816">
                  <a:off x="1222917" y="1878334"/>
                  <a:ext cx="2081710" cy="1869157"/>
                </a:xfrm>
                <a:custGeom>
                  <a:avLst/>
                  <a:gdLst>
                    <a:gd name="connsiteX0" fmla="*/ 192952 w 2081710"/>
                    <a:gd name="connsiteY0" fmla="*/ 429649 h 1869157"/>
                    <a:gd name="connsiteX1" fmla="*/ 1096594 w 2081710"/>
                    <a:gd name="connsiteY1" fmla="*/ 279014 h 1869157"/>
                    <a:gd name="connsiteX2" fmla="*/ 1623155 w 2081710"/>
                    <a:gd name="connsiteY2" fmla="*/ 160054 h 1869157"/>
                    <a:gd name="connsiteX3" fmla="*/ 1996034 w 2081710"/>
                    <a:gd name="connsiteY3" fmla="*/ 431391 h 1869157"/>
                    <a:gd name="connsiteX4" fmla="*/ 2056788 w 2081710"/>
                    <a:gd name="connsiteY4" fmla="*/ 518669 h 1869157"/>
                    <a:gd name="connsiteX5" fmla="*/ 2072865 w 2081710"/>
                    <a:gd name="connsiteY5" fmla="*/ 585752 h 1869157"/>
                    <a:gd name="connsiteX6" fmla="*/ 2081710 w 2081710"/>
                    <a:gd name="connsiteY6" fmla="*/ 696419 h 1869157"/>
                    <a:gd name="connsiteX7" fmla="*/ 900216 w 2081710"/>
                    <a:gd name="connsiteY7" fmla="*/ 1868881 h 1869157"/>
                    <a:gd name="connsiteX8" fmla="*/ 230916 w 2081710"/>
                    <a:gd name="connsiteY8" fmla="*/ 1625698 h 1869157"/>
                    <a:gd name="connsiteX9" fmla="*/ 222131 w 2081710"/>
                    <a:gd name="connsiteY9" fmla="*/ 1619400 h 1869157"/>
                    <a:gd name="connsiteX10" fmla="*/ 187256 w 2081710"/>
                    <a:gd name="connsiteY10" fmla="*/ 1576385 h 1869157"/>
                    <a:gd name="connsiteX11" fmla="*/ 192952 w 2081710"/>
                    <a:gd name="connsiteY11" fmla="*/ 429649 h 1869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81710" h="1869157">
                      <a:moveTo>
                        <a:pt x="192952" y="429649"/>
                      </a:moveTo>
                      <a:cubicBezTo>
                        <a:pt x="372811" y="222768"/>
                        <a:pt x="676586" y="126965"/>
                        <a:pt x="1096594" y="279014"/>
                      </a:cubicBezTo>
                      <a:cubicBezTo>
                        <a:pt x="1221978" y="-29642"/>
                        <a:pt x="1429428" y="-100968"/>
                        <a:pt x="1623155" y="160054"/>
                      </a:cubicBezTo>
                      <a:cubicBezTo>
                        <a:pt x="1710351" y="132644"/>
                        <a:pt x="1858442" y="247885"/>
                        <a:pt x="1996034" y="431391"/>
                      </a:cubicBezTo>
                      <a:lnTo>
                        <a:pt x="2056788" y="518669"/>
                      </a:lnTo>
                      <a:lnTo>
                        <a:pt x="2072865" y="585752"/>
                      </a:lnTo>
                      <a:cubicBezTo>
                        <a:pt x="2078668" y="621887"/>
                        <a:pt x="2081710" y="658796"/>
                        <a:pt x="2081710" y="696419"/>
                      </a:cubicBezTo>
                      <a:cubicBezTo>
                        <a:pt x="2081710" y="1298386"/>
                        <a:pt x="1302868" y="1855130"/>
                        <a:pt x="900216" y="1868881"/>
                      </a:cubicBezTo>
                      <a:cubicBezTo>
                        <a:pt x="724056" y="1874897"/>
                        <a:pt x="465761" y="1782245"/>
                        <a:pt x="230916" y="1625698"/>
                      </a:cubicBezTo>
                      <a:lnTo>
                        <a:pt x="222131" y="1619400"/>
                      </a:lnTo>
                      <a:lnTo>
                        <a:pt x="187256" y="1576385"/>
                      </a:lnTo>
                      <a:cubicBezTo>
                        <a:pt x="-67777" y="1226628"/>
                        <a:pt x="-58851" y="719281"/>
                        <a:pt x="192952" y="429649"/>
                      </a:cubicBezTo>
                      <a:close/>
                    </a:path>
                  </a:pathLst>
                </a:custGeom>
                <a:solidFill>
                  <a:srgbClr val="FED18E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0EE6100-D1C0-71F8-4734-3924CC74C9C4}"/>
                  </a:ext>
                </a:extLst>
              </p:cNvPr>
              <p:cNvSpPr/>
              <p:nvPr/>
            </p:nvSpPr>
            <p:spPr>
              <a:xfrm>
                <a:off x="2598058" y="650930"/>
                <a:ext cx="5339044" cy="4231200"/>
              </a:xfrm>
              <a:custGeom>
                <a:avLst/>
                <a:gdLst>
                  <a:gd name="connsiteX0" fmla="*/ 0 w 5339043"/>
                  <a:gd name="connsiteY0" fmla="*/ 2115519 h 4231037"/>
                  <a:gd name="connsiteX1" fmla="*/ 2669522 w 5339043"/>
                  <a:gd name="connsiteY1" fmla="*/ 0 h 4231037"/>
                  <a:gd name="connsiteX2" fmla="*/ 5339044 w 5339043"/>
                  <a:gd name="connsiteY2" fmla="*/ 2115519 h 4231037"/>
                  <a:gd name="connsiteX3" fmla="*/ 2669522 w 5339043"/>
                  <a:gd name="connsiteY3" fmla="*/ 4231038 h 4231037"/>
                  <a:gd name="connsiteX4" fmla="*/ 0 w 5339043"/>
                  <a:gd name="connsiteY4" fmla="*/ 2115519 h 4231037"/>
                  <a:gd name="connsiteX0" fmla="*/ 0 w 5339044"/>
                  <a:gd name="connsiteY0" fmla="*/ 2115519 h 4231200"/>
                  <a:gd name="connsiteX1" fmla="*/ 2669522 w 5339044"/>
                  <a:gd name="connsiteY1" fmla="*/ 0 h 4231200"/>
                  <a:gd name="connsiteX2" fmla="*/ 5339044 w 5339044"/>
                  <a:gd name="connsiteY2" fmla="*/ 2115519 h 4231200"/>
                  <a:gd name="connsiteX3" fmla="*/ 2669522 w 5339044"/>
                  <a:gd name="connsiteY3" fmla="*/ 4231038 h 4231200"/>
                  <a:gd name="connsiteX4" fmla="*/ 0 w 5339044"/>
                  <a:gd name="connsiteY4" fmla="*/ 2115519 h 4231200"/>
                  <a:gd name="connsiteX0" fmla="*/ 0 w 5339044"/>
                  <a:gd name="connsiteY0" fmla="*/ 2115519 h 4231200"/>
                  <a:gd name="connsiteX1" fmla="*/ 2669522 w 5339044"/>
                  <a:gd name="connsiteY1" fmla="*/ 0 h 4231200"/>
                  <a:gd name="connsiteX2" fmla="*/ 5339044 w 5339044"/>
                  <a:gd name="connsiteY2" fmla="*/ 2115519 h 4231200"/>
                  <a:gd name="connsiteX3" fmla="*/ 2669522 w 5339044"/>
                  <a:gd name="connsiteY3" fmla="*/ 4231038 h 4231200"/>
                  <a:gd name="connsiteX4" fmla="*/ 0 w 5339044"/>
                  <a:gd name="connsiteY4" fmla="*/ 2115519 h 4231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9044" h="4231200">
                    <a:moveTo>
                      <a:pt x="0" y="2115519"/>
                    </a:moveTo>
                    <a:cubicBezTo>
                      <a:pt x="0" y="947150"/>
                      <a:pt x="1195186" y="0"/>
                      <a:pt x="2669522" y="0"/>
                    </a:cubicBezTo>
                    <a:cubicBezTo>
                      <a:pt x="4143858" y="0"/>
                      <a:pt x="5339044" y="947150"/>
                      <a:pt x="5339044" y="2115519"/>
                    </a:cubicBezTo>
                    <a:cubicBezTo>
                      <a:pt x="5339044" y="3283888"/>
                      <a:pt x="4564771" y="4245553"/>
                      <a:pt x="2669522" y="4231038"/>
                    </a:cubicBezTo>
                    <a:cubicBezTo>
                      <a:pt x="774273" y="4216523"/>
                      <a:pt x="0" y="3283888"/>
                      <a:pt x="0" y="2115519"/>
                    </a:cubicBezTo>
                    <a:close/>
                  </a:path>
                </a:pathLst>
              </a:custGeom>
              <a:solidFill>
                <a:srgbClr val="972E0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4EEA25A-FA78-C9EF-5E49-3940835533A3}"/>
                  </a:ext>
                </a:extLst>
              </p:cNvPr>
              <p:cNvSpPr/>
              <p:nvPr/>
            </p:nvSpPr>
            <p:spPr>
              <a:xfrm>
                <a:off x="3198799" y="1576855"/>
                <a:ext cx="4156101" cy="2704857"/>
              </a:xfrm>
              <a:custGeom>
                <a:avLst/>
                <a:gdLst>
                  <a:gd name="connsiteX0" fmla="*/ 0 w 1400629"/>
                  <a:gd name="connsiteY0" fmla="*/ 0 h 943429"/>
                  <a:gd name="connsiteX1" fmla="*/ 1400629 w 1400629"/>
                  <a:gd name="connsiteY1" fmla="*/ 0 h 943429"/>
                  <a:gd name="connsiteX2" fmla="*/ 1400629 w 1400629"/>
                  <a:gd name="connsiteY2" fmla="*/ 943429 h 943429"/>
                  <a:gd name="connsiteX3" fmla="*/ 0 w 1400629"/>
                  <a:gd name="connsiteY3" fmla="*/ 943429 h 943429"/>
                  <a:gd name="connsiteX4" fmla="*/ 0 w 1400629"/>
                  <a:gd name="connsiteY4" fmla="*/ 0 h 943429"/>
                  <a:gd name="connsiteX0" fmla="*/ 290285 w 1400629"/>
                  <a:gd name="connsiteY0" fmla="*/ 0 h 2351314"/>
                  <a:gd name="connsiteX1" fmla="*/ 1400629 w 1400629"/>
                  <a:gd name="connsiteY1" fmla="*/ 1407885 h 2351314"/>
                  <a:gd name="connsiteX2" fmla="*/ 1400629 w 1400629"/>
                  <a:gd name="connsiteY2" fmla="*/ 2351314 h 2351314"/>
                  <a:gd name="connsiteX3" fmla="*/ 0 w 1400629"/>
                  <a:gd name="connsiteY3" fmla="*/ 2351314 h 2351314"/>
                  <a:gd name="connsiteX4" fmla="*/ 290285 w 1400629"/>
                  <a:gd name="connsiteY4" fmla="*/ 0 h 2351314"/>
                  <a:gd name="connsiteX0" fmla="*/ 290285 w 1400629"/>
                  <a:gd name="connsiteY0" fmla="*/ 0 h 2351314"/>
                  <a:gd name="connsiteX1" fmla="*/ 341086 w 1400629"/>
                  <a:gd name="connsiteY1" fmla="*/ 1973943 h 2351314"/>
                  <a:gd name="connsiteX2" fmla="*/ 1400629 w 1400629"/>
                  <a:gd name="connsiteY2" fmla="*/ 2351314 h 2351314"/>
                  <a:gd name="connsiteX3" fmla="*/ 0 w 1400629"/>
                  <a:gd name="connsiteY3" fmla="*/ 2351314 h 2351314"/>
                  <a:gd name="connsiteX4" fmla="*/ 290285 w 1400629"/>
                  <a:gd name="connsiteY4" fmla="*/ 0 h 2351314"/>
                  <a:gd name="connsiteX0" fmla="*/ 290285 w 341086"/>
                  <a:gd name="connsiteY0" fmla="*/ 0 h 2351314"/>
                  <a:gd name="connsiteX1" fmla="*/ 341086 w 341086"/>
                  <a:gd name="connsiteY1" fmla="*/ 1973943 h 2351314"/>
                  <a:gd name="connsiteX2" fmla="*/ 0 w 341086"/>
                  <a:gd name="connsiteY2" fmla="*/ 2351314 h 2351314"/>
                  <a:gd name="connsiteX3" fmla="*/ 290285 w 341086"/>
                  <a:gd name="connsiteY3" fmla="*/ 0 h 2351314"/>
                  <a:gd name="connsiteX0" fmla="*/ 72570 w 123371"/>
                  <a:gd name="connsiteY0" fmla="*/ 0 h 2322285"/>
                  <a:gd name="connsiteX1" fmla="*/ 123371 w 123371"/>
                  <a:gd name="connsiteY1" fmla="*/ 1973943 h 2322285"/>
                  <a:gd name="connsiteX2" fmla="*/ 0 w 123371"/>
                  <a:gd name="connsiteY2" fmla="*/ 2322285 h 2322285"/>
                  <a:gd name="connsiteX3" fmla="*/ 72570 w 123371"/>
                  <a:gd name="connsiteY3" fmla="*/ 0 h 2322285"/>
                  <a:gd name="connsiteX0" fmla="*/ 72570 w 72570"/>
                  <a:gd name="connsiteY0" fmla="*/ 0 h 2322285"/>
                  <a:gd name="connsiteX1" fmla="*/ 0 w 72570"/>
                  <a:gd name="connsiteY1" fmla="*/ 2322285 h 2322285"/>
                  <a:gd name="connsiteX2" fmla="*/ 72570 w 72570"/>
                  <a:gd name="connsiteY2" fmla="*/ 0 h 2322285"/>
                  <a:gd name="connsiteX0" fmla="*/ 29027 w 29027"/>
                  <a:gd name="connsiteY0" fmla="*/ 0 h 2322285"/>
                  <a:gd name="connsiteX1" fmla="*/ 0 w 29027"/>
                  <a:gd name="connsiteY1" fmla="*/ 2322285 h 2322285"/>
                  <a:gd name="connsiteX2" fmla="*/ 29027 w 29027"/>
                  <a:gd name="connsiteY2" fmla="*/ 0 h 2322285"/>
                  <a:gd name="connsiteX0" fmla="*/ 29027 w 819288"/>
                  <a:gd name="connsiteY0" fmla="*/ 11667 h 2333952"/>
                  <a:gd name="connsiteX1" fmla="*/ 0 w 819288"/>
                  <a:gd name="connsiteY1" fmla="*/ 2333952 h 2333952"/>
                  <a:gd name="connsiteX2" fmla="*/ 29027 w 819288"/>
                  <a:gd name="connsiteY2" fmla="*/ 11667 h 2333952"/>
                  <a:gd name="connsiteX0" fmla="*/ 29027 w 909596"/>
                  <a:gd name="connsiteY0" fmla="*/ 319814 h 2642099"/>
                  <a:gd name="connsiteX1" fmla="*/ 0 w 909596"/>
                  <a:gd name="connsiteY1" fmla="*/ 2642099 h 2642099"/>
                  <a:gd name="connsiteX2" fmla="*/ 29027 w 909596"/>
                  <a:gd name="connsiteY2" fmla="*/ 319814 h 2642099"/>
                  <a:gd name="connsiteX0" fmla="*/ 957975 w 1838544"/>
                  <a:gd name="connsiteY0" fmla="*/ 335629 h 2657914"/>
                  <a:gd name="connsiteX1" fmla="*/ 928948 w 1838544"/>
                  <a:gd name="connsiteY1" fmla="*/ 2657914 h 2657914"/>
                  <a:gd name="connsiteX2" fmla="*/ 957975 w 1838544"/>
                  <a:gd name="connsiteY2" fmla="*/ 335629 h 2657914"/>
                  <a:gd name="connsiteX0" fmla="*/ 2110248 w 2990817"/>
                  <a:gd name="connsiteY0" fmla="*/ 319815 h 2642100"/>
                  <a:gd name="connsiteX1" fmla="*/ 2081221 w 2990817"/>
                  <a:gd name="connsiteY1" fmla="*/ 2642100 h 2642100"/>
                  <a:gd name="connsiteX2" fmla="*/ 2110248 w 2990817"/>
                  <a:gd name="connsiteY2" fmla="*/ 319815 h 2642100"/>
                  <a:gd name="connsiteX0" fmla="*/ 2072390 w 2952959"/>
                  <a:gd name="connsiteY0" fmla="*/ 361107 h 2683392"/>
                  <a:gd name="connsiteX1" fmla="*/ 2043363 w 2952959"/>
                  <a:gd name="connsiteY1" fmla="*/ 2683392 h 2683392"/>
                  <a:gd name="connsiteX2" fmla="*/ 2072390 w 2952959"/>
                  <a:gd name="connsiteY2" fmla="*/ 361107 h 2683392"/>
                  <a:gd name="connsiteX0" fmla="*/ 2120686 w 3001255"/>
                  <a:gd name="connsiteY0" fmla="*/ 361107 h 2683392"/>
                  <a:gd name="connsiteX1" fmla="*/ 2091659 w 3001255"/>
                  <a:gd name="connsiteY1" fmla="*/ 2683392 h 2683392"/>
                  <a:gd name="connsiteX2" fmla="*/ 2120686 w 3001255"/>
                  <a:gd name="connsiteY2" fmla="*/ 361107 h 2683392"/>
                  <a:gd name="connsiteX0" fmla="*/ 2120686 w 4131821"/>
                  <a:gd name="connsiteY0" fmla="*/ 361107 h 2683392"/>
                  <a:gd name="connsiteX1" fmla="*/ 2091659 w 4131821"/>
                  <a:gd name="connsiteY1" fmla="*/ 2683392 h 2683392"/>
                  <a:gd name="connsiteX2" fmla="*/ 2120686 w 4131821"/>
                  <a:gd name="connsiteY2" fmla="*/ 361107 h 2683392"/>
                  <a:gd name="connsiteX0" fmla="*/ 2120686 w 4070894"/>
                  <a:gd name="connsiteY0" fmla="*/ 387651 h 2709936"/>
                  <a:gd name="connsiteX1" fmla="*/ 2091659 w 4070894"/>
                  <a:gd name="connsiteY1" fmla="*/ 2709936 h 2709936"/>
                  <a:gd name="connsiteX2" fmla="*/ 2120686 w 4070894"/>
                  <a:gd name="connsiteY2" fmla="*/ 387651 h 2709936"/>
                  <a:gd name="connsiteX0" fmla="*/ 2120686 w 4156101"/>
                  <a:gd name="connsiteY0" fmla="*/ 382572 h 2704857"/>
                  <a:gd name="connsiteX1" fmla="*/ 2091659 w 4156101"/>
                  <a:gd name="connsiteY1" fmla="*/ 2704857 h 2704857"/>
                  <a:gd name="connsiteX2" fmla="*/ 2120686 w 4156101"/>
                  <a:gd name="connsiteY2" fmla="*/ 382572 h 270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6101" h="2704857">
                    <a:moveTo>
                      <a:pt x="2120686" y="382572"/>
                    </a:moveTo>
                    <a:cubicBezTo>
                      <a:pt x="93524" y="-1049505"/>
                      <a:pt x="-1396608" y="2206534"/>
                      <a:pt x="2091659" y="2704857"/>
                    </a:cubicBezTo>
                    <a:cubicBezTo>
                      <a:pt x="5628307" y="1945278"/>
                      <a:pt x="3925296" y="-1049504"/>
                      <a:pt x="2120686" y="382572"/>
                    </a:cubicBezTo>
                    <a:close/>
                  </a:path>
                </a:pathLst>
              </a:custGeom>
              <a:solidFill>
                <a:srgbClr val="FED18E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C7B492F-658E-3DE2-3E26-8193EDC485E2}"/>
                  </a:ext>
                </a:extLst>
              </p:cNvPr>
              <p:cNvGrpSpPr/>
              <p:nvPr/>
            </p:nvGrpSpPr>
            <p:grpSpPr>
              <a:xfrm>
                <a:off x="5813243" y="2209802"/>
                <a:ext cx="1159056" cy="1323859"/>
                <a:chOff x="5813243" y="2209802"/>
                <a:chExt cx="1159056" cy="1323859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65F3B91-D88C-F0C7-6A54-EB22A6D0FEBB}"/>
                    </a:ext>
                  </a:extLst>
                </p:cNvPr>
                <p:cNvSpPr/>
                <p:nvPr/>
              </p:nvSpPr>
              <p:spPr>
                <a:xfrm rot="868535">
                  <a:off x="5813243" y="2209802"/>
                  <a:ext cx="1159056" cy="131765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ABF03C45-BC62-C94A-D1A6-E5C64ABC5E18}"/>
                    </a:ext>
                  </a:extLst>
                </p:cNvPr>
                <p:cNvSpPr/>
                <p:nvPr/>
              </p:nvSpPr>
              <p:spPr>
                <a:xfrm rot="868535">
                  <a:off x="5870729" y="2584941"/>
                  <a:ext cx="1062557" cy="948720"/>
                </a:xfrm>
                <a:custGeom>
                  <a:avLst/>
                  <a:gdLst>
                    <a:gd name="connsiteX0" fmla="*/ 462105 w 1062557"/>
                    <a:gd name="connsiteY0" fmla="*/ 13385 h 948720"/>
                    <a:gd name="connsiteX1" fmla="*/ 578900 w 1062557"/>
                    <a:gd name="connsiteY1" fmla="*/ 0 h 948720"/>
                    <a:gd name="connsiteX2" fmla="*/ 1059455 w 1062557"/>
                    <a:gd name="connsiteY2" fmla="*/ 290470 h 948720"/>
                    <a:gd name="connsiteX3" fmla="*/ 1062557 w 1062557"/>
                    <a:gd name="connsiteY3" fmla="*/ 296967 h 948720"/>
                    <a:gd name="connsiteX4" fmla="*/ 1051410 w 1062557"/>
                    <a:gd name="connsiteY4" fmla="*/ 422669 h 948720"/>
                    <a:gd name="connsiteX5" fmla="*/ 483655 w 1062557"/>
                    <a:gd name="connsiteY5" fmla="*/ 948720 h 948720"/>
                    <a:gd name="connsiteX6" fmla="*/ 3102 w 1062557"/>
                    <a:gd name="connsiteY6" fmla="*/ 658249 h 948720"/>
                    <a:gd name="connsiteX7" fmla="*/ 0 w 1062557"/>
                    <a:gd name="connsiteY7" fmla="*/ 651753 h 948720"/>
                    <a:gd name="connsiteX8" fmla="*/ 11147 w 1062557"/>
                    <a:gd name="connsiteY8" fmla="*/ 526051 h 948720"/>
                    <a:gd name="connsiteX9" fmla="*/ 462105 w 1062557"/>
                    <a:gd name="connsiteY9" fmla="*/ 13385 h 948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62557" h="948720">
                      <a:moveTo>
                        <a:pt x="462105" y="13385"/>
                      </a:moveTo>
                      <a:cubicBezTo>
                        <a:pt x="499831" y="4609"/>
                        <a:pt x="538892" y="0"/>
                        <a:pt x="578900" y="0"/>
                      </a:cubicBezTo>
                      <a:cubicBezTo>
                        <a:pt x="778940" y="0"/>
                        <a:pt x="955308" y="115221"/>
                        <a:pt x="1059455" y="290470"/>
                      </a:cubicBezTo>
                      <a:lnTo>
                        <a:pt x="1062557" y="296967"/>
                      </a:lnTo>
                      <a:lnTo>
                        <a:pt x="1051410" y="422669"/>
                      </a:lnTo>
                      <a:cubicBezTo>
                        <a:pt x="997370" y="722886"/>
                        <a:pt x="763711" y="948720"/>
                        <a:pt x="483655" y="948720"/>
                      </a:cubicBezTo>
                      <a:cubicBezTo>
                        <a:pt x="283615" y="948720"/>
                        <a:pt x="107247" y="833499"/>
                        <a:pt x="3102" y="658249"/>
                      </a:cubicBezTo>
                      <a:lnTo>
                        <a:pt x="0" y="651753"/>
                      </a:lnTo>
                      <a:lnTo>
                        <a:pt x="11147" y="526051"/>
                      </a:lnTo>
                      <a:cubicBezTo>
                        <a:pt x="57466" y="268722"/>
                        <a:pt x="235750" y="66042"/>
                        <a:pt x="462105" y="1338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AFEB3CF-4B48-D88E-5B5B-422A5480342E}"/>
                    </a:ext>
                  </a:extLst>
                </p:cNvPr>
                <p:cNvSpPr/>
                <p:nvPr/>
              </p:nvSpPr>
              <p:spPr>
                <a:xfrm rot="21266045">
                  <a:off x="6079363" y="2676251"/>
                  <a:ext cx="302086" cy="43860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BA8B107-A039-411D-EDF2-36B9FC51D265}"/>
                  </a:ext>
                </a:extLst>
              </p:cNvPr>
              <p:cNvGrpSpPr/>
              <p:nvPr/>
            </p:nvGrpSpPr>
            <p:grpSpPr>
              <a:xfrm flipH="1">
                <a:off x="3541752" y="2206698"/>
                <a:ext cx="1159056" cy="1323859"/>
                <a:chOff x="5813243" y="2209802"/>
                <a:chExt cx="1159056" cy="1323859"/>
              </a:xfrm>
              <a:solidFill>
                <a:schemeClr val="bg1"/>
              </a:solidFill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B18F1E13-8964-F45B-9279-B48FE3F8F143}"/>
                    </a:ext>
                  </a:extLst>
                </p:cNvPr>
                <p:cNvSpPr/>
                <p:nvPr/>
              </p:nvSpPr>
              <p:spPr>
                <a:xfrm rot="868535">
                  <a:off x="5813243" y="2209802"/>
                  <a:ext cx="1159056" cy="1317653"/>
                </a:xfrm>
                <a:prstGeom prst="ellipse">
                  <a:avLst/>
                </a:prstGeom>
                <a:grp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DA8C8FF-ED5B-C7CE-9962-53DD0F93DC3F}"/>
                    </a:ext>
                  </a:extLst>
                </p:cNvPr>
                <p:cNvSpPr/>
                <p:nvPr/>
              </p:nvSpPr>
              <p:spPr>
                <a:xfrm rot="868535">
                  <a:off x="5870729" y="2584941"/>
                  <a:ext cx="1062557" cy="948720"/>
                </a:xfrm>
                <a:custGeom>
                  <a:avLst/>
                  <a:gdLst>
                    <a:gd name="connsiteX0" fmla="*/ 462105 w 1062557"/>
                    <a:gd name="connsiteY0" fmla="*/ 13385 h 948720"/>
                    <a:gd name="connsiteX1" fmla="*/ 578900 w 1062557"/>
                    <a:gd name="connsiteY1" fmla="*/ 0 h 948720"/>
                    <a:gd name="connsiteX2" fmla="*/ 1059455 w 1062557"/>
                    <a:gd name="connsiteY2" fmla="*/ 290470 h 948720"/>
                    <a:gd name="connsiteX3" fmla="*/ 1062557 w 1062557"/>
                    <a:gd name="connsiteY3" fmla="*/ 296967 h 948720"/>
                    <a:gd name="connsiteX4" fmla="*/ 1051410 w 1062557"/>
                    <a:gd name="connsiteY4" fmla="*/ 422669 h 948720"/>
                    <a:gd name="connsiteX5" fmla="*/ 483655 w 1062557"/>
                    <a:gd name="connsiteY5" fmla="*/ 948720 h 948720"/>
                    <a:gd name="connsiteX6" fmla="*/ 3102 w 1062557"/>
                    <a:gd name="connsiteY6" fmla="*/ 658249 h 948720"/>
                    <a:gd name="connsiteX7" fmla="*/ 0 w 1062557"/>
                    <a:gd name="connsiteY7" fmla="*/ 651753 h 948720"/>
                    <a:gd name="connsiteX8" fmla="*/ 11147 w 1062557"/>
                    <a:gd name="connsiteY8" fmla="*/ 526051 h 948720"/>
                    <a:gd name="connsiteX9" fmla="*/ 462105 w 1062557"/>
                    <a:gd name="connsiteY9" fmla="*/ 13385 h 948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62557" h="948720">
                      <a:moveTo>
                        <a:pt x="462105" y="13385"/>
                      </a:moveTo>
                      <a:cubicBezTo>
                        <a:pt x="499831" y="4609"/>
                        <a:pt x="538892" y="0"/>
                        <a:pt x="578900" y="0"/>
                      </a:cubicBezTo>
                      <a:cubicBezTo>
                        <a:pt x="778940" y="0"/>
                        <a:pt x="955308" y="115221"/>
                        <a:pt x="1059455" y="290470"/>
                      </a:cubicBezTo>
                      <a:lnTo>
                        <a:pt x="1062557" y="296967"/>
                      </a:lnTo>
                      <a:lnTo>
                        <a:pt x="1051410" y="422669"/>
                      </a:lnTo>
                      <a:cubicBezTo>
                        <a:pt x="997370" y="722886"/>
                        <a:pt x="763711" y="948720"/>
                        <a:pt x="483655" y="948720"/>
                      </a:cubicBezTo>
                      <a:cubicBezTo>
                        <a:pt x="283615" y="948720"/>
                        <a:pt x="107247" y="833499"/>
                        <a:pt x="3102" y="658249"/>
                      </a:cubicBezTo>
                      <a:lnTo>
                        <a:pt x="0" y="651753"/>
                      </a:lnTo>
                      <a:lnTo>
                        <a:pt x="11147" y="526051"/>
                      </a:lnTo>
                      <a:cubicBezTo>
                        <a:pt x="57466" y="268722"/>
                        <a:pt x="235750" y="66042"/>
                        <a:pt x="462105" y="1338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C123C12-3D4F-11EA-B5D4-3ED69564F158}"/>
                    </a:ext>
                  </a:extLst>
                </p:cNvPr>
                <p:cNvSpPr/>
                <p:nvPr/>
              </p:nvSpPr>
              <p:spPr>
                <a:xfrm rot="21266045">
                  <a:off x="6079363" y="2676251"/>
                  <a:ext cx="302086" cy="43860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BEEAA4A-0FF4-086A-A6A4-71DACA3BF921}"/>
                  </a:ext>
                </a:extLst>
              </p:cNvPr>
              <p:cNvSpPr/>
              <p:nvPr/>
            </p:nvSpPr>
            <p:spPr>
              <a:xfrm>
                <a:off x="3369123" y="3286312"/>
                <a:ext cx="3835526" cy="1589188"/>
              </a:xfrm>
              <a:custGeom>
                <a:avLst/>
                <a:gdLst>
                  <a:gd name="connsiteX0" fmla="*/ 3004981 w 3835526"/>
                  <a:gd name="connsiteY0" fmla="*/ 207 h 1589188"/>
                  <a:gd name="connsiteX1" fmla="*/ 2873722 w 3835526"/>
                  <a:gd name="connsiteY1" fmla="*/ 1485232 h 1589188"/>
                  <a:gd name="connsiteX2" fmla="*/ 2803956 w 3835526"/>
                  <a:gd name="connsiteY2" fmla="*/ 1509986 h 1589188"/>
                  <a:gd name="connsiteX3" fmla="*/ 2573778 w 3835526"/>
                  <a:gd name="connsiteY3" fmla="*/ 1550214 h 1589188"/>
                  <a:gd name="connsiteX4" fmla="*/ 1914928 w 3835526"/>
                  <a:gd name="connsiteY4" fmla="*/ 1589026 h 1589188"/>
                  <a:gd name="connsiteX5" fmla="*/ 1256078 w 3835526"/>
                  <a:gd name="connsiteY5" fmla="*/ 1541879 h 1589188"/>
                  <a:gd name="connsiteX6" fmla="*/ 972117 w 3835526"/>
                  <a:gd name="connsiteY6" fmla="*/ 1489868 h 1589188"/>
                  <a:gd name="connsiteX7" fmla="*/ 969984 w 3835526"/>
                  <a:gd name="connsiteY7" fmla="*/ 1488998 h 1589188"/>
                  <a:gd name="connsiteX8" fmla="*/ 1248376 w 3835526"/>
                  <a:gd name="connsiteY8" fmla="*/ 103401 h 1589188"/>
                  <a:gd name="connsiteX9" fmla="*/ 2502409 w 3835526"/>
                  <a:gd name="connsiteY9" fmla="*/ 121604 h 1589188"/>
                  <a:gd name="connsiteX10" fmla="*/ 3004981 w 3835526"/>
                  <a:gd name="connsiteY10" fmla="*/ 207 h 1589188"/>
                  <a:gd name="connsiteX0" fmla="*/ 2502409 w 3835526"/>
                  <a:gd name="connsiteY0" fmla="*/ 121604 h 1589188"/>
                  <a:gd name="connsiteX1" fmla="*/ 3004981 w 3835526"/>
                  <a:gd name="connsiteY1" fmla="*/ 207 h 1589188"/>
                  <a:gd name="connsiteX2" fmla="*/ 2873722 w 3835526"/>
                  <a:gd name="connsiteY2" fmla="*/ 1485232 h 1589188"/>
                  <a:gd name="connsiteX3" fmla="*/ 2803956 w 3835526"/>
                  <a:gd name="connsiteY3" fmla="*/ 1509986 h 1589188"/>
                  <a:gd name="connsiteX4" fmla="*/ 2573778 w 3835526"/>
                  <a:gd name="connsiteY4" fmla="*/ 1550214 h 1589188"/>
                  <a:gd name="connsiteX5" fmla="*/ 1914928 w 3835526"/>
                  <a:gd name="connsiteY5" fmla="*/ 1589026 h 1589188"/>
                  <a:gd name="connsiteX6" fmla="*/ 1256078 w 3835526"/>
                  <a:gd name="connsiteY6" fmla="*/ 1541879 h 1589188"/>
                  <a:gd name="connsiteX7" fmla="*/ 972117 w 3835526"/>
                  <a:gd name="connsiteY7" fmla="*/ 1489868 h 1589188"/>
                  <a:gd name="connsiteX8" fmla="*/ 969984 w 3835526"/>
                  <a:gd name="connsiteY8" fmla="*/ 1488998 h 1589188"/>
                  <a:gd name="connsiteX9" fmla="*/ 1248376 w 3835526"/>
                  <a:gd name="connsiteY9" fmla="*/ 103401 h 1589188"/>
                  <a:gd name="connsiteX10" fmla="*/ 2593849 w 3835526"/>
                  <a:gd name="connsiteY10" fmla="*/ 213044 h 1589188"/>
                  <a:gd name="connsiteX0" fmla="*/ 2502409 w 3835526"/>
                  <a:gd name="connsiteY0" fmla="*/ 121604 h 1589188"/>
                  <a:gd name="connsiteX1" fmla="*/ 3004981 w 3835526"/>
                  <a:gd name="connsiteY1" fmla="*/ 207 h 1589188"/>
                  <a:gd name="connsiteX2" fmla="*/ 2873722 w 3835526"/>
                  <a:gd name="connsiteY2" fmla="*/ 1485232 h 1589188"/>
                  <a:gd name="connsiteX3" fmla="*/ 2803956 w 3835526"/>
                  <a:gd name="connsiteY3" fmla="*/ 1509986 h 1589188"/>
                  <a:gd name="connsiteX4" fmla="*/ 2573778 w 3835526"/>
                  <a:gd name="connsiteY4" fmla="*/ 1550214 h 1589188"/>
                  <a:gd name="connsiteX5" fmla="*/ 1914928 w 3835526"/>
                  <a:gd name="connsiteY5" fmla="*/ 1589026 h 1589188"/>
                  <a:gd name="connsiteX6" fmla="*/ 1256078 w 3835526"/>
                  <a:gd name="connsiteY6" fmla="*/ 1541879 h 1589188"/>
                  <a:gd name="connsiteX7" fmla="*/ 972117 w 3835526"/>
                  <a:gd name="connsiteY7" fmla="*/ 1489868 h 1589188"/>
                  <a:gd name="connsiteX8" fmla="*/ 969984 w 3835526"/>
                  <a:gd name="connsiteY8" fmla="*/ 1488998 h 1589188"/>
                  <a:gd name="connsiteX9" fmla="*/ 1248376 w 3835526"/>
                  <a:gd name="connsiteY9" fmla="*/ 103401 h 1589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35526" h="1589188">
                    <a:moveTo>
                      <a:pt x="2502409" y="121604"/>
                    </a:moveTo>
                    <a:cubicBezTo>
                      <a:pt x="2660554" y="33574"/>
                      <a:pt x="2835399" y="-3120"/>
                      <a:pt x="3004981" y="207"/>
                    </a:cubicBezTo>
                    <a:cubicBezTo>
                      <a:pt x="3785063" y="15513"/>
                      <a:pt x="4453816" y="877665"/>
                      <a:pt x="2873722" y="1485232"/>
                    </a:cubicBezTo>
                    <a:lnTo>
                      <a:pt x="2803956" y="1509986"/>
                    </a:lnTo>
                    <a:lnTo>
                      <a:pt x="2573778" y="1550214"/>
                    </a:lnTo>
                    <a:cubicBezTo>
                      <a:pt x="2371225" y="1577402"/>
                      <a:pt x="2151834" y="1590841"/>
                      <a:pt x="1914928" y="1589026"/>
                    </a:cubicBezTo>
                    <a:cubicBezTo>
                      <a:pt x="1678022" y="1587212"/>
                      <a:pt x="1458631" y="1571052"/>
                      <a:pt x="1256078" y="1541879"/>
                    </a:cubicBezTo>
                    <a:lnTo>
                      <a:pt x="972117" y="1489868"/>
                    </a:lnTo>
                    <a:lnTo>
                      <a:pt x="969984" y="1488998"/>
                    </a:lnTo>
                    <a:cubicBezTo>
                      <a:pt x="-691627" y="763223"/>
                      <a:pt x="37325" y="-311360"/>
                      <a:pt x="1248376" y="103401"/>
                    </a:cubicBezTo>
                  </a:path>
                </a:pathLst>
              </a:custGeom>
              <a:solidFill>
                <a:srgbClr val="FED18E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94CD6A6-1642-FD3B-E23A-787BF064020F}"/>
                  </a:ext>
                </a:extLst>
              </p:cNvPr>
              <p:cNvGrpSpPr/>
              <p:nvPr/>
            </p:nvGrpSpPr>
            <p:grpSpPr>
              <a:xfrm>
                <a:off x="4810703" y="3938014"/>
                <a:ext cx="932291" cy="649050"/>
                <a:chOff x="-2972816" y="2637263"/>
                <a:chExt cx="932291" cy="64905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EE39D97-FD7E-9826-912F-AC112201F41E}"/>
                    </a:ext>
                  </a:extLst>
                </p:cNvPr>
                <p:cNvSpPr/>
                <p:nvPr/>
              </p:nvSpPr>
              <p:spPr>
                <a:xfrm>
                  <a:off x="-2900087" y="2859894"/>
                  <a:ext cx="859562" cy="426419"/>
                </a:xfrm>
                <a:custGeom>
                  <a:avLst/>
                  <a:gdLst>
                    <a:gd name="connsiteX0" fmla="*/ 157936 w 859562"/>
                    <a:gd name="connsiteY0" fmla="*/ 188 h 426419"/>
                    <a:gd name="connsiteX1" fmla="*/ 432576 w 859562"/>
                    <a:gd name="connsiteY1" fmla="*/ 121836 h 426419"/>
                    <a:gd name="connsiteX2" fmla="*/ 753146 w 859562"/>
                    <a:gd name="connsiteY2" fmla="*/ 24999 h 426419"/>
                    <a:gd name="connsiteX3" fmla="*/ 859507 w 859562"/>
                    <a:gd name="connsiteY3" fmla="*/ 26272 h 426419"/>
                    <a:gd name="connsiteX4" fmla="*/ 859562 w 859562"/>
                    <a:gd name="connsiteY4" fmla="*/ 35569 h 426419"/>
                    <a:gd name="connsiteX5" fmla="*/ 14833 w 859562"/>
                    <a:gd name="connsiteY5" fmla="*/ 108011 h 426419"/>
                    <a:gd name="connsiteX6" fmla="*/ 0 w 859562"/>
                    <a:gd name="connsiteY6" fmla="*/ 73425 h 426419"/>
                    <a:gd name="connsiteX7" fmla="*/ 50249 w 859562"/>
                    <a:gd name="connsiteY7" fmla="*/ 39640 h 426419"/>
                    <a:gd name="connsiteX8" fmla="*/ 157936 w 859562"/>
                    <a:gd name="connsiteY8" fmla="*/ 188 h 4264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59562" h="426419">
                      <a:moveTo>
                        <a:pt x="157936" y="188"/>
                      </a:moveTo>
                      <a:cubicBezTo>
                        <a:pt x="220350" y="-2684"/>
                        <a:pt x="302129" y="26983"/>
                        <a:pt x="432576" y="121836"/>
                      </a:cubicBezTo>
                      <a:cubicBezTo>
                        <a:pt x="586396" y="44049"/>
                        <a:pt x="677510" y="27380"/>
                        <a:pt x="753146" y="24999"/>
                      </a:cubicBezTo>
                      <a:lnTo>
                        <a:pt x="859507" y="26272"/>
                      </a:lnTo>
                      <a:lnTo>
                        <a:pt x="859562" y="35569"/>
                      </a:lnTo>
                      <a:cubicBezTo>
                        <a:pt x="836291" y="565447"/>
                        <a:pt x="243135" y="523565"/>
                        <a:pt x="14833" y="108011"/>
                      </a:cubicBezTo>
                      <a:lnTo>
                        <a:pt x="0" y="73425"/>
                      </a:lnTo>
                      <a:lnTo>
                        <a:pt x="50249" y="39640"/>
                      </a:lnTo>
                      <a:cubicBezTo>
                        <a:pt x="83325" y="18477"/>
                        <a:pt x="116327" y="2102"/>
                        <a:pt x="157936" y="188"/>
                      </a:cubicBezTo>
                      <a:close/>
                    </a:path>
                  </a:pathLst>
                </a:custGeom>
                <a:solidFill>
                  <a:srgbClr val="FF496E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DC624CBB-6EDE-138B-3281-0DB1B6CA24F5}"/>
                    </a:ext>
                  </a:extLst>
                </p:cNvPr>
                <p:cNvSpPr/>
                <p:nvPr/>
              </p:nvSpPr>
              <p:spPr>
                <a:xfrm>
                  <a:off x="-2972816" y="2637263"/>
                  <a:ext cx="932237" cy="344466"/>
                </a:xfrm>
                <a:custGeom>
                  <a:avLst/>
                  <a:gdLst>
                    <a:gd name="connsiteX0" fmla="*/ 0 w 932237"/>
                    <a:gd name="connsiteY0" fmla="*/ 0 h 344466"/>
                    <a:gd name="connsiteX1" fmla="*/ 27508 w 932237"/>
                    <a:gd name="connsiteY1" fmla="*/ 7479 h 344466"/>
                    <a:gd name="connsiteX2" fmla="*/ 904297 w 932237"/>
                    <a:gd name="connsiteY2" fmla="*/ 64122 h 344466"/>
                    <a:gd name="connsiteX3" fmla="*/ 916876 w 932237"/>
                    <a:gd name="connsiteY3" fmla="*/ 60611 h 344466"/>
                    <a:gd name="connsiteX4" fmla="*/ 923807 w 932237"/>
                    <a:gd name="connsiteY4" fmla="*/ 99363 h 344466"/>
                    <a:gd name="connsiteX5" fmla="*/ 931846 w 932237"/>
                    <a:gd name="connsiteY5" fmla="*/ 182381 h 344466"/>
                    <a:gd name="connsiteX6" fmla="*/ 932237 w 932237"/>
                    <a:gd name="connsiteY6" fmla="*/ 248902 h 344466"/>
                    <a:gd name="connsiteX7" fmla="*/ 825876 w 932237"/>
                    <a:gd name="connsiteY7" fmla="*/ 247629 h 344466"/>
                    <a:gd name="connsiteX8" fmla="*/ 505306 w 932237"/>
                    <a:gd name="connsiteY8" fmla="*/ 344466 h 344466"/>
                    <a:gd name="connsiteX9" fmla="*/ 122979 w 932237"/>
                    <a:gd name="connsiteY9" fmla="*/ 262270 h 344466"/>
                    <a:gd name="connsiteX10" fmla="*/ 72730 w 932237"/>
                    <a:gd name="connsiteY10" fmla="*/ 296055 h 344466"/>
                    <a:gd name="connsiteX11" fmla="*/ 35047 w 932237"/>
                    <a:gd name="connsiteY11" fmla="*/ 208193 h 344466"/>
                    <a:gd name="connsiteX12" fmla="*/ 4837 w 932237"/>
                    <a:gd name="connsiteY12" fmla="*/ 68109 h 344466"/>
                    <a:gd name="connsiteX13" fmla="*/ 0 w 932237"/>
                    <a:gd name="connsiteY13" fmla="*/ 0 h 344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32237" h="344466">
                      <a:moveTo>
                        <a:pt x="0" y="0"/>
                      </a:moveTo>
                      <a:lnTo>
                        <a:pt x="27508" y="7479"/>
                      </a:lnTo>
                      <a:cubicBezTo>
                        <a:pt x="264770" y="69005"/>
                        <a:pt x="609925" y="129928"/>
                        <a:pt x="904297" y="64122"/>
                      </a:cubicBezTo>
                      <a:lnTo>
                        <a:pt x="916876" y="60611"/>
                      </a:lnTo>
                      <a:lnTo>
                        <a:pt x="923807" y="99363"/>
                      </a:lnTo>
                      <a:cubicBezTo>
                        <a:pt x="927811" y="128248"/>
                        <a:pt x="930461" y="155914"/>
                        <a:pt x="931846" y="182381"/>
                      </a:cubicBezTo>
                      <a:lnTo>
                        <a:pt x="932237" y="248902"/>
                      </a:lnTo>
                      <a:lnTo>
                        <a:pt x="825876" y="247629"/>
                      </a:lnTo>
                      <a:cubicBezTo>
                        <a:pt x="750240" y="250010"/>
                        <a:pt x="659126" y="266679"/>
                        <a:pt x="505306" y="344466"/>
                      </a:cubicBezTo>
                      <a:cubicBezTo>
                        <a:pt x="287895" y="186377"/>
                        <a:pt x="205670" y="209363"/>
                        <a:pt x="122979" y="262270"/>
                      </a:cubicBezTo>
                      <a:lnTo>
                        <a:pt x="72730" y="296055"/>
                      </a:lnTo>
                      <a:lnTo>
                        <a:pt x="35047" y="208193"/>
                      </a:lnTo>
                      <a:cubicBezTo>
                        <a:pt x="21026" y="164388"/>
                        <a:pt x="10721" y="117644"/>
                        <a:pt x="4837" y="6810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C060B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8BC45F8-1741-797B-5D65-C0CEF42CB680}"/>
                  </a:ext>
                </a:extLst>
              </p:cNvPr>
              <p:cNvSpPr/>
              <p:nvPr/>
            </p:nvSpPr>
            <p:spPr>
              <a:xfrm>
                <a:off x="4688386" y="234476"/>
                <a:ext cx="1175419" cy="554737"/>
              </a:xfrm>
              <a:custGeom>
                <a:avLst/>
                <a:gdLst>
                  <a:gd name="connsiteX0" fmla="*/ 0 w 407069"/>
                  <a:gd name="connsiteY0" fmla="*/ 0 h 504021"/>
                  <a:gd name="connsiteX1" fmla="*/ 407069 w 407069"/>
                  <a:gd name="connsiteY1" fmla="*/ 0 h 504021"/>
                  <a:gd name="connsiteX2" fmla="*/ 407069 w 407069"/>
                  <a:gd name="connsiteY2" fmla="*/ 504021 h 504021"/>
                  <a:gd name="connsiteX3" fmla="*/ 0 w 407069"/>
                  <a:gd name="connsiteY3" fmla="*/ 504021 h 504021"/>
                  <a:gd name="connsiteX4" fmla="*/ 0 w 407069"/>
                  <a:gd name="connsiteY4" fmla="*/ 0 h 504021"/>
                  <a:gd name="connsiteX0" fmla="*/ 0 w 965869"/>
                  <a:gd name="connsiteY0" fmla="*/ 0 h 878671"/>
                  <a:gd name="connsiteX1" fmla="*/ 965869 w 965869"/>
                  <a:gd name="connsiteY1" fmla="*/ 374650 h 878671"/>
                  <a:gd name="connsiteX2" fmla="*/ 965869 w 965869"/>
                  <a:gd name="connsiteY2" fmla="*/ 878671 h 878671"/>
                  <a:gd name="connsiteX3" fmla="*/ 558800 w 965869"/>
                  <a:gd name="connsiteY3" fmla="*/ 878671 h 878671"/>
                  <a:gd name="connsiteX4" fmla="*/ 0 w 965869"/>
                  <a:gd name="connsiteY4" fmla="*/ 0 h 878671"/>
                  <a:gd name="connsiteX0" fmla="*/ 0 w 965869"/>
                  <a:gd name="connsiteY0" fmla="*/ 0 h 878671"/>
                  <a:gd name="connsiteX1" fmla="*/ 965869 w 965869"/>
                  <a:gd name="connsiteY1" fmla="*/ 374650 h 878671"/>
                  <a:gd name="connsiteX2" fmla="*/ 965869 w 965869"/>
                  <a:gd name="connsiteY2" fmla="*/ 878671 h 878671"/>
                  <a:gd name="connsiteX3" fmla="*/ 330200 w 965869"/>
                  <a:gd name="connsiteY3" fmla="*/ 275421 h 878671"/>
                  <a:gd name="connsiteX4" fmla="*/ 0 w 965869"/>
                  <a:gd name="connsiteY4" fmla="*/ 0 h 878671"/>
                  <a:gd name="connsiteX0" fmla="*/ 0 w 965869"/>
                  <a:gd name="connsiteY0" fmla="*/ 0 h 878671"/>
                  <a:gd name="connsiteX1" fmla="*/ 785314 w 965869"/>
                  <a:gd name="connsiteY1" fmla="*/ 112486 h 878671"/>
                  <a:gd name="connsiteX2" fmla="*/ 965869 w 965869"/>
                  <a:gd name="connsiteY2" fmla="*/ 374650 h 878671"/>
                  <a:gd name="connsiteX3" fmla="*/ 965869 w 965869"/>
                  <a:gd name="connsiteY3" fmla="*/ 878671 h 878671"/>
                  <a:gd name="connsiteX4" fmla="*/ 330200 w 965869"/>
                  <a:gd name="connsiteY4" fmla="*/ 275421 h 878671"/>
                  <a:gd name="connsiteX5" fmla="*/ 0 w 965869"/>
                  <a:gd name="connsiteY5" fmla="*/ 0 h 878671"/>
                  <a:gd name="connsiteX0" fmla="*/ 0 w 965869"/>
                  <a:gd name="connsiteY0" fmla="*/ 184472 h 1063143"/>
                  <a:gd name="connsiteX1" fmla="*/ 785314 w 965869"/>
                  <a:gd name="connsiteY1" fmla="*/ 296958 h 1063143"/>
                  <a:gd name="connsiteX2" fmla="*/ 391614 w 965869"/>
                  <a:gd name="connsiteY2" fmla="*/ 4858 h 1063143"/>
                  <a:gd name="connsiteX3" fmla="*/ 965869 w 965869"/>
                  <a:gd name="connsiteY3" fmla="*/ 559122 h 1063143"/>
                  <a:gd name="connsiteX4" fmla="*/ 965869 w 965869"/>
                  <a:gd name="connsiteY4" fmla="*/ 1063143 h 1063143"/>
                  <a:gd name="connsiteX5" fmla="*/ 330200 w 965869"/>
                  <a:gd name="connsiteY5" fmla="*/ 459893 h 1063143"/>
                  <a:gd name="connsiteX6" fmla="*/ 0 w 965869"/>
                  <a:gd name="connsiteY6" fmla="*/ 184472 h 1063143"/>
                  <a:gd name="connsiteX0" fmla="*/ 0 w 965869"/>
                  <a:gd name="connsiteY0" fmla="*/ 185516 h 1064187"/>
                  <a:gd name="connsiteX1" fmla="*/ 582114 w 965869"/>
                  <a:gd name="connsiteY1" fmla="*/ 221802 h 1064187"/>
                  <a:gd name="connsiteX2" fmla="*/ 391614 w 965869"/>
                  <a:gd name="connsiteY2" fmla="*/ 5902 h 1064187"/>
                  <a:gd name="connsiteX3" fmla="*/ 965869 w 965869"/>
                  <a:gd name="connsiteY3" fmla="*/ 560166 h 1064187"/>
                  <a:gd name="connsiteX4" fmla="*/ 965869 w 965869"/>
                  <a:gd name="connsiteY4" fmla="*/ 1064187 h 1064187"/>
                  <a:gd name="connsiteX5" fmla="*/ 330200 w 965869"/>
                  <a:gd name="connsiteY5" fmla="*/ 460937 h 1064187"/>
                  <a:gd name="connsiteX6" fmla="*/ 0 w 965869"/>
                  <a:gd name="connsiteY6" fmla="*/ 185516 h 1064187"/>
                  <a:gd name="connsiteX0" fmla="*/ 0 w 965869"/>
                  <a:gd name="connsiteY0" fmla="*/ 185516 h 1064187"/>
                  <a:gd name="connsiteX1" fmla="*/ 582114 w 965869"/>
                  <a:gd name="connsiteY1" fmla="*/ 221802 h 1064187"/>
                  <a:gd name="connsiteX2" fmla="*/ 391614 w 965869"/>
                  <a:gd name="connsiteY2" fmla="*/ 5902 h 1064187"/>
                  <a:gd name="connsiteX3" fmla="*/ 817064 w 965869"/>
                  <a:gd name="connsiteY3" fmla="*/ 94802 h 1064187"/>
                  <a:gd name="connsiteX4" fmla="*/ 965869 w 965869"/>
                  <a:gd name="connsiteY4" fmla="*/ 560166 h 1064187"/>
                  <a:gd name="connsiteX5" fmla="*/ 965869 w 965869"/>
                  <a:gd name="connsiteY5" fmla="*/ 1064187 h 1064187"/>
                  <a:gd name="connsiteX6" fmla="*/ 330200 w 965869"/>
                  <a:gd name="connsiteY6" fmla="*/ 460937 h 1064187"/>
                  <a:gd name="connsiteX7" fmla="*/ 0 w 965869"/>
                  <a:gd name="connsiteY7" fmla="*/ 185516 h 1064187"/>
                  <a:gd name="connsiteX0" fmla="*/ 0 w 965869"/>
                  <a:gd name="connsiteY0" fmla="*/ 211123 h 1089794"/>
                  <a:gd name="connsiteX1" fmla="*/ 582114 w 965869"/>
                  <a:gd name="connsiteY1" fmla="*/ 247409 h 1089794"/>
                  <a:gd name="connsiteX2" fmla="*/ 391614 w 965869"/>
                  <a:gd name="connsiteY2" fmla="*/ 31509 h 1089794"/>
                  <a:gd name="connsiteX3" fmla="*/ 817064 w 965869"/>
                  <a:gd name="connsiteY3" fmla="*/ 120409 h 1089794"/>
                  <a:gd name="connsiteX4" fmla="*/ 836114 w 965869"/>
                  <a:gd name="connsiteY4" fmla="*/ 18809 h 1089794"/>
                  <a:gd name="connsiteX5" fmla="*/ 965869 w 965869"/>
                  <a:gd name="connsiteY5" fmla="*/ 585773 h 1089794"/>
                  <a:gd name="connsiteX6" fmla="*/ 965869 w 965869"/>
                  <a:gd name="connsiteY6" fmla="*/ 1089794 h 1089794"/>
                  <a:gd name="connsiteX7" fmla="*/ 330200 w 965869"/>
                  <a:gd name="connsiteY7" fmla="*/ 486544 h 1089794"/>
                  <a:gd name="connsiteX8" fmla="*/ 0 w 965869"/>
                  <a:gd name="connsiteY8" fmla="*/ 211123 h 1089794"/>
                  <a:gd name="connsiteX0" fmla="*/ 0 w 1162719"/>
                  <a:gd name="connsiteY0" fmla="*/ 211123 h 1089794"/>
                  <a:gd name="connsiteX1" fmla="*/ 582114 w 1162719"/>
                  <a:gd name="connsiteY1" fmla="*/ 247409 h 1089794"/>
                  <a:gd name="connsiteX2" fmla="*/ 391614 w 1162719"/>
                  <a:gd name="connsiteY2" fmla="*/ 31509 h 1089794"/>
                  <a:gd name="connsiteX3" fmla="*/ 817064 w 1162719"/>
                  <a:gd name="connsiteY3" fmla="*/ 120409 h 1089794"/>
                  <a:gd name="connsiteX4" fmla="*/ 836114 w 1162719"/>
                  <a:gd name="connsiteY4" fmla="*/ 18809 h 1089794"/>
                  <a:gd name="connsiteX5" fmla="*/ 1162719 w 1162719"/>
                  <a:gd name="connsiteY5" fmla="*/ 547673 h 1089794"/>
                  <a:gd name="connsiteX6" fmla="*/ 965869 w 1162719"/>
                  <a:gd name="connsiteY6" fmla="*/ 1089794 h 1089794"/>
                  <a:gd name="connsiteX7" fmla="*/ 330200 w 1162719"/>
                  <a:gd name="connsiteY7" fmla="*/ 486544 h 1089794"/>
                  <a:gd name="connsiteX8" fmla="*/ 0 w 1162719"/>
                  <a:gd name="connsiteY8" fmla="*/ 211123 h 1089794"/>
                  <a:gd name="connsiteX0" fmla="*/ 0 w 1162719"/>
                  <a:gd name="connsiteY0" fmla="*/ 211123 h 547673"/>
                  <a:gd name="connsiteX1" fmla="*/ 582114 w 1162719"/>
                  <a:gd name="connsiteY1" fmla="*/ 247409 h 547673"/>
                  <a:gd name="connsiteX2" fmla="*/ 391614 w 1162719"/>
                  <a:gd name="connsiteY2" fmla="*/ 31509 h 547673"/>
                  <a:gd name="connsiteX3" fmla="*/ 817064 w 1162719"/>
                  <a:gd name="connsiteY3" fmla="*/ 120409 h 547673"/>
                  <a:gd name="connsiteX4" fmla="*/ 836114 w 1162719"/>
                  <a:gd name="connsiteY4" fmla="*/ 18809 h 547673"/>
                  <a:gd name="connsiteX5" fmla="*/ 1162719 w 1162719"/>
                  <a:gd name="connsiteY5" fmla="*/ 547673 h 547673"/>
                  <a:gd name="connsiteX6" fmla="*/ 330200 w 1162719"/>
                  <a:gd name="connsiteY6" fmla="*/ 486544 h 547673"/>
                  <a:gd name="connsiteX7" fmla="*/ 0 w 1162719"/>
                  <a:gd name="connsiteY7" fmla="*/ 211123 h 547673"/>
                  <a:gd name="connsiteX0" fmla="*/ 0 w 1162719"/>
                  <a:gd name="connsiteY0" fmla="*/ 211123 h 547673"/>
                  <a:gd name="connsiteX1" fmla="*/ 582114 w 1162719"/>
                  <a:gd name="connsiteY1" fmla="*/ 247409 h 547673"/>
                  <a:gd name="connsiteX2" fmla="*/ 391614 w 1162719"/>
                  <a:gd name="connsiteY2" fmla="*/ 31509 h 547673"/>
                  <a:gd name="connsiteX3" fmla="*/ 817064 w 1162719"/>
                  <a:gd name="connsiteY3" fmla="*/ 120409 h 547673"/>
                  <a:gd name="connsiteX4" fmla="*/ 836114 w 1162719"/>
                  <a:gd name="connsiteY4" fmla="*/ 18809 h 547673"/>
                  <a:gd name="connsiteX5" fmla="*/ 1162719 w 1162719"/>
                  <a:gd name="connsiteY5" fmla="*/ 547673 h 547673"/>
                  <a:gd name="connsiteX6" fmla="*/ 330200 w 1162719"/>
                  <a:gd name="connsiteY6" fmla="*/ 486544 h 547673"/>
                  <a:gd name="connsiteX7" fmla="*/ 0 w 1162719"/>
                  <a:gd name="connsiteY7" fmla="*/ 211123 h 547673"/>
                  <a:gd name="connsiteX0" fmla="*/ 0 w 1162719"/>
                  <a:gd name="connsiteY0" fmla="*/ 218187 h 554737"/>
                  <a:gd name="connsiteX1" fmla="*/ 582114 w 1162719"/>
                  <a:gd name="connsiteY1" fmla="*/ 254473 h 554737"/>
                  <a:gd name="connsiteX2" fmla="*/ 391614 w 1162719"/>
                  <a:gd name="connsiteY2" fmla="*/ 38573 h 554737"/>
                  <a:gd name="connsiteX3" fmla="*/ 817064 w 1162719"/>
                  <a:gd name="connsiteY3" fmla="*/ 127473 h 554737"/>
                  <a:gd name="connsiteX4" fmla="*/ 836114 w 1162719"/>
                  <a:gd name="connsiteY4" fmla="*/ 25873 h 554737"/>
                  <a:gd name="connsiteX5" fmla="*/ 1162719 w 1162719"/>
                  <a:gd name="connsiteY5" fmla="*/ 554737 h 554737"/>
                  <a:gd name="connsiteX6" fmla="*/ 330200 w 1162719"/>
                  <a:gd name="connsiteY6" fmla="*/ 493608 h 554737"/>
                  <a:gd name="connsiteX7" fmla="*/ 0 w 1162719"/>
                  <a:gd name="connsiteY7" fmla="*/ 218187 h 554737"/>
                  <a:gd name="connsiteX0" fmla="*/ 0 w 1162719"/>
                  <a:gd name="connsiteY0" fmla="*/ 218187 h 554737"/>
                  <a:gd name="connsiteX1" fmla="*/ 582114 w 1162719"/>
                  <a:gd name="connsiteY1" fmla="*/ 254473 h 554737"/>
                  <a:gd name="connsiteX2" fmla="*/ 391614 w 1162719"/>
                  <a:gd name="connsiteY2" fmla="*/ 38573 h 554737"/>
                  <a:gd name="connsiteX3" fmla="*/ 817064 w 1162719"/>
                  <a:gd name="connsiteY3" fmla="*/ 127473 h 554737"/>
                  <a:gd name="connsiteX4" fmla="*/ 836114 w 1162719"/>
                  <a:gd name="connsiteY4" fmla="*/ 25873 h 554737"/>
                  <a:gd name="connsiteX5" fmla="*/ 1162719 w 1162719"/>
                  <a:gd name="connsiteY5" fmla="*/ 554737 h 554737"/>
                  <a:gd name="connsiteX6" fmla="*/ 330200 w 1162719"/>
                  <a:gd name="connsiteY6" fmla="*/ 493608 h 554737"/>
                  <a:gd name="connsiteX7" fmla="*/ 0 w 1162719"/>
                  <a:gd name="connsiteY7" fmla="*/ 218187 h 554737"/>
                  <a:gd name="connsiteX0" fmla="*/ 0 w 1162719"/>
                  <a:gd name="connsiteY0" fmla="*/ 218187 h 554737"/>
                  <a:gd name="connsiteX1" fmla="*/ 582114 w 1162719"/>
                  <a:gd name="connsiteY1" fmla="*/ 254473 h 554737"/>
                  <a:gd name="connsiteX2" fmla="*/ 391614 w 1162719"/>
                  <a:gd name="connsiteY2" fmla="*/ 38573 h 554737"/>
                  <a:gd name="connsiteX3" fmla="*/ 817064 w 1162719"/>
                  <a:gd name="connsiteY3" fmla="*/ 127473 h 554737"/>
                  <a:gd name="connsiteX4" fmla="*/ 836114 w 1162719"/>
                  <a:gd name="connsiteY4" fmla="*/ 25873 h 554737"/>
                  <a:gd name="connsiteX5" fmla="*/ 1162719 w 1162719"/>
                  <a:gd name="connsiteY5" fmla="*/ 554737 h 554737"/>
                  <a:gd name="connsiteX6" fmla="*/ 330200 w 1162719"/>
                  <a:gd name="connsiteY6" fmla="*/ 493608 h 554737"/>
                  <a:gd name="connsiteX7" fmla="*/ 0 w 1162719"/>
                  <a:gd name="connsiteY7" fmla="*/ 218187 h 554737"/>
                  <a:gd name="connsiteX0" fmla="*/ 0 w 1175419"/>
                  <a:gd name="connsiteY0" fmla="*/ 243587 h 554737"/>
                  <a:gd name="connsiteX1" fmla="*/ 594814 w 1175419"/>
                  <a:gd name="connsiteY1" fmla="*/ 254473 h 554737"/>
                  <a:gd name="connsiteX2" fmla="*/ 404314 w 1175419"/>
                  <a:gd name="connsiteY2" fmla="*/ 38573 h 554737"/>
                  <a:gd name="connsiteX3" fmla="*/ 829764 w 1175419"/>
                  <a:gd name="connsiteY3" fmla="*/ 127473 h 554737"/>
                  <a:gd name="connsiteX4" fmla="*/ 848814 w 1175419"/>
                  <a:gd name="connsiteY4" fmla="*/ 25873 h 554737"/>
                  <a:gd name="connsiteX5" fmla="*/ 1175419 w 1175419"/>
                  <a:gd name="connsiteY5" fmla="*/ 554737 h 554737"/>
                  <a:gd name="connsiteX6" fmla="*/ 342900 w 1175419"/>
                  <a:gd name="connsiteY6" fmla="*/ 493608 h 554737"/>
                  <a:gd name="connsiteX7" fmla="*/ 0 w 1175419"/>
                  <a:gd name="connsiteY7" fmla="*/ 243587 h 554737"/>
                  <a:gd name="connsiteX0" fmla="*/ 0 w 1175419"/>
                  <a:gd name="connsiteY0" fmla="*/ 243587 h 554737"/>
                  <a:gd name="connsiteX1" fmla="*/ 594814 w 1175419"/>
                  <a:gd name="connsiteY1" fmla="*/ 254473 h 554737"/>
                  <a:gd name="connsiteX2" fmla="*/ 404314 w 1175419"/>
                  <a:gd name="connsiteY2" fmla="*/ 38573 h 554737"/>
                  <a:gd name="connsiteX3" fmla="*/ 829764 w 1175419"/>
                  <a:gd name="connsiteY3" fmla="*/ 127473 h 554737"/>
                  <a:gd name="connsiteX4" fmla="*/ 848814 w 1175419"/>
                  <a:gd name="connsiteY4" fmla="*/ 25873 h 554737"/>
                  <a:gd name="connsiteX5" fmla="*/ 1175419 w 1175419"/>
                  <a:gd name="connsiteY5" fmla="*/ 554737 h 554737"/>
                  <a:gd name="connsiteX6" fmla="*/ 342900 w 1175419"/>
                  <a:gd name="connsiteY6" fmla="*/ 493608 h 554737"/>
                  <a:gd name="connsiteX7" fmla="*/ 0 w 1175419"/>
                  <a:gd name="connsiteY7" fmla="*/ 243587 h 554737"/>
                  <a:gd name="connsiteX0" fmla="*/ 0 w 1175419"/>
                  <a:gd name="connsiteY0" fmla="*/ 243587 h 554737"/>
                  <a:gd name="connsiteX1" fmla="*/ 594814 w 1175419"/>
                  <a:gd name="connsiteY1" fmla="*/ 254473 h 554737"/>
                  <a:gd name="connsiteX2" fmla="*/ 404314 w 1175419"/>
                  <a:gd name="connsiteY2" fmla="*/ 38573 h 554737"/>
                  <a:gd name="connsiteX3" fmla="*/ 829764 w 1175419"/>
                  <a:gd name="connsiteY3" fmla="*/ 127473 h 554737"/>
                  <a:gd name="connsiteX4" fmla="*/ 848814 w 1175419"/>
                  <a:gd name="connsiteY4" fmla="*/ 25873 h 554737"/>
                  <a:gd name="connsiteX5" fmla="*/ 1175419 w 1175419"/>
                  <a:gd name="connsiteY5" fmla="*/ 554737 h 554737"/>
                  <a:gd name="connsiteX6" fmla="*/ 342900 w 1175419"/>
                  <a:gd name="connsiteY6" fmla="*/ 493608 h 554737"/>
                  <a:gd name="connsiteX7" fmla="*/ 0 w 1175419"/>
                  <a:gd name="connsiteY7" fmla="*/ 243587 h 554737"/>
                  <a:gd name="connsiteX0" fmla="*/ 342900 w 1175419"/>
                  <a:gd name="connsiteY0" fmla="*/ 493608 h 585048"/>
                  <a:gd name="connsiteX1" fmla="*/ 0 w 1175419"/>
                  <a:gd name="connsiteY1" fmla="*/ 243587 h 585048"/>
                  <a:gd name="connsiteX2" fmla="*/ 594814 w 1175419"/>
                  <a:gd name="connsiteY2" fmla="*/ 254473 h 585048"/>
                  <a:gd name="connsiteX3" fmla="*/ 404314 w 1175419"/>
                  <a:gd name="connsiteY3" fmla="*/ 38573 h 585048"/>
                  <a:gd name="connsiteX4" fmla="*/ 829764 w 1175419"/>
                  <a:gd name="connsiteY4" fmla="*/ 127473 h 585048"/>
                  <a:gd name="connsiteX5" fmla="*/ 848814 w 1175419"/>
                  <a:gd name="connsiteY5" fmla="*/ 25873 h 585048"/>
                  <a:gd name="connsiteX6" fmla="*/ 1175419 w 1175419"/>
                  <a:gd name="connsiteY6" fmla="*/ 554737 h 585048"/>
                  <a:gd name="connsiteX7" fmla="*/ 434340 w 1175419"/>
                  <a:gd name="connsiteY7" fmla="*/ 585048 h 585048"/>
                  <a:gd name="connsiteX0" fmla="*/ 342900 w 1175419"/>
                  <a:gd name="connsiteY0" fmla="*/ 493608 h 554737"/>
                  <a:gd name="connsiteX1" fmla="*/ 0 w 1175419"/>
                  <a:gd name="connsiteY1" fmla="*/ 243587 h 554737"/>
                  <a:gd name="connsiteX2" fmla="*/ 594814 w 1175419"/>
                  <a:gd name="connsiteY2" fmla="*/ 254473 h 554737"/>
                  <a:gd name="connsiteX3" fmla="*/ 404314 w 1175419"/>
                  <a:gd name="connsiteY3" fmla="*/ 38573 h 554737"/>
                  <a:gd name="connsiteX4" fmla="*/ 829764 w 1175419"/>
                  <a:gd name="connsiteY4" fmla="*/ 127473 h 554737"/>
                  <a:gd name="connsiteX5" fmla="*/ 848814 w 1175419"/>
                  <a:gd name="connsiteY5" fmla="*/ 25873 h 554737"/>
                  <a:gd name="connsiteX6" fmla="*/ 1175419 w 1175419"/>
                  <a:gd name="connsiteY6" fmla="*/ 554737 h 55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5419" h="554737">
                    <a:moveTo>
                      <a:pt x="342900" y="493608"/>
                    </a:moveTo>
                    <a:cubicBezTo>
                      <a:pt x="228600" y="410268"/>
                      <a:pt x="241300" y="352327"/>
                      <a:pt x="0" y="243587"/>
                    </a:cubicBezTo>
                    <a:cubicBezTo>
                      <a:pt x="202505" y="143499"/>
                      <a:pt x="347859" y="157711"/>
                      <a:pt x="594814" y="254473"/>
                    </a:cubicBezTo>
                    <a:cubicBezTo>
                      <a:pt x="632914" y="307390"/>
                      <a:pt x="353514" y="11056"/>
                      <a:pt x="404314" y="38573"/>
                    </a:cubicBezTo>
                    <a:cubicBezTo>
                      <a:pt x="522847" y="-41860"/>
                      <a:pt x="711231" y="11056"/>
                      <a:pt x="829764" y="127473"/>
                    </a:cubicBezTo>
                    <a:cubicBezTo>
                      <a:pt x="855164" y="220606"/>
                      <a:pt x="823414" y="-67260"/>
                      <a:pt x="848814" y="25873"/>
                    </a:cubicBezTo>
                    <a:cubicBezTo>
                      <a:pt x="1122782" y="246611"/>
                      <a:pt x="1066551" y="378449"/>
                      <a:pt x="1175419" y="554737"/>
                    </a:cubicBezTo>
                  </a:path>
                </a:pathLst>
              </a:custGeom>
              <a:solidFill>
                <a:srgbClr val="972E0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178D6E2-C185-63F0-CF0A-42DC4C9F8563}"/>
                  </a:ext>
                </a:extLst>
              </p:cNvPr>
              <p:cNvSpPr/>
              <p:nvPr/>
            </p:nvSpPr>
            <p:spPr>
              <a:xfrm>
                <a:off x="4603831" y="5182103"/>
                <a:ext cx="1313769" cy="1758684"/>
              </a:xfrm>
              <a:custGeom>
                <a:avLst/>
                <a:gdLst>
                  <a:gd name="connsiteX0" fmla="*/ 642648 w 1313769"/>
                  <a:gd name="connsiteY0" fmla="*/ 0 h 1758684"/>
                  <a:gd name="connsiteX1" fmla="*/ 1279996 w 1313769"/>
                  <a:gd name="connsiteY1" fmla="*/ 387694 h 1758684"/>
                  <a:gd name="connsiteX2" fmla="*/ 1313769 w 1313769"/>
                  <a:gd name="connsiteY2" fmla="*/ 458879 h 1758684"/>
                  <a:gd name="connsiteX3" fmla="*/ 1313081 w 1313769"/>
                  <a:gd name="connsiteY3" fmla="*/ 501070 h 1758684"/>
                  <a:gd name="connsiteX4" fmla="*/ 963980 w 1313769"/>
                  <a:gd name="connsiteY4" fmla="*/ 1637631 h 1758684"/>
                  <a:gd name="connsiteX5" fmla="*/ 940129 w 1313769"/>
                  <a:gd name="connsiteY5" fmla="*/ 1690293 h 1758684"/>
                  <a:gd name="connsiteX6" fmla="*/ 871211 w 1313769"/>
                  <a:gd name="connsiteY6" fmla="*/ 1719151 h 1758684"/>
                  <a:gd name="connsiteX7" fmla="*/ 642648 w 1313769"/>
                  <a:gd name="connsiteY7" fmla="*/ 1758684 h 1758684"/>
                  <a:gd name="connsiteX8" fmla="*/ 414085 w 1313769"/>
                  <a:gd name="connsiteY8" fmla="*/ 1719151 h 1758684"/>
                  <a:gd name="connsiteX9" fmla="*/ 394418 w 1313769"/>
                  <a:gd name="connsiteY9" fmla="*/ 1710916 h 1758684"/>
                  <a:gd name="connsiteX10" fmla="*/ 350928 w 1313769"/>
                  <a:gd name="connsiteY10" fmla="*/ 1616343 h 1758684"/>
                  <a:gd name="connsiteX11" fmla="*/ 1827 w 1313769"/>
                  <a:gd name="connsiteY11" fmla="*/ 506462 h 1758684"/>
                  <a:gd name="connsiteX12" fmla="*/ 0 w 1313769"/>
                  <a:gd name="connsiteY12" fmla="*/ 398867 h 1758684"/>
                  <a:gd name="connsiteX13" fmla="*/ 5300 w 1313769"/>
                  <a:gd name="connsiteY13" fmla="*/ 387694 h 1758684"/>
                  <a:gd name="connsiteX14" fmla="*/ 642648 w 1313769"/>
                  <a:gd name="connsiteY14" fmla="*/ 0 h 1758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13769" h="1758684">
                    <a:moveTo>
                      <a:pt x="642648" y="0"/>
                    </a:moveTo>
                    <a:cubicBezTo>
                      <a:pt x="907958" y="0"/>
                      <a:pt x="1141871" y="153787"/>
                      <a:pt x="1279996" y="387694"/>
                    </a:cubicBezTo>
                    <a:lnTo>
                      <a:pt x="1313769" y="458879"/>
                    </a:lnTo>
                    <a:lnTo>
                      <a:pt x="1313081" y="501070"/>
                    </a:lnTo>
                    <a:cubicBezTo>
                      <a:pt x="1288228" y="902526"/>
                      <a:pt x="1105558" y="1324339"/>
                      <a:pt x="963980" y="1637631"/>
                    </a:cubicBezTo>
                    <a:lnTo>
                      <a:pt x="940129" y="1690293"/>
                    </a:lnTo>
                    <a:lnTo>
                      <a:pt x="871211" y="1719151"/>
                    </a:lnTo>
                    <a:cubicBezTo>
                      <a:pt x="799008" y="1744843"/>
                      <a:pt x="722241" y="1758684"/>
                      <a:pt x="642648" y="1758684"/>
                    </a:cubicBezTo>
                    <a:cubicBezTo>
                      <a:pt x="563055" y="1758684"/>
                      <a:pt x="486288" y="1744843"/>
                      <a:pt x="414085" y="1719151"/>
                    </a:cubicBezTo>
                    <a:lnTo>
                      <a:pt x="394418" y="1710916"/>
                    </a:lnTo>
                    <a:lnTo>
                      <a:pt x="350928" y="1616343"/>
                    </a:lnTo>
                    <a:cubicBezTo>
                      <a:pt x="209350" y="1307789"/>
                      <a:pt x="26680" y="892763"/>
                      <a:pt x="1827" y="506462"/>
                    </a:cubicBezTo>
                    <a:lnTo>
                      <a:pt x="0" y="398867"/>
                    </a:lnTo>
                    <a:lnTo>
                      <a:pt x="5300" y="387694"/>
                    </a:lnTo>
                    <a:cubicBezTo>
                      <a:pt x="143425" y="153787"/>
                      <a:pt x="377339" y="0"/>
                      <a:pt x="642648" y="0"/>
                    </a:cubicBezTo>
                    <a:close/>
                  </a:path>
                </a:pathLst>
              </a:custGeom>
              <a:solidFill>
                <a:srgbClr val="FED18E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CC8298-3543-BCF1-D786-1A5DB7F50EE6}"/>
                  </a:ext>
                </a:extLst>
              </p:cNvPr>
              <p:cNvSpPr/>
              <p:nvPr/>
            </p:nvSpPr>
            <p:spPr>
              <a:xfrm>
                <a:off x="4969877" y="3276476"/>
                <a:ext cx="613944" cy="371824"/>
              </a:xfrm>
              <a:custGeom>
                <a:avLst/>
                <a:gdLst>
                  <a:gd name="connsiteX0" fmla="*/ 0 w 554163"/>
                  <a:gd name="connsiteY0" fmla="*/ 146435 h 292869"/>
                  <a:gd name="connsiteX1" fmla="*/ 277082 w 554163"/>
                  <a:gd name="connsiteY1" fmla="*/ 0 h 292869"/>
                  <a:gd name="connsiteX2" fmla="*/ 554164 w 554163"/>
                  <a:gd name="connsiteY2" fmla="*/ 146435 h 292869"/>
                  <a:gd name="connsiteX3" fmla="*/ 277082 w 554163"/>
                  <a:gd name="connsiteY3" fmla="*/ 292870 h 292869"/>
                  <a:gd name="connsiteX4" fmla="*/ 0 w 554163"/>
                  <a:gd name="connsiteY4" fmla="*/ 146435 h 292869"/>
                  <a:gd name="connsiteX0" fmla="*/ 0 w 561866"/>
                  <a:gd name="connsiteY0" fmla="*/ 18305 h 164740"/>
                  <a:gd name="connsiteX1" fmla="*/ 554164 w 561866"/>
                  <a:gd name="connsiteY1" fmla="*/ 18305 h 164740"/>
                  <a:gd name="connsiteX2" fmla="*/ 277082 w 561866"/>
                  <a:gd name="connsiteY2" fmla="*/ 164740 h 164740"/>
                  <a:gd name="connsiteX3" fmla="*/ 0 w 561866"/>
                  <a:gd name="connsiteY3" fmla="*/ 18305 h 164740"/>
                  <a:gd name="connsiteX0" fmla="*/ 0 w 612787"/>
                  <a:gd name="connsiteY0" fmla="*/ 42358 h 155426"/>
                  <a:gd name="connsiteX1" fmla="*/ 606552 w 612787"/>
                  <a:gd name="connsiteY1" fmla="*/ 8433 h 155426"/>
                  <a:gd name="connsiteX2" fmla="*/ 329470 w 612787"/>
                  <a:gd name="connsiteY2" fmla="*/ 154868 h 155426"/>
                  <a:gd name="connsiteX3" fmla="*/ 0 w 612787"/>
                  <a:gd name="connsiteY3" fmla="*/ 42358 h 155426"/>
                  <a:gd name="connsiteX0" fmla="*/ 5443 w 625232"/>
                  <a:gd name="connsiteY0" fmla="*/ 14338 h 126850"/>
                  <a:gd name="connsiteX1" fmla="*/ 619138 w 625232"/>
                  <a:gd name="connsiteY1" fmla="*/ 17622 h 126850"/>
                  <a:gd name="connsiteX2" fmla="*/ 334913 w 625232"/>
                  <a:gd name="connsiteY2" fmla="*/ 126848 h 126850"/>
                  <a:gd name="connsiteX3" fmla="*/ 5443 w 625232"/>
                  <a:gd name="connsiteY3" fmla="*/ 14338 h 126850"/>
                  <a:gd name="connsiteX0" fmla="*/ 5443 w 625232"/>
                  <a:gd name="connsiteY0" fmla="*/ 45501 h 158013"/>
                  <a:gd name="connsiteX1" fmla="*/ 619138 w 625232"/>
                  <a:gd name="connsiteY1" fmla="*/ 48785 h 158013"/>
                  <a:gd name="connsiteX2" fmla="*/ 334913 w 625232"/>
                  <a:gd name="connsiteY2" fmla="*/ 158011 h 158013"/>
                  <a:gd name="connsiteX3" fmla="*/ 5443 w 625232"/>
                  <a:gd name="connsiteY3" fmla="*/ 45501 h 158013"/>
                  <a:gd name="connsiteX0" fmla="*/ 5443 w 625232"/>
                  <a:gd name="connsiteY0" fmla="*/ 58368 h 170880"/>
                  <a:gd name="connsiteX1" fmla="*/ 619138 w 625232"/>
                  <a:gd name="connsiteY1" fmla="*/ 61652 h 170880"/>
                  <a:gd name="connsiteX2" fmla="*/ 334913 w 625232"/>
                  <a:gd name="connsiteY2" fmla="*/ 170878 h 170880"/>
                  <a:gd name="connsiteX3" fmla="*/ 5443 w 625232"/>
                  <a:gd name="connsiteY3" fmla="*/ 58368 h 170880"/>
                  <a:gd name="connsiteX0" fmla="*/ 5443 w 619387"/>
                  <a:gd name="connsiteY0" fmla="*/ 58368 h 170881"/>
                  <a:gd name="connsiteX1" fmla="*/ 619138 w 619387"/>
                  <a:gd name="connsiteY1" fmla="*/ 61652 h 170881"/>
                  <a:gd name="connsiteX2" fmla="*/ 334913 w 619387"/>
                  <a:gd name="connsiteY2" fmla="*/ 170878 h 170881"/>
                  <a:gd name="connsiteX3" fmla="*/ 5443 w 619387"/>
                  <a:gd name="connsiteY3" fmla="*/ 58368 h 170881"/>
                  <a:gd name="connsiteX0" fmla="*/ 0 w 613944"/>
                  <a:gd name="connsiteY0" fmla="*/ 58368 h 170881"/>
                  <a:gd name="connsiteX1" fmla="*/ 613695 w 613944"/>
                  <a:gd name="connsiteY1" fmla="*/ 61652 h 170881"/>
                  <a:gd name="connsiteX2" fmla="*/ 329470 w 613944"/>
                  <a:gd name="connsiteY2" fmla="*/ 170878 h 170881"/>
                  <a:gd name="connsiteX3" fmla="*/ 0 w 613944"/>
                  <a:gd name="connsiteY3" fmla="*/ 58368 h 170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944" h="170881">
                    <a:moveTo>
                      <a:pt x="0" y="58368"/>
                    </a:moveTo>
                    <a:cubicBezTo>
                      <a:pt x="68802" y="-2516"/>
                      <a:pt x="479409" y="-36076"/>
                      <a:pt x="613695" y="61652"/>
                    </a:cubicBezTo>
                    <a:cubicBezTo>
                      <a:pt x="621775" y="103568"/>
                      <a:pt x="431753" y="171425"/>
                      <a:pt x="329470" y="170878"/>
                    </a:cubicBezTo>
                    <a:cubicBezTo>
                      <a:pt x="227188" y="170331"/>
                      <a:pt x="2635" y="102837"/>
                      <a:pt x="0" y="58368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0D5E6-B986-BAC8-D1CC-00911891CB69}"/>
                </a:ext>
              </a:extLst>
            </p:cNvPr>
            <p:cNvSpPr/>
            <p:nvPr/>
          </p:nvSpPr>
          <p:spPr>
            <a:xfrm>
              <a:off x="5076981" y="3635604"/>
              <a:ext cx="1386840" cy="156385"/>
            </a:xfrm>
            <a:custGeom>
              <a:avLst/>
              <a:gdLst>
                <a:gd name="connsiteX0" fmla="*/ 0 w 1386840"/>
                <a:gd name="connsiteY0" fmla="*/ 0 h 15240"/>
                <a:gd name="connsiteX1" fmla="*/ 1386840 w 1386840"/>
                <a:gd name="connsiteY1" fmla="*/ 15240 h 15240"/>
                <a:gd name="connsiteX2" fmla="*/ 1386840 w 1386840"/>
                <a:gd name="connsiteY2" fmla="*/ 15240 h 15240"/>
                <a:gd name="connsiteX0" fmla="*/ 0 w 1386840"/>
                <a:gd name="connsiteY0" fmla="*/ 0 h 142304"/>
                <a:gd name="connsiteX1" fmla="*/ 1386840 w 1386840"/>
                <a:gd name="connsiteY1" fmla="*/ 15240 h 142304"/>
                <a:gd name="connsiteX2" fmla="*/ 1386840 w 1386840"/>
                <a:gd name="connsiteY2" fmla="*/ 15240 h 142304"/>
                <a:gd name="connsiteX0" fmla="*/ 0 w 1386840"/>
                <a:gd name="connsiteY0" fmla="*/ 0 h 156385"/>
                <a:gd name="connsiteX1" fmla="*/ 1386840 w 1386840"/>
                <a:gd name="connsiteY1" fmla="*/ 15240 h 156385"/>
                <a:gd name="connsiteX2" fmla="*/ 1386840 w 1386840"/>
                <a:gd name="connsiteY2" fmla="*/ 15240 h 15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6840" h="156385">
                  <a:moveTo>
                    <a:pt x="0" y="0"/>
                  </a:moveTo>
                  <a:cubicBezTo>
                    <a:pt x="195580" y="66040"/>
                    <a:pt x="955040" y="307340"/>
                    <a:pt x="1386840" y="15240"/>
                  </a:cubicBezTo>
                  <a:lnTo>
                    <a:pt x="1386840" y="15240"/>
                  </a:lnTo>
                </a:path>
              </a:pathLst>
            </a:custGeom>
            <a:solidFill>
              <a:srgbClr val="FE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D59300D-99C6-4BBC-AB5D-31E933502BBA}"/>
                </a:ext>
              </a:extLst>
            </p:cNvPr>
            <p:cNvSpPr/>
            <p:nvPr/>
          </p:nvSpPr>
          <p:spPr>
            <a:xfrm>
              <a:off x="5767389" y="3404074"/>
              <a:ext cx="30492" cy="381000"/>
            </a:xfrm>
            <a:custGeom>
              <a:avLst/>
              <a:gdLst>
                <a:gd name="connsiteX0" fmla="*/ 0 w 47625"/>
                <a:gd name="connsiteY0" fmla="*/ 0 h 371475"/>
                <a:gd name="connsiteX1" fmla="*/ 47625 w 47625"/>
                <a:gd name="connsiteY1" fmla="*/ 371475 h 371475"/>
                <a:gd name="connsiteX2" fmla="*/ 47625 w 47625"/>
                <a:gd name="connsiteY2" fmla="*/ 371475 h 371475"/>
                <a:gd name="connsiteX0" fmla="*/ 0 w 28575"/>
                <a:gd name="connsiteY0" fmla="*/ 0 h 381000"/>
                <a:gd name="connsiteX1" fmla="*/ 28575 w 28575"/>
                <a:gd name="connsiteY1" fmla="*/ 381000 h 381000"/>
                <a:gd name="connsiteX2" fmla="*/ 28575 w 28575"/>
                <a:gd name="connsiteY2" fmla="*/ 381000 h 381000"/>
                <a:gd name="connsiteX0" fmla="*/ 0 w 30492"/>
                <a:gd name="connsiteY0" fmla="*/ 0 h 381000"/>
                <a:gd name="connsiteX1" fmla="*/ 28575 w 30492"/>
                <a:gd name="connsiteY1" fmla="*/ 381000 h 381000"/>
                <a:gd name="connsiteX2" fmla="*/ 28575 w 30492"/>
                <a:gd name="connsiteY2" fmla="*/ 3810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92" h="381000">
                  <a:moveTo>
                    <a:pt x="0" y="0"/>
                  </a:moveTo>
                  <a:cubicBezTo>
                    <a:pt x="9525" y="127000"/>
                    <a:pt x="38100" y="263525"/>
                    <a:pt x="28575" y="381000"/>
                  </a:cubicBezTo>
                  <a:lnTo>
                    <a:pt x="28575" y="38100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5FC8AB5-B015-C9D0-309C-EDD7BB49412F}"/>
              </a:ext>
            </a:extLst>
          </p:cNvPr>
          <p:cNvGrpSpPr/>
          <p:nvPr/>
        </p:nvGrpSpPr>
        <p:grpSpPr>
          <a:xfrm>
            <a:off x="934062" y="854924"/>
            <a:ext cx="8224525" cy="7628362"/>
            <a:chOff x="1193791" y="234476"/>
            <a:chExt cx="8224525" cy="7628362"/>
          </a:xfrm>
          <a:solidFill>
            <a:schemeClr val="bg1"/>
          </a:solidFill>
        </p:grpSpPr>
        <p:sp>
          <p:nvSpPr>
            <p:cNvPr id="118" name="Rectangle: Rounded Corners 53">
              <a:extLst>
                <a:ext uri="{FF2B5EF4-FFF2-40B4-BE49-F238E27FC236}">
                  <a16:creationId xmlns:a16="http://schemas.microsoft.com/office/drawing/2014/main" id="{6975E212-397D-F1F8-0BD2-1F795A4494E1}"/>
                </a:ext>
              </a:extLst>
            </p:cNvPr>
            <p:cNvSpPr/>
            <p:nvPr/>
          </p:nvSpPr>
          <p:spPr>
            <a:xfrm>
              <a:off x="6642316" y="4889717"/>
              <a:ext cx="2231679" cy="1307150"/>
            </a:xfrm>
            <a:custGeom>
              <a:avLst/>
              <a:gdLst>
                <a:gd name="connsiteX0" fmla="*/ 0 w 552470"/>
                <a:gd name="connsiteY0" fmla="*/ 0 h 896431"/>
                <a:gd name="connsiteX1" fmla="*/ 0 w 552470"/>
                <a:gd name="connsiteY1" fmla="*/ 0 h 896431"/>
                <a:gd name="connsiteX2" fmla="*/ 552470 w 552470"/>
                <a:gd name="connsiteY2" fmla="*/ 0 h 896431"/>
                <a:gd name="connsiteX3" fmla="*/ 552470 w 552470"/>
                <a:gd name="connsiteY3" fmla="*/ 0 h 896431"/>
                <a:gd name="connsiteX4" fmla="*/ 552470 w 552470"/>
                <a:gd name="connsiteY4" fmla="*/ 896431 h 896431"/>
                <a:gd name="connsiteX5" fmla="*/ 552470 w 552470"/>
                <a:gd name="connsiteY5" fmla="*/ 896431 h 896431"/>
                <a:gd name="connsiteX6" fmla="*/ 0 w 552470"/>
                <a:gd name="connsiteY6" fmla="*/ 896431 h 896431"/>
                <a:gd name="connsiteX7" fmla="*/ 0 w 552470"/>
                <a:gd name="connsiteY7" fmla="*/ 896431 h 896431"/>
                <a:gd name="connsiteX8" fmla="*/ 0 w 552470"/>
                <a:gd name="connsiteY8" fmla="*/ 0 h 896431"/>
                <a:gd name="connsiteX0" fmla="*/ 0 w 1727220"/>
                <a:gd name="connsiteY0" fmla="*/ 0 h 896431"/>
                <a:gd name="connsiteX1" fmla="*/ 0 w 1727220"/>
                <a:gd name="connsiteY1" fmla="*/ 0 h 896431"/>
                <a:gd name="connsiteX2" fmla="*/ 552470 w 1727220"/>
                <a:gd name="connsiteY2" fmla="*/ 0 h 896431"/>
                <a:gd name="connsiteX3" fmla="*/ 1727220 w 1727220"/>
                <a:gd name="connsiteY3" fmla="*/ 285750 h 896431"/>
                <a:gd name="connsiteX4" fmla="*/ 552470 w 1727220"/>
                <a:gd name="connsiteY4" fmla="*/ 896431 h 896431"/>
                <a:gd name="connsiteX5" fmla="*/ 552470 w 1727220"/>
                <a:gd name="connsiteY5" fmla="*/ 896431 h 896431"/>
                <a:gd name="connsiteX6" fmla="*/ 0 w 1727220"/>
                <a:gd name="connsiteY6" fmla="*/ 896431 h 896431"/>
                <a:gd name="connsiteX7" fmla="*/ 0 w 1727220"/>
                <a:gd name="connsiteY7" fmla="*/ 896431 h 896431"/>
                <a:gd name="connsiteX8" fmla="*/ 0 w 1727220"/>
                <a:gd name="connsiteY8" fmla="*/ 0 h 896431"/>
                <a:gd name="connsiteX0" fmla="*/ 0 w 1727220"/>
                <a:gd name="connsiteY0" fmla="*/ 0 h 896431"/>
                <a:gd name="connsiteX1" fmla="*/ 0 w 1727220"/>
                <a:gd name="connsiteY1" fmla="*/ 0 h 896431"/>
                <a:gd name="connsiteX2" fmla="*/ 1727220 w 1727220"/>
                <a:gd name="connsiteY2" fmla="*/ 285750 h 896431"/>
                <a:gd name="connsiteX3" fmla="*/ 552470 w 1727220"/>
                <a:gd name="connsiteY3" fmla="*/ 896431 h 896431"/>
                <a:gd name="connsiteX4" fmla="*/ 552470 w 1727220"/>
                <a:gd name="connsiteY4" fmla="*/ 896431 h 896431"/>
                <a:gd name="connsiteX5" fmla="*/ 0 w 1727220"/>
                <a:gd name="connsiteY5" fmla="*/ 896431 h 896431"/>
                <a:gd name="connsiteX6" fmla="*/ 0 w 1727220"/>
                <a:gd name="connsiteY6" fmla="*/ 896431 h 896431"/>
                <a:gd name="connsiteX7" fmla="*/ 0 w 1727220"/>
                <a:gd name="connsiteY7" fmla="*/ 0 h 896431"/>
                <a:gd name="connsiteX0" fmla="*/ 0 w 1663720"/>
                <a:gd name="connsiteY0" fmla="*/ 0 h 896431"/>
                <a:gd name="connsiteX1" fmla="*/ 0 w 1663720"/>
                <a:gd name="connsiteY1" fmla="*/ 0 h 896431"/>
                <a:gd name="connsiteX2" fmla="*/ 1663720 w 1663720"/>
                <a:gd name="connsiteY2" fmla="*/ 292100 h 896431"/>
                <a:gd name="connsiteX3" fmla="*/ 552470 w 1663720"/>
                <a:gd name="connsiteY3" fmla="*/ 896431 h 896431"/>
                <a:gd name="connsiteX4" fmla="*/ 552470 w 1663720"/>
                <a:gd name="connsiteY4" fmla="*/ 896431 h 896431"/>
                <a:gd name="connsiteX5" fmla="*/ 0 w 1663720"/>
                <a:gd name="connsiteY5" fmla="*/ 896431 h 896431"/>
                <a:gd name="connsiteX6" fmla="*/ 0 w 1663720"/>
                <a:gd name="connsiteY6" fmla="*/ 896431 h 896431"/>
                <a:gd name="connsiteX7" fmla="*/ 0 w 1663720"/>
                <a:gd name="connsiteY7" fmla="*/ 0 h 896431"/>
                <a:gd name="connsiteX0" fmla="*/ 2025650 w 2025650"/>
                <a:gd name="connsiteY0" fmla="*/ 0 h 1391731"/>
                <a:gd name="connsiteX1" fmla="*/ 0 w 2025650"/>
                <a:gd name="connsiteY1" fmla="*/ 495300 h 1391731"/>
                <a:gd name="connsiteX2" fmla="*/ 1663720 w 2025650"/>
                <a:gd name="connsiteY2" fmla="*/ 787400 h 1391731"/>
                <a:gd name="connsiteX3" fmla="*/ 552470 w 2025650"/>
                <a:gd name="connsiteY3" fmla="*/ 1391731 h 1391731"/>
                <a:gd name="connsiteX4" fmla="*/ 552470 w 2025650"/>
                <a:gd name="connsiteY4" fmla="*/ 1391731 h 1391731"/>
                <a:gd name="connsiteX5" fmla="*/ 0 w 2025650"/>
                <a:gd name="connsiteY5" fmla="*/ 1391731 h 1391731"/>
                <a:gd name="connsiteX6" fmla="*/ 0 w 2025650"/>
                <a:gd name="connsiteY6" fmla="*/ 1391731 h 1391731"/>
                <a:gd name="connsiteX7" fmla="*/ 2025650 w 2025650"/>
                <a:gd name="connsiteY7" fmla="*/ 0 h 1391731"/>
                <a:gd name="connsiteX0" fmla="*/ 2025650 w 2025650"/>
                <a:gd name="connsiteY0" fmla="*/ 0 h 1391731"/>
                <a:gd name="connsiteX1" fmla="*/ 1663720 w 2025650"/>
                <a:gd name="connsiteY1" fmla="*/ 787400 h 1391731"/>
                <a:gd name="connsiteX2" fmla="*/ 552470 w 2025650"/>
                <a:gd name="connsiteY2" fmla="*/ 1391731 h 1391731"/>
                <a:gd name="connsiteX3" fmla="*/ 552470 w 2025650"/>
                <a:gd name="connsiteY3" fmla="*/ 1391731 h 1391731"/>
                <a:gd name="connsiteX4" fmla="*/ 0 w 2025650"/>
                <a:gd name="connsiteY4" fmla="*/ 1391731 h 1391731"/>
                <a:gd name="connsiteX5" fmla="*/ 0 w 2025650"/>
                <a:gd name="connsiteY5" fmla="*/ 1391731 h 1391731"/>
                <a:gd name="connsiteX6" fmla="*/ 2025650 w 2025650"/>
                <a:gd name="connsiteY6" fmla="*/ 0 h 139173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552470 w 2025650"/>
                <a:gd name="connsiteY2" fmla="*/ 1391731 h 1423481"/>
                <a:gd name="connsiteX3" fmla="*/ 368320 w 2025650"/>
                <a:gd name="connsiteY3" fmla="*/ 1423481 h 1423481"/>
                <a:gd name="connsiteX4" fmla="*/ 0 w 2025650"/>
                <a:gd name="connsiteY4" fmla="*/ 1391731 h 1423481"/>
                <a:gd name="connsiteX5" fmla="*/ 0 w 2025650"/>
                <a:gd name="connsiteY5" fmla="*/ 1391731 h 1423481"/>
                <a:gd name="connsiteX6" fmla="*/ 2025650 w 2025650"/>
                <a:gd name="connsiteY6" fmla="*/ 0 h 142348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368320 w 2025650"/>
                <a:gd name="connsiteY2" fmla="*/ 1423481 h 1423481"/>
                <a:gd name="connsiteX3" fmla="*/ 0 w 2025650"/>
                <a:gd name="connsiteY3" fmla="*/ 1391731 h 1423481"/>
                <a:gd name="connsiteX4" fmla="*/ 0 w 2025650"/>
                <a:gd name="connsiteY4" fmla="*/ 1391731 h 1423481"/>
                <a:gd name="connsiteX5" fmla="*/ 2025650 w 2025650"/>
                <a:gd name="connsiteY5" fmla="*/ 0 h 142348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368320 w 2025650"/>
                <a:gd name="connsiteY2" fmla="*/ 1423481 h 1423481"/>
                <a:gd name="connsiteX3" fmla="*/ 0 w 2025650"/>
                <a:gd name="connsiteY3" fmla="*/ 1391731 h 1423481"/>
                <a:gd name="connsiteX4" fmla="*/ 88900 w 2025650"/>
                <a:gd name="connsiteY4" fmla="*/ 1334581 h 1423481"/>
                <a:gd name="connsiteX5" fmla="*/ 2025650 w 2025650"/>
                <a:gd name="connsiteY5" fmla="*/ 0 h 1423481"/>
                <a:gd name="connsiteX0" fmla="*/ 2025650 w 2025650"/>
                <a:gd name="connsiteY0" fmla="*/ 0 h 1423481"/>
                <a:gd name="connsiteX1" fmla="*/ 1663720 w 2025650"/>
                <a:gd name="connsiteY1" fmla="*/ 787400 h 1423481"/>
                <a:gd name="connsiteX2" fmla="*/ 368320 w 2025650"/>
                <a:gd name="connsiteY2" fmla="*/ 1423481 h 1423481"/>
                <a:gd name="connsiteX3" fmla="*/ 0 w 2025650"/>
                <a:gd name="connsiteY3" fmla="*/ 1391731 h 1423481"/>
                <a:gd name="connsiteX4" fmla="*/ 2025650 w 2025650"/>
                <a:gd name="connsiteY4" fmla="*/ 0 h 1423481"/>
                <a:gd name="connsiteX0" fmla="*/ 1866900 w 1866900"/>
                <a:gd name="connsiteY0" fmla="*/ 0 h 1423481"/>
                <a:gd name="connsiteX1" fmla="*/ 1504970 w 1866900"/>
                <a:gd name="connsiteY1" fmla="*/ 787400 h 1423481"/>
                <a:gd name="connsiteX2" fmla="*/ 209570 w 1866900"/>
                <a:gd name="connsiteY2" fmla="*/ 1423481 h 1423481"/>
                <a:gd name="connsiteX3" fmla="*/ 0 w 1866900"/>
                <a:gd name="connsiteY3" fmla="*/ 1315531 h 1423481"/>
                <a:gd name="connsiteX4" fmla="*/ 1866900 w 1866900"/>
                <a:gd name="connsiteY4" fmla="*/ 0 h 1423481"/>
                <a:gd name="connsiteX0" fmla="*/ 1871134 w 1871134"/>
                <a:gd name="connsiteY0" fmla="*/ 0 h 1423481"/>
                <a:gd name="connsiteX1" fmla="*/ 1509204 w 1871134"/>
                <a:gd name="connsiteY1" fmla="*/ 787400 h 1423481"/>
                <a:gd name="connsiteX2" fmla="*/ 213804 w 1871134"/>
                <a:gd name="connsiteY2" fmla="*/ 1423481 h 1423481"/>
                <a:gd name="connsiteX3" fmla="*/ 4234 w 1871134"/>
                <a:gd name="connsiteY3" fmla="*/ 1315531 h 1423481"/>
                <a:gd name="connsiteX4" fmla="*/ 1871134 w 1871134"/>
                <a:gd name="connsiteY4" fmla="*/ 0 h 1423481"/>
                <a:gd name="connsiteX0" fmla="*/ 1928120 w 1928120"/>
                <a:gd name="connsiteY0" fmla="*/ 0 h 1093281"/>
                <a:gd name="connsiteX1" fmla="*/ 1509040 w 1928120"/>
                <a:gd name="connsiteY1" fmla="*/ 457200 h 1093281"/>
                <a:gd name="connsiteX2" fmla="*/ 213640 w 1928120"/>
                <a:gd name="connsiteY2" fmla="*/ 1093281 h 1093281"/>
                <a:gd name="connsiteX3" fmla="*/ 4070 w 1928120"/>
                <a:gd name="connsiteY3" fmla="*/ 985331 h 1093281"/>
                <a:gd name="connsiteX4" fmla="*/ 1928120 w 1928120"/>
                <a:gd name="connsiteY4" fmla="*/ 0 h 1093281"/>
                <a:gd name="connsiteX0" fmla="*/ 1929197 w 1929197"/>
                <a:gd name="connsiteY0" fmla="*/ 211747 h 1305028"/>
                <a:gd name="connsiteX1" fmla="*/ 1510117 w 1929197"/>
                <a:gd name="connsiteY1" fmla="*/ 668947 h 1305028"/>
                <a:gd name="connsiteX2" fmla="*/ 214717 w 1929197"/>
                <a:gd name="connsiteY2" fmla="*/ 1305028 h 1305028"/>
                <a:gd name="connsiteX3" fmla="*/ 5147 w 1929197"/>
                <a:gd name="connsiteY3" fmla="*/ 1197078 h 1305028"/>
                <a:gd name="connsiteX4" fmla="*/ 1929197 w 1929197"/>
                <a:gd name="connsiteY4" fmla="*/ 211747 h 1305028"/>
                <a:gd name="connsiteX0" fmla="*/ 2011406 w 2011406"/>
                <a:gd name="connsiteY0" fmla="*/ 208205 h 1301486"/>
                <a:gd name="connsiteX1" fmla="*/ 1592326 w 2011406"/>
                <a:gd name="connsiteY1" fmla="*/ 665405 h 1301486"/>
                <a:gd name="connsiteX2" fmla="*/ 296926 w 2011406"/>
                <a:gd name="connsiteY2" fmla="*/ 1301486 h 1301486"/>
                <a:gd name="connsiteX3" fmla="*/ 4806 w 2011406"/>
                <a:gd name="connsiteY3" fmla="*/ 1218936 h 1301486"/>
                <a:gd name="connsiteX4" fmla="*/ 2011406 w 2011406"/>
                <a:gd name="connsiteY4" fmla="*/ 208205 h 1301486"/>
                <a:gd name="connsiteX0" fmla="*/ 2006600 w 2006600"/>
                <a:gd name="connsiteY0" fmla="*/ 213869 h 1307150"/>
                <a:gd name="connsiteX1" fmla="*/ 1587520 w 2006600"/>
                <a:gd name="connsiteY1" fmla="*/ 6710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06600"/>
                <a:gd name="connsiteY0" fmla="*/ 213869 h 1307150"/>
                <a:gd name="connsiteX1" fmla="*/ 1587520 w 2006600"/>
                <a:gd name="connsiteY1" fmla="*/ 6710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06600"/>
                <a:gd name="connsiteY0" fmla="*/ 213869 h 1307150"/>
                <a:gd name="connsiteX1" fmla="*/ 1587520 w 2006600"/>
                <a:gd name="connsiteY1" fmla="*/ 6710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06600"/>
                <a:gd name="connsiteY0" fmla="*/ 213869 h 1307150"/>
                <a:gd name="connsiteX1" fmla="*/ 1644670 w 2006600"/>
                <a:gd name="connsiteY1" fmla="*/ 632969 h 1307150"/>
                <a:gd name="connsiteX2" fmla="*/ 292120 w 2006600"/>
                <a:gd name="connsiteY2" fmla="*/ 1307150 h 1307150"/>
                <a:gd name="connsiteX3" fmla="*/ 0 w 2006600"/>
                <a:gd name="connsiteY3" fmla="*/ 1224600 h 1307150"/>
                <a:gd name="connsiteX4" fmla="*/ 2006600 w 2006600"/>
                <a:gd name="connsiteY4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44670 w 2061770"/>
                <a:gd name="connsiteY2" fmla="*/ 6329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44670 w 2061770"/>
                <a:gd name="connsiteY2" fmla="*/ 6329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44670 w 2061770"/>
                <a:gd name="connsiteY2" fmla="*/ 6329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82770 w 2061770"/>
                <a:gd name="connsiteY2" fmla="*/ 6583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061770"/>
                <a:gd name="connsiteY0" fmla="*/ 213869 h 1307150"/>
                <a:gd name="connsiteX1" fmla="*/ 2050834 w 2061770"/>
                <a:gd name="connsiteY1" fmla="*/ 1142783 h 1307150"/>
                <a:gd name="connsiteX2" fmla="*/ 1682770 w 2061770"/>
                <a:gd name="connsiteY2" fmla="*/ 658369 h 1307150"/>
                <a:gd name="connsiteX3" fmla="*/ 292120 w 2061770"/>
                <a:gd name="connsiteY3" fmla="*/ 1307150 h 1307150"/>
                <a:gd name="connsiteX4" fmla="*/ 0 w 2061770"/>
                <a:gd name="connsiteY4" fmla="*/ 1224600 h 1307150"/>
                <a:gd name="connsiteX5" fmla="*/ 2006600 w 2061770"/>
                <a:gd name="connsiteY5" fmla="*/ 213869 h 1307150"/>
                <a:gd name="connsiteX0" fmla="*/ 2006600 w 2222159"/>
                <a:gd name="connsiteY0" fmla="*/ 213869 h 1307150"/>
                <a:gd name="connsiteX1" fmla="*/ 2050834 w 2222159"/>
                <a:gd name="connsiteY1" fmla="*/ 1142783 h 1307150"/>
                <a:gd name="connsiteX2" fmla="*/ 1682770 w 2222159"/>
                <a:gd name="connsiteY2" fmla="*/ 658369 h 1307150"/>
                <a:gd name="connsiteX3" fmla="*/ 292120 w 2222159"/>
                <a:gd name="connsiteY3" fmla="*/ 1307150 h 1307150"/>
                <a:gd name="connsiteX4" fmla="*/ 0 w 2222159"/>
                <a:gd name="connsiteY4" fmla="*/ 1224600 h 1307150"/>
                <a:gd name="connsiteX5" fmla="*/ 2006600 w 2222159"/>
                <a:gd name="connsiteY5" fmla="*/ 213869 h 1307150"/>
                <a:gd name="connsiteX0" fmla="*/ 2006600 w 2243993"/>
                <a:gd name="connsiteY0" fmla="*/ 213869 h 1307150"/>
                <a:gd name="connsiteX1" fmla="*/ 2050834 w 2243993"/>
                <a:gd name="connsiteY1" fmla="*/ 1142783 h 1307150"/>
                <a:gd name="connsiteX2" fmla="*/ 1682770 w 2243993"/>
                <a:gd name="connsiteY2" fmla="*/ 658369 h 1307150"/>
                <a:gd name="connsiteX3" fmla="*/ 292120 w 2243993"/>
                <a:gd name="connsiteY3" fmla="*/ 1307150 h 1307150"/>
                <a:gd name="connsiteX4" fmla="*/ 0 w 2243993"/>
                <a:gd name="connsiteY4" fmla="*/ 1224600 h 1307150"/>
                <a:gd name="connsiteX5" fmla="*/ 2006600 w 2243993"/>
                <a:gd name="connsiteY5" fmla="*/ 213869 h 1307150"/>
                <a:gd name="connsiteX0" fmla="*/ 2006600 w 2221416"/>
                <a:gd name="connsiteY0" fmla="*/ 213869 h 1307150"/>
                <a:gd name="connsiteX1" fmla="*/ 2050834 w 2221416"/>
                <a:gd name="connsiteY1" fmla="*/ 1142783 h 1307150"/>
                <a:gd name="connsiteX2" fmla="*/ 1682770 w 2221416"/>
                <a:gd name="connsiteY2" fmla="*/ 658369 h 1307150"/>
                <a:gd name="connsiteX3" fmla="*/ 292120 w 2221416"/>
                <a:gd name="connsiteY3" fmla="*/ 1307150 h 1307150"/>
                <a:gd name="connsiteX4" fmla="*/ 0 w 2221416"/>
                <a:gd name="connsiteY4" fmla="*/ 1224600 h 1307150"/>
                <a:gd name="connsiteX5" fmla="*/ 2006600 w 2221416"/>
                <a:gd name="connsiteY5" fmla="*/ 213869 h 1307150"/>
                <a:gd name="connsiteX0" fmla="*/ 2006600 w 2231679"/>
                <a:gd name="connsiteY0" fmla="*/ 213869 h 1307150"/>
                <a:gd name="connsiteX1" fmla="*/ 2050834 w 2231679"/>
                <a:gd name="connsiteY1" fmla="*/ 1142783 h 1307150"/>
                <a:gd name="connsiteX2" fmla="*/ 1682770 w 2231679"/>
                <a:gd name="connsiteY2" fmla="*/ 658369 h 1307150"/>
                <a:gd name="connsiteX3" fmla="*/ 292120 w 2231679"/>
                <a:gd name="connsiteY3" fmla="*/ 1307150 h 1307150"/>
                <a:gd name="connsiteX4" fmla="*/ 0 w 2231679"/>
                <a:gd name="connsiteY4" fmla="*/ 1224600 h 1307150"/>
                <a:gd name="connsiteX5" fmla="*/ 2006600 w 2231679"/>
                <a:gd name="connsiteY5" fmla="*/ 213869 h 130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1679" h="1307150">
                  <a:moveTo>
                    <a:pt x="2006600" y="213869"/>
                  </a:moveTo>
                  <a:cubicBezTo>
                    <a:pt x="2108128" y="326657"/>
                    <a:pt x="2431906" y="636295"/>
                    <a:pt x="2050834" y="1142783"/>
                  </a:cubicBezTo>
                  <a:cubicBezTo>
                    <a:pt x="1223296" y="1226845"/>
                    <a:pt x="1481608" y="631457"/>
                    <a:pt x="1682770" y="658369"/>
                  </a:cubicBezTo>
                  <a:cubicBezTo>
                    <a:pt x="1574820" y="273496"/>
                    <a:pt x="577870" y="320423"/>
                    <a:pt x="292120" y="1307150"/>
                  </a:cubicBezTo>
                  <a:lnTo>
                    <a:pt x="0" y="1224600"/>
                  </a:lnTo>
                  <a:cubicBezTo>
                    <a:pt x="158750" y="468590"/>
                    <a:pt x="1073150" y="-414421"/>
                    <a:pt x="2006600" y="21386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9A4A2754-5E09-B789-F336-320A89A5DC83}"/>
                </a:ext>
              </a:extLst>
            </p:cNvPr>
            <p:cNvGrpSpPr/>
            <p:nvPr/>
          </p:nvGrpSpPr>
          <p:grpSpPr>
            <a:xfrm flipH="1">
              <a:off x="5940599" y="5911684"/>
              <a:ext cx="1353256" cy="1916064"/>
              <a:chOff x="3170759" y="5901012"/>
              <a:chExt cx="1353256" cy="1916064"/>
            </a:xfrm>
            <a:grpFill/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361906C7-0AF9-2715-709E-6DA13B1411C9}"/>
                  </a:ext>
                </a:extLst>
              </p:cNvPr>
              <p:cNvSpPr/>
              <p:nvPr/>
            </p:nvSpPr>
            <p:spPr>
              <a:xfrm rot="19394745">
                <a:off x="3258040" y="5901012"/>
                <a:ext cx="1265975" cy="1657350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DA804778-7E51-C8E3-ED34-4C5C67C9CF6F}"/>
                  </a:ext>
                </a:extLst>
              </p:cNvPr>
              <p:cNvSpPr/>
              <p:nvPr/>
            </p:nvSpPr>
            <p:spPr>
              <a:xfrm rot="19870606">
                <a:off x="3170759" y="6574626"/>
                <a:ext cx="719119" cy="1242450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0" name="Rectangle 52">
              <a:extLst>
                <a:ext uri="{FF2B5EF4-FFF2-40B4-BE49-F238E27FC236}">
                  <a16:creationId xmlns:a16="http://schemas.microsoft.com/office/drawing/2014/main" id="{F3D000C0-DC83-9397-1949-D07525055192}"/>
                </a:ext>
              </a:extLst>
            </p:cNvPr>
            <p:cNvSpPr/>
            <p:nvPr/>
          </p:nvSpPr>
          <p:spPr>
            <a:xfrm flipH="1">
              <a:off x="5332651" y="7226421"/>
              <a:ext cx="1379414" cy="636417"/>
            </a:xfrm>
            <a:custGeom>
              <a:avLst/>
              <a:gdLst>
                <a:gd name="connsiteX0" fmla="*/ 0 w 623751"/>
                <a:gd name="connsiteY0" fmla="*/ 0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0 w 623751"/>
                <a:gd name="connsiteY4" fmla="*/ 0 h 447675"/>
                <a:gd name="connsiteX0" fmla="*/ 200025 w 623751"/>
                <a:gd name="connsiteY0" fmla="*/ 47625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200025 w 623751"/>
                <a:gd name="connsiteY4" fmla="*/ 47625 h 4476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0 w 699951"/>
                <a:gd name="connsiteY3" fmla="*/ 714375 h 714375"/>
                <a:gd name="connsiteX4" fmla="*/ 276225 w 699951"/>
                <a:gd name="connsiteY4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71376 w 699951"/>
                <a:gd name="connsiteY2" fmla="*/ 6762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985701"/>
                <a:gd name="connsiteY0" fmla="*/ 0 h 666750"/>
                <a:gd name="connsiteX1" fmla="*/ 985701 w 985701"/>
                <a:gd name="connsiteY1" fmla="*/ 47625 h 666750"/>
                <a:gd name="connsiteX2" fmla="*/ 671376 w 985701"/>
                <a:gd name="connsiteY2" fmla="*/ 628650 h 666750"/>
                <a:gd name="connsiteX3" fmla="*/ 250695 w 985701"/>
                <a:gd name="connsiteY3" fmla="*/ 590550 h 666750"/>
                <a:gd name="connsiteX4" fmla="*/ 0 w 985701"/>
                <a:gd name="connsiteY4" fmla="*/ 666750 h 666750"/>
                <a:gd name="connsiteX5" fmla="*/ 276225 w 985701"/>
                <a:gd name="connsiteY5" fmla="*/ 0 h 666750"/>
                <a:gd name="connsiteX0" fmla="*/ 276225 w 1084891"/>
                <a:gd name="connsiteY0" fmla="*/ 0 h 666750"/>
                <a:gd name="connsiteX1" fmla="*/ 985701 w 1084891"/>
                <a:gd name="connsiteY1" fmla="*/ 47625 h 666750"/>
                <a:gd name="connsiteX2" fmla="*/ 671376 w 1084891"/>
                <a:gd name="connsiteY2" fmla="*/ 628650 h 666750"/>
                <a:gd name="connsiteX3" fmla="*/ 250695 w 1084891"/>
                <a:gd name="connsiteY3" fmla="*/ 590550 h 666750"/>
                <a:gd name="connsiteX4" fmla="*/ 0 w 1084891"/>
                <a:gd name="connsiteY4" fmla="*/ 666750 h 666750"/>
                <a:gd name="connsiteX5" fmla="*/ 276225 w 108489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06276"/>
                <a:gd name="connsiteY0" fmla="*/ 0 h 666750"/>
                <a:gd name="connsiteX1" fmla="*/ 985701 w 1106276"/>
                <a:gd name="connsiteY1" fmla="*/ 47625 h 666750"/>
                <a:gd name="connsiteX2" fmla="*/ 604701 w 1106276"/>
                <a:gd name="connsiteY2" fmla="*/ 590550 h 666750"/>
                <a:gd name="connsiteX3" fmla="*/ 250695 w 1106276"/>
                <a:gd name="connsiteY3" fmla="*/ 590550 h 666750"/>
                <a:gd name="connsiteX4" fmla="*/ 0 w 1106276"/>
                <a:gd name="connsiteY4" fmla="*/ 666750 h 666750"/>
                <a:gd name="connsiteX5" fmla="*/ 276225 w 1106276"/>
                <a:gd name="connsiteY5" fmla="*/ 0 h 666750"/>
                <a:gd name="connsiteX0" fmla="*/ 276225 w 1117690"/>
                <a:gd name="connsiteY0" fmla="*/ 0 h 666750"/>
                <a:gd name="connsiteX1" fmla="*/ 985701 w 1117690"/>
                <a:gd name="connsiteY1" fmla="*/ 47625 h 666750"/>
                <a:gd name="connsiteX2" fmla="*/ 604701 w 1117690"/>
                <a:gd name="connsiteY2" fmla="*/ 590550 h 666750"/>
                <a:gd name="connsiteX3" fmla="*/ 250695 w 1117690"/>
                <a:gd name="connsiteY3" fmla="*/ 590550 h 666750"/>
                <a:gd name="connsiteX4" fmla="*/ 0 w 1117690"/>
                <a:gd name="connsiteY4" fmla="*/ 666750 h 666750"/>
                <a:gd name="connsiteX5" fmla="*/ 276225 w 1117690"/>
                <a:gd name="connsiteY5" fmla="*/ 0 h 666750"/>
                <a:gd name="connsiteX0" fmla="*/ 276225 w 1121753"/>
                <a:gd name="connsiteY0" fmla="*/ 0 h 666750"/>
                <a:gd name="connsiteX1" fmla="*/ 985701 w 1121753"/>
                <a:gd name="connsiteY1" fmla="*/ 47625 h 666750"/>
                <a:gd name="connsiteX2" fmla="*/ 623751 w 1121753"/>
                <a:gd name="connsiteY2" fmla="*/ 603250 h 666750"/>
                <a:gd name="connsiteX3" fmla="*/ 250695 w 1121753"/>
                <a:gd name="connsiteY3" fmla="*/ 590550 h 666750"/>
                <a:gd name="connsiteX4" fmla="*/ 0 w 1121753"/>
                <a:gd name="connsiteY4" fmla="*/ 666750 h 666750"/>
                <a:gd name="connsiteX5" fmla="*/ 276225 w 1121753"/>
                <a:gd name="connsiteY5" fmla="*/ 0 h 666750"/>
                <a:gd name="connsiteX0" fmla="*/ 276225 w 1103145"/>
                <a:gd name="connsiteY0" fmla="*/ 0 h 666750"/>
                <a:gd name="connsiteX1" fmla="*/ 985701 w 1103145"/>
                <a:gd name="connsiteY1" fmla="*/ 47625 h 666750"/>
                <a:gd name="connsiteX2" fmla="*/ 623751 w 1103145"/>
                <a:gd name="connsiteY2" fmla="*/ 603250 h 666750"/>
                <a:gd name="connsiteX3" fmla="*/ 250695 w 1103145"/>
                <a:gd name="connsiteY3" fmla="*/ 590550 h 666750"/>
                <a:gd name="connsiteX4" fmla="*/ 0 w 1103145"/>
                <a:gd name="connsiteY4" fmla="*/ 666750 h 666750"/>
                <a:gd name="connsiteX5" fmla="*/ 276225 w 1103145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50695 w 1124296"/>
                <a:gd name="connsiteY3" fmla="*/ 5905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69745 w 1124296"/>
                <a:gd name="connsiteY3" fmla="*/ 6159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429414 w 1277485"/>
                <a:gd name="connsiteY0" fmla="*/ 0 h 655467"/>
                <a:gd name="connsiteX1" fmla="*/ 1164290 w 1277485"/>
                <a:gd name="connsiteY1" fmla="*/ 28575 h 655467"/>
                <a:gd name="connsiteX2" fmla="*/ 776940 w 1277485"/>
                <a:gd name="connsiteY2" fmla="*/ 603250 h 655467"/>
                <a:gd name="connsiteX3" fmla="*/ 422934 w 1277485"/>
                <a:gd name="connsiteY3" fmla="*/ 615950 h 655467"/>
                <a:gd name="connsiteX4" fmla="*/ 232564 w 1277485"/>
                <a:gd name="connsiteY4" fmla="*/ 622300 h 655467"/>
                <a:gd name="connsiteX5" fmla="*/ 429414 w 1277485"/>
                <a:gd name="connsiteY5" fmla="*/ 0 h 655467"/>
                <a:gd name="connsiteX0" fmla="*/ 444721 w 1273742"/>
                <a:gd name="connsiteY0" fmla="*/ 0 h 636417"/>
                <a:gd name="connsiteX1" fmla="*/ 1160547 w 1273742"/>
                <a:gd name="connsiteY1" fmla="*/ 9525 h 636417"/>
                <a:gd name="connsiteX2" fmla="*/ 773197 w 1273742"/>
                <a:gd name="connsiteY2" fmla="*/ 584200 h 636417"/>
                <a:gd name="connsiteX3" fmla="*/ 419191 w 1273742"/>
                <a:gd name="connsiteY3" fmla="*/ 596900 h 636417"/>
                <a:gd name="connsiteX4" fmla="*/ 228821 w 1273742"/>
                <a:gd name="connsiteY4" fmla="*/ 603250 h 636417"/>
                <a:gd name="connsiteX5" fmla="*/ 444721 w 1273742"/>
                <a:gd name="connsiteY5" fmla="*/ 0 h 636417"/>
                <a:gd name="connsiteX0" fmla="*/ 570649 w 1399670"/>
                <a:gd name="connsiteY0" fmla="*/ 0 h 636417"/>
                <a:gd name="connsiteX1" fmla="*/ 1286475 w 1399670"/>
                <a:gd name="connsiteY1" fmla="*/ 9525 h 636417"/>
                <a:gd name="connsiteX2" fmla="*/ 899125 w 1399670"/>
                <a:gd name="connsiteY2" fmla="*/ 584200 h 636417"/>
                <a:gd name="connsiteX3" fmla="*/ 545119 w 1399670"/>
                <a:gd name="connsiteY3" fmla="*/ 596900 h 636417"/>
                <a:gd name="connsiteX4" fmla="*/ 354749 w 1399670"/>
                <a:gd name="connsiteY4" fmla="*/ 603250 h 636417"/>
                <a:gd name="connsiteX5" fmla="*/ 570649 w 1399670"/>
                <a:gd name="connsiteY5" fmla="*/ 0 h 636417"/>
                <a:gd name="connsiteX0" fmla="*/ 550393 w 1379414"/>
                <a:gd name="connsiteY0" fmla="*/ 0 h 636417"/>
                <a:gd name="connsiteX1" fmla="*/ 1266219 w 1379414"/>
                <a:gd name="connsiteY1" fmla="*/ 9525 h 636417"/>
                <a:gd name="connsiteX2" fmla="*/ 878869 w 1379414"/>
                <a:gd name="connsiteY2" fmla="*/ 584200 h 636417"/>
                <a:gd name="connsiteX3" fmla="*/ 524863 w 1379414"/>
                <a:gd name="connsiteY3" fmla="*/ 596900 h 636417"/>
                <a:gd name="connsiteX4" fmla="*/ 334493 w 1379414"/>
                <a:gd name="connsiteY4" fmla="*/ 603250 h 636417"/>
                <a:gd name="connsiteX5" fmla="*/ 550393 w 1379414"/>
                <a:gd name="connsiteY5" fmla="*/ 0 h 63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9414" h="636417">
                  <a:moveTo>
                    <a:pt x="550393" y="0"/>
                  </a:moveTo>
                  <a:lnTo>
                    <a:pt x="1266219" y="9525"/>
                  </a:lnTo>
                  <a:cubicBezTo>
                    <a:pt x="1580544" y="298450"/>
                    <a:pt x="1170969" y="765175"/>
                    <a:pt x="878869" y="584200"/>
                  </a:cubicBezTo>
                  <a:cubicBezTo>
                    <a:pt x="760867" y="622300"/>
                    <a:pt x="642865" y="673100"/>
                    <a:pt x="524863" y="596900"/>
                  </a:cubicBezTo>
                  <a:cubicBezTo>
                    <a:pt x="461406" y="618067"/>
                    <a:pt x="442400" y="645583"/>
                    <a:pt x="334493" y="603250"/>
                  </a:cubicBezTo>
                  <a:cubicBezTo>
                    <a:pt x="-212665" y="579967"/>
                    <a:pt x="-51799" y="16933"/>
                    <a:pt x="550393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091C7966-5D9B-BF5B-5651-A7649AB3CA49}"/>
                </a:ext>
              </a:extLst>
            </p:cNvPr>
            <p:cNvGrpSpPr/>
            <p:nvPr/>
          </p:nvGrpSpPr>
          <p:grpSpPr>
            <a:xfrm>
              <a:off x="3166072" y="5900770"/>
              <a:ext cx="1353256" cy="1916064"/>
              <a:chOff x="3170759" y="5901012"/>
              <a:chExt cx="1353256" cy="1916064"/>
            </a:xfrm>
            <a:grpFill/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81C0738D-5000-53C5-B8BC-B0BF5B8E9838}"/>
                  </a:ext>
                </a:extLst>
              </p:cNvPr>
              <p:cNvSpPr/>
              <p:nvPr/>
            </p:nvSpPr>
            <p:spPr>
              <a:xfrm rot="19394745">
                <a:off x="3258040" y="5901012"/>
                <a:ext cx="1265975" cy="1657350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43625DF4-F2D6-4CA9-5CA6-FADC9370BCC9}"/>
                  </a:ext>
                </a:extLst>
              </p:cNvPr>
              <p:cNvSpPr/>
              <p:nvPr/>
            </p:nvSpPr>
            <p:spPr>
              <a:xfrm rot="19870606">
                <a:off x="3170759" y="6574626"/>
                <a:ext cx="719119" cy="1242450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2" name="Rectangle 52">
              <a:extLst>
                <a:ext uri="{FF2B5EF4-FFF2-40B4-BE49-F238E27FC236}">
                  <a16:creationId xmlns:a16="http://schemas.microsoft.com/office/drawing/2014/main" id="{7066FB38-02EF-5B6E-B999-630EA704F657}"/>
                </a:ext>
              </a:extLst>
            </p:cNvPr>
            <p:cNvSpPr/>
            <p:nvPr/>
          </p:nvSpPr>
          <p:spPr>
            <a:xfrm>
              <a:off x="3789964" y="7219950"/>
              <a:ext cx="1379414" cy="636417"/>
            </a:xfrm>
            <a:custGeom>
              <a:avLst/>
              <a:gdLst>
                <a:gd name="connsiteX0" fmla="*/ 0 w 623751"/>
                <a:gd name="connsiteY0" fmla="*/ 0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0 w 623751"/>
                <a:gd name="connsiteY4" fmla="*/ 0 h 447675"/>
                <a:gd name="connsiteX0" fmla="*/ 200025 w 623751"/>
                <a:gd name="connsiteY0" fmla="*/ 47625 h 447675"/>
                <a:gd name="connsiteX1" fmla="*/ 623751 w 623751"/>
                <a:gd name="connsiteY1" fmla="*/ 0 h 447675"/>
                <a:gd name="connsiteX2" fmla="*/ 623751 w 623751"/>
                <a:gd name="connsiteY2" fmla="*/ 447675 h 447675"/>
                <a:gd name="connsiteX3" fmla="*/ 0 w 623751"/>
                <a:gd name="connsiteY3" fmla="*/ 447675 h 447675"/>
                <a:gd name="connsiteX4" fmla="*/ 200025 w 623751"/>
                <a:gd name="connsiteY4" fmla="*/ 47625 h 4476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0 w 699951"/>
                <a:gd name="connsiteY3" fmla="*/ 714375 h 714375"/>
                <a:gd name="connsiteX4" fmla="*/ 276225 w 699951"/>
                <a:gd name="connsiteY4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99951 w 699951"/>
                <a:gd name="connsiteY2" fmla="*/ 4476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699951"/>
                <a:gd name="connsiteY0" fmla="*/ 47625 h 714375"/>
                <a:gd name="connsiteX1" fmla="*/ 699951 w 699951"/>
                <a:gd name="connsiteY1" fmla="*/ 0 h 714375"/>
                <a:gd name="connsiteX2" fmla="*/ 671376 w 699951"/>
                <a:gd name="connsiteY2" fmla="*/ 676275 h 714375"/>
                <a:gd name="connsiteX3" fmla="*/ 250695 w 699951"/>
                <a:gd name="connsiteY3" fmla="*/ 638175 h 714375"/>
                <a:gd name="connsiteX4" fmla="*/ 0 w 699951"/>
                <a:gd name="connsiteY4" fmla="*/ 714375 h 714375"/>
                <a:gd name="connsiteX5" fmla="*/ 276225 w 699951"/>
                <a:gd name="connsiteY5" fmla="*/ 47625 h 714375"/>
                <a:gd name="connsiteX0" fmla="*/ 276225 w 985701"/>
                <a:gd name="connsiteY0" fmla="*/ 0 h 666750"/>
                <a:gd name="connsiteX1" fmla="*/ 985701 w 985701"/>
                <a:gd name="connsiteY1" fmla="*/ 47625 h 666750"/>
                <a:gd name="connsiteX2" fmla="*/ 671376 w 985701"/>
                <a:gd name="connsiteY2" fmla="*/ 628650 h 666750"/>
                <a:gd name="connsiteX3" fmla="*/ 250695 w 985701"/>
                <a:gd name="connsiteY3" fmla="*/ 590550 h 666750"/>
                <a:gd name="connsiteX4" fmla="*/ 0 w 985701"/>
                <a:gd name="connsiteY4" fmla="*/ 666750 h 666750"/>
                <a:gd name="connsiteX5" fmla="*/ 276225 w 985701"/>
                <a:gd name="connsiteY5" fmla="*/ 0 h 666750"/>
                <a:gd name="connsiteX0" fmla="*/ 276225 w 1084891"/>
                <a:gd name="connsiteY0" fmla="*/ 0 h 666750"/>
                <a:gd name="connsiteX1" fmla="*/ 985701 w 1084891"/>
                <a:gd name="connsiteY1" fmla="*/ 47625 h 666750"/>
                <a:gd name="connsiteX2" fmla="*/ 671376 w 1084891"/>
                <a:gd name="connsiteY2" fmla="*/ 628650 h 666750"/>
                <a:gd name="connsiteX3" fmla="*/ 250695 w 1084891"/>
                <a:gd name="connsiteY3" fmla="*/ 590550 h 666750"/>
                <a:gd name="connsiteX4" fmla="*/ 0 w 1084891"/>
                <a:gd name="connsiteY4" fmla="*/ 666750 h 666750"/>
                <a:gd name="connsiteX5" fmla="*/ 276225 w 108489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19431"/>
                <a:gd name="connsiteY0" fmla="*/ 0 h 666750"/>
                <a:gd name="connsiteX1" fmla="*/ 985701 w 1119431"/>
                <a:gd name="connsiteY1" fmla="*/ 47625 h 666750"/>
                <a:gd name="connsiteX2" fmla="*/ 671376 w 1119431"/>
                <a:gd name="connsiteY2" fmla="*/ 628650 h 666750"/>
                <a:gd name="connsiteX3" fmla="*/ 250695 w 1119431"/>
                <a:gd name="connsiteY3" fmla="*/ 590550 h 666750"/>
                <a:gd name="connsiteX4" fmla="*/ 0 w 1119431"/>
                <a:gd name="connsiteY4" fmla="*/ 666750 h 666750"/>
                <a:gd name="connsiteX5" fmla="*/ 276225 w 1119431"/>
                <a:gd name="connsiteY5" fmla="*/ 0 h 666750"/>
                <a:gd name="connsiteX0" fmla="*/ 276225 w 1106276"/>
                <a:gd name="connsiteY0" fmla="*/ 0 h 666750"/>
                <a:gd name="connsiteX1" fmla="*/ 985701 w 1106276"/>
                <a:gd name="connsiteY1" fmla="*/ 47625 h 666750"/>
                <a:gd name="connsiteX2" fmla="*/ 604701 w 1106276"/>
                <a:gd name="connsiteY2" fmla="*/ 590550 h 666750"/>
                <a:gd name="connsiteX3" fmla="*/ 250695 w 1106276"/>
                <a:gd name="connsiteY3" fmla="*/ 590550 h 666750"/>
                <a:gd name="connsiteX4" fmla="*/ 0 w 1106276"/>
                <a:gd name="connsiteY4" fmla="*/ 666750 h 666750"/>
                <a:gd name="connsiteX5" fmla="*/ 276225 w 1106276"/>
                <a:gd name="connsiteY5" fmla="*/ 0 h 666750"/>
                <a:gd name="connsiteX0" fmla="*/ 276225 w 1117690"/>
                <a:gd name="connsiteY0" fmla="*/ 0 h 666750"/>
                <a:gd name="connsiteX1" fmla="*/ 985701 w 1117690"/>
                <a:gd name="connsiteY1" fmla="*/ 47625 h 666750"/>
                <a:gd name="connsiteX2" fmla="*/ 604701 w 1117690"/>
                <a:gd name="connsiteY2" fmla="*/ 590550 h 666750"/>
                <a:gd name="connsiteX3" fmla="*/ 250695 w 1117690"/>
                <a:gd name="connsiteY3" fmla="*/ 590550 h 666750"/>
                <a:gd name="connsiteX4" fmla="*/ 0 w 1117690"/>
                <a:gd name="connsiteY4" fmla="*/ 666750 h 666750"/>
                <a:gd name="connsiteX5" fmla="*/ 276225 w 1117690"/>
                <a:gd name="connsiteY5" fmla="*/ 0 h 666750"/>
                <a:gd name="connsiteX0" fmla="*/ 276225 w 1121753"/>
                <a:gd name="connsiteY0" fmla="*/ 0 h 666750"/>
                <a:gd name="connsiteX1" fmla="*/ 985701 w 1121753"/>
                <a:gd name="connsiteY1" fmla="*/ 47625 h 666750"/>
                <a:gd name="connsiteX2" fmla="*/ 623751 w 1121753"/>
                <a:gd name="connsiteY2" fmla="*/ 603250 h 666750"/>
                <a:gd name="connsiteX3" fmla="*/ 250695 w 1121753"/>
                <a:gd name="connsiteY3" fmla="*/ 590550 h 666750"/>
                <a:gd name="connsiteX4" fmla="*/ 0 w 1121753"/>
                <a:gd name="connsiteY4" fmla="*/ 666750 h 666750"/>
                <a:gd name="connsiteX5" fmla="*/ 276225 w 1121753"/>
                <a:gd name="connsiteY5" fmla="*/ 0 h 666750"/>
                <a:gd name="connsiteX0" fmla="*/ 276225 w 1103145"/>
                <a:gd name="connsiteY0" fmla="*/ 0 h 666750"/>
                <a:gd name="connsiteX1" fmla="*/ 985701 w 1103145"/>
                <a:gd name="connsiteY1" fmla="*/ 47625 h 666750"/>
                <a:gd name="connsiteX2" fmla="*/ 623751 w 1103145"/>
                <a:gd name="connsiteY2" fmla="*/ 603250 h 666750"/>
                <a:gd name="connsiteX3" fmla="*/ 250695 w 1103145"/>
                <a:gd name="connsiteY3" fmla="*/ 590550 h 666750"/>
                <a:gd name="connsiteX4" fmla="*/ 0 w 1103145"/>
                <a:gd name="connsiteY4" fmla="*/ 666750 h 666750"/>
                <a:gd name="connsiteX5" fmla="*/ 276225 w 1103145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50695 w 1124296"/>
                <a:gd name="connsiteY3" fmla="*/ 5905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276225 w 1124296"/>
                <a:gd name="connsiteY0" fmla="*/ 0 h 666750"/>
                <a:gd name="connsiteX1" fmla="*/ 1011101 w 1124296"/>
                <a:gd name="connsiteY1" fmla="*/ 28575 h 666750"/>
                <a:gd name="connsiteX2" fmla="*/ 623751 w 1124296"/>
                <a:gd name="connsiteY2" fmla="*/ 603250 h 666750"/>
                <a:gd name="connsiteX3" fmla="*/ 269745 w 1124296"/>
                <a:gd name="connsiteY3" fmla="*/ 615950 h 666750"/>
                <a:gd name="connsiteX4" fmla="*/ 0 w 1124296"/>
                <a:gd name="connsiteY4" fmla="*/ 666750 h 666750"/>
                <a:gd name="connsiteX5" fmla="*/ 276225 w 1124296"/>
                <a:gd name="connsiteY5" fmla="*/ 0 h 666750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196850 w 1044921"/>
                <a:gd name="connsiteY0" fmla="*/ 0 h 655467"/>
                <a:gd name="connsiteX1" fmla="*/ 931726 w 1044921"/>
                <a:gd name="connsiteY1" fmla="*/ 28575 h 655467"/>
                <a:gd name="connsiteX2" fmla="*/ 544376 w 1044921"/>
                <a:gd name="connsiteY2" fmla="*/ 603250 h 655467"/>
                <a:gd name="connsiteX3" fmla="*/ 190370 w 1044921"/>
                <a:gd name="connsiteY3" fmla="*/ 615950 h 655467"/>
                <a:gd name="connsiteX4" fmla="*/ 0 w 1044921"/>
                <a:gd name="connsiteY4" fmla="*/ 622300 h 655467"/>
                <a:gd name="connsiteX5" fmla="*/ 196850 w 1044921"/>
                <a:gd name="connsiteY5" fmla="*/ 0 h 655467"/>
                <a:gd name="connsiteX0" fmla="*/ 429414 w 1277485"/>
                <a:gd name="connsiteY0" fmla="*/ 0 h 655467"/>
                <a:gd name="connsiteX1" fmla="*/ 1164290 w 1277485"/>
                <a:gd name="connsiteY1" fmla="*/ 28575 h 655467"/>
                <a:gd name="connsiteX2" fmla="*/ 776940 w 1277485"/>
                <a:gd name="connsiteY2" fmla="*/ 603250 h 655467"/>
                <a:gd name="connsiteX3" fmla="*/ 422934 w 1277485"/>
                <a:gd name="connsiteY3" fmla="*/ 615950 h 655467"/>
                <a:gd name="connsiteX4" fmla="*/ 232564 w 1277485"/>
                <a:gd name="connsiteY4" fmla="*/ 622300 h 655467"/>
                <a:gd name="connsiteX5" fmla="*/ 429414 w 1277485"/>
                <a:gd name="connsiteY5" fmla="*/ 0 h 655467"/>
                <a:gd name="connsiteX0" fmla="*/ 444721 w 1273742"/>
                <a:gd name="connsiteY0" fmla="*/ 0 h 636417"/>
                <a:gd name="connsiteX1" fmla="*/ 1160547 w 1273742"/>
                <a:gd name="connsiteY1" fmla="*/ 9525 h 636417"/>
                <a:gd name="connsiteX2" fmla="*/ 773197 w 1273742"/>
                <a:gd name="connsiteY2" fmla="*/ 584200 h 636417"/>
                <a:gd name="connsiteX3" fmla="*/ 419191 w 1273742"/>
                <a:gd name="connsiteY3" fmla="*/ 596900 h 636417"/>
                <a:gd name="connsiteX4" fmla="*/ 228821 w 1273742"/>
                <a:gd name="connsiteY4" fmla="*/ 603250 h 636417"/>
                <a:gd name="connsiteX5" fmla="*/ 444721 w 1273742"/>
                <a:gd name="connsiteY5" fmla="*/ 0 h 636417"/>
                <a:gd name="connsiteX0" fmla="*/ 570649 w 1399670"/>
                <a:gd name="connsiteY0" fmla="*/ 0 h 636417"/>
                <a:gd name="connsiteX1" fmla="*/ 1286475 w 1399670"/>
                <a:gd name="connsiteY1" fmla="*/ 9525 h 636417"/>
                <a:gd name="connsiteX2" fmla="*/ 899125 w 1399670"/>
                <a:gd name="connsiteY2" fmla="*/ 584200 h 636417"/>
                <a:gd name="connsiteX3" fmla="*/ 545119 w 1399670"/>
                <a:gd name="connsiteY3" fmla="*/ 596900 h 636417"/>
                <a:gd name="connsiteX4" fmla="*/ 354749 w 1399670"/>
                <a:gd name="connsiteY4" fmla="*/ 603250 h 636417"/>
                <a:gd name="connsiteX5" fmla="*/ 570649 w 1399670"/>
                <a:gd name="connsiteY5" fmla="*/ 0 h 636417"/>
                <a:gd name="connsiteX0" fmla="*/ 550393 w 1379414"/>
                <a:gd name="connsiteY0" fmla="*/ 0 h 636417"/>
                <a:gd name="connsiteX1" fmla="*/ 1266219 w 1379414"/>
                <a:gd name="connsiteY1" fmla="*/ 9525 h 636417"/>
                <a:gd name="connsiteX2" fmla="*/ 878869 w 1379414"/>
                <a:gd name="connsiteY2" fmla="*/ 584200 h 636417"/>
                <a:gd name="connsiteX3" fmla="*/ 524863 w 1379414"/>
                <a:gd name="connsiteY3" fmla="*/ 596900 h 636417"/>
                <a:gd name="connsiteX4" fmla="*/ 334493 w 1379414"/>
                <a:gd name="connsiteY4" fmla="*/ 603250 h 636417"/>
                <a:gd name="connsiteX5" fmla="*/ 550393 w 1379414"/>
                <a:gd name="connsiteY5" fmla="*/ 0 h 63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9414" h="636417">
                  <a:moveTo>
                    <a:pt x="550393" y="0"/>
                  </a:moveTo>
                  <a:lnTo>
                    <a:pt x="1266219" y="9525"/>
                  </a:lnTo>
                  <a:cubicBezTo>
                    <a:pt x="1580544" y="298450"/>
                    <a:pt x="1170969" y="765175"/>
                    <a:pt x="878869" y="584200"/>
                  </a:cubicBezTo>
                  <a:cubicBezTo>
                    <a:pt x="760867" y="622300"/>
                    <a:pt x="642865" y="673100"/>
                    <a:pt x="524863" y="596900"/>
                  </a:cubicBezTo>
                  <a:cubicBezTo>
                    <a:pt x="461406" y="618067"/>
                    <a:pt x="442400" y="645583"/>
                    <a:pt x="334493" y="603250"/>
                  </a:cubicBezTo>
                  <a:cubicBezTo>
                    <a:pt x="-212665" y="579967"/>
                    <a:pt x="-51799" y="16933"/>
                    <a:pt x="550393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48">
              <a:extLst>
                <a:ext uri="{FF2B5EF4-FFF2-40B4-BE49-F238E27FC236}">
                  <a16:creationId xmlns:a16="http://schemas.microsoft.com/office/drawing/2014/main" id="{CFE58031-A716-E5FE-6C05-B157F190A0A2}"/>
                </a:ext>
              </a:extLst>
            </p:cNvPr>
            <p:cNvSpPr/>
            <p:nvPr/>
          </p:nvSpPr>
          <p:spPr>
            <a:xfrm>
              <a:off x="4013121" y="4567029"/>
              <a:ext cx="2493531" cy="2854852"/>
            </a:xfrm>
            <a:custGeom>
              <a:avLst/>
              <a:gdLst>
                <a:gd name="connsiteX0" fmla="*/ 0 w 1128574"/>
                <a:gd name="connsiteY0" fmla="*/ 0 h 490504"/>
                <a:gd name="connsiteX1" fmla="*/ 1128574 w 1128574"/>
                <a:gd name="connsiteY1" fmla="*/ 0 h 490504"/>
                <a:gd name="connsiteX2" fmla="*/ 1128574 w 1128574"/>
                <a:gd name="connsiteY2" fmla="*/ 490504 h 490504"/>
                <a:gd name="connsiteX3" fmla="*/ 0 w 1128574"/>
                <a:gd name="connsiteY3" fmla="*/ 490504 h 490504"/>
                <a:gd name="connsiteX4" fmla="*/ 0 w 1128574"/>
                <a:gd name="connsiteY4" fmla="*/ 0 h 490504"/>
                <a:gd name="connsiteX0" fmla="*/ 15498 w 1144072"/>
                <a:gd name="connsiteY0" fmla="*/ 0 h 1900849"/>
                <a:gd name="connsiteX1" fmla="*/ 1144072 w 1144072"/>
                <a:gd name="connsiteY1" fmla="*/ 0 h 1900849"/>
                <a:gd name="connsiteX2" fmla="*/ 1144072 w 1144072"/>
                <a:gd name="connsiteY2" fmla="*/ 490504 h 1900849"/>
                <a:gd name="connsiteX3" fmla="*/ 0 w 1144072"/>
                <a:gd name="connsiteY3" fmla="*/ 1900849 h 1900849"/>
                <a:gd name="connsiteX4" fmla="*/ 15498 w 1144072"/>
                <a:gd name="connsiteY4" fmla="*/ 0 h 1900849"/>
                <a:gd name="connsiteX0" fmla="*/ 15498 w 1144072"/>
                <a:gd name="connsiteY0" fmla="*/ 0 h 2716189"/>
                <a:gd name="connsiteX1" fmla="*/ 1144072 w 1144072"/>
                <a:gd name="connsiteY1" fmla="*/ 0 h 2716189"/>
                <a:gd name="connsiteX2" fmla="*/ 1144072 w 1144072"/>
                <a:gd name="connsiteY2" fmla="*/ 490504 h 2716189"/>
                <a:gd name="connsiteX3" fmla="*/ 0 w 1144072"/>
                <a:gd name="connsiteY3" fmla="*/ 2716189 h 2716189"/>
                <a:gd name="connsiteX4" fmla="*/ 15498 w 1144072"/>
                <a:gd name="connsiteY4" fmla="*/ 0 h 2716189"/>
                <a:gd name="connsiteX0" fmla="*/ 15498 w 1144072"/>
                <a:gd name="connsiteY0" fmla="*/ 0 h 2834816"/>
                <a:gd name="connsiteX1" fmla="*/ 1144072 w 1144072"/>
                <a:gd name="connsiteY1" fmla="*/ 0 h 2834816"/>
                <a:gd name="connsiteX2" fmla="*/ 1144072 w 1144072"/>
                <a:gd name="connsiteY2" fmla="*/ 490504 h 2834816"/>
                <a:gd name="connsiteX3" fmla="*/ 398951 w 1144072"/>
                <a:gd name="connsiteY3" fmla="*/ 2834816 h 2834816"/>
                <a:gd name="connsiteX4" fmla="*/ 0 w 1144072"/>
                <a:gd name="connsiteY4" fmla="*/ 2716189 h 2834816"/>
                <a:gd name="connsiteX5" fmla="*/ 15498 w 1144072"/>
                <a:gd name="connsiteY5" fmla="*/ 0 h 2834816"/>
                <a:gd name="connsiteX0" fmla="*/ 15498 w 1144072"/>
                <a:gd name="connsiteY0" fmla="*/ 0 h 2893076"/>
                <a:gd name="connsiteX1" fmla="*/ 1144072 w 1144072"/>
                <a:gd name="connsiteY1" fmla="*/ 0 h 2893076"/>
                <a:gd name="connsiteX2" fmla="*/ 1144072 w 1144072"/>
                <a:gd name="connsiteY2" fmla="*/ 490504 h 2893076"/>
                <a:gd name="connsiteX3" fmla="*/ 673271 w 1144072"/>
                <a:gd name="connsiteY3" fmla="*/ 2682415 h 2893076"/>
                <a:gd name="connsiteX4" fmla="*/ 398951 w 1144072"/>
                <a:gd name="connsiteY4" fmla="*/ 2834816 h 2893076"/>
                <a:gd name="connsiteX5" fmla="*/ 0 w 1144072"/>
                <a:gd name="connsiteY5" fmla="*/ 2716189 h 2893076"/>
                <a:gd name="connsiteX6" fmla="*/ 15498 w 1144072"/>
                <a:gd name="connsiteY6" fmla="*/ 0 h 2893076"/>
                <a:gd name="connsiteX0" fmla="*/ 455612 w 1584186"/>
                <a:gd name="connsiteY0" fmla="*/ 0 h 2893076"/>
                <a:gd name="connsiteX1" fmla="*/ 1584186 w 1584186"/>
                <a:gd name="connsiteY1" fmla="*/ 0 h 2893076"/>
                <a:gd name="connsiteX2" fmla="*/ 1584186 w 1584186"/>
                <a:gd name="connsiteY2" fmla="*/ 490504 h 2893076"/>
                <a:gd name="connsiteX3" fmla="*/ 1113385 w 1584186"/>
                <a:gd name="connsiteY3" fmla="*/ 2682415 h 2893076"/>
                <a:gd name="connsiteX4" fmla="*/ 839065 w 1584186"/>
                <a:gd name="connsiteY4" fmla="*/ 2834816 h 2893076"/>
                <a:gd name="connsiteX5" fmla="*/ 440114 w 1584186"/>
                <a:gd name="connsiteY5" fmla="*/ 2716189 h 2893076"/>
                <a:gd name="connsiteX6" fmla="*/ 455612 w 1584186"/>
                <a:gd name="connsiteY6" fmla="*/ 0 h 2893076"/>
                <a:gd name="connsiteX0" fmla="*/ 499407 w 1475581"/>
                <a:gd name="connsiteY0" fmla="*/ 38100 h 2893076"/>
                <a:gd name="connsiteX1" fmla="*/ 1475581 w 1475581"/>
                <a:gd name="connsiteY1" fmla="*/ 0 h 2893076"/>
                <a:gd name="connsiteX2" fmla="*/ 1475581 w 1475581"/>
                <a:gd name="connsiteY2" fmla="*/ 490504 h 2893076"/>
                <a:gd name="connsiteX3" fmla="*/ 1004780 w 1475581"/>
                <a:gd name="connsiteY3" fmla="*/ 2682415 h 2893076"/>
                <a:gd name="connsiteX4" fmla="*/ 730460 w 1475581"/>
                <a:gd name="connsiteY4" fmla="*/ 2834816 h 2893076"/>
                <a:gd name="connsiteX5" fmla="*/ 331509 w 1475581"/>
                <a:gd name="connsiteY5" fmla="*/ 2716189 h 2893076"/>
                <a:gd name="connsiteX6" fmla="*/ 499407 w 1475581"/>
                <a:gd name="connsiteY6" fmla="*/ 38100 h 2893076"/>
                <a:gd name="connsiteX0" fmla="*/ 633807 w 1609981"/>
                <a:gd name="connsiteY0" fmla="*/ 38100 h 2893076"/>
                <a:gd name="connsiteX1" fmla="*/ 1609981 w 1609981"/>
                <a:gd name="connsiteY1" fmla="*/ 0 h 2893076"/>
                <a:gd name="connsiteX2" fmla="*/ 1609981 w 1609981"/>
                <a:gd name="connsiteY2" fmla="*/ 490504 h 2893076"/>
                <a:gd name="connsiteX3" fmla="*/ 1139180 w 1609981"/>
                <a:gd name="connsiteY3" fmla="*/ 2682415 h 2893076"/>
                <a:gd name="connsiteX4" fmla="*/ 864860 w 1609981"/>
                <a:gd name="connsiteY4" fmla="*/ 2834816 h 2893076"/>
                <a:gd name="connsiteX5" fmla="*/ 465909 w 1609981"/>
                <a:gd name="connsiteY5" fmla="*/ 2716189 h 2893076"/>
                <a:gd name="connsiteX6" fmla="*/ 633807 w 1609981"/>
                <a:gd name="connsiteY6" fmla="*/ 38100 h 2893076"/>
                <a:gd name="connsiteX0" fmla="*/ 661523 w 1637697"/>
                <a:gd name="connsiteY0" fmla="*/ 38100 h 2893076"/>
                <a:gd name="connsiteX1" fmla="*/ 1637697 w 1637697"/>
                <a:gd name="connsiteY1" fmla="*/ 0 h 2893076"/>
                <a:gd name="connsiteX2" fmla="*/ 1637697 w 1637697"/>
                <a:gd name="connsiteY2" fmla="*/ 490504 h 2893076"/>
                <a:gd name="connsiteX3" fmla="*/ 1166896 w 1637697"/>
                <a:gd name="connsiteY3" fmla="*/ 2682415 h 2893076"/>
                <a:gd name="connsiteX4" fmla="*/ 892576 w 1637697"/>
                <a:gd name="connsiteY4" fmla="*/ 2834816 h 2893076"/>
                <a:gd name="connsiteX5" fmla="*/ 493625 w 1637697"/>
                <a:gd name="connsiteY5" fmla="*/ 2716189 h 2893076"/>
                <a:gd name="connsiteX6" fmla="*/ 661523 w 1637697"/>
                <a:gd name="connsiteY6" fmla="*/ 38100 h 2893076"/>
                <a:gd name="connsiteX0" fmla="*/ 608140 w 1584314"/>
                <a:gd name="connsiteY0" fmla="*/ 38100 h 2893076"/>
                <a:gd name="connsiteX1" fmla="*/ 1584314 w 1584314"/>
                <a:gd name="connsiteY1" fmla="*/ 0 h 2893076"/>
                <a:gd name="connsiteX2" fmla="*/ 1584314 w 1584314"/>
                <a:gd name="connsiteY2" fmla="*/ 490504 h 2893076"/>
                <a:gd name="connsiteX3" fmla="*/ 1113513 w 1584314"/>
                <a:gd name="connsiteY3" fmla="*/ 2682415 h 2893076"/>
                <a:gd name="connsiteX4" fmla="*/ 839193 w 1584314"/>
                <a:gd name="connsiteY4" fmla="*/ 2834816 h 2893076"/>
                <a:gd name="connsiteX5" fmla="*/ 440242 w 1584314"/>
                <a:gd name="connsiteY5" fmla="*/ 2716189 h 2893076"/>
                <a:gd name="connsiteX6" fmla="*/ 608140 w 1584314"/>
                <a:gd name="connsiteY6" fmla="*/ 38100 h 2893076"/>
                <a:gd name="connsiteX0" fmla="*/ 608140 w 1584314"/>
                <a:gd name="connsiteY0" fmla="*/ 38100 h 2834816"/>
                <a:gd name="connsiteX1" fmla="*/ 1584314 w 1584314"/>
                <a:gd name="connsiteY1" fmla="*/ 0 h 2834816"/>
                <a:gd name="connsiteX2" fmla="*/ 1584314 w 1584314"/>
                <a:gd name="connsiteY2" fmla="*/ 490504 h 2834816"/>
                <a:gd name="connsiteX3" fmla="*/ 1113513 w 1584314"/>
                <a:gd name="connsiteY3" fmla="*/ 2682415 h 2834816"/>
                <a:gd name="connsiteX4" fmla="*/ 839193 w 1584314"/>
                <a:gd name="connsiteY4" fmla="*/ 2834816 h 2834816"/>
                <a:gd name="connsiteX5" fmla="*/ 440242 w 1584314"/>
                <a:gd name="connsiteY5" fmla="*/ 2716189 h 2834816"/>
                <a:gd name="connsiteX6" fmla="*/ 608140 w 1584314"/>
                <a:gd name="connsiteY6" fmla="*/ 38100 h 2834816"/>
                <a:gd name="connsiteX0" fmla="*/ 608140 w 1584314"/>
                <a:gd name="connsiteY0" fmla="*/ 38100 h 2834816"/>
                <a:gd name="connsiteX1" fmla="*/ 1584314 w 1584314"/>
                <a:gd name="connsiteY1" fmla="*/ 0 h 2834816"/>
                <a:gd name="connsiteX2" fmla="*/ 1584314 w 1584314"/>
                <a:gd name="connsiteY2" fmla="*/ 490504 h 2834816"/>
                <a:gd name="connsiteX3" fmla="*/ 1387832 w 1584314"/>
                <a:gd name="connsiteY3" fmla="*/ 2613835 h 2834816"/>
                <a:gd name="connsiteX4" fmla="*/ 1113513 w 1584314"/>
                <a:gd name="connsiteY4" fmla="*/ 2682415 h 2834816"/>
                <a:gd name="connsiteX5" fmla="*/ 839193 w 1584314"/>
                <a:gd name="connsiteY5" fmla="*/ 2834816 h 2834816"/>
                <a:gd name="connsiteX6" fmla="*/ 440242 w 1584314"/>
                <a:gd name="connsiteY6" fmla="*/ 2716189 h 2834816"/>
                <a:gd name="connsiteX7" fmla="*/ 608140 w 1584314"/>
                <a:gd name="connsiteY7" fmla="*/ 38100 h 2834816"/>
                <a:gd name="connsiteX0" fmla="*/ 608140 w 1584314"/>
                <a:gd name="connsiteY0" fmla="*/ 38100 h 2834816"/>
                <a:gd name="connsiteX1" fmla="*/ 1584314 w 1584314"/>
                <a:gd name="connsiteY1" fmla="*/ 0 h 2834816"/>
                <a:gd name="connsiteX2" fmla="*/ 1584314 w 1584314"/>
                <a:gd name="connsiteY2" fmla="*/ 490504 h 2834816"/>
                <a:gd name="connsiteX3" fmla="*/ 1387832 w 1584314"/>
                <a:gd name="connsiteY3" fmla="*/ 2613835 h 2834816"/>
                <a:gd name="connsiteX4" fmla="*/ 1113513 w 1584314"/>
                <a:gd name="connsiteY4" fmla="*/ 2682415 h 2834816"/>
                <a:gd name="connsiteX5" fmla="*/ 839193 w 1584314"/>
                <a:gd name="connsiteY5" fmla="*/ 2834816 h 2834816"/>
                <a:gd name="connsiteX6" fmla="*/ 440242 w 1584314"/>
                <a:gd name="connsiteY6" fmla="*/ 2716189 h 2834816"/>
                <a:gd name="connsiteX7" fmla="*/ 608140 w 1584314"/>
                <a:gd name="connsiteY7" fmla="*/ 38100 h 2834816"/>
                <a:gd name="connsiteX0" fmla="*/ 608140 w 1667126"/>
                <a:gd name="connsiteY0" fmla="*/ 38100 h 2924836"/>
                <a:gd name="connsiteX1" fmla="*/ 1584314 w 1667126"/>
                <a:gd name="connsiteY1" fmla="*/ 0 h 2924836"/>
                <a:gd name="connsiteX2" fmla="*/ 1584314 w 1667126"/>
                <a:gd name="connsiteY2" fmla="*/ 490504 h 2924836"/>
                <a:gd name="connsiteX3" fmla="*/ 1662152 w 1667126"/>
                <a:gd name="connsiteY3" fmla="*/ 2811955 h 2924836"/>
                <a:gd name="connsiteX4" fmla="*/ 1387832 w 1667126"/>
                <a:gd name="connsiteY4" fmla="*/ 2613835 h 2924836"/>
                <a:gd name="connsiteX5" fmla="*/ 1113513 w 1667126"/>
                <a:gd name="connsiteY5" fmla="*/ 2682415 h 2924836"/>
                <a:gd name="connsiteX6" fmla="*/ 839193 w 1667126"/>
                <a:gd name="connsiteY6" fmla="*/ 2834816 h 2924836"/>
                <a:gd name="connsiteX7" fmla="*/ 440242 w 1667126"/>
                <a:gd name="connsiteY7" fmla="*/ 2716189 h 2924836"/>
                <a:gd name="connsiteX8" fmla="*/ 608140 w 1667126"/>
                <a:gd name="connsiteY8" fmla="*/ 38100 h 2924836"/>
                <a:gd name="connsiteX0" fmla="*/ 608140 w 2058729"/>
                <a:gd name="connsiteY0" fmla="*/ 38100 h 2926549"/>
                <a:gd name="connsiteX1" fmla="*/ 1584314 w 2058729"/>
                <a:gd name="connsiteY1" fmla="*/ 0 h 2926549"/>
                <a:gd name="connsiteX2" fmla="*/ 1584314 w 2058729"/>
                <a:gd name="connsiteY2" fmla="*/ 490504 h 2926549"/>
                <a:gd name="connsiteX3" fmla="*/ 2058392 w 2058729"/>
                <a:gd name="connsiteY3" fmla="*/ 2735755 h 2926549"/>
                <a:gd name="connsiteX4" fmla="*/ 1662152 w 2058729"/>
                <a:gd name="connsiteY4" fmla="*/ 2811955 h 2926549"/>
                <a:gd name="connsiteX5" fmla="*/ 1387832 w 2058729"/>
                <a:gd name="connsiteY5" fmla="*/ 2613835 h 2926549"/>
                <a:gd name="connsiteX6" fmla="*/ 1113513 w 2058729"/>
                <a:gd name="connsiteY6" fmla="*/ 2682415 h 2926549"/>
                <a:gd name="connsiteX7" fmla="*/ 839193 w 2058729"/>
                <a:gd name="connsiteY7" fmla="*/ 2834816 h 2926549"/>
                <a:gd name="connsiteX8" fmla="*/ 440242 w 2058729"/>
                <a:gd name="connsiteY8" fmla="*/ 2716189 h 2926549"/>
                <a:gd name="connsiteX9" fmla="*/ 608140 w 2058729"/>
                <a:gd name="connsiteY9" fmla="*/ 38100 h 2926549"/>
                <a:gd name="connsiteX0" fmla="*/ 608140 w 2164562"/>
                <a:gd name="connsiteY0" fmla="*/ 38100 h 2834816"/>
                <a:gd name="connsiteX1" fmla="*/ 1584314 w 2164562"/>
                <a:gd name="connsiteY1" fmla="*/ 0 h 2834816"/>
                <a:gd name="connsiteX2" fmla="*/ 1584314 w 2164562"/>
                <a:gd name="connsiteY2" fmla="*/ 490504 h 2834816"/>
                <a:gd name="connsiteX3" fmla="*/ 2134592 w 2164562"/>
                <a:gd name="connsiteY3" fmla="*/ 2644315 h 2834816"/>
                <a:gd name="connsiteX4" fmla="*/ 2058392 w 2164562"/>
                <a:gd name="connsiteY4" fmla="*/ 2735755 h 2834816"/>
                <a:gd name="connsiteX5" fmla="*/ 1662152 w 2164562"/>
                <a:gd name="connsiteY5" fmla="*/ 2811955 h 2834816"/>
                <a:gd name="connsiteX6" fmla="*/ 1387832 w 2164562"/>
                <a:gd name="connsiteY6" fmla="*/ 2613835 h 2834816"/>
                <a:gd name="connsiteX7" fmla="*/ 1113513 w 2164562"/>
                <a:gd name="connsiteY7" fmla="*/ 2682415 h 2834816"/>
                <a:gd name="connsiteX8" fmla="*/ 839193 w 2164562"/>
                <a:gd name="connsiteY8" fmla="*/ 2834816 h 2834816"/>
                <a:gd name="connsiteX9" fmla="*/ 440242 w 2164562"/>
                <a:gd name="connsiteY9" fmla="*/ 2716189 h 2834816"/>
                <a:gd name="connsiteX10" fmla="*/ 608140 w 2164562"/>
                <a:gd name="connsiteY10" fmla="*/ 38100 h 2834816"/>
                <a:gd name="connsiteX0" fmla="*/ 608140 w 2164562"/>
                <a:gd name="connsiteY0" fmla="*/ 58136 h 2854852"/>
                <a:gd name="connsiteX1" fmla="*/ 1584314 w 2164562"/>
                <a:gd name="connsiteY1" fmla="*/ 20036 h 2854852"/>
                <a:gd name="connsiteX2" fmla="*/ 2026274 w 2164562"/>
                <a:gd name="connsiteY2" fmla="*/ 0 h 2854852"/>
                <a:gd name="connsiteX3" fmla="*/ 2134592 w 2164562"/>
                <a:gd name="connsiteY3" fmla="*/ 2664351 h 2854852"/>
                <a:gd name="connsiteX4" fmla="*/ 2058392 w 2164562"/>
                <a:gd name="connsiteY4" fmla="*/ 2755791 h 2854852"/>
                <a:gd name="connsiteX5" fmla="*/ 1662152 w 2164562"/>
                <a:gd name="connsiteY5" fmla="*/ 2831991 h 2854852"/>
                <a:gd name="connsiteX6" fmla="*/ 1387832 w 2164562"/>
                <a:gd name="connsiteY6" fmla="*/ 2633871 h 2854852"/>
                <a:gd name="connsiteX7" fmla="*/ 1113513 w 2164562"/>
                <a:gd name="connsiteY7" fmla="*/ 2702451 h 2854852"/>
                <a:gd name="connsiteX8" fmla="*/ 839193 w 2164562"/>
                <a:gd name="connsiteY8" fmla="*/ 2854852 h 2854852"/>
                <a:gd name="connsiteX9" fmla="*/ 440242 w 2164562"/>
                <a:gd name="connsiteY9" fmla="*/ 2736225 h 2854852"/>
                <a:gd name="connsiteX10" fmla="*/ 608140 w 2164562"/>
                <a:gd name="connsiteY10" fmla="*/ 58136 h 2854852"/>
                <a:gd name="connsiteX0" fmla="*/ 608140 w 2259536"/>
                <a:gd name="connsiteY0" fmla="*/ 58136 h 2854852"/>
                <a:gd name="connsiteX1" fmla="*/ 1584314 w 2259536"/>
                <a:gd name="connsiteY1" fmla="*/ 20036 h 2854852"/>
                <a:gd name="connsiteX2" fmla="*/ 2026274 w 2259536"/>
                <a:gd name="connsiteY2" fmla="*/ 0 h 2854852"/>
                <a:gd name="connsiteX3" fmla="*/ 2134592 w 2259536"/>
                <a:gd name="connsiteY3" fmla="*/ 2664351 h 2854852"/>
                <a:gd name="connsiteX4" fmla="*/ 2058392 w 2259536"/>
                <a:gd name="connsiteY4" fmla="*/ 2755791 h 2854852"/>
                <a:gd name="connsiteX5" fmla="*/ 1662152 w 2259536"/>
                <a:gd name="connsiteY5" fmla="*/ 2831991 h 2854852"/>
                <a:gd name="connsiteX6" fmla="*/ 1387832 w 2259536"/>
                <a:gd name="connsiteY6" fmla="*/ 2633871 h 2854852"/>
                <a:gd name="connsiteX7" fmla="*/ 1113513 w 2259536"/>
                <a:gd name="connsiteY7" fmla="*/ 2702451 h 2854852"/>
                <a:gd name="connsiteX8" fmla="*/ 839193 w 2259536"/>
                <a:gd name="connsiteY8" fmla="*/ 2854852 h 2854852"/>
                <a:gd name="connsiteX9" fmla="*/ 440242 w 2259536"/>
                <a:gd name="connsiteY9" fmla="*/ 2736225 h 2854852"/>
                <a:gd name="connsiteX10" fmla="*/ 608140 w 2259536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7832 w 2507143"/>
                <a:gd name="connsiteY6" fmla="*/ 2633871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65768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65768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70213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08140 w 2507143"/>
                <a:gd name="connsiteY0" fmla="*/ 58136 h 2854852"/>
                <a:gd name="connsiteX1" fmla="*/ 1584314 w 2507143"/>
                <a:gd name="connsiteY1" fmla="*/ 20036 h 2854852"/>
                <a:gd name="connsiteX2" fmla="*/ 2026274 w 2507143"/>
                <a:gd name="connsiteY2" fmla="*/ 0 h 2854852"/>
                <a:gd name="connsiteX3" fmla="*/ 2134592 w 2507143"/>
                <a:gd name="connsiteY3" fmla="*/ 2664351 h 2854852"/>
                <a:gd name="connsiteX4" fmla="*/ 2058392 w 2507143"/>
                <a:gd name="connsiteY4" fmla="*/ 2755791 h 2854852"/>
                <a:gd name="connsiteX5" fmla="*/ 1662152 w 2507143"/>
                <a:gd name="connsiteY5" fmla="*/ 2831991 h 2854852"/>
                <a:gd name="connsiteX6" fmla="*/ 1383069 w 2507143"/>
                <a:gd name="connsiteY6" fmla="*/ 2702134 h 2854852"/>
                <a:gd name="connsiteX7" fmla="*/ 1113513 w 2507143"/>
                <a:gd name="connsiteY7" fmla="*/ 2702451 h 2854852"/>
                <a:gd name="connsiteX8" fmla="*/ 839193 w 2507143"/>
                <a:gd name="connsiteY8" fmla="*/ 2854852 h 2854852"/>
                <a:gd name="connsiteX9" fmla="*/ 440242 w 2507143"/>
                <a:gd name="connsiteY9" fmla="*/ 2736225 h 2854852"/>
                <a:gd name="connsiteX10" fmla="*/ 608140 w 2507143"/>
                <a:gd name="connsiteY10" fmla="*/ 58136 h 2854852"/>
                <a:gd name="connsiteX0" fmla="*/ 616609 w 2515612"/>
                <a:gd name="connsiteY0" fmla="*/ 58136 h 2854852"/>
                <a:gd name="connsiteX1" fmla="*/ 1592783 w 2515612"/>
                <a:gd name="connsiteY1" fmla="*/ 20036 h 2854852"/>
                <a:gd name="connsiteX2" fmla="*/ 2034743 w 2515612"/>
                <a:gd name="connsiteY2" fmla="*/ 0 h 2854852"/>
                <a:gd name="connsiteX3" fmla="*/ 2143061 w 2515612"/>
                <a:gd name="connsiteY3" fmla="*/ 2664351 h 2854852"/>
                <a:gd name="connsiteX4" fmla="*/ 2066861 w 2515612"/>
                <a:gd name="connsiteY4" fmla="*/ 2755791 h 2854852"/>
                <a:gd name="connsiteX5" fmla="*/ 1670621 w 2515612"/>
                <a:gd name="connsiteY5" fmla="*/ 2831991 h 2854852"/>
                <a:gd name="connsiteX6" fmla="*/ 1391538 w 2515612"/>
                <a:gd name="connsiteY6" fmla="*/ 2702134 h 2854852"/>
                <a:gd name="connsiteX7" fmla="*/ 1121982 w 2515612"/>
                <a:gd name="connsiteY7" fmla="*/ 2702451 h 2854852"/>
                <a:gd name="connsiteX8" fmla="*/ 847662 w 2515612"/>
                <a:gd name="connsiteY8" fmla="*/ 2854852 h 2854852"/>
                <a:gd name="connsiteX9" fmla="*/ 423311 w 2515612"/>
                <a:gd name="connsiteY9" fmla="*/ 2736225 h 2854852"/>
                <a:gd name="connsiteX10" fmla="*/ 616609 w 2515612"/>
                <a:gd name="connsiteY10" fmla="*/ 58136 h 2854852"/>
                <a:gd name="connsiteX0" fmla="*/ 648084 w 2458187"/>
                <a:gd name="connsiteY0" fmla="*/ 58136 h 2854852"/>
                <a:gd name="connsiteX1" fmla="*/ 1535358 w 2458187"/>
                <a:gd name="connsiteY1" fmla="*/ 20036 h 2854852"/>
                <a:gd name="connsiteX2" fmla="*/ 1977318 w 2458187"/>
                <a:gd name="connsiteY2" fmla="*/ 0 h 2854852"/>
                <a:gd name="connsiteX3" fmla="*/ 2085636 w 2458187"/>
                <a:gd name="connsiteY3" fmla="*/ 2664351 h 2854852"/>
                <a:gd name="connsiteX4" fmla="*/ 2009436 w 2458187"/>
                <a:gd name="connsiteY4" fmla="*/ 2755791 h 2854852"/>
                <a:gd name="connsiteX5" fmla="*/ 1613196 w 2458187"/>
                <a:gd name="connsiteY5" fmla="*/ 2831991 h 2854852"/>
                <a:gd name="connsiteX6" fmla="*/ 1334113 w 2458187"/>
                <a:gd name="connsiteY6" fmla="*/ 2702134 h 2854852"/>
                <a:gd name="connsiteX7" fmla="*/ 1064557 w 2458187"/>
                <a:gd name="connsiteY7" fmla="*/ 2702451 h 2854852"/>
                <a:gd name="connsiteX8" fmla="*/ 790237 w 2458187"/>
                <a:gd name="connsiteY8" fmla="*/ 2854852 h 2854852"/>
                <a:gd name="connsiteX9" fmla="*/ 365886 w 2458187"/>
                <a:gd name="connsiteY9" fmla="*/ 2736225 h 2854852"/>
                <a:gd name="connsiteX10" fmla="*/ 648084 w 2458187"/>
                <a:gd name="connsiteY10" fmla="*/ 58136 h 2854852"/>
                <a:gd name="connsiteX0" fmla="*/ 683428 w 2493531"/>
                <a:gd name="connsiteY0" fmla="*/ 58136 h 2854852"/>
                <a:gd name="connsiteX1" fmla="*/ 1570702 w 2493531"/>
                <a:gd name="connsiteY1" fmla="*/ 20036 h 2854852"/>
                <a:gd name="connsiteX2" fmla="*/ 2012662 w 2493531"/>
                <a:gd name="connsiteY2" fmla="*/ 0 h 2854852"/>
                <a:gd name="connsiteX3" fmla="*/ 2120980 w 2493531"/>
                <a:gd name="connsiteY3" fmla="*/ 2664351 h 2854852"/>
                <a:gd name="connsiteX4" fmla="*/ 2044780 w 2493531"/>
                <a:gd name="connsiteY4" fmla="*/ 2755791 h 2854852"/>
                <a:gd name="connsiteX5" fmla="*/ 1648540 w 2493531"/>
                <a:gd name="connsiteY5" fmla="*/ 2831991 h 2854852"/>
                <a:gd name="connsiteX6" fmla="*/ 1369457 w 2493531"/>
                <a:gd name="connsiteY6" fmla="*/ 2702134 h 2854852"/>
                <a:gd name="connsiteX7" fmla="*/ 1099901 w 2493531"/>
                <a:gd name="connsiteY7" fmla="*/ 2702451 h 2854852"/>
                <a:gd name="connsiteX8" fmla="*/ 825581 w 2493531"/>
                <a:gd name="connsiteY8" fmla="*/ 2854852 h 2854852"/>
                <a:gd name="connsiteX9" fmla="*/ 401230 w 2493531"/>
                <a:gd name="connsiteY9" fmla="*/ 2736225 h 2854852"/>
                <a:gd name="connsiteX10" fmla="*/ 683428 w 2493531"/>
                <a:gd name="connsiteY10" fmla="*/ 58136 h 28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531" h="2854852">
                  <a:moveTo>
                    <a:pt x="683428" y="58136"/>
                  </a:moveTo>
                  <a:lnTo>
                    <a:pt x="1570702" y="20036"/>
                  </a:lnTo>
                  <a:lnTo>
                    <a:pt x="2012662" y="0"/>
                  </a:lnTo>
                  <a:cubicBezTo>
                    <a:pt x="2512045" y="438179"/>
                    <a:pt x="2735387" y="1208103"/>
                    <a:pt x="2120980" y="2664351"/>
                  </a:cubicBezTo>
                  <a:cubicBezTo>
                    <a:pt x="2070453" y="2680419"/>
                    <a:pt x="2104470" y="2710071"/>
                    <a:pt x="2044780" y="2755791"/>
                  </a:cubicBezTo>
                  <a:cubicBezTo>
                    <a:pt x="1985090" y="2801511"/>
                    <a:pt x="1692990" y="2819291"/>
                    <a:pt x="1648540" y="2831991"/>
                  </a:cubicBezTo>
                  <a:cubicBezTo>
                    <a:pt x="1604090" y="2844691"/>
                    <a:pt x="1356757" y="2872314"/>
                    <a:pt x="1369457" y="2702134"/>
                  </a:cubicBezTo>
                  <a:cubicBezTo>
                    <a:pt x="1364650" y="2723282"/>
                    <a:pt x="1155781" y="2637681"/>
                    <a:pt x="1099901" y="2702451"/>
                  </a:cubicBezTo>
                  <a:cubicBezTo>
                    <a:pt x="990954" y="2803610"/>
                    <a:pt x="914933" y="2812393"/>
                    <a:pt x="825581" y="2854852"/>
                  </a:cubicBezTo>
                  <a:lnTo>
                    <a:pt x="401230" y="2736225"/>
                  </a:lnTo>
                  <a:cubicBezTo>
                    <a:pt x="299716" y="2638549"/>
                    <a:pt x="-600628" y="378062"/>
                    <a:pt x="683428" y="58136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EFBAE4E-F250-B2E6-28D5-2C579BE8DC1D}"/>
                </a:ext>
              </a:extLst>
            </p:cNvPr>
            <p:cNvGrpSpPr/>
            <p:nvPr/>
          </p:nvGrpSpPr>
          <p:grpSpPr>
            <a:xfrm flipH="1">
              <a:off x="7237798" y="1346801"/>
              <a:ext cx="2180518" cy="2476615"/>
              <a:chOff x="1193791" y="1377153"/>
              <a:chExt cx="2180518" cy="2476615"/>
            </a:xfrm>
            <a:grpFill/>
          </p:grpSpPr>
          <p:sp>
            <p:nvSpPr>
              <p:cNvPr id="147" name="Oval 41">
                <a:extLst>
                  <a:ext uri="{FF2B5EF4-FFF2-40B4-BE49-F238E27FC236}">
                    <a16:creationId xmlns:a16="http://schemas.microsoft.com/office/drawing/2014/main" id="{96A4F659-A0E7-90BC-5F1C-1E8D5F61442A}"/>
                  </a:ext>
                </a:extLst>
              </p:cNvPr>
              <p:cNvSpPr/>
              <p:nvPr/>
            </p:nvSpPr>
            <p:spPr>
              <a:xfrm rot="3066816">
                <a:off x="1076094" y="1494850"/>
                <a:ext cx="2415912" cy="2180518"/>
              </a:xfrm>
              <a:custGeom>
                <a:avLst/>
                <a:gdLst>
                  <a:gd name="connsiteX0" fmla="*/ 0 w 2468836"/>
                  <a:gd name="connsiteY0" fmla="*/ 1089957 h 2179914"/>
                  <a:gd name="connsiteX1" fmla="*/ 1234418 w 2468836"/>
                  <a:gd name="connsiteY1" fmla="*/ 0 h 2179914"/>
                  <a:gd name="connsiteX2" fmla="*/ 2468836 w 2468836"/>
                  <a:gd name="connsiteY2" fmla="*/ 1089957 h 2179914"/>
                  <a:gd name="connsiteX3" fmla="*/ 1234418 w 2468836"/>
                  <a:gd name="connsiteY3" fmla="*/ 2179914 h 2179914"/>
                  <a:gd name="connsiteX4" fmla="*/ 0 w 2468836"/>
                  <a:gd name="connsiteY4" fmla="*/ 1089957 h 2179914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5912" h="2180518">
                    <a:moveTo>
                      <a:pt x="0" y="1090285"/>
                    </a:moveTo>
                    <a:cubicBezTo>
                      <a:pt x="0" y="488318"/>
                      <a:pt x="568037" y="-2831"/>
                      <a:pt x="1234418" y="328"/>
                    </a:cubicBezTo>
                    <a:cubicBezTo>
                      <a:pt x="1637070" y="-13423"/>
                      <a:pt x="2415912" y="405813"/>
                      <a:pt x="2415912" y="1007780"/>
                    </a:cubicBezTo>
                    <a:cubicBezTo>
                      <a:pt x="2415912" y="1609747"/>
                      <a:pt x="1637070" y="2166491"/>
                      <a:pt x="1234418" y="2180242"/>
                    </a:cubicBezTo>
                    <a:cubicBezTo>
                      <a:pt x="831766" y="2193993"/>
                      <a:pt x="0" y="1692252"/>
                      <a:pt x="0" y="109028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636194FD-D94C-6CB2-26B8-A1E5AD3F4C8D}"/>
                  </a:ext>
                </a:extLst>
              </p:cNvPr>
              <p:cNvSpPr/>
              <p:nvPr/>
            </p:nvSpPr>
            <p:spPr>
              <a:xfrm rot="3066816">
                <a:off x="1222917" y="1878334"/>
                <a:ext cx="2081710" cy="1869157"/>
              </a:xfrm>
              <a:custGeom>
                <a:avLst/>
                <a:gdLst>
                  <a:gd name="connsiteX0" fmla="*/ 192952 w 2081710"/>
                  <a:gd name="connsiteY0" fmla="*/ 429649 h 1869157"/>
                  <a:gd name="connsiteX1" fmla="*/ 1096594 w 2081710"/>
                  <a:gd name="connsiteY1" fmla="*/ 279014 h 1869157"/>
                  <a:gd name="connsiteX2" fmla="*/ 1623155 w 2081710"/>
                  <a:gd name="connsiteY2" fmla="*/ 160054 h 1869157"/>
                  <a:gd name="connsiteX3" fmla="*/ 1996034 w 2081710"/>
                  <a:gd name="connsiteY3" fmla="*/ 431391 h 1869157"/>
                  <a:gd name="connsiteX4" fmla="*/ 2056788 w 2081710"/>
                  <a:gd name="connsiteY4" fmla="*/ 518669 h 1869157"/>
                  <a:gd name="connsiteX5" fmla="*/ 2072865 w 2081710"/>
                  <a:gd name="connsiteY5" fmla="*/ 585752 h 1869157"/>
                  <a:gd name="connsiteX6" fmla="*/ 2081710 w 2081710"/>
                  <a:gd name="connsiteY6" fmla="*/ 696419 h 1869157"/>
                  <a:gd name="connsiteX7" fmla="*/ 900216 w 2081710"/>
                  <a:gd name="connsiteY7" fmla="*/ 1868881 h 1869157"/>
                  <a:gd name="connsiteX8" fmla="*/ 230916 w 2081710"/>
                  <a:gd name="connsiteY8" fmla="*/ 1625698 h 1869157"/>
                  <a:gd name="connsiteX9" fmla="*/ 222131 w 2081710"/>
                  <a:gd name="connsiteY9" fmla="*/ 1619400 h 1869157"/>
                  <a:gd name="connsiteX10" fmla="*/ 187256 w 2081710"/>
                  <a:gd name="connsiteY10" fmla="*/ 1576385 h 1869157"/>
                  <a:gd name="connsiteX11" fmla="*/ 192952 w 2081710"/>
                  <a:gd name="connsiteY11" fmla="*/ 429649 h 1869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81710" h="1869157">
                    <a:moveTo>
                      <a:pt x="192952" y="429649"/>
                    </a:moveTo>
                    <a:cubicBezTo>
                      <a:pt x="372811" y="222768"/>
                      <a:pt x="676586" y="126965"/>
                      <a:pt x="1096594" y="279014"/>
                    </a:cubicBezTo>
                    <a:cubicBezTo>
                      <a:pt x="1221978" y="-29642"/>
                      <a:pt x="1429428" y="-100968"/>
                      <a:pt x="1623155" y="160054"/>
                    </a:cubicBezTo>
                    <a:cubicBezTo>
                      <a:pt x="1710351" y="132644"/>
                      <a:pt x="1858442" y="247885"/>
                      <a:pt x="1996034" y="431391"/>
                    </a:cubicBezTo>
                    <a:lnTo>
                      <a:pt x="2056788" y="518669"/>
                    </a:lnTo>
                    <a:lnTo>
                      <a:pt x="2072865" y="585752"/>
                    </a:lnTo>
                    <a:cubicBezTo>
                      <a:pt x="2078668" y="621887"/>
                      <a:pt x="2081710" y="658796"/>
                      <a:pt x="2081710" y="696419"/>
                    </a:cubicBezTo>
                    <a:cubicBezTo>
                      <a:pt x="2081710" y="1298386"/>
                      <a:pt x="1302868" y="1855130"/>
                      <a:pt x="900216" y="1868881"/>
                    </a:cubicBezTo>
                    <a:cubicBezTo>
                      <a:pt x="724056" y="1874897"/>
                      <a:pt x="465761" y="1782245"/>
                      <a:pt x="230916" y="1625698"/>
                    </a:cubicBezTo>
                    <a:lnTo>
                      <a:pt x="222131" y="1619400"/>
                    </a:lnTo>
                    <a:lnTo>
                      <a:pt x="187256" y="1576385"/>
                    </a:lnTo>
                    <a:cubicBezTo>
                      <a:pt x="-67777" y="1226628"/>
                      <a:pt x="-58851" y="719281"/>
                      <a:pt x="192952" y="429649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7E96015A-DF33-13D8-186D-A21C059CB12B}"/>
                </a:ext>
              </a:extLst>
            </p:cNvPr>
            <p:cNvGrpSpPr/>
            <p:nvPr/>
          </p:nvGrpSpPr>
          <p:grpSpPr>
            <a:xfrm>
              <a:off x="1193791" y="1377153"/>
              <a:ext cx="2180518" cy="2476615"/>
              <a:chOff x="1193791" y="1377153"/>
              <a:chExt cx="2180518" cy="2476615"/>
            </a:xfrm>
            <a:grpFill/>
          </p:grpSpPr>
          <p:sp>
            <p:nvSpPr>
              <p:cNvPr id="145" name="Oval 41">
                <a:extLst>
                  <a:ext uri="{FF2B5EF4-FFF2-40B4-BE49-F238E27FC236}">
                    <a16:creationId xmlns:a16="http://schemas.microsoft.com/office/drawing/2014/main" id="{A5A0CBBA-582A-6366-F49D-DFD4AFF55FE0}"/>
                  </a:ext>
                </a:extLst>
              </p:cNvPr>
              <p:cNvSpPr/>
              <p:nvPr/>
            </p:nvSpPr>
            <p:spPr>
              <a:xfrm rot="3066816">
                <a:off x="1076094" y="1494850"/>
                <a:ext cx="2415912" cy="2180518"/>
              </a:xfrm>
              <a:custGeom>
                <a:avLst/>
                <a:gdLst>
                  <a:gd name="connsiteX0" fmla="*/ 0 w 2468836"/>
                  <a:gd name="connsiteY0" fmla="*/ 1089957 h 2179914"/>
                  <a:gd name="connsiteX1" fmla="*/ 1234418 w 2468836"/>
                  <a:gd name="connsiteY1" fmla="*/ 0 h 2179914"/>
                  <a:gd name="connsiteX2" fmla="*/ 2468836 w 2468836"/>
                  <a:gd name="connsiteY2" fmla="*/ 1089957 h 2179914"/>
                  <a:gd name="connsiteX3" fmla="*/ 1234418 w 2468836"/>
                  <a:gd name="connsiteY3" fmla="*/ 2179914 h 2179914"/>
                  <a:gd name="connsiteX4" fmla="*/ 0 w 2468836"/>
                  <a:gd name="connsiteY4" fmla="*/ 1089957 h 2179914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  <a:gd name="connsiteX0" fmla="*/ 0 w 2415912"/>
                  <a:gd name="connsiteY0" fmla="*/ 1090285 h 2180518"/>
                  <a:gd name="connsiteX1" fmla="*/ 1234418 w 2415912"/>
                  <a:gd name="connsiteY1" fmla="*/ 328 h 2180518"/>
                  <a:gd name="connsiteX2" fmla="*/ 2415912 w 2415912"/>
                  <a:gd name="connsiteY2" fmla="*/ 1007780 h 2180518"/>
                  <a:gd name="connsiteX3" fmla="*/ 1234418 w 2415912"/>
                  <a:gd name="connsiteY3" fmla="*/ 2180242 h 2180518"/>
                  <a:gd name="connsiteX4" fmla="*/ 0 w 2415912"/>
                  <a:gd name="connsiteY4" fmla="*/ 1090285 h 2180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15912" h="2180518">
                    <a:moveTo>
                      <a:pt x="0" y="1090285"/>
                    </a:moveTo>
                    <a:cubicBezTo>
                      <a:pt x="0" y="488318"/>
                      <a:pt x="568037" y="-2831"/>
                      <a:pt x="1234418" y="328"/>
                    </a:cubicBezTo>
                    <a:cubicBezTo>
                      <a:pt x="1637070" y="-13423"/>
                      <a:pt x="2415912" y="405813"/>
                      <a:pt x="2415912" y="1007780"/>
                    </a:cubicBezTo>
                    <a:cubicBezTo>
                      <a:pt x="2415912" y="1609747"/>
                      <a:pt x="1637070" y="2166491"/>
                      <a:pt x="1234418" y="2180242"/>
                    </a:cubicBezTo>
                    <a:cubicBezTo>
                      <a:pt x="831766" y="2193993"/>
                      <a:pt x="0" y="1692252"/>
                      <a:pt x="0" y="109028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E1E64BF-CD38-34FD-2552-0F906DBAC368}"/>
                  </a:ext>
                </a:extLst>
              </p:cNvPr>
              <p:cNvSpPr/>
              <p:nvPr/>
            </p:nvSpPr>
            <p:spPr>
              <a:xfrm rot="3066816">
                <a:off x="1222917" y="1878334"/>
                <a:ext cx="2081710" cy="1869157"/>
              </a:xfrm>
              <a:custGeom>
                <a:avLst/>
                <a:gdLst>
                  <a:gd name="connsiteX0" fmla="*/ 192952 w 2081710"/>
                  <a:gd name="connsiteY0" fmla="*/ 429649 h 1869157"/>
                  <a:gd name="connsiteX1" fmla="*/ 1096594 w 2081710"/>
                  <a:gd name="connsiteY1" fmla="*/ 279014 h 1869157"/>
                  <a:gd name="connsiteX2" fmla="*/ 1623155 w 2081710"/>
                  <a:gd name="connsiteY2" fmla="*/ 160054 h 1869157"/>
                  <a:gd name="connsiteX3" fmla="*/ 1996034 w 2081710"/>
                  <a:gd name="connsiteY3" fmla="*/ 431391 h 1869157"/>
                  <a:gd name="connsiteX4" fmla="*/ 2056788 w 2081710"/>
                  <a:gd name="connsiteY4" fmla="*/ 518669 h 1869157"/>
                  <a:gd name="connsiteX5" fmla="*/ 2072865 w 2081710"/>
                  <a:gd name="connsiteY5" fmla="*/ 585752 h 1869157"/>
                  <a:gd name="connsiteX6" fmla="*/ 2081710 w 2081710"/>
                  <a:gd name="connsiteY6" fmla="*/ 696419 h 1869157"/>
                  <a:gd name="connsiteX7" fmla="*/ 900216 w 2081710"/>
                  <a:gd name="connsiteY7" fmla="*/ 1868881 h 1869157"/>
                  <a:gd name="connsiteX8" fmla="*/ 230916 w 2081710"/>
                  <a:gd name="connsiteY8" fmla="*/ 1625698 h 1869157"/>
                  <a:gd name="connsiteX9" fmla="*/ 222131 w 2081710"/>
                  <a:gd name="connsiteY9" fmla="*/ 1619400 h 1869157"/>
                  <a:gd name="connsiteX10" fmla="*/ 187256 w 2081710"/>
                  <a:gd name="connsiteY10" fmla="*/ 1576385 h 1869157"/>
                  <a:gd name="connsiteX11" fmla="*/ 192952 w 2081710"/>
                  <a:gd name="connsiteY11" fmla="*/ 429649 h 1869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81710" h="1869157">
                    <a:moveTo>
                      <a:pt x="192952" y="429649"/>
                    </a:moveTo>
                    <a:cubicBezTo>
                      <a:pt x="372811" y="222768"/>
                      <a:pt x="676586" y="126965"/>
                      <a:pt x="1096594" y="279014"/>
                    </a:cubicBezTo>
                    <a:cubicBezTo>
                      <a:pt x="1221978" y="-29642"/>
                      <a:pt x="1429428" y="-100968"/>
                      <a:pt x="1623155" y="160054"/>
                    </a:cubicBezTo>
                    <a:cubicBezTo>
                      <a:pt x="1710351" y="132644"/>
                      <a:pt x="1858442" y="247885"/>
                      <a:pt x="1996034" y="431391"/>
                    </a:cubicBezTo>
                    <a:lnTo>
                      <a:pt x="2056788" y="518669"/>
                    </a:lnTo>
                    <a:lnTo>
                      <a:pt x="2072865" y="585752"/>
                    </a:lnTo>
                    <a:cubicBezTo>
                      <a:pt x="2078668" y="621887"/>
                      <a:pt x="2081710" y="658796"/>
                      <a:pt x="2081710" y="696419"/>
                    </a:cubicBezTo>
                    <a:cubicBezTo>
                      <a:pt x="2081710" y="1298386"/>
                      <a:pt x="1302868" y="1855130"/>
                      <a:pt x="900216" y="1868881"/>
                    </a:cubicBezTo>
                    <a:cubicBezTo>
                      <a:pt x="724056" y="1874897"/>
                      <a:pt x="465761" y="1782245"/>
                      <a:pt x="230916" y="1625698"/>
                    </a:cubicBezTo>
                    <a:lnTo>
                      <a:pt x="222131" y="1619400"/>
                    </a:lnTo>
                    <a:lnTo>
                      <a:pt x="187256" y="1576385"/>
                    </a:lnTo>
                    <a:cubicBezTo>
                      <a:pt x="-67777" y="1226628"/>
                      <a:pt x="-58851" y="719281"/>
                      <a:pt x="192952" y="429649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26" name="Oval 2">
              <a:extLst>
                <a:ext uri="{FF2B5EF4-FFF2-40B4-BE49-F238E27FC236}">
                  <a16:creationId xmlns:a16="http://schemas.microsoft.com/office/drawing/2014/main" id="{8DD83640-8EAC-168D-2D5D-CD84AB6313BF}"/>
                </a:ext>
              </a:extLst>
            </p:cNvPr>
            <p:cNvSpPr/>
            <p:nvPr/>
          </p:nvSpPr>
          <p:spPr>
            <a:xfrm>
              <a:off x="2598058" y="650930"/>
              <a:ext cx="5339044" cy="4231200"/>
            </a:xfrm>
            <a:custGeom>
              <a:avLst/>
              <a:gdLst>
                <a:gd name="connsiteX0" fmla="*/ 0 w 5339043"/>
                <a:gd name="connsiteY0" fmla="*/ 2115519 h 4231037"/>
                <a:gd name="connsiteX1" fmla="*/ 2669522 w 5339043"/>
                <a:gd name="connsiteY1" fmla="*/ 0 h 4231037"/>
                <a:gd name="connsiteX2" fmla="*/ 5339044 w 5339043"/>
                <a:gd name="connsiteY2" fmla="*/ 2115519 h 4231037"/>
                <a:gd name="connsiteX3" fmla="*/ 2669522 w 5339043"/>
                <a:gd name="connsiteY3" fmla="*/ 4231038 h 4231037"/>
                <a:gd name="connsiteX4" fmla="*/ 0 w 5339043"/>
                <a:gd name="connsiteY4" fmla="*/ 2115519 h 4231037"/>
                <a:gd name="connsiteX0" fmla="*/ 0 w 5339044"/>
                <a:gd name="connsiteY0" fmla="*/ 2115519 h 4231200"/>
                <a:gd name="connsiteX1" fmla="*/ 2669522 w 5339044"/>
                <a:gd name="connsiteY1" fmla="*/ 0 h 4231200"/>
                <a:gd name="connsiteX2" fmla="*/ 5339044 w 5339044"/>
                <a:gd name="connsiteY2" fmla="*/ 2115519 h 4231200"/>
                <a:gd name="connsiteX3" fmla="*/ 2669522 w 5339044"/>
                <a:gd name="connsiteY3" fmla="*/ 4231038 h 4231200"/>
                <a:gd name="connsiteX4" fmla="*/ 0 w 5339044"/>
                <a:gd name="connsiteY4" fmla="*/ 2115519 h 4231200"/>
                <a:gd name="connsiteX0" fmla="*/ 0 w 5339044"/>
                <a:gd name="connsiteY0" fmla="*/ 2115519 h 4231200"/>
                <a:gd name="connsiteX1" fmla="*/ 2669522 w 5339044"/>
                <a:gd name="connsiteY1" fmla="*/ 0 h 4231200"/>
                <a:gd name="connsiteX2" fmla="*/ 5339044 w 5339044"/>
                <a:gd name="connsiteY2" fmla="*/ 2115519 h 4231200"/>
                <a:gd name="connsiteX3" fmla="*/ 2669522 w 5339044"/>
                <a:gd name="connsiteY3" fmla="*/ 4231038 h 4231200"/>
                <a:gd name="connsiteX4" fmla="*/ 0 w 5339044"/>
                <a:gd name="connsiteY4" fmla="*/ 2115519 h 423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9044" h="4231200">
                  <a:moveTo>
                    <a:pt x="0" y="2115519"/>
                  </a:moveTo>
                  <a:cubicBezTo>
                    <a:pt x="0" y="947150"/>
                    <a:pt x="1195186" y="0"/>
                    <a:pt x="2669522" y="0"/>
                  </a:cubicBezTo>
                  <a:cubicBezTo>
                    <a:pt x="4143858" y="0"/>
                    <a:pt x="5339044" y="947150"/>
                    <a:pt x="5339044" y="2115519"/>
                  </a:cubicBezTo>
                  <a:cubicBezTo>
                    <a:pt x="5339044" y="3283888"/>
                    <a:pt x="4564771" y="4245553"/>
                    <a:pt x="2669522" y="4231038"/>
                  </a:cubicBezTo>
                  <a:cubicBezTo>
                    <a:pt x="774273" y="4216523"/>
                    <a:pt x="0" y="3283888"/>
                    <a:pt x="0" y="211551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3">
              <a:extLst>
                <a:ext uri="{FF2B5EF4-FFF2-40B4-BE49-F238E27FC236}">
                  <a16:creationId xmlns:a16="http://schemas.microsoft.com/office/drawing/2014/main" id="{446DD2F5-9AB8-550A-6F35-567A5106A3B4}"/>
                </a:ext>
              </a:extLst>
            </p:cNvPr>
            <p:cNvSpPr/>
            <p:nvPr/>
          </p:nvSpPr>
          <p:spPr>
            <a:xfrm>
              <a:off x="3198799" y="1576855"/>
              <a:ext cx="4156101" cy="2704857"/>
            </a:xfrm>
            <a:custGeom>
              <a:avLst/>
              <a:gdLst>
                <a:gd name="connsiteX0" fmla="*/ 0 w 1400629"/>
                <a:gd name="connsiteY0" fmla="*/ 0 h 943429"/>
                <a:gd name="connsiteX1" fmla="*/ 1400629 w 1400629"/>
                <a:gd name="connsiteY1" fmla="*/ 0 h 943429"/>
                <a:gd name="connsiteX2" fmla="*/ 1400629 w 1400629"/>
                <a:gd name="connsiteY2" fmla="*/ 943429 h 943429"/>
                <a:gd name="connsiteX3" fmla="*/ 0 w 1400629"/>
                <a:gd name="connsiteY3" fmla="*/ 943429 h 943429"/>
                <a:gd name="connsiteX4" fmla="*/ 0 w 1400629"/>
                <a:gd name="connsiteY4" fmla="*/ 0 h 943429"/>
                <a:gd name="connsiteX0" fmla="*/ 290285 w 1400629"/>
                <a:gd name="connsiteY0" fmla="*/ 0 h 2351314"/>
                <a:gd name="connsiteX1" fmla="*/ 1400629 w 1400629"/>
                <a:gd name="connsiteY1" fmla="*/ 1407885 h 2351314"/>
                <a:gd name="connsiteX2" fmla="*/ 1400629 w 1400629"/>
                <a:gd name="connsiteY2" fmla="*/ 2351314 h 2351314"/>
                <a:gd name="connsiteX3" fmla="*/ 0 w 1400629"/>
                <a:gd name="connsiteY3" fmla="*/ 2351314 h 2351314"/>
                <a:gd name="connsiteX4" fmla="*/ 290285 w 1400629"/>
                <a:gd name="connsiteY4" fmla="*/ 0 h 2351314"/>
                <a:gd name="connsiteX0" fmla="*/ 290285 w 1400629"/>
                <a:gd name="connsiteY0" fmla="*/ 0 h 2351314"/>
                <a:gd name="connsiteX1" fmla="*/ 341086 w 1400629"/>
                <a:gd name="connsiteY1" fmla="*/ 1973943 h 2351314"/>
                <a:gd name="connsiteX2" fmla="*/ 1400629 w 1400629"/>
                <a:gd name="connsiteY2" fmla="*/ 2351314 h 2351314"/>
                <a:gd name="connsiteX3" fmla="*/ 0 w 1400629"/>
                <a:gd name="connsiteY3" fmla="*/ 2351314 h 2351314"/>
                <a:gd name="connsiteX4" fmla="*/ 290285 w 1400629"/>
                <a:gd name="connsiteY4" fmla="*/ 0 h 2351314"/>
                <a:gd name="connsiteX0" fmla="*/ 290285 w 341086"/>
                <a:gd name="connsiteY0" fmla="*/ 0 h 2351314"/>
                <a:gd name="connsiteX1" fmla="*/ 341086 w 341086"/>
                <a:gd name="connsiteY1" fmla="*/ 1973943 h 2351314"/>
                <a:gd name="connsiteX2" fmla="*/ 0 w 341086"/>
                <a:gd name="connsiteY2" fmla="*/ 2351314 h 2351314"/>
                <a:gd name="connsiteX3" fmla="*/ 290285 w 341086"/>
                <a:gd name="connsiteY3" fmla="*/ 0 h 2351314"/>
                <a:gd name="connsiteX0" fmla="*/ 72570 w 123371"/>
                <a:gd name="connsiteY0" fmla="*/ 0 h 2322285"/>
                <a:gd name="connsiteX1" fmla="*/ 123371 w 123371"/>
                <a:gd name="connsiteY1" fmla="*/ 1973943 h 2322285"/>
                <a:gd name="connsiteX2" fmla="*/ 0 w 123371"/>
                <a:gd name="connsiteY2" fmla="*/ 2322285 h 2322285"/>
                <a:gd name="connsiteX3" fmla="*/ 72570 w 123371"/>
                <a:gd name="connsiteY3" fmla="*/ 0 h 2322285"/>
                <a:gd name="connsiteX0" fmla="*/ 72570 w 72570"/>
                <a:gd name="connsiteY0" fmla="*/ 0 h 2322285"/>
                <a:gd name="connsiteX1" fmla="*/ 0 w 72570"/>
                <a:gd name="connsiteY1" fmla="*/ 2322285 h 2322285"/>
                <a:gd name="connsiteX2" fmla="*/ 72570 w 72570"/>
                <a:gd name="connsiteY2" fmla="*/ 0 h 2322285"/>
                <a:gd name="connsiteX0" fmla="*/ 29027 w 29027"/>
                <a:gd name="connsiteY0" fmla="*/ 0 h 2322285"/>
                <a:gd name="connsiteX1" fmla="*/ 0 w 29027"/>
                <a:gd name="connsiteY1" fmla="*/ 2322285 h 2322285"/>
                <a:gd name="connsiteX2" fmla="*/ 29027 w 29027"/>
                <a:gd name="connsiteY2" fmla="*/ 0 h 2322285"/>
                <a:gd name="connsiteX0" fmla="*/ 29027 w 819288"/>
                <a:gd name="connsiteY0" fmla="*/ 11667 h 2333952"/>
                <a:gd name="connsiteX1" fmla="*/ 0 w 819288"/>
                <a:gd name="connsiteY1" fmla="*/ 2333952 h 2333952"/>
                <a:gd name="connsiteX2" fmla="*/ 29027 w 819288"/>
                <a:gd name="connsiteY2" fmla="*/ 11667 h 2333952"/>
                <a:gd name="connsiteX0" fmla="*/ 29027 w 909596"/>
                <a:gd name="connsiteY0" fmla="*/ 319814 h 2642099"/>
                <a:gd name="connsiteX1" fmla="*/ 0 w 909596"/>
                <a:gd name="connsiteY1" fmla="*/ 2642099 h 2642099"/>
                <a:gd name="connsiteX2" fmla="*/ 29027 w 909596"/>
                <a:gd name="connsiteY2" fmla="*/ 319814 h 2642099"/>
                <a:gd name="connsiteX0" fmla="*/ 957975 w 1838544"/>
                <a:gd name="connsiteY0" fmla="*/ 335629 h 2657914"/>
                <a:gd name="connsiteX1" fmla="*/ 928948 w 1838544"/>
                <a:gd name="connsiteY1" fmla="*/ 2657914 h 2657914"/>
                <a:gd name="connsiteX2" fmla="*/ 957975 w 1838544"/>
                <a:gd name="connsiteY2" fmla="*/ 335629 h 2657914"/>
                <a:gd name="connsiteX0" fmla="*/ 2110248 w 2990817"/>
                <a:gd name="connsiteY0" fmla="*/ 319815 h 2642100"/>
                <a:gd name="connsiteX1" fmla="*/ 2081221 w 2990817"/>
                <a:gd name="connsiteY1" fmla="*/ 2642100 h 2642100"/>
                <a:gd name="connsiteX2" fmla="*/ 2110248 w 2990817"/>
                <a:gd name="connsiteY2" fmla="*/ 319815 h 2642100"/>
                <a:gd name="connsiteX0" fmla="*/ 2072390 w 2952959"/>
                <a:gd name="connsiteY0" fmla="*/ 361107 h 2683392"/>
                <a:gd name="connsiteX1" fmla="*/ 2043363 w 2952959"/>
                <a:gd name="connsiteY1" fmla="*/ 2683392 h 2683392"/>
                <a:gd name="connsiteX2" fmla="*/ 2072390 w 2952959"/>
                <a:gd name="connsiteY2" fmla="*/ 361107 h 2683392"/>
                <a:gd name="connsiteX0" fmla="*/ 2120686 w 3001255"/>
                <a:gd name="connsiteY0" fmla="*/ 361107 h 2683392"/>
                <a:gd name="connsiteX1" fmla="*/ 2091659 w 3001255"/>
                <a:gd name="connsiteY1" fmla="*/ 2683392 h 2683392"/>
                <a:gd name="connsiteX2" fmla="*/ 2120686 w 3001255"/>
                <a:gd name="connsiteY2" fmla="*/ 361107 h 2683392"/>
                <a:gd name="connsiteX0" fmla="*/ 2120686 w 4131821"/>
                <a:gd name="connsiteY0" fmla="*/ 361107 h 2683392"/>
                <a:gd name="connsiteX1" fmla="*/ 2091659 w 4131821"/>
                <a:gd name="connsiteY1" fmla="*/ 2683392 h 2683392"/>
                <a:gd name="connsiteX2" fmla="*/ 2120686 w 4131821"/>
                <a:gd name="connsiteY2" fmla="*/ 361107 h 2683392"/>
                <a:gd name="connsiteX0" fmla="*/ 2120686 w 4070894"/>
                <a:gd name="connsiteY0" fmla="*/ 387651 h 2709936"/>
                <a:gd name="connsiteX1" fmla="*/ 2091659 w 4070894"/>
                <a:gd name="connsiteY1" fmla="*/ 2709936 h 2709936"/>
                <a:gd name="connsiteX2" fmla="*/ 2120686 w 4070894"/>
                <a:gd name="connsiteY2" fmla="*/ 387651 h 2709936"/>
                <a:gd name="connsiteX0" fmla="*/ 2120686 w 4156101"/>
                <a:gd name="connsiteY0" fmla="*/ 382572 h 2704857"/>
                <a:gd name="connsiteX1" fmla="*/ 2091659 w 4156101"/>
                <a:gd name="connsiteY1" fmla="*/ 2704857 h 2704857"/>
                <a:gd name="connsiteX2" fmla="*/ 2120686 w 4156101"/>
                <a:gd name="connsiteY2" fmla="*/ 382572 h 2704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101" h="2704857">
                  <a:moveTo>
                    <a:pt x="2120686" y="382572"/>
                  </a:moveTo>
                  <a:cubicBezTo>
                    <a:pt x="93524" y="-1049505"/>
                    <a:pt x="-1396608" y="2206534"/>
                    <a:pt x="2091659" y="2704857"/>
                  </a:cubicBezTo>
                  <a:cubicBezTo>
                    <a:pt x="5628307" y="1945278"/>
                    <a:pt x="3925296" y="-1049504"/>
                    <a:pt x="2120686" y="38257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7D48FB90-9C21-C6B4-8B0F-C6D1985BF208}"/>
                </a:ext>
              </a:extLst>
            </p:cNvPr>
            <p:cNvGrpSpPr/>
            <p:nvPr/>
          </p:nvGrpSpPr>
          <p:grpSpPr>
            <a:xfrm>
              <a:off x="5813243" y="2209802"/>
              <a:ext cx="1159056" cy="1323859"/>
              <a:chOff x="5813243" y="2209802"/>
              <a:chExt cx="1159056" cy="1323859"/>
            </a:xfrm>
            <a:grpFill/>
          </p:grpSpPr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77E2AA92-8C87-85BE-DD5B-B6B8DF422871}"/>
                  </a:ext>
                </a:extLst>
              </p:cNvPr>
              <p:cNvSpPr/>
              <p:nvPr/>
            </p:nvSpPr>
            <p:spPr>
              <a:xfrm rot="868535">
                <a:off x="5813243" y="2209802"/>
                <a:ext cx="1159056" cy="131765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6CA0DA95-C514-C694-693D-E0787369C653}"/>
                  </a:ext>
                </a:extLst>
              </p:cNvPr>
              <p:cNvSpPr/>
              <p:nvPr/>
            </p:nvSpPr>
            <p:spPr>
              <a:xfrm rot="868535">
                <a:off x="5870729" y="2584941"/>
                <a:ext cx="1062557" cy="948720"/>
              </a:xfrm>
              <a:custGeom>
                <a:avLst/>
                <a:gdLst>
                  <a:gd name="connsiteX0" fmla="*/ 462105 w 1062557"/>
                  <a:gd name="connsiteY0" fmla="*/ 13385 h 948720"/>
                  <a:gd name="connsiteX1" fmla="*/ 578900 w 1062557"/>
                  <a:gd name="connsiteY1" fmla="*/ 0 h 948720"/>
                  <a:gd name="connsiteX2" fmla="*/ 1059455 w 1062557"/>
                  <a:gd name="connsiteY2" fmla="*/ 290470 h 948720"/>
                  <a:gd name="connsiteX3" fmla="*/ 1062557 w 1062557"/>
                  <a:gd name="connsiteY3" fmla="*/ 296967 h 948720"/>
                  <a:gd name="connsiteX4" fmla="*/ 1051410 w 1062557"/>
                  <a:gd name="connsiteY4" fmla="*/ 422669 h 948720"/>
                  <a:gd name="connsiteX5" fmla="*/ 483655 w 1062557"/>
                  <a:gd name="connsiteY5" fmla="*/ 948720 h 948720"/>
                  <a:gd name="connsiteX6" fmla="*/ 3102 w 1062557"/>
                  <a:gd name="connsiteY6" fmla="*/ 658249 h 948720"/>
                  <a:gd name="connsiteX7" fmla="*/ 0 w 1062557"/>
                  <a:gd name="connsiteY7" fmla="*/ 651753 h 948720"/>
                  <a:gd name="connsiteX8" fmla="*/ 11147 w 1062557"/>
                  <a:gd name="connsiteY8" fmla="*/ 526051 h 948720"/>
                  <a:gd name="connsiteX9" fmla="*/ 462105 w 1062557"/>
                  <a:gd name="connsiteY9" fmla="*/ 13385 h 94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62557" h="948720">
                    <a:moveTo>
                      <a:pt x="462105" y="13385"/>
                    </a:moveTo>
                    <a:cubicBezTo>
                      <a:pt x="499831" y="4609"/>
                      <a:pt x="538892" y="0"/>
                      <a:pt x="578900" y="0"/>
                    </a:cubicBezTo>
                    <a:cubicBezTo>
                      <a:pt x="778940" y="0"/>
                      <a:pt x="955308" y="115221"/>
                      <a:pt x="1059455" y="290470"/>
                    </a:cubicBezTo>
                    <a:lnTo>
                      <a:pt x="1062557" y="296967"/>
                    </a:lnTo>
                    <a:lnTo>
                      <a:pt x="1051410" y="422669"/>
                    </a:lnTo>
                    <a:cubicBezTo>
                      <a:pt x="997370" y="722886"/>
                      <a:pt x="763711" y="948720"/>
                      <a:pt x="483655" y="948720"/>
                    </a:cubicBezTo>
                    <a:cubicBezTo>
                      <a:pt x="283615" y="948720"/>
                      <a:pt x="107247" y="833499"/>
                      <a:pt x="3102" y="658249"/>
                    </a:cubicBezTo>
                    <a:lnTo>
                      <a:pt x="0" y="651753"/>
                    </a:lnTo>
                    <a:lnTo>
                      <a:pt x="11147" y="526051"/>
                    </a:lnTo>
                    <a:cubicBezTo>
                      <a:pt x="57466" y="268722"/>
                      <a:pt x="235750" y="66042"/>
                      <a:pt x="462105" y="1338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821881B5-070F-E307-7823-2D5FAF5E0787}"/>
                  </a:ext>
                </a:extLst>
              </p:cNvPr>
              <p:cNvSpPr/>
              <p:nvPr/>
            </p:nvSpPr>
            <p:spPr>
              <a:xfrm rot="21266045">
                <a:off x="6079363" y="2676251"/>
                <a:ext cx="302086" cy="43860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D39614BC-0209-308A-493A-ED8B57B3BD4C}"/>
                </a:ext>
              </a:extLst>
            </p:cNvPr>
            <p:cNvGrpSpPr/>
            <p:nvPr/>
          </p:nvGrpSpPr>
          <p:grpSpPr>
            <a:xfrm flipH="1">
              <a:off x="3541752" y="2206698"/>
              <a:ext cx="1159056" cy="1323859"/>
              <a:chOff x="5813243" y="2209802"/>
              <a:chExt cx="1159056" cy="1323859"/>
            </a:xfrm>
            <a:grpFill/>
          </p:grpSpPr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A4FA348B-0BCE-7E9D-20DE-F98B7C3F5D21}"/>
                  </a:ext>
                </a:extLst>
              </p:cNvPr>
              <p:cNvSpPr/>
              <p:nvPr/>
            </p:nvSpPr>
            <p:spPr>
              <a:xfrm rot="868535">
                <a:off x="5813243" y="2209802"/>
                <a:ext cx="1159056" cy="131765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91E46172-B39F-5BF7-91E7-8ABFA7FB2DB5}"/>
                  </a:ext>
                </a:extLst>
              </p:cNvPr>
              <p:cNvSpPr/>
              <p:nvPr/>
            </p:nvSpPr>
            <p:spPr>
              <a:xfrm rot="868535">
                <a:off x="5870729" y="2584941"/>
                <a:ext cx="1062557" cy="948720"/>
              </a:xfrm>
              <a:custGeom>
                <a:avLst/>
                <a:gdLst>
                  <a:gd name="connsiteX0" fmla="*/ 462105 w 1062557"/>
                  <a:gd name="connsiteY0" fmla="*/ 13385 h 948720"/>
                  <a:gd name="connsiteX1" fmla="*/ 578900 w 1062557"/>
                  <a:gd name="connsiteY1" fmla="*/ 0 h 948720"/>
                  <a:gd name="connsiteX2" fmla="*/ 1059455 w 1062557"/>
                  <a:gd name="connsiteY2" fmla="*/ 290470 h 948720"/>
                  <a:gd name="connsiteX3" fmla="*/ 1062557 w 1062557"/>
                  <a:gd name="connsiteY3" fmla="*/ 296967 h 948720"/>
                  <a:gd name="connsiteX4" fmla="*/ 1051410 w 1062557"/>
                  <a:gd name="connsiteY4" fmla="*/ 422669 h 948720"/>
                  <a:gd name="connsiteX5" fmla="*/ 483655 w 1062557"/>
                  <a:gd name="connsiteY5" fmla="*/ 948720 h 948720"/>
                  <a:gd name="connsiteX6" fmla="*/ 3102 w 1062557"/>
                  <a:gd name="connsiteY6" fmla="*/ 658249 h 948720"/>
                  <a:gd name="connsiteX7" fmla="*/ 0 w 1062557"/>
                  <a:gd name="connsiteY7" fmla="*/ 651753 h 948720"/>
                  <a:gd name="connsiteX8" fmla="*/ 11147 w 1062557"/>
                  <a:gd name="connsiteY8" fmla="*/ 526051 h 948720"/>
                  <a:gd name="connsiteX9" fmla="*/ 462105 w 1062557"/>
                  <a:gd name="connsiteY9" fmla="*/ 13385 h 948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62557" h="948720">
                    <a:moveTo>
                      <a:pt x="462105" y="13385"/>
                    </a:moveTo>
                    <a:cubicBezTo>
                      <a:pt x="499831" y="4609"/>
                      <a:pt x="538892" y="0"/>
                      <a:pt x="578900" y="0"/>
                    </a:cubicBezTo>
                    <a:cubicBezTo>
                      <a:pt x="778940" y="0"/>
                      <a:pt x="955308" y="115221"/>
                      <a:pt x="1059455" y="290470"/>
                    </a:cubicBezTo>
                    <a:lnTo>
                      <a:pt x="1062557" y="296967"/>
                    </a:lnTo>
                    <a:lnTo>
                      <a:pt x="1051410" y="422669"/>
                    </a:lnTo>
                    <a:cubicBezTo>
                      <a:pt x="997370" y="722886"/>
                      <a:pt x="763711" y="948720"/>
                      <a:pt x="483655" y="948720"/>
                    </a:cubicBezTo>
                    <a:cubicBezTo>
                      <a:pt x="283615" y="948720"/>
                      <a:pt x="107247" y="833499"/>
                      <a:pt x="3102" y="658249"/>
                    </a:cubicBezTo>
                    <a:lnTo>
                      <a:pt x="0" y="651753"/>
                    </a:lnTo>
                    <a:lnTo>
                      <a:pt x="11147" y="526051"/>
                    </a:lnTo>
                    <a:cubicBezTo>
                      <a:pt x="57466" y="268722"/>
                      <a:pt x="235750" y="66042"/>
                      <a:pt x="462105" y="1338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E8BB90A-DAAB-ADFB-C244-7789DB507C6D}"/>
                  </a:ext>
                </a:extLst>
              </p:cNvPr>
              <p:cNvSpPr/>
              <p:nvPr/>
            </p:nvSpPr>
            <p:spPr>
              <a:xfrm rot="21266045">
                <a:off x="6079363" y="2676251"/>
                <a:ext cx="302086" cy="43860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9288D6A-EC90-3F1B-E37E-F35013355215}"/>
                </a:ext>
              </a:extLst>
            </p:cNvPr>
            <p:cNvSpPr/>
            <p:nvPr/>
          </p:nvSpPr>
          <p:spPr>
            <a:xfrm>
              <a:off x="3369123" y="3286312"/>
              <a:ext cx="3835526" cy="1589188"/>
            </a:xfrm>
            <a:custGeom>
              <a:avLst/>
              <a:gdLst>
                <a:gd name="connsiteX0" fmla="*/ 3004981 w 3835526"/>
                <a:gd name="connsiteY0" fmla="*/ 207 h 1589188"/>
                <a:gd name="connsiteX1" fmla="*/ 2873722 w 3835526"/>
                <a:gd name="connsiteY1" fmla="*/ 1485232 h 1589188"/>
                <a:gd name="connsiteX2" fmla="*/ 2803956 w 3835526"/>
                <a:gd name="connsiteY2" fmla="*/ 1509986 h 1589188"/>
                <a:gd name="connsiteX3" fmla="*/ 2573778 w 3835526"/>
                <a:gd name="connsiteY3" fmla="*/ 1550214 h 1589188"/>
                <a:gd name="connsiteX4" fmla="*/ 1914928 w 3835526"/>
                <a:gd name="connsiteY4" fmla="*/ 1589026 h 1589188"/>
                <a:gd name="connsiteX5" fmla="*/ 1256078 w 3835526"/>
                <a:gd name="connsiteY5" fmla="*/ 1541879 h 1589188"/>
                <a:gd name="connsiteX6" fmla="*/ 972117 w 3835526"/>
                <a:gd name="connsiteY6" fmla="*/ 1489868 h 1589188"/>
                <a:gd name="connsiteX7" fmla="*/ 969984 w 3835526"/>
                <a:gd name="connsiteY7" fmla="*/ 1488998 h 1589188"/>
                <a:gd name="connsiteX8" fmla="*/ 1248376 w 3835526"/>
                <a:gd name="connsiteY8" fmla="*/ 103401 h 1589188"/>
                <a:gd name="connsiteX9" fmla="*/ 2502409 w 3835526"/>
                <a:gd name="connsiteY9" fmla="*/ 121604 h 1589188"/>
                <a:gd name="connsiteX10" fmla="*/ 3004981 w 3835526"/>
                <a:gd name="connsiteY10" fmla="*/ 207 h 1589188"/>
                <a:gd name="connsiteX0" fmla="*/ 2502409 w 3835526"/>
                <a:gd name="connsiteY0" fmla="*/ 121604 h 1589188"/>
                <a:gd name="connsiteX1" fmla="*/ 3004981 w 3835526"/>
                <a:gd name="connsiteY1" fmla="*/ 207 h 1589188"/>
                <a:gd name="connsiteX2" fmla="*/ 2873722 w 3835526"/>
                <a:gd name="connsiteY2" fmla="*/ 1485232 h 1589188"/>
                <a:gd name="connsiteX3" fmla="*/ 2803956 w 3835526"/>
                <a:gd name="connsiteY3" fmla="*/ 1509986 h 1589188"/>
                <a:gd name="connsiteX4" fmla="*/ 2573778 w 3835526"/>
                <a:gd name="connsiteY4" fmla="*/ 1550214 h 1589188"/>
                <a:gd name="connsiteX5" fmla="*/ 1914928 w 3835526"/>
                <a:gd name="connsiteY5" fmla="*/ 1589026 h 1589188"/>
                <a:gd name="connsiteX6" fmla="*/ 1256078 w 3835526"/>
                <a:gd name="connsiteY6" fmla="*/ 1541879 h 1589188"/>
                <a:gd name="connsiteX7" fmla="*/ 972117 w 3835526"/>
                <a:gd name="connsiteY7" fmla="*/ 1489868 h 1589188"/>
                <a:gd name="connsiteX8" fmla="*/ 969984 w 3835526"/>
                <a:gd name="connsiteY8" fmla="*/ 1488998 h 1589188"/>
                <a:gd name="connsiteX9" fmla="*/ 1248376 w 3835526"/>
                <a:gd name="connsiteY9" fmla="*/ 103401 h 1589188"/>
                <a:gd name="connsiteX10" fmla="*/ 2593849 w 3835526"/>
                <a:gd name="connsiteY10" fmla="*/ 213044 h 1589188"/>
                <a:gd name="connsiteX0" fmla="*/ 2502409 w 3835526"/>
                <a:gd name="connsiteY0" fmla="*/ 121604 h 1589188"/>
                <a:gd name="connsiteX1" fmla="*/ 3004981 w 3835526"/>
                <a:gd name="connsiteY1" fmla="*/ 207 h 1589188"/>
                <a:gd name="connsiteX2" fmla="*/ 2873722 w 3835526"/>
                <a:gd name="connsiteY2" fmla="*/ 1485232 h 1589188"/>
                <a:gd name="connsiteX3" fmla="*/ 2803956 w 3835526"/>
                <a:gd name="connsiteY3" fmla="*/ 1509986 h 1589188"/>
                <a:gd name="connsiteX4" fmla="*/ 2573778 w 3835526"/>
                <a:gd name="connsiteY4" fmla="*/ 1550214 h 1589188"/>
                <a:gd name="connsiteX5" fmla="*/ 1914928 w 3835526"/>
                <a:gd name="connsiteY5" fmla="*/ 1589026 h 1589188"/>
                <a:gd name="connsiteX6" fmla="*/ 1256078 w 3835526"/>
                <a:gd name="connsiteY6" fmla="*/ 1541879 h 1589188"/>
                <a:gd name="connsiteX7" fmla="*/ 972117 w 3835526"/>
                <a:gd name="connsiteY7" fmla="*/ 1489868 h 1589188"/>
                <a:gd name="connsiteX8" fmla="*/ 969984 w 3835526"/>
                <a:gd name="connsiteY8" fmla="*/ 1488998 h 1589188"/>
                <a:gd name="connsiteX9" fmla="*/ 1248376 w 3835526"/>
                <a:gd name="connsiteY9" fmla="*/ 103401 h 1589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35526" h="1589188">
                  <a:moveTo>
                    <a:pt x="2502409" y="121604"/>
                  </a:moveTo>
                  <a:cubicBezTo>
                    <a:pt x="2660554" y="33574"/>
                    <a:pt x="2835399" y="-3120"/>
                    <a:pt x="3004981" y="207"/>
                  </a:cubicBezTo>
                  <a:cubicBezTo>
                    <a:pt x="3785063" y="15513"/>
                    <a:pt x="4453816" y="877665"/>
                    <a:pt x="2873722" y="1485232"/>
                  </a:cubicBezTo>
                  <a:lnTo>
                    <a:pt x="2803956" y="1509986"/>
                  </a:lnTo>
                  <a:lnTo>
                    <a:pt x="2573778" y="1550214"/>
                  </a:lnTo>
                  <a:cubicBezTo>
                    <a:pt x="2371225" y="1577402"/>
                    <a:pt x="2151834" y="1590841"/>
                    <a:pt x="1914928" y="1589026"/>
                  </a:cubicBezTo>
                  <a:cubicBezTo>
                    <a:pt x="1678022" y="1587212"/>
                    <a:pt x="1458631" y="1571052"/>
                    <a:pt x="1256078" y="1541879"/>
                  </a:cubicBezTo>
                  <a:lnTo>
                    <a:pt x="972117" y="1489868"/>
                  </a:lnTo>
                  <a:lnTo>
                    <a:pt x="969984" y="1488998"/>
                  </a:lnTo>
                  <a:cubicBezTo>
                    <a:pt x="-691627" y="763223"/>
                    <a:pt x="37325" y="-311360"/>
                    <a:pt x="1248376" y="103401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3A04B58-A996-6F14-7B05-BD113E90F962}"/>
                </a:ext>
              </a:extLst>
            </p:cNvPr>
            <p:cNvSpPr/>
            <p:nvPr/>
          </p:nvSpPr>
          <p:spPr>
            <a:xfrm>
              <a:off x="4619781" y="3870080"/>
              <a:ext cx="1386840" cy="156385"/>
            </a:xfrm>
            <a:custGeom>
              <a:avLst/>
              <a:gdLst>
                <a:gd name="connsiteX0" fmla="*/ 0 w 1386840"/>
                <a:gd name="connsiteY0" fmla="*/ 0 h 15240"/>
                <a:gd name="connsiteX1" fmla="*/ 1386840 w 1386840"/>
                <a:gd name="connsiteY1" fmla="*/ 15240 h 15240"/>
                <a:gd name="connsiteX2" fmla="*/ 1386840 w 1386840"/>
                <a:gd name="connsiteY2" fmla="*/ 15240 h 15240"/>
                <a:gd name="connsiteX0" fmla="*/ 0 w 1386840"/>
                <a:gd name="connsiteY0" fmla="*/ 0 h 142304"/>
                <a:gd name="connsiteX1" fmla="*/ 1386840 w 1386840"/>
                <a:gd name="connsiteY1" fmla="*/ 15240 h 142304"/>
                <a:gd name="connsiteX2" fmla="*/ 1386840 w 1386840"/>
                <a:gd name="connsiteY2" fmla="*/ 15240 h 142304"/>
                <a:gd name="connsiteX0" fmla="*/ 0 w 1386840"/>
                <a:gd name="connsiteY0" fmla="*/ 0 h 156385"/>
                <a:gd name="connsiteX1" fmla="*/ 1386840 w 1386840"/>
                <a:gd name="connsiteY1" fmla="*/ 15240 h 156385"/>
                <a:gd name="connsiteX2" fmla="*/ 1386840 w 1386840"/>
                <a:gd name="connsiteY2" fmla="*/ 15240 h 15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6840" h="156385">
                  <a:moveTo>
                    <a:pt x="0" y="0"/>
                  </a:moveTo>
                  <a:cubicBezTo>
                    <a:pt x="195580" y="66040"/>
                    <a:pt x="955040" y="307340"/>
                    <a:pt x="1386840" y="15240"/>
                  </a:cubicBezTo>
                  <a:lnTo>
                    <a:pt x="1386840" y="15240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CA17F76D-D025-8A08-AE62-F72FFFA3758E}"/>
                </a:ext>
              </a:extLst>
            </p:cNvPr>
            <p:cNvGrpSpPr/>
            <p:nvPr/>
          </p:nvGrpSpPr>
          <p:grpSpPr>
            <a:xfrm>
              <a:off x="4810703" y="3938014"/>
              <a:ext cx="932291" cy="649050"/>
              <a:chOff x="-2972816" y="2637263"/>
              <a:chExt cx="932291" cy="649050"/>
            </a:xfrm>
            <a:grpFill/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30415A30-3397-41C8-8D64-840FCE3537BE}"/>
                  </a:ext>
                </a:extLst>
              </p:cNvPr>
              <p:cNvSpPr/>
              <p:nvPr/>
            </p:nvSpPr>
            <p:spPr>
              <a:xfrm>
                <a:off x="-2900087" y="2859894"/>
                <a:ext cx="859562" cy="426419"/>
              </a:xfrm>
              <a:custGeom>
                <a:avLst/>
                <a:gdLst>
                  <a:gd name="connsiteX0" fmla="*/ 157936 w 859562"/>
                  <a:gd name="connsiteY0" fmla="*/ 188 h 426419"/>
                  <a:gd name="connsiteX1" fmla="*/ 432576 w 859562"/>
                  <a:gd name="connsiteY1" fmla="*/ 121836 h 426419"/>
                  <a:gd name="connsiteX2" fmla="*/ 753146 w 859562"/>
                  <a:gd name="connsiteY2" fmla="*/ 24999 h 426419"/>
                  <a:gd name="connsiteX3" fmla="*/ 859507 w 859562"/>
                  <a:gd name="connsiteY3" fmla="*/ 26272 h 426419"/>
                  <a:gd name="connsiteX4" fmla="*/ 859562 w 859562"/>
                  <a:gd name="connsiteY4" fmla="*/ 35569 h 426419"/>
                  <a:gd name="connsiteX5" fmla="*/ 14833 w 859562"/>
                  <a:gd name="connsiteY5" fmla="*/ 108011 h 426419"/>
                  <a:gd name="connsiteX6" fmla="*/ 0 w 859562"/>
                  <a:gd name="connsiteY6" fmla="*/ 73425 h 426419"/>
                  <a:gd name="connsiteX7" fmla="*/ 50249 w 859562"/>
                  <a:gd name="connsiteY7" fmla="*/ 39640 h 426419"/>
                  <a:gd name="connsiteX8" fmla="*/ 157936 w 859562"/>
                  <a:gd name="connsiteY8" fmla="*/ 188 h 42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9562" h="426419">
                    <a:moveTo>
                      <a:pt x="157936" y="188"/>
                    </a:moveTo>
                    <a:cubicBezTo>
                      <a:pt x="220350" y="-2684"/>
                      <a:pt x="302129" y="26983"/>
                      <a:pt x="432576" y="121836"/>
                    </a:cubicBezTo>
                    <a:cubicBezTo>
                      <a:pt x="586396" y="44049"/>
                      <a:pt x="677510" y="27380"/>
                      <a:pt x="753146" y="24999"/>
                    </a:cubicBezTo>
                    <a:lnTo>
                      <a:pt x="859507" y="26272"/>
                    </a:lnTo>
                    <a:lnTo>
                      <a:pt x="859562" y="35569"/>
                    </a:lnTo>
                    <a:cubicBezTo>
                      <a:pt x="836291" y="565447"/>
                      <a:pt x="243135" y="523565"/>
                      <a:pt x="14833" y="108011"/>
                    </a:cubicBezTo>
                    <a:lnTo>
                      <a:pt x="0" y="73425"/>
                    </a:lnTo>
                    <a:lnTo>
                      <a:pt x="50249" y="39640"/>
                    </a:lnTo>
                    <a:cubicBezTo>
                      <a:pt x="83325" y="18477"/>
                      <a:pt x="116327" y="2102"/>
                      <a:pt x="157936" y="188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7CEA5D9-B251-DDEB-C209-48CF49EA0C4E}"/>
                  </a:ext>
                </a:extLst>
              </p:cNvPr>
              <p:cNvSpPr/>
              <p:nvPr/>
            </p:nvSpPr>
            <p:spPr>
              <a:xfrm>
                <a:off x="-2972816" y="2637263"/>
                <a:ext cx="932237" cy="344466"/>
              </a:xfrm>
              <a:custGeom>
                <a:avLst/>
                <a:gdLst>
                  <a:gd name="connsiteX0" fmla="*/ 0 w 932237"/>
                  <a:gd name="connsiteY0" fmla="*/ 0 h 344466"/>
                  <a:gd name="connsiteX1" fmla="*/ 27508 w 932237"/>
                  <a:gd name="connsiteY1" fmla="*/ 7479 h 344466"/>
                  <a:gd name="connsiteX2" fmla="*/ 904297 w 932237"/>
                  <a:gd name="connsiteY2" fmla="*/ 64122 h 344466"/>
                  <a:gd name="connsiteX3" fmla="*/ 916876 w 932237"/>
                  <a:gd name="connsiteY3" fmla="*/ 60611 h 344466"/>
                  <a:gd name="connsiteX4" fmla="*/ 923807 w 932237"/>
                  <a:gd name="connsiteY4" fmla="*/ 99363 h 344466"/>
                  <a:gd name="connsiteX5" fmla="*/ 931846 w 932237"/>
                  <a:gd name="connsiteY5" fmla="*/ 182381 h 344466"/>
                  <a:gd name="connsiteX6" fmla="*/ 932237 w 932237"/>
                  <a:gd name="connsiteY6" fmla="*/ 248902 h 344466"/>
                  <a:gd name="connsiteX7" fmla="*/ 825876 w 932237"/>
                  <a:gd name="connsiteY7" fmla="*/ 247629 h 344466"/>
                  <a:gd name="connsiteX8" fmla="*/ 505306 w 932237"/>
                  <a:gd name="connsiteY8" fmla="*/ 344466 h 344466"/>
                  <a:gd name="connsiteX9" fmla="*/ 122979 w 932237"/>
                  <a:gd name="connsiteY9" fmla="*/ 262270 h 344466"/>
                  <a:gd name="connsiteX10" fmla="*/ 72730 w 932237"/>
                  <a:gd name="connsiteY10" fmla="*/ 296055 h 344466"/>
                  <a:gd name="connsiteX11" fmla="*/ 35047 w 932237"/>
                  <a:gd name="connsiteY11" fmla="*/ 208193 h 344466"/>
                  <a:gd name="connsiteX12" fmla="*/ 4837 w 932237"/>
                  <a:gd name="connsiteY12" fmla="*/ 68109 h 344466"/>
                  <a:gd name="connsiteX13" fmla="*/ 0 w 932237"/>
                  <a:gd name="connsiteY13" fmla="*/ 0 h 344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32237" h="344466">
                    <a:moveTo>
                      <a:pt x="0" y="0"/>
                    </a:moveTo>
                    <a:lnTo>
                      <a:pt x="27508" y="7479"/>
                    </a:lnTo>
                    <a:cubicBezTo>
                      <a:pt x="264770" y="69005"/>
                      <a:pt x="609925" y="129928"/>
                      <a:pt x="904297" y="64122"/>
                    </a:cubicBezTo>
                    <a:lnTo>
                      <a:pt x="916876" y="60611"/>
                    </a:lnTo>
                    <a:lnTo>
                      <a:pt x="923807" y="99363"/>
                    </a:lnTo>
                    <a:cubicBezTo>
                      <a:pt x="927811" y="128248"/>
                      <a:pt x="930461" y="155914"/>
                      <a:pt x="931846" y="182381"/>
                    </a:cubicBezTo>
                    <a:lnTo>
                      <a:pt x="932237" y="248902"/>
                    </a:lnTo>
                    <a:lnTo>
                      <a:pt x="825876" y="247629"/>
                    </a:lnTo>
                    <a:cubicBezTo>
                      <a:pt x="750240" y="250010"/>
                      <a:pt x="659126" y="266679"/>
                      <a:pt x="505306" y="344466"/>
                    </a:cubicBezTo>
                    <a:cubicBezTo>
                      <a:pt x="287895" y="186377"/>
                      <a:pt x="205670" y="209363"/>
                      <a:pt x="122979" y="262270"/>
                    </a:cubicBezTo>
                    <a:lnTo>
                      <a:pt x="72730" y="296055"/>
                    </a:lnTo>
                    <a:lnTo>
                      <a:pt x="35047" y="208193"/>
                    </a:lnTo>
                    <a:cubicBezTo>
                      <a:pt x="21026" y="164388"/>
                      <a:pt x="10721" y="117644"/>
                      <a:pt x="4837" y="6810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3" name="Rectangle 55">
              <a:extLst>
                <a:ext uri="{FF2B5EF4-FFF2-40B4-BE49-F238E27FC236}">
                  <a16:creationId xmlns:a16="http://schemas.microsoft.com/office/drawing/2014/main" id="{82A085DA-5E23-A4BB-D266-BAA7B9382BDF}"/>
                </a:ext>
              </a:extLst>
            </p:cNvPr>
            <p:cNvSpPr/>
            <p:nvPr/>
          </p:nvSpPr>
          <p:spPr>
            <a:xfrm>
              <a:off x="4688386" y="234476"/>
              <a:ext cx="1175419" cy="554737"/>
            </a:xfrm>
            <a:custGeom>
              <a:avLst/>
              <a:gdLst>
                <a:gd name="connsiteX0" fmla="*/ 0 w 407069"/>
                <a:gd name="connsiteY0" fmla="*/ 0 h 504021"/>
                <a:gd name="connsiteX1" fmla="*/ 407069 w 407069"/>
                <a:gd name="connsiteY1" fmla="*/ 0 h 504021"/>
                <a:gd name="connsiteX2" fmla="*/ 407069 w 407069"/>
                <a:gd name="connsiteY2" fmla="*/ 504021 h 504021"/>
                <a:gd name="connsiteX3" fmla="*/ 0 w 407069"/>
                <a:gd name="connsiteY3" fmla="*/ 504021 h 504021"/>
                <a:gd name="connsiteX4" fmla="*/ 0 w 407069"/>
                <a:gd name="connsiteY4" fmla="*/ 0 h 504021"/>
                <a:gd name="connsiteX0" fmla="*/ 0 w 965869"/>
                <a:gd name="connsiteY0" fmla="*/ 0 h 878671"/>
                <a:gd name="connsiteX1" fmla="*/ 965869 w 965869"/>
                <a:gd name="connsiteY1" fmla="*/ 374650 h 878671"/>
                <a:gd name="connsiteX2" fmla="*/ 965869 w 965869"/>
                <a:gd name="connsiteY2" fmla="*/ 878671 h 878671"/>
                <a:gd name="connsiteX3" fmla="*/ 558800 w 965869"/>
                <a:gd name="connsiteY3" fmla="*/ 878671 h 878671"/>
                <a:gd name="connsiteX4" fmla="*/ 0 w 965869"/>
                <a:gd name="connsiteY4" fmla="*/ 0 h 878671"/>
                <a:gd name="connsiteX0" fmla="*/ 0 w 965869"/>
                <a:gd name="connsiteY0" fmla="*/ 0 h 878671"/>
                <a:gd name="connsiteX1" fmla="*/ 965869 w 965869"/>
                <a:gd name="connsiteY1" fmla="*/ 374650 h 878671"/>
                <a:gd name="connsiteX2" fmla="*/ 965869 w 965869"/>
                <a:gd name="connsiteY2" fmla="*/ 878671 h 878671"/>
                <a:gd name="connsiteX3" fmla="*/ 330200 w 965869"/>
                <a:gd name="connsiteY3" fmla="*/ 275421 h 878671"/>
                <a:gd name="connsiteX4" fmla="*/ 0 w 965869"/>
                <a:gd name="connsiteY4" fmla="*/ 0 h 878671"/>
                <a:gd name="connsiteX0" fmla="*/ 0 w 965869"/>
                <a:gd name="connsiteY0" fmla="*/ 0 h 878671"/>
                <a:gd name="connsiteX1" fmla="*/ 785314 w 965869"/>
                <a:gd name="connsiteY1" fmla="*/ 112486 h 878671"/>
                <a:gd name="connsiteX2" fmla="*/ 965869 w 965869"/>
                <a:gd name="connsiteY2" fmla="*/ 374650 h 878671"/>
                <a:gd name="connsiteX3" fmla="*/ 965869 w 965869"/>
                <a:gd name="connsiteY3" fmla="*/ 878671 h 878671"/>
                <a:gd name="connsiteX4" fmla="*/ 330200 w 965869"/>
                <a:gd name="connsiteY4" fmla="*/ 275421 h 878671"/>
                <a:gd name="connsiteX5" fmla="*/ 0 w 965869"/>
                <a:gd name="connsiteY5" fmla="*/ 0 h 878671"/>
                <a:gd name="connsiteX0" fmla="*/ 0 w 965869"/>
                <a:gd name="connsiteY0" fmla="*/ 184472 h 1063143"/>
                <a:gd name="connsiteX1" fmla="*/ 785314 w 965869"/>
                <a:gd name="connsiteY1" fmla="*/ 296958 h 1063143"/>
                <a:gd name="connsiteX2" fmla="*/ 391614 w 965869"/>
                <a:gd name="connsiteY2" fmla="*/ 4858 h 1063143"/>
                <a:gd name="connsiteX3" fmla="*/ 965869 w 965869"/>
                <a:gd name="connsiteY3" fmla="*/ 559122 h 1063143"/>
                <a:gd name="connsiteX4" fmla="*/ 965869 w 965869"/>
                <a:gd name="connsiteY4" fmla="*/ 1063143 h 1063143"/>
                <a:gd name="connsiteX5" fmla="*/ 330200 w 965869"/>
                <a:gd name="connsiteY5" fmla="*/ 459893 h 1063143"/>
                <a:gd name="connsiteX6" fmla="*/ 0 w 965869"/>
                <a:gd name="connsiteY6" fmla="*/ 184472 h 1063143"/>
                <a:gd name="connsiteX0" fmla="*/ 0 w 965869"/>
                <a:gd name="connsiteY0" fmla="*/ 185516 h 1064187"/>
                <a:gd name="connsiteX1" fmla="*/ 582114 w 965869"/>
                <a:gd name="connsiteY1" fmla="*/ 221802 h 1064187"/>
                <a:gd name="connsiteX2" fmla="*/ 391614 w 965869"/>
                <a:gd name="connsiteY2" fmla="*/ 5902 h 1064187"/>
                <a:gd name="connsiteX3" fmla="*/ 965869 w 965869"/>
                <a:gd name="connsiteY3" fmla="*/ 560166 h 1064187"/>
                <a:gd name="connsiteX4" fmla="*/ 965869 w 965869"/>
                <a:gd name="connsiteY4" fmla="*/ 1064187 h 1064187"/>
                <a:gd name="connsiteX5" fmla="*/ 330200 w 965869"/>
                <a:gd name="connsiteY5" fmla="*/ 460937 h 1064187"/>
                <a:gd name="connsiteX6" fmla="*/ 0 w 965869"/>
                <a:gd name="connsiteY6" fmla="*/ 185516 h 1064187"/>
                <a:gd name="connsiteX0" fmla="*/ 0 w 965869"/>
                <a:gd name="connsiteY0" fmla="*/ 185516 h 1064187"/>
                <a:gd name="connsiteX1" fmla="*/ 582114 w 965869"/>
                <a:gd name="connsiteY1" fmla="*/ 221802 h 1064187"/>
                <a:gd name="connsiteX2" fmla="*/ 391614 w 965869"/>
                <a:gd name="connsiteY2" fmla="*/ 5902 h 1064187"/>
                <a:gd name="connsiteX3" fmla="*/ 817064 w 965869"/>
                <a:gd name="connsiteY3" fmla="*/ 94802 h 1064187"/>
                <a:gd name="connsiteX4" fmla="*/ 965869 w 965869"/>
                <a:gd name="connsiteY4" fmla="*/ 560166 h 1064187"/>
                <a:gd name="connsiteX5" fmla="*/ 965869 w 965869"/>
                <a:gd name="connsiteY5" fmla="*/ 1064187 h 1064187"/>
                <a:gd name="connsiteX6" fmla="*/ 330200 w 965869"/>
                <a:gd name="connsiteY6" fmla="*/ 460937 h 1064187"/>
                <a:gd name="connsiteX7" fmla="*/ 0 w 965869"/>
                <a:gd name="connsiteY7" fmla="*/ 185516 h 1064187"/>
                <a:gd name="connsiteX0" fmla="*/ 0 w 965869"/>
                <a:gd name="connsiteY0" fmla="*/ 211123 h 1089794"/>
                <a:gd name="connsiteX1" fmla="*/ 582114 w 965869"/>
                <a:gd name="connsiteY1" fmla="*/ 247409 h 1089794"/>
                <a:gd name="connsiteX2" fmla="*/ 391614 w 965869"/>
                <a:gd name="connsiteY2" fmla="*/ 31509 h 1089794"/>
                <a:gd name="connsiteX3" fmla="*/ 817064 w 965869"/>
                <a:gd name="connsiteY3" fmla="*/ 120409 h 1089794"/>
                <a:gd name="connsiteX4" fmla="*/ 836114 w 965869"/>
                <a:gd name="connsiteY4" fmla="*/ 18809 h 1089794"/>
                <a:gd name="connsiteX5" fmla="*/ 965869 w 965869"/>
                <a:gd name="connsiteY5" fmla="*/ 585773 h 1089794"/>
                <a:gd name="connsiteX6" fmla="*/ 965869 w 965869"/>
                <a:gd name="connsiteY6" fmla="*/ 1089794 h 1089794"/>
                <a:gd name="connsiteX7" fmla="*/ 330200 w 965869"/>
                <a:gd name="connsiteY7" fmla="*/ 486544 h 1089794"/>
                <a:gd name="connsiteX8" fmla="*/ 0 w 965869"/>
                <a:gd name="connsiteY8" fmla="*/ 211123 h 1089794"/>
                <a:gd name="connsiteX0" fmla="*/ 0 w 1162719"/>
                <a:gd name="connsiteY0" fmla="*/ 211123 h 1089794"/>
                <a:gd name="connsiteX1" fmla="*/ 582114 w 1162719"/>
                <a:gd name="connsiteY1" fmla="*/ 247409 h 1089794"/>
                <a:gd name="connsiteX2" fmla="*/ 391614 w 1162719"/>
                <a:gd name="connsiteY2" fmla="*/ 31509 h 1089794"/>
                <a:gd name="connsiteX3" fmla="*/ 817064 w 1162719"/>
                <a:gd name="connsiteY3" fmla="*/ 120409 h 1089794"/>
                <a:gd name="connsiteX4" fmla="*/ 836114 w 1162719"/>
                <a:gd name="connsiteY4" fmla="*/ 18809 h 1089794"/>
                <a:gd name="connsiteX5" fmla="*/ 1162719 w 1162719"/>
                <a:gd name="connsiteY5" fmla="*/ 547673 h 1089794"/>
                <a:gd name="connsiteX6" fmla="*/ 965869 w 1162719"/>
                <a:gd name="connsiteY6" fmla="*/ 1089794 h 1089794"/>
                <a:gd name="connsiteX7" fmla="*/ 330200 w 1162719"/>
                <a:gd name="connsiteY7" fmla="*/ 486544 h 1089794"/>
                <a:gd name="connsiteX8" fmla="*/ 0 w 1162719"/>
                <a:gd name="connsiteY8" fmla="*/ 211123 h 1089794"/>
                <a:gd name="connsiteX0" fmla="*/ 0 w 1162719"/>
                <a:gd name="connsiteY0" fmla="*/ 211123 h 547673"/>
                <a:gd name="connsiteX1" fmla="*/ 582114 w 1162719"/>
                <a:gd name="connsiteY1" fmla="*/ 247409 h 547673"/>
                <a:gd name="connsiteX2" fmla="*/ 391614 w 1162719"/>
                <a:gd name="connsiteY2" fmla="*/ 31509 h 547673"/>
                <a:gd name="connsiteX3" fmla="*/ 817064 w 1162719"/>
                <a:gd name="connsiteY3" fmla="*/ 120409 h 547673"/>
                <a:gd name="connsiteX4" fmla="*/ 836114 w 1162719"/>
                <a:gd name="connsiteY4" fmla="*/ 18809 h 547673"/>
                <a:gd name="connsiteX5" fmla="*/ 1162719 w 1162719"/>
                <a:gd name="connsiteY5" fmla="*/ 547673 h 547673"/>
                <a:gd name="connsiteX6" fmla="*/ 330200 w 1162719"/>
                <a:gd name="connsiteY6" fmla="*/ 486544 h 547673"/>
                <a:gd name="connsiteX7" fmla="*/ 0 w 1162719"/>
                <a:gd name="connsiteY7" fmla="*/ 211123 h 547673"/>
                <a:gd name="connsiteX0" fmla="*/ 0 w 1162719"/>
                <a:gd name="connsiteY0" fmla="*/ 211123 h 547673"/>
                <a:gd name="connsiteX1" fmla="*/ 582114 w 1162719"/>
                <a:gd name="connsiteY1" fmla="*/ 247409 h 547673"/>
                <a:gd name="connsiteX2" fmla="*/ 391614 w 1162719"/>
                <a:gd name="connsiteY2" fmla="*/ 31509 h 547673"/>
                <a:gd name="connsiteX3" fmla="*/ 817064 w 1162719"/>
                <a:gd name="connsiteY3" fmla="*/ 120409 h 547673"/>
                <a:gd name="connsiteX4" fmla="*/ 836114 w 1162719"/>
                <a:gd name="connsiteY4" fmla="*/ 18809 h 547673"/>
                <a:gd name="connsiteX5" fmla="*/ 1162719 w 1162719"/>
                <a:gd name="connsiteY5" fmla="*/ 547673 h 547673"/>
                <a:gd name="connsiteX6" fmla="*/ 330200 w 1162719"/>
                <a:gd name="connsiteY6" fmla="*/ 486544 h 547673"/>
                <a:gd name="connsiteX7" fmla="*/ 0 w 1162719"/>
                <a:gd name="connsiteY7" fmla="*/ 211123 h 547673"/>
                <a:gd name="connsiteX0" fmla="*/ 0 w 1162719"/>
                <a:gd name="connsiteY0" fmla="*/ 218187 h 554737"/>
                <a:gd name="connsiteX1" fmla="*/ 582114 w 1162719"/>
                <a:gd name="connsiteY1" fmla="*/ 254473 h 554737"/>
                <a:gd name="connsiteX2" fmla="*/ 391614 w 1162719"/>
                <a:gd name="connsiteY2" fmla="*/ 38573 h 554737"/>
                <a:gd name="connsiteX3" fmla="*/ 817064 w 1162719"/>
                <a:gd name="connsiteY3" fmla="*/ 127473 h 554737"/>
                <a:gd name="connsiteX4" fmla="*/ 836114 w 1162719"/>
                <a:gd name="connsiteY4" fmla="*/ 25873 h 554737"/>
                <a:gd name="connsiteX5" fmla="*/ 1162719 w 1162719"/>
                <a:gd name="connsiteY5" fmla="*/ 554737 h 554737"/>
                <a:gd name="connsiteX6" fmla="*/ 330200 w 1162719"/>
                <a:gd name="connsiteY6" fmla="*/ 493608 h 554737"/>
                <a:gd name="connsiteX7" fmla="*/ 0 w 1162719"/>
                <a:gd name="connsiteY7" fmla="*/ 218187 h 554737"/>
                <a:gd name="connsiteX0" fmla="*/ 0 w 1162719"/>
                <a:gd name="connsiteY0" fmla="*/ 218187 h 554737"/>
                <a:gd name="connsiteX1" fmla="*/ 582114 w 1162719"/>
                <a:gd name="connsiteY1" fmla="*/ 254473 h 554737"/>
                <a:gd name="connsiteX2" fmla="*/ 391614 w 1162719"/>
                <a:gd name="connsiteY2" fmla="*/ 38573 h 554737"/>
                <a:gd name="connsiteX3" fmla="*/ 817064 w 1162719"/>
                <a:gd name="connsiteY3" fmla="*/ 127473 h 554737"/>
                <a:gd name="connsiteX4" fmla="*/ 836114 w 1162719"/>
                <a:gd name="connsiteY4" fmla="*/ 25873 h 554737"/>
                <a:gd name="connsiteX5" fmla="*/ 1162719 w 1162719"/>
                <a:gd name="connsiteY5" fmla="*/ 554737 h 554737"/>
                <a:gd name="connsiteX6" fmla="*/ 330200 w 1162719"/>
                <a:gd name="connsiteY6" fmla="*/ 493608 h 554737"/>
                <a:gd name="connsiteX7" fmla="*/ 0 w 1162719"/>
                <a:gd name="connsiteY7" fmla="*/ 218187 h 554737"/>
                <a:gd name="connsiteX0" fmla="*/ 0 w 1162719"/>
                <a:gd name="connsiteY0" fmla="*/ 218187 h 554737"/>
                <a:gd name="connsiteX1" fmla="*/ 582114 w 1162719"/>
                <a:gd name="connsiteY1" fmla="*/ 254473 h 554737"/>
                <a:gd name="connsiteX2" fmla="*/ 391614 w 1162719"/>
                <a:gd name="connsiteY2" fmla="*/ 38573 h 554737"/>
                <a:gd name="connsiteX3" fmla="*/ 817064 w 1162719"/>
                <a:gd name="connsiteY3" fmla="*/ 127473 h 554737"/>
                <a:gd name="connsiteX4" fmla="*/ 836114 w 1162719"/>
                <a:gd name="connsiteY4" fmla="*/ 25873 h 554737"/>
                <a:gd name="connsiteX5" fmla="*/ 1162719 w 1162719"/>
                <a:gd name="connsiteY5" fmla="*/ 554737 h 554737"/>
                <a:gd name="connsiteX6" fmla="*/ 330200 w 1162719"/>
                <a:gd name="connsiteY6" fmla="*/ 493608 h 554737"/>
                <a:gd name="connsiteX7" fmla="*/ 0 w 1162719"/>
                <a:gd name="connsiteY7" fmla="*/ 218187 h 554737"/>
                <a:gd name="connsiteX0" fmla="*/ 0 w 1175419"/>
                <a:gd name="connsiteY0" fmla="*/ 243587 h 554737"/>
                <a:gd name="connsiteX1" fmla="*/ 594814 w 1175419"/>
                <a:gd name="connsiteY1" fmla="*/ 254473 h 554737"/>
                <a:gd name="connsiteX2" fmla="*/ 404314 w 1175419"/>
                <a:gd name="connsiteY2" fmla="*/ 38573 h 554737"/>
                <a:gd name="connsiteX3" fmla="*/ 829764 w 1175419"/>
                <a:gd name="connsiteY3" fmla="*/ 127473 h 554737"/>
                <a:gd name="connsiteX4" fmla="*/ 848814 w 1175419"/>
                <a:gd name="connsiteY4" fmla="*/ 25873 h 554737"/>
                <a:gd name="connsiteX5" fmla="*/ 1175419 w 1175419"/>
                <a:gd name="connsiteY5" fmla="*/ 554737 h 554737"/>
                <a:gd name="connsiteX6" fmla="*/ 342900 w 1175419"/>
                <a:gd name="connsiteY6" fmla="*/ 493608 h 554737"/>
                <a:gd name="connsiteX7" fmla="*/ 0 w 1175419"/>
                <a:gd name="connsiteY7" fmla="*/ 243587 h 554737"/>
                <a:gd name="connsiteX0" fmla="*/ 0 w 1175419"/>
                <a:gd name="connsiteY0" fmla="*/ 243587 h 554737"/>
                <a:gd name="connsiteX1" fmla="*/ 594814 w 1175419"/>
                <a:gd name="connsiteY1" fmla="*/ 254473 h 554737"/>
                <a:gd name="connsiteX2" fmla="*/ 404314 w 1175419"/>
                <a:gd name="connsiteY2" fmla="*/ 38573 h 554737"/>
                <a:gd name="connsiteX3" fmla="*/ 829764 w 1175419"/>
                <a:gd name="connsiteY3" fmla="*/ 127473 h 554737"/>
                <a:gd name="connsiteX4" fmla="*/ 848814 w 1175419"/>
                <a:gd name="connsiteY4" fmla="*/ 25873 h 554737"/>
                <a:gd name="connsiteX5" fmla="*/ 1175419 w 1175419"/>
                <a:gd name="connsiteY5" fmla="*/ 554737 h 554737"/>
                <a:gd name="connsiteX6" fmla="*/ 342900 w 1175419"/>
                <a:gd name="connsiteY6" fmla="*/ 493608 h 554737"/>
                <a:gd name="connsiteX7" fmla="*/ 0 w 1175419"/>
                <a:gd name="connsiteY7" fmla="*/ 243587 h 554737"/>
                <a:gd name="connsiteX0" fmla="*/ 0 w 1175419"/>
                <a:gd name="connsiteY0" fmla="*/ 243587 h 554737"/>
                <a:gd name="connsiteX1" fmla="*/ 594814 w 1175419"/>
                <a:gd name="connsiteY1" fmla="*/ 254473 h 554737"/>
                <a:gd name="connsiteX2" fmla="*/ 404314 w 1175419"/>
                <a:gd name="connsiteY2" fmla="*/ 38573 h 554737"/>
                <a:gd name="connsiteX3" fmla="*/ 829764 w 1175419"/>
                <a:gd name="connsiteY3" fmla="*/ 127473 h 554737"/>
                <a:gd name="connsiteX4" fmla="*/ 848814 w 1175419"/>
                <a:gd name="connsiteY4" fmla="*/ 25873 h 554737"/>
                <a:gd name="connsiteX5" fmla="*/ 1175419 w 1175419"/>
                <a:gd name="connsiteY5" fmla="*/ 554737 h 554737"/>
                <a:gd name="connsiteX6" fmla="*/ 342900 w 1175419"/>
                <a:gd name="connsiteY6" fmla="*/ 493608 h 554737"/>
                <a:gd name="connsiteX7" fmla="*/ 0 w 1175419"/>
                <a:gd name="connsiteY7" fmla="*/ 243587 h 554737"/>
                <a:gd name="connsiteX0" fmla="*/ 342900 w 1175419"/>
                <a:gd name="connsiteY0" fmla="*/ 493608 h 585048"/>
                <a:gd name="connsiteX1" fmla="*/ 0 w 1175419"/>
                <a:gd name="connsiteY1" fmla="*/ 243587 h 585048"/>
                <a:gd name="connsiteX2" fmla="*/ 594814 w 1175419"/>
                <a:gd name="connsiteY2" fmla="*/ 254473 h 585048"/>
                <a:gd name="connsiteX3" fmla="*/ 404314 w 1175419"/>
                <a:gd name="connsiteY3" fmla="*/ 38573 h 585048"/>
                <a:gd name="connsiteX4" fmla="*/ 829764 w 1175419"/>
                <a:gd name="connsiteY4" fmla="*/ 127473 h 585048"/>
                <a:gd name="connsiteX5" fmla="*/ 848814 w 1175419"/>
                <a:gd name="connsiteY5" fmla="*/ 25873 h 585048"/>
                <a:gd name="connsiteX6" fmla="*/ 1175419 w 1175419"/>
                <a:gd name="connsiteY6" fmla="*/ 554737 h 585048"/>
                <a:gd name="connsiteX7" fmla="*/ 434340 w 1175419"/>
                <a:gd name="connsiteY7" fmla="*/ 585048 h 585048"/>
                <a:gd name="connsiteX0" fmla="*/ 342900 w 1175419"/>
                <a:gd name="connsiteY0" fmla="*/ 493608 h 554737"/>
                <a:gd name="connsiteX1" fmla="*/ 0 w 1175419"/>
                <a:gd name="connsiteY1" fmla="*/ 243587 h 554737"/>
                <a:gd name="connsiteX2" fmla="*/ 594814 w 1175419"/>
                <a:gd name="connsiteY2" fmla="*/ 254473 h 554737"/>
                <a:gd name="connsiteX3" fmla="*/ 404314 w 1175419"/>
                <a:gd name="connsiteY3" fmla="*/ 38573 h 554737"/>
                <a:gd name="connsiteX4" fmla="*/ 829764 w 1175419"/>
                <a:gd name="connsiteY4" fmla="*/ 127473 h 554737"/>
                <a:gd name="connsiteX5" fmla="*/ 848814 w 1175419"/>
                <a:gd name="connsiteY5" fmla="*/ 25873 h 554737"/>
                <a:gd name="connsiteX6" fmla="*/ 1175419 w 1175419"/>
                <a:gd name="connsiteY6" fmla="*/ 554737 h 55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5419" h="554737">
                  <a:moveTo>
                    <a:pt x="342900" y="493608"/>
                  </a:moveTo>
                  <a:cubicBezTo>
                    <a:pt x="228600" y="410268"/>
                    <a:pt x="241300" y="352327"/>
                    <a:pt x="0" y="243587"/>
                  </a:cubicBezTo>
                  <a:cubicBezTo>
                    <a:pt x="202505" y="143499"/>
                    <a:pt x="347859" y="157711"/>
                    <a:pt x="594814" y="254473"/>
                  </a:cubicBezTo>
                  <a:cubicBezTo>
                    <a:pt x="632914" y="307390"/>
                    <a:pt x="353514" y="11056"/>
                    <a:pt x="404314" y="38573"/>
                  </a:cubicBezTo>
                  <a:cubicBezTo>
                    <a:pt x="522847" y="-41860"/>
                    <a:pt x="711231" y="11056"/>
                    <a:pt x="829764" y="127473"/>
                  </a:cubicBezTo>
                  <a:cubicBezTo>
                    <a:pt x="855164" y="220606"/>
                    <a:pt x="823414" y="-67260"/>
                    <a:pt x="848814" y="25873"/>
                  </a:cubicBezTo>
                  <a:cubicBezTo>
                    <a:pt x="1122782" y="246611"/>
                    <a:pt x="1066551" y="378449"/>
                    <a:pt x="1175419" y="554737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98A24E8-A179-E455-E9DF-F2EDD54B76F2}"/>
                </a:ext>
              </a:extLst>
            </p:cNvPr>
            <p:cNvSpPr/>
            <p:nvPr/>
          </p:nvSpPr>
          <p:spPr>
            <a:xfrm>
              <a:off x="4603831" y="5182103"/>
              <a:ext cx="1313769" cy="1758684"/>
            </a:xfrm>
            <a:custGeom>
              <a:avLst/>
              <a:gdLst>
                <a:gd name="connsiteX0" fmla="*/ 642648 w 1313769"/>
                <a:gd name="connsiteY0" fmla="*/ 0 h 1758684"/>
                <a:gd name="connsiteX1" fmla="*/ 1279996 w 1313769"/>
                <a:gd name="connsiteY1" fmla="*/ 387694 h 1758684"/>
                <a:gd name="connsiteX2" fmla="*/ 1313769 w 1313769"/>
                <a:gd name="connsiteY2" fmla="*/ 458879 h 1758684"/>
                <a:gd name="connsiteX3" fmla="*/ 1313081 w 1313769"/>
                <a:gd name="connsiteY3" fmla="*/ 501070 h 1758684"/>
                <a:gd name="connsiteX4" fmla="*/ 963980 w 1313769"/>
                <a:gd name="connsiteY4" fmla="*/ 1637631 h 1758684"/>
                <a:gd name="connsiteX5" fmla="*/ 940129 w 1313769"/>
                <a:gd name="connsiteY5" fmla="*/ 1690293 h 1758684"/>
                <a:gd name="connsiteX6" fmla="*/ 871211 w 1313769"/>
                <a:gd name="connsiteY6" fmla="*/ 1719151 h 1758684"/>
                <a:gd name="connsiteX7" fmla="*/ 642648 w 1313769"/>
                <a:gd name="connsiteY7" fmla="*/ 1758684 h 1758684"/>
                <a:gd name="connsiteX8" fmla="*/ 414085 w 1313769"/>
                <a:gd name="connsiteY8" fmla="*/ 1719151 h 1758684"/>
                <a:gd name="connsiteX9" fmla="*/ 394418 w 1313769"/>
                <a:gd name="connsiteY9" fmla="*/ 1710916 h 1758684"/>
                <a:gd name="connsiteX10" fmla="*/ 350928 w 1313769"/>
                <a:gd name="connsiteY10" fmla="*/ 1616343 h 1758684"/>
                <a:gd name="connsiteX11" fmla="*/ 1827 w 1313769"/>
                <a:gd name="connsiteY11" fmla="*/ 506462 h 1758684"/>
                <a:gd name="connsiteX12" fmla="*/ 0 w 1313769"/>
                <a:gd name="connsiteY12" fmla="*/ 398867 h 1758684"/>
                <a:gd name="connsiteX13" fmla="*/ 5300 w 1313769"/>
                <a:gd name="connsiteY13" fmla="*/ 387694 h 1758684"/>
                <a:gd name="connsiteX14" fmla="*/ 642648 w 1313769"/>
                <a:gd name="connsiteY14" fmla="*/ 0 h 17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13769" h="1758684">
                  <a:moveTo>
                    <a:pt x="642648" y="0"/>
                  </a:moveTo>
                  <a:cubicBezTo>
                    <a:pt x="907958" y="0"/>
                    <a:pt x="1141871" y="153787"/>
                    <a:pt x="1279996" y="387694"/>
                  </a:cubicBezTo>
                  <a:lnTo>
                    <a:pt x="1313769" y="458879"/>
                  </a:lnTo>
                  <a:lnTo>
                    <a:pt x="1313081" y="501070"/>
                  </a:lnTo>
                  <a:cubicBezTo>
                    <a:pt x="1288228" y="902526"/>
                    <a:pt x="1105558" y="1324339"/>
                    <a:pt x="963980" y="1637631"/>
                  </a:cubicBezTo>
                  <a:lnTo>
                    <a:pt x="940129" y="1690293"/>
                  </a:lnTo>
                  <a:lnTo>
                    <a:pt x="871211" y="1719151"/>
                  </a:lnTo>
                  <a:cubicBezTo>
                    <a:pt x="799008" y="1744843"/>
                    <a:pt x="722241" y="1758684"/>
                    <a:pt x="642648" y="1758684"/>
                  </a:cubicBezTo>
                  <a:cubicBezTo>
                    <a:pt x="563055" y="1758684"/>
                    <a:pt x="486288" y="1744843"/>
                    <a:pt x="414085" y="1719151"/>
                  </a:cubicBezTo>
                  <a:lnTo>
                    <a:pt x="394418" y="1710916"/>
                  </a:lnTo>
                  <a:lnTo>
                    <a:pt x="350928" y="1616343"/>
                  </a:lnTo>
                  <a:cubicBezTo>
                    <a:pt x="209350" y="1307789"/>
                    <a:pt x="26680" y="892763"/>
                    <a:pt x="1827" y="506462"/>
                  </a:cubicBezTo>
                  <a:lnTo>
                    <a:pt x="0" y="398867"/>
                  </a:lnTo>
                  <a:lnTo>
                    <a:pt x="5300" y="387694"/>
                  </a:lnTo>
                  <a:cubicBezTo>
                    <a:pt x="143425" y="153787"/>
                    <a:pt x="377339" y="0"/>
                    <a:pt x="642648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5" name="Oval 20">
              <a:extLst>
                <a:ext uri="{FF2B5EF4-FFF2-40B4-BE49-F238E27FC236}">
                  <a16:creationId xmlns:a16="http://schemas.microsoft.com/office/drawing/2014/main" id="{E7D5F7C5-C07B-BF81-7152-715DDFEB1E34}"/>
                </a:ext>
              </a:extLst>
            </p:cNvPr>
            <p:cNvSpPr/>
            <p:nvPr/>
          </p:nvSpPr>
          <p:spPr>
            <a:xfrm>
              <a:off x="4969877" y="3276476"/>
              <a:ext cx="613944" cy="371824"/>
            </a:xfrm>
            <a:custGeom>
              <a:avLst/>
              <a:gdLst>
                <a:gd name="connsiteX0" fmla="*/ 0 w 554163"/>
                <a:gd name="connsiteY0" fmla="*/ 146435 h 292869"/>
                <a:gd name="connsiteX1" fmla="*/ 277082 w 554163"/>
                <a:gd name="connsiteY1" fmla="*/ 0 h 292869"/>
                <a:gd name="connsiteX2" fmla="*/ 554164 w 554163"/>
                <a:gd name="connsiteY2" fmla="*/ 146435 h 292869"/>
                <a:gd name="connsiteX3" fmla="*/ 277082 w 554163"/>
                <a:gd name="connsiteY3" fmla="*/ 292870 h 292869"/>
                <a:gd name="connsiteX4" fmla="*/ 0 w 554163"/>
                <a:gd name="connsiteY4" fmla="*/ 146435 h 292869"/>
                <a:gd name="connsiteX0" fmla="*/ 0 w 561866"/>
                <a:gd name="connsiteY0" fmla="*/ 18305 h 164740"/>
                <a:gd name="connsiteX1" fmla="*/ 554164 w 561866"/>
                <a:gd name="connsiteY1" fmla="*/ 18305 h 164740"/>
                <a:gd name="connsiteX2" fmla="*/ 277082 w 561866"/>
                <a:gd name="connsiteY2" fmla="*/ 164740 h 164740"/>
                <a:gd name="connsiteX3" fmla="*/ 0 w 561866"/>
                <a:gd name="connsiteY3" fmla="*/ 18305 h 164740"/>
                <a:gd name="connsiteX0" fmla="*/ 0 w 612787"/>
                <a:gd name="connsiteY0" fmla="*/ 42358 h 155426"/>
                <a:gd name="connsiteX1" fmla="*/ 606552 w 612787"/>
                <a:gd name="connsiteY1" fmla="*/ 8433 h 155426"/>
                <a:gd name="connsiteX2" fmla="*/ 329470 w 612787"/>
                <a:gd name="connsiteY2" fmla="*/ 154868 h 155426"/>
                <a:gd name="connsiteX3" fmla="*/ 0 w 612787"/>
                <a:gd name="connsiteY3" fmla="*/ 42358 h 155426"/>
                <a:gd name="connsiteX0" fmla="*/ 5443 w 625232"/>
                <a:gd name="connsiteY0" fmla="*/ 14338 h 126850"/>
                <a:gd name="connsiteX1" fmla="*/ 619138 w 625232"/>
                <a:gd name="connsiteY1" fmla="*/ 17622 h 126850"/>
                <a:gd name="connsiteX2" fmla="*/ 334913 w 625232"/>
                <a:gd name="connsiteY2" fmla="*/ 126848 h 126850"/>
                <a:gd name="connsiteX3" fmla="*/ 5443 w 625232"/>
                <a:gd name="connsiteY3" fmla="*/ 14338 h 126850"/>
                <a:gd name="connsiteX0" fmla="*/ 5443 w 625232"/>
                <a:gd name="connsiteY0" fmla="*/ 45501 h 158013"/>
                <a:gd name="connsiteX1" fmla="*/ 619138 w 625232"/>
                <a:gd name="connsiteY1" fmla="*/ 48785 h 158013"/>
                <a:gd name="connsiteX2" fmla="*/ 334913 w 625232"/>
                <a:gd name="connsiteY2" fmla="*/ 158011 h 158013"/>
                <a:gd name="connsiteX3" fmla="*/ 5443 w 625232"/>
                <a:gd name="connsiteY3" fmla="*/ 45501 h 158013"/>
                <a:gd name="connsiteX0" fmla="*/ 5443 w 625232"/>
                <a:gd name="connsiteY0" fmla="*/ 58368 h 170880"/>
                <a:gd name="connsiteX1" fmla="*/ 619138 w 625232"/>
                <a:gd name="connsiteY1" fmla="*/ 61652 h 170880"/>
                <a:gd name="connsiteX2" fmla="*/ 334913 w 625232"/>
                <a:gd name="connsiteY2" fmla="*/ 170878 h 170880"/>
                <a:gd name="connsiteX3" fmla="*/ 5443 w 625232"/>
                <a:gd name="connsiteY3" fmla="*/ 58368 h 170880"/>
                <a:gd name="connsiteX0" fmla="*/ 5443 w 619387"/>
                <a:gd name="connsiteY0" fmla="*/ 58368 h 170881"/>
                <a:gd name="connsiteX1" fmla="*/ 619138 w 619387"/>
                <a:gd name="connsiteY1" fmla="*/ 61652 h 170881"/>
                <a:gd name="connsiteX2" fmla="*/ 334913 w 619387"/>
                <a:gd name="connsiteY2" fmla="*/ 170878 h 170881"/>
                <a:gd name="connsiteX3" fmla="*/ 5443 w 619387"/>
                <a:gd name="connsiteY3" fmla="*/ 58368 h 170881"/>
                <a:gd name="connsiteX0" fmla="*/ 0 w 613944"/>
                <a:gd name="connsiteY0" fmla="*/ 58368 h 170881"/>
                <a:gd name="connsiteX1" fmla="*/ 613695 w 613944"/>
                <a:gd name="connsiteY1" fmla="*/ 61652 h 170881"/>
                <a:gd name="connsiteX2" fmla="*/ 329470 w 613944"/>
                <a:gd name="connsiteY2" fmla="*/ 170878 h 170881"/>
                <a:gd name="connsiteX3" fmla="*/ 0 w 613944"/>
                <a:gd name="connsiteY3" fmla="*/ 58368 h 17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944" h="170881">
                  <a:moveTo>
                    <a:pt x="0" y="58368"/>
                  </a:moveTo>
                  <a:cubicBezTo>
                    <a:pt x="68802" y="-2516"/>
                    <a:pt x="479409" y="-36076"/>
                    <a:pt x="613695" y="61652"/>
                  </a:cubicBezTo>
                  <a:cubicBezTo>
                    <a:pt x="621775" y="103568"/>
                    <a:pt x="431753" y="171425"/>
                    <a:pt x="329470" y="170878"/>
                  </a:cubicBezTo>
                  <a:cubicBezTo>
                    <a:pt x="227188" y="170331"/>
                    <a:pt x="2635" y="102837"/>
                    <a:pt x="0" y="58368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3A66542-DE9D-43C6-FFE3-DA64020D0E83}"/>
                </a:ext>
              </a:extLst>
            </p:cNvPr>
            <p:cNvSpPr/>
            <p:nvPr/>
          </p:nvSpPr>
          <p:spPr>
            <a:xfrm>
              <a:off x="5310189" y="3638550"/>
              <a:ext cx="30492" cy="381000"/>
            </a:xfrm>
            <a:custGeom>
              <a:avLst/>
              <a:gdLst>
                <a:gd name="connsiteX0" fmla="*/ 0 w 47625"/>
                <a:gd name="connsiteY0" fmla="*/ 0 h 371475"/>
                <a:gd name="connsiteX1" fmla="*/ 47625 w 47625"/>
                <a:gd name="connsiteY1" fmla="*/ 371475 h 371475"/>
                <a:gd name="connsiteX2" fmla="*/ 47625 w 47625"/>
                <a:gd name="connsiteY2" fmla="*/ 371475 h 371475"/>
                <a:gd name="connsiteX0" fmla="*/ 0 w 28575"/>
                <a:gd name="connsiteY0" fmla="*/ 0 h 381000"/>
                <a:gd name="connsiteX1" fmla="*/ 28575 w 28575"/>
                <a:gd name="connsiteY1" fmla="*/ 381000 h 381000"/>
                <a:gd name="connsiteX2" fmla="*/ 28575 w 28575"/>
                <a:gd name="connsiteY2" fmla="*/ 381000 h 381000"/>
                <a:gd name="connsiteX0" fmla="*/ 0 w 30492"/>
                <a:gd name="connsiteY0" fmla="*/ 0 h 381000"/>
                <a:gd name="connsiteX1" fmla="*/ 28575 w 30492"/>
                <a:gd name="connsiteY1" fmla="*/ 381000 h 381000"/>
                <a:gd name="connsiteX2" fmla="*/ 28575 w 30492"/>
                <a:gd name="connsiteY2" fmla="*/ 3810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92" h="381000">
                  <a:moveTo>
                    <a:pt x="0" y="0"/>
                  </a:moveTo>
                  <a:cubicBezTo>
                    <a:pt x="9525" y="127000"/>
                    <a:pt x="38100" y="263525"/>
                    <a:pt x="28575" y="381000"/>
                  </a:cubicBezTo>
                  <a:lnTo>
                    <a:pt x="28575" y="381000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366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2391</TotalTime>
  <Words>4</Words>
  <Application>Microsoft Office PowerPoint</Application>
  <PresentationFormat>Custom</PresentationFormat>
  <Paragraphs>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258</cp:revision>
  <dcterms:created xsi:type="dcterms:W3CDTF">2025-02-22T17:47:33Z</dcterms:created>
  <dcterms:modified xsi:type="dcterms:W3CDTF">2025-05-18T20:55:42Z</dcterms:modified>
</cp:coreProperties>
</file>