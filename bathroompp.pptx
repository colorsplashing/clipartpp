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99" r:id="rId3"/>
    <p:sldId id="300" r:id="rId4"/>
    <p:sldId id="301" r:id="rId5"/>
    <p:sldId id="302" r:id="rId6"/>
    <p:sldId id="303" r:id="rId7"/>
    <p:sldId id="304" r:id="rId8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6C8E"/>
    <a:srgbClr val="A08BA7"/>
    <a:srgbClr val="CCC2D0"/>
    <a:srgbClr val="D7D0DA"/>
    <a:srgbClr val="9D88A4"/>
    <a:srgbClr val="F9B651"/>
    <a:srgbClr val="FD8FAA"/>
    <a:srgbClr val="FF7F50"/>
    <a:srgbClr val="FF2D2D"/>
    <a:srgbClr val="FC7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4660"/>
  </p:normalViewPr>
  <p:slideViewPr>
    <p:cSldViewPr snapToGrid="0">
      <p:cViewPr varScale="1">
        <p:scale>
          <a:sx n="62" d="100"/>
          <a:sy n="62" d="100"/>
        </p:scale>
        <p:origin x="14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3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6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008D20A-A11F-9C8E-5593-57828F05CD10}"/>
              </a:ext>
            </a:extLst>
          </p:cNvPr>
          <p:cNvGrpSpPr/>
          <p:nvPr/>
        </p:nvGrpSpPr>
        <p:grpSpPr>
          <a:xfrm>
            <a:off x="6684163" y="3637149"/>
            <a:ext cx="2281619" cy="2546984"/>
            <a:chOff x="6759471" y="4154109"/>
            <a:chExt cx="1647899" cy="1839559"/>
          </a:xfrm>
          <a:solidFill>
            <a:sysClr val="window" lastClr="FFFFFF"/>
          </a:solidFill>
        </p:grpSpPr>
        <p:sp>
          <p:nvSpPr>
            <p:cNvPr id="54" name="Rectangle 23">
              <a:extLst>
                <a:ext uri="{FF2B5EF4-FFF2-40B4-BE49-F238E27FC236}">
                  <a16:creationId xmlns:a16="http://schemas.microsoft.com/office/drawing/2014/main" id="{8730C659-C97E-397E-A4AC-1724A788C510}"/>
                </a:ext>
              </a:extLst>
            </p:cNvPr>
            <p:cNvSpPr/>
            <p:nvPr/>
          </p:nvSpPr>
          <p:spPr>
            <a:xfrm>
              <a:off x="7236996" y="4781299"/>
              <a:ext cx="1007344" cy="266600"/>
            </a:xfrm>
            <a:custGeom>
              <a:avLst/>
              <a:gdLst>
                <a:gd name="connsiteX0" fmla="*/ 0 w 135805"/>
                <a:gd name="connsiteY0" fmla="*/ 0 h 225132"/>
                <a:gd name="connsiteX1" fmla="*/ 135805 w 135805"/>
                <a:gd name="connsiteY1" fmla="*/ 0 h 225132"/>
                <a:gd name="connsiteX2" fmla="*/ 135805 w 135805"/>
                <a:gd name="connsiteY2" fmla="*/ 225132 h 225132"/>
                <a:gd name="connsiteX3" fmla="*/ 0 w 135805"/>
                <a:gd name="connsiteY3" fmla="*/ 225132 h 225132"/>
                <a:gd name="connsiteX4" fmla="*/ 0 w 135805"/>
                <a:gd name="connsiteY4" fmla="*/ 0 h 225132"/>
                <a:gd name="connsiteX0" fmla="*/ 0 w 452512"/>
                <a:gd name="connsiteY0" fmla="*/ 0 h 256088"/>
                <a:gd name="connsiteX1" fmla="*/ 135805 w 452512"/>
                <a:gd name="connsiteY1" fmla="*/ 0 h 256088"/>
                <a:gd name="connsiteX2" fmla="*/ 452512 w 452512"/>
                <a:gd name="connsiteY2" fmla="*/ 256088 h 256088"/>
                <a:gd name="connsiteX3" fmla="*/ 0 w 452512"/>
                <a:gd name="connsiteY3" fmla="*/ 225132 h 256088"/>
                <a:gd name="connsiteX4" fmla="*/ 0 w 452512"/>
                <a:gd name="connsiteY4" fmla="*/ 0 h 256088"/>
                <a:gd name="connsiteX0" fmla="*/ 535782 w 988294"/>
                <a:gd name="connsiteY0" fmla="*/ 0 h 306094"/>
                <a:gd name="connsiteX1" fmla="*/ 671587 w 988294"/>
                <a:gd name="connsiteY1" fmla="*/ 0 h 306094"/>
                <a:gd name="connsiteX2" fmla="*/ 988294 w 988294"/>
                <a:gd name="connsiteY2" fmla="*/ 256088 h 306094"/>
                <a:gd name="connsiteX3" fmla="*/ 0 w 988294"/>
                <a:gd name="connsiteY3" fmla="*/ 306094 h 306094"/>
                <a:gd name="connsiteX4" fmla="*/ 535782 w 988294"/>
                <a:gd name="connsiteY4" fmla="*/ 0 h 306094"/>
                <a:gd name="connsiteX0" fmla="*/ 535782 w 995438"/>
                <a:gd name="connsiteY0" fmla="*/ 0 h 306094"/>
                <a:gd name="connsiteX1" fmla="*/ 671587 w 995438"/>
                <a:gd name="connsiteY1" fmla="*/ 0 h 306094"/>
                <a:gd name="connsiteX2" fmla="*/ 995438 w 995438"/>
                <a:gd name="connsiteY2" fmla="*/ 253707 h 306094"/>
                <a:gd name="connsiteX3" fmla="*/ 0 w 995438"/>
                <a:gd name="connsiteY3" fmla="*/ 306094 h 306094"/>
                <a:gd name="connsiteX4" fmla="*/ 535782 w 995438"/>
                <a:gd name="connsiteY4" fmla="*/ 0 h 306094"/>
                <a:gd name="connsiteX0" fmla="*/ 535782 w 1007344"/>
                <a:gd name="connsiteY0" fmla="*/ 0 h 306094"/>
                <a:gd name="connsiteX1" fmla="*/ 671587 w 1007344"/>
                <a:gd name="connsiteY1" fmla="*/ 0 h 306094"/>
                <a:gd name="connsiteX2" fmla="*/ 1007344 w 1007344"/>
                <a:gd name="connsiteY2" fmla="*/ 248944 h 306094"/>
                <a:gd name="connsiteX3" fmla="*/ 0 w 1007344"/>
                <a:gd name="connsiteY3" fmla="*/ 306094 h 306094"/>
                <a:gd name="connsiteX4" fmla="*/ 535782 w 1007344"/>
                <a:gd name="connsiteY4" fmla="*/ 0 h 306094"/>
                <a:gd name="connsiteX0" fmla="*/ 340520 w 1007344"/>
                <a:gd name="connsiteY0" fmla="*/ 0 h 306094"/>
                <a:gd name="connsiteX1" fmla="*/ 671587 w 1007344"/>
                <a:gd name="connsiteY1" fmla="*/ 0 h 306094"/>
                <a:gd name="connsiteX2" fmla="*/ 1007344 w 1007344"/>
                <a:gd name="connsiteY2" fmla="*/ 248944 h 306094"/>
                <a:gd name="connsiteX3" fmla="*/ 0 w 1007344"/>
                <a:gd name="connsiteY3" fmla="*/ 306094 h 306094"/>
                <a:gd name="connsiteX4" fmla="*/ 340520 w 1007344"/>
                <a:gd name="connsiteY4" fmla="*/ 0 h 30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344" h="306094">
                  <a:moveTo>
                    <a:pt x="340520" y="0"/>
                  </a:moveTo>
                  <a:lnTo>
                    <a:pt x="671587" y="0"/>
                  </a:lnTo>
                  <a:lnTo>
                    <a:pt x="1007344" y="248944"/>
                  </a:lnTo>
                  <a:lnTo>
                    <a:pt x="0" y="306094"/>
                  </a:lnTo>
                  <a:lnTo>
                    <a:pt x="340520" y="0"/>
                  </a:lnTo>
                  <a:close/>
                </a:path>
              </a:pathLst>
            </a:custGeom>
            <a:solidFill>
              <a:srgbClr val="CCC2D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Rectangle 24">
              <a:extLst>
                <a:ext uri="{FF2B5EF4-FFF2-40B4-BE49-F238E27FC236}">
                  <a16:creationId xmlns:a16="http://schemas.microsoft.com/office/drawing/2014/main" id="{0AF5FD6C-1342-68EC-3086-994C1E963762}"/>
                </a:ext>
              </a:extLst>
            </p:cNvPr>
            <p:cNvSpPr/>
            <p:nvPr/>
          </p:nvSpPr>
          <p:spPr>
            <a:xfrm>
              <a:off x="7055681" y="5012442"/>
              <a:ext cx="1290637" cy="981226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114425"/>
                <a:gd name="connsiteY0" fmla="*/ 47625 h 962025"/>
                <a:gd name="connsiteX1" fmla="*/ 1114425 w 1114425"/>
                <a:gd name="connsiteY1" fmla="*/ 0 h 962025"/>
                <a:gd name="connsiteX2" fmla="*/ 914400 w 1114425"/>
                <a:gd name="connsiteY2" fmla="*/ 962025 h 962025"/>
                <a:gd name="connsiteX3" fmla="*/ 0 w 1114425"/>
                <a:gd name="connsiteY3" fmla="*/ 962025 h 962025"/>
                <a:gd name="connsiteX4" fmla="*/ 0 w 1114425"/>
                <a:gd name="connsiteY4" fmla="*/ 47625 h 962025"/>
                <a:gd name="connsiteX0" fmla="*/ 0 w 1114425"/>
                <a:gd name="connsiteY0" fmla="*/ 47625 h 962025"/>
                <a:gd name="connsiteX1" fmla="*/ 1114425 w 1114425"/>
                <a:gd name="connsiteY1" fmla="*/ 0 h 962025"/>
                <a:gd name="connsiteX2" fmla="*/ 1042988 w 1114425"/>
                <a:gd name="connsiteY2" fmla="*/ 933450 h 962025"/>
                <a:gd name="connsiteX3" fmla="*/ 0 w 1114425"/>
                <a:gd name="connsiteY3" fmla="*/ 962025 h 962025"/>
                <a:gd name="connsiteX4" fmla="*/ 0 w 1114425"/>
                <a:gd name="connsiteY4" fmla="*/ 47625 h 962025"/>
                <a:gd name="connsiteX0" fmla="*/ 0 w 1114425"/>
                <a:gd name="connsiteY0" fmla="*/ 47625 h 973716"/>
                <a:gd name="connsiteX1" fmla="*/ 1114425 w 1114425"/>
                <a:gd name="connsiteY1" fmla="*/ 0 h 973716"/>
                <a:gd name="connsiteX2" fmla="*/ 1042988 w 1114425"/>
                <a:gd name="connsiteY2" fmla="*/ 933450 h 973716"/>
                <a:gd name="connsiteX3" fmla="*/ 0 w 1114425"/>
                <a:gd name="connsiteY3" fmla="*/ 962025 h 973716"/>
                <a:gd name="connsiteX4" fmla="*/ 0 w 1114425"/>
                <a:gd name="connsiteY4" fmla="*/ 47625 h 973716"/>
                <a:gd name="connsiteX0" fmla="*/ 85725 w 1200150"/>
                <a:gd name="connsiteY0" fmla="*/ 47625 h 957074"/>
                <a:gd name="connsiteX1" fmla="*/ 1200150 w 1200150"/>
                <a:gd name="connsiteY1" fmla="*/ 0 h 957074"/>
                <a:gd name="connsiteX2" fmla="*/ 1128713 w 1200150"/>
                <a:gd name="connsiteY2" fmla="*/ 933450 h 957074"/>
                <a:gd name="connsiteX3" fmla="*/ 0 w 1200150"/>
                <a:gd name="connsiteY3" fmla="*/ 885825 h 957074"/>
                <a:gd name="connsiteX4" fmla="*/ 85725 w 1200150"/>
                <a:gd name="connsiteY4" fmla="*/ 47625 h 957074"/>
                <a:gd name="connsiteX0" fmla="*/ 85725 w 1200150"/>
                <a:gd name="connsiteY0" fmla="*/ 47625 h 981226"/>
                <a:gd name="connsiteX1" fmla="*/ 1200150 w 1200150"/>
                <a:gd name="connsiteY1" fmla="*/ 0 h 981226"/>
                <a:gd name="connsiteX2" fmla="*/ 1128713 w 1200150"/>
                <a:gd name="connsiteY2" fmla="*/ 933450 h 981226"/>
                <a:gd name="connsiteX3" fmla="*/ 0 w 1200150"/>
                <a:gd name="connsiteY3" fmla="*/ 885825 h 981226"/>
                <a:gd name="connsiteX4" fmla="*/ 85725 w 1200150"/>
                <a:gd name="connsiteY4" fmla="*/ 47625 h 981226"/>
                <a:gd name="connsiteX0" fmla="*/ 85725 w 1200150"/>
                <a:gd name="connsiteY0" fmla="*/ 47625 h 981226"/>
                <a:gd name="connsiteX1" fmla="*/ 1200150 w 1200150"/>
                <a:gd name="connsiteY1" fmla="*/ 0 h 981226"/>
                <a:gd name="connsiteX2" fmla="*/ 1128713 w 1200150"/>
                <a:gd name="connsiteY2" fmla="*/ 933450 h 981226"/>
                <a:gd name="connsiteX3" fmla="*/ 0 w 1200150"/>
                <a:gd name="connsiteY3" fmla="*/ 885825 h 981226"/>
                <a:gd name="connsiteX4" fmla="*/ 85725 w 1200150"/>
                <a:gd name="connsiteY4" fmla="*/ 47625 h 981226"/>
                <a:gd name="connsiteX0" fmla="*/ 85725 w 1200150"/>
                <a:gd name="connsiteY0" fmla="*/ 47625 h 981226"/>
                <a:gd name="connsiteX1" fmla="*/ 1200150 w 1200150"/>
                <a:gd name="connsiteY1" fmla="*/ 0 h 981226"/>
                <a:gd name="connsiteX2" fmla="*/ 1128713 w 1200150"/>
                <a:gd name="connsiteY2" fmla="*/ 933450 h 981226"/>
                <a:gd name="connsiteX3" fmla="*/ 0 w 1200150"/>
                <a:gd name="connsiteY3" fmla="*/ 885825 h 981226"/>
                <a:gd name="connsiteX4" fmla="*/ 85725 w 1200150"/>
                <a:gd name="connsiteY4" fmla="*/ 47625 h 981226"/>
                <a:gd name="connsiteX0" fmla="*/ 85725 w 1247775"/>
                <a:gd name="connsiteY0" fmla="*/ 47625 h 981226"/>
                <a:gd name="connsiteX1" fmla="*/ 1247775 w 1247775"/>
                <a:gd name="connsiteY1" fmla="*/ 0 h 981226"/>
                <a:gd name="connsiteX2" fmla="*/ 1128713 w 1247775"/>
                <a:gd name="connsiteY2" fmla="*/ 933450 h 981226"/>
                <a:gd name="connsiteX3" fmla="*/ 0 w 1247775"/>
                <a:gd name="connsiteY3" fmla="*/ 885825 h 981226"/>
                <a:gd name="connsiteX4" fmla="*/ 85725 w 1247775"/>
                <a:gd name="connsiteY4" fmla="*/ 47625 h 981226"/>
                <a:gd name="connsiteX0" fmla="*/ 85725 w 1247775"/>
                <a:gd name="connsiteY0" fmla="*/ 47625 h 981226"/>
                <a:gd name="connsiteX1" fmla="*/ 1247775 w 1247775"/>
                <a:gd name="connsiteY1" fmla="*/ 0 h 981226"/>
                <a:gd name="connsiteX2" fmla="*/ 1128713 w 1247775"/>
                <a:gd name="connsiteY2" fmla="*/ 933450 h 981226"/>
                <a:gd name="connsiteX3" fmla="*/ 0 w 1247775"/>
                <a:gd name="connsiteY3" fmla="*/ 885825 h 981226"/>
                <a:gd name="connsiteX4" fmla="*/ 85725 w 1247775"/>
                <a:gd name="connsiteY4" fmla="*/ 47625 h 981226"/>
                <a:gd name="connsiteX0" fmla="*/ 85725 w 1290637"/>
                <a:gd name="connsiteY0" fmla="*/ 47625 h 981226"/>
                <a:gd name="connsiteX1" fmla="*/ 1290637 w 1290637"/>
                <a:gd name="connsiteY1" fmla="*/ 0 h 981226"/>
                <a:gd name="connsiteX2" fmla="*/ 1128713 w 1290637"/>
                <a:gd name="connsiteY2" fmla="*/ 933450 h 981226"/>
                <a:gd name="connsiteX3" fmla="*/ 0 w 1290637"/>
                <a:gd name="connsiteY3" fmla="*/ 885825 h 981226"/>
                <a:gd name="connsiteX4" fmla="*/ 85725 w 1290637"/>
                <a:gd name="connsiteY4" fmla="*/ 47625 h 981226"/>
                <a:gd name="connsiteX0" fmla="*/ 85725 w 1290637"/>
                <a:gd name="connsiteY0" fmla="*/ 47625 h 981226"/>
                <a:gd name="connsiteX1" fmla="*/ 1290637 w 1290637"/>
                <a:gd name="connsiteY1" fmla="*/ 0 h 981226"/>
                <a:gd name="connsiteX2" fmla="*/ 1128713 w 1290637"/>
                <a:gd name="connsiteY2" fmla="*/ 933450 h 981226"/>
                <a:gd name="connsiteX3" fmla="*/ 0 w 1290637"/>
                <a:gd name="connsiteY3" fmla="*/ 885825 h 981226"/>
                <a:gd name="connsiteX4" fmla="*/ 85725 w 1290637"/>
                <a:gd name="connsiteY4" fmla="*/ 47625 h 98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0637" h="981226">
                  <a:moveTo>
                    <a:pt x="85725" y="47625"/>
                  </a:moveTo>
                  <a:lnTo>
                    <a:pt x="1290637" y="0"/>
                  </a:lnTo>
                  <a:cubicBezTo>
                    <a:pt x="719137" y="501650"/>
                    <a:pt x="1152525" y="622300"/>
                    <a:pt x="1128713" y="933450"/>
                  </a:cubicBezTo>
                  <a:cubicBezTo>
                    <a:pt x="666750" y="1009650"/>
                    <a:pt x="228601" y="995362"/>
                    <a:pt x="0" y="885825"/>
                  </a:cubicBezTo>
                  <a:cubicBezTo>
                    <a:pt x="128588" y="377825"/>
                    <a:pt x="57150" y="327025"/>
                    <a:pt x="85725" y="47625"/>
                  </a:cubicBezTo>
                  <a:close/>
                </a:path>
              </a:pathLst>
            </a:custGeom>
            <a:solidFill>
              <a:srgbClr val="9D88A4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Rectangle 18">
              <a:extLst>
                <a:ext uri="{FF2B5EF4-FFF2-40B4-BE49-F238E27FC236}">
                  <a16:creationId xmlns:a16="http://schemas.microsoft.com/office/drawing/2014/main" id="{9D090DED-5922-4B85-D32E-428968A208B0}"/>
                </a:ext>
              </a:extLst>
            </p:cNvPr>
            <p:cNvSpPr/>
            <p:nvPr/>
          </p:nvSpPr>
          <p:spPr>
            <a:xfrm>
              <a:off x="7915094" y="4154109"/>
              <a:ext cx="492276" cy="860663"/>
            </a:xfrm>
            <a:custGeom>
              <a:avLst/>
              <a:gdLst>
                <a:gd name="connsiteX0" fmla="*/ 0 w 488083"/>
                <a:gd name="connsiteY0" fmla="*/ 0 h 755889"/>
                <a:gd name="connsiteX1" fmla="*/ 488083 w 488083"/>
                <a:gd name="connsiteY1" fmla="*/ 0 h 755889"/>
                <a:gd name="connsiteX2" fmla="*/ 488083 w 488083"/>
                <a:gd name="connsiteY2" fmla="*/ 755889 h 755889"/>
                <a:gd name="connsiteX3" fmla="*/ 0 w 488083"/>
                <a:gd name="connsiteY3" fmla="*/ 755889 h 755889"/>
                <a:gd name="connsiteX4" fmla="*/ 0 w 488083"/>
                <a:gd name="connsiteY4" fmla="*/ 0 h 755889"/>
                <a:gd name="connsiteX0" fmla="*/ 0 w 488083"/>
                <a:gd name="connsiteY0" fmla="*/ 0 h 755889"/>
                <a:gd name="connsiteX1" fmla="*/ 488083 w 488083"/>
                <a:gd name="connsiteY1" fmla="*/ 0 h 755889"/>
                <a:gd name="connsiteX2" fmla="*/ 488083 w 488083"/>
                <a:gd name="connsiteY2" fmla="*/ 755889 h 755889"/>
                <a:gd name="connsiteX3" fmla="*/ 311870 w 488083"/>
                <a:gd name="connsiteY3" fmla="*/ 750092 h 755889"/>
                <a:gd name="connsiteX4" fmla="*/ 0 w 488083"/>
                <a:gd name="connsiteY4" fmla="*/ 755889 h 755889"/>
                <a:gd name="connsiteX5" fmla="*/ 0 w 488083"/>
                <a:gd name="connsiteY5" fmla="*/ 0 h 755889"/>
                <a:gd name="connsiteX0" fmla="*/ 28575 w 516658"/>
                <a:gd name="connsiteY0" fmla="*/ 0 h 755889"/>
                <a:gd name="connsiteX1" fmla="*/ 516658 w 516658"/>
                <a:gd name="connsiteY1" fmla="*/ 0 h 755889"/>
                <a:gd name="connsiteX2" fmla="*/ 516658 w 516658"/>
                <a:gd name="connsiteY2" fmla="*/ 755889 h 755889"/>
                <a:gd name="connsiteX3" fmla="*/ 340445 w 516658"/>
                <a:gd name="connsiteY3" fmla="*/ 750092 h 755889"/>
                <a:gd name="connsiteX4" fmla="*/ 0 w 516658"/>
                <a:gd name="connsiteY4" fmla="*/ 513001 h 755889"/>
                <a:gd name="connsiteX5" fmla="*/ 28575 w 516658"/>
                <a:gd name="connsiteY5" fmla="*/ 0 h 755889"/>
                <a:gd name="connsiteX0" fmla="*/ 66675 w 516658"/>
                <a:gd name="connsiteY0" fmla="*/ 0 h 884476"/>
                <a:gd name="connsiteX1" fmla="*/ 516658 w 516658"/>
                <a:gd name="connsiteY1" fmla="*/ 128587 h 884476"/>
                <a:gd name="connsiteX2" fmla="*/ 516658 w 516658"/>
                <a:gd name="connsiteY2" fmla="*/ 884476 h 884476"/>
                <a:gd name="connsiteX3" fmla="*/ 340445 w 516658"/>
                <a:gd name="connsiteY3" fmla="*/ 878679 h 884476"/>
                <a:gd name="connsiteX4" fmla="*/ 0 w 516658"/>
                <a:gd name="connsiteY4" fmla="*/ 641588 h 884476"/>
                <a:gd name="connsiteX5" fmla="*/ 66675 w 516658"/>
                <a:gd name="connsiteY5" fmla="*/ 0 h 884476"/>
                <a:gd name="connsiteX0" fmla="*/ 66675 w 554758"/>
                <a:gd name="connsiteY0" fmla="*/ 0 h 884476"/>
                <a:gd name="connsiteX1" fmla="*/ 554758 w 554758"/>
                <a:gd name="connsiteY1" fmla="*/ 104774 h 884476"/>
                <a:gd name="connsiteX2" fmla="*/ 516658 w 554758"/>
                <a:gd name="connsiteY2" fmla="*/ 884476 h 884476"/>
                <a:gd name="connsiteX3" fmla="*/ 340445 w 554758"/>
                <a:gd name="connsiteY3" fmla="*/ 878679 h 884476"/>
                <a:gd name="connsiteX4" fmla="*/ 0 w 554758"/>
                <a:gd name="connsiteY4" fmla="*/ 641588 h 884476"/>
                <a:gd name="connsiteX5" fmla="*/ 66675 w 554758"/>
                <a:gd name="connsiteY5" fmla="*/ 0 h 884476"/>
                <a:gd name="connsiteX0" fmla="*/ 66675 w 535708"/>
                <a:gd name="connsiteY0" fmla="*/ 0 h 884476"/>
                <a:gd name="connsiteX1" fmla="*/ 535708 w 535708"/>
                <a:gd name="connsiteY1" fmla="*/ 104774 h 884476"/>
                <a:gd name="connsiteX2" fmla="*/ 516658 w 535708"/>
                <a:gd name="connsiteY2" fmla="*/ 884476 h 884476"/>
                <a:gd name="connsiteX3" fmla="*/ 340445 w 535708"/>
                <a:gd name="connsiteY3" fmla="*/ 878679 h 884476"/>
                <a:gd name="connsiteX4" fmla="*/ 0 w 535708"/>
                <a:gd name="connsiteY4" fmla="*/ 641588 h 884476"/>
                <a:gd name="connsiteX5" fmla="*/ 66675 w 535708"/>
                <a:gd name="connsiteY5" fmla="*/ 0 h 884476"/>
                <a:gd name="connsiteX0" fmla="*/ 23812 w 535708"/>
                <a:gd name="connsiteY0" fmla="*/ 0 h 860663"/>
                <a:gd name="connsiteX1" fmla="*/ 535708 w 535708"/>
                <a:gd name="connsiteY1" fmla="*/ 80961 h 860663"/>
                <a:gd name="connsiteX2" fmla="*/ 516658 w 535708"/>
                <a:gd name="connsiteY2" fmla="*/ 860663 h 860663"/>
                <a:gd name="connsiteX3" fmla="*/ 340445 w 535708"/>
                <a:gd name="connsiteY3" fmla="*/ 854866 h 860663"/>
                <a:gd name="connsiteX4" fmla="*/ 0 w 535708"/>
                <a:gd name="connsiteY4" fmla="*/ 617775 h 860663"/>
                <a:gd name="connsiteX5" fmla="*/ 23812 w 535708"/>
                <a:gd name="connsiteY5" fmla="*/ 0 h 860663"/>
                <a:gd name="connsiteX0" fmla="*/ 10215 w 522111"/>
                <a:gd name="connsiteY0" fmla="*/ 0 h 860663"/>
                <a:gd name="connsiteX1" fmla="*/ 522111 w 522111"/>
                <a:gd name="connsiteY1" fmla="*/ 80961 h 860663"/>
                <a:gd name="connsiteX2" fmla="*/ 503061 w 522111"/>
                <a:gd name="connsiteY2" fmla="*/ 860663 h 860663"/>
                <a:gd name="connsiteX3" fmla="*/ 326848 w 522111"/>
                <a:gd name="connsiteY3" fmla="*/ 854866 h 860663"/>
                <a:gd name="connsiteX4" fmla="*/ 0 w 522111"/>
                <a:gd name="connsiteY4" fmla="*/ 630595 h 860663"/>
                <a:gd name="connsiteX5" fmla="*/ 10215 w 522111"/>
                <a:gd name="connsiteY5" fmla="*/ 0 h 860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2111" h="860663">
                  <a:moveTo>
                    <a:pt x="10215" y="0"/>
                  </a:moveTo>
                  <a:lnTo>
                    <a:pt x="522111" y="80961"/>
                  </a:lnTo>
                  <a:lnTo>
                    <a:pt x="503061" y="860663"/>
                  </a:lnTo>
                  <a:cubicBezTo>
                    <a:pt x="420511" y="860318"/>
                    <a:pt x="409398" y="855211"/>
                    <a:pt x="326848" y="854866"/>
                  </a:cubicBezTo>
                  <a:lnTo>
                    <a:pt x="0" y="630595"/>
                  </a:lnTo>
                  <a:lnTo>
                    <a:pt x="10215" y="0"/>
                  </a:lnTo>
                  <a:close/>
                </a:path>
              </a:pathLst>
            </a:custGeom>
            <a:solidFill>
              <a:srgbClr val="CCC2D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Rectangle 19">
              <a:extLst>
                <a:ext uri="{FF2B5EF4-FFF2-40B4-BE49-F238E27FC236}">
                  <a16:creationId xmlns:a16="http://schemas.microsoft.com/office/drawing/2014/main" id="{F6C3671F-A519-4019-D6CE-C3AD698F1624}"/>
                </a:ext>
              </a:extLst>
            </p:cNvPr>
            <p:cNvSpPr/>
            <p:nvPr/>
          </p:nvSpPr>
          <p:spPr>
            <a:xfrm>
              <a:off x="6785940" y="5004431"/>
              <a:ext cx="1607146" cy="438829"/>
            </a:xfrm>
            <a:custGeom>
              <a:avLst/>
              <a:gdLst>
                <a:gd name="connsiteX0" fmla="*/ 0 w 393106"/>
                <a:gd name="connsiteY0" fmla="*/ 0 h 236869"/>
                <a:gd name="connsiteX1" fmla="*/ 393106 w 393106"/>
                <a:gd name="connsiteY1" fmla="*/ 0 h 236869"/>
                <a:gd name="connsiteX2" fmla="*/ 393106 w 393106"/>
                <a:gd name="connsiteY2" fmla="*/ 236869 h 236869"/>
                <a:gd name="connsiteX3" fmla="*/ 0 w 393106"/>
                <a:gd name="connsiteY3" fmla="*/ 236869 h 236869"/>
                <a:gd name="connsiteX4" fmla="*/ 0 w 393106"/>
                <a:gd name="connsiteY4" fmla="*/ 0 h 236869"/>
                <a:gd name="connsiteX0" fmla="*/ 0 w 540744"/>
                <a:gd name="connsiteY0" fmla="*/ 0 h 236869"/>
                <a:gd name="connsiteX1" fmla="*/ 540744 w 540744"/>
                <a:gd name="connsiteY1" fmla="*/ 157163 h 236869"/>
                <a:gd name="connsiteX2" fmla="*/ 393106 w 540744"/>
                <a:gd name="connsiteY2" fmla="*/ 236869 h 236869"/>
                <a:gd name="connsiteX3" fmla="*/ 0 w 540744"/>
                <a:gd name="connsiteY3" fmla="*/ 236869 h 236869"/>
                <a:gd name="connsiteX4" fmla="*/ 0 w 540744"/>
                <a:gd name="connsiteY4" fmla="*/ 0 h 236869"/>
                <a:gd name="connsiteX0" fmla="*/ 0 w 540744"/>
                <a:gd name="connsiteY0" fmla="*/ 0 h 332119"/>
                <a:gd name="connsiteX1" fmla="*/ 540744 w 540744"/>
                <a:gd name="connsiteY1" fmla="*/ 157163 h 332119"/>
                <a:gd name="connsiteX2" fmla="*/ 483594 w 540744"/>
                <a:gd name="connsiteY2" fmla="*/ 332119 h 332119"/>
                <a:gd name="connsiteX3" fmla="*/ 0 w 540744"/>
                <a:gd name="connsiteY3" fmla="*/ 236869 h 332119"/>
                <a:gd name="connsiteX4" fmla="*/ 0 w 540744"/>
                <a:gd name="connsiteY4" fmla="*/ 0 h 332119"/>
                <a:gd name="connsiteX0" fmla="*/ 152400 w 693144"/>
                <a:gd name="connsiteY0" fmla="*/ 0 h 508332"/>
                <a:gd name="connsiteX1" fmla="*/ 693144 w 693144"/>
                <a:gd name="connsiteY1" fmla="*/ 157163 h 508332"/>
                <a:gd name="connsiteX2" fmla="*/ 635994 w 693144"/>
                <a:gd name="connsiteY2" fmla="*/ 332119 h 508332"/>
                <a:gd name="connsiteX3" fmla="*/ 0 w 693144"/>
                <a:gd name="connsiteY3" fmla="*/ 508332 h 508332"/>
                <a:gd name="connsiteX4" fmla="*/ 152400 w 693144"/>
                <a:gd name="connsiteY4" fmla="*/ 0 h 508332"/>
                <a:gd name="connsiteX0" fmla="*/ 0 w 1602781"/>
                <a:gd name="connsiteY0" fmla="*/ 0 h 351170"/>
                <a:gd name="connsiteX1" fmla="*/ 1602781 w 1602781"/>
                <a:gd name="connsiteY1" fmla="*/ 1 h 351170"/>
                <a:gd name="connsiteX2" fmla="*/ 1545631 w 1602781"/>
                <a:gd name="connsiteY2" fmla="*/ 174957 h 351170"/>
                <a:gd name="connsiteX3" fmla="*/ 909637 w 1602781"/>
                <a:gd name="connsiteY3" fmla="*/ 351170 h 351170"/>
                <a:gd name="connsiteX4" fmla="*/ 0 w 1602781"/>
                <a:gd name="connsiteY4" fmla="*/ 0 h 351170"/>
                <a:gd name="connsiteX0" fmla="*/ 3650 w 1606431"/>
                <a:gd name="connsiteY0" fmla="*/ 0 h 351170"/>
                <a:gd name="connsiteX1" fmla="*/ 1606431 w 1606431"/>
                <a:gd name="connsiteY1" fmla="*/ 1 h 351170"/>
                <a:gd name="connsiteX2" fmla="*/ 1549281 w 1606431"/>
                <a:gd name="connsiteY2" fmla="*/ 174957 h 351170"/>
                <a:gd name="connsiteX3" fmla="*/ 913287 w 1606431"/>
                <a:gd name="connsiteY3" fmla="*/ 351170 h 351170"/>
                <a:gd name="connsiteX4" fmla="*/ 3650 w 1606431"/>
                <a:gd name="connsiteY4" fmla="*/ 0 h 351170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49996 w 1607146"/>
                <a:gd name="connsiteY2" fmla="*/ 174957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49996 w 1607146"/>
                <a:gd name="connsiteY2" fmla="*/ 174957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59521 w 1607146"/>
                <a:gd name="connsiteY2" fmla="*/ 165432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59521 w 1607146"/>
                <a:gd name="connsiteY2" fmla="*/ 165432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59521 w 1607146"/>
                <a:gd name="connsiteY2" fmla="*/ 165432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146" h="438829">
                  <a:moveTo>
                    <a:pt x="4365" y="0"/>
                  </a:moveTo>
                  <a:lnTo>
                    <a:pt x="1607146" y="1"/>
                  </a:lnTo>
                  <a:cubicBezTo>
                    <a:pt x="1591271" y="55145"/>
                    <a:pt x="1627784" y="129338"/>
                    <a:pt x="1559521" y="165432"/>
                  </a:cubicBezTo>
                  <a:cubicBezTo>
                    <a:pt x="1347523" y="190833"/>
                    <a:pt x="1149813" y="154319"/>
                    <a:pt x="914002" y="351170"/>
                  </a:cubicBezTo>
                  <a:cubicBezTo>
                    <a:pt x="491728" y="572251"/>
                    <a:pt x="-54373" y="345657"/>
                    <a:pt x="4365" y="0"/>
                  </a:cubicBezTo>
                  <a:close/>
                </a:path>
              </a:pathLst>
            </a:custGeom>
            <a:solidFill>
              <a:srgbClr val="CCC2D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F4B3A38-AFC6-205C-3AAA-F6064FC2030C}"/>
                </a:ext>
              </a:extLst>
            </p:cNvPr>
            <p:cNvSpPr/>
            <p:nvPr/>
          </p:nvSpPr>
          <p:spPr>
            <a:xfrm>
              <a:off x="7653294" y="5204093"/>
              <a:ext cx="368630" cy="581025"/>
            </a:xfrm>
            <a:custGeom>
              <a:avLst/>
              <a:gdLst>
                <a:gd name="connsiteX0" fmla="*/ 247650 w 247650"/>
                <a:gd name="connsiteY0" fmla="*/ 0 h 581025"/>
                <a:gd name="connsiteX1" fmla="*/ 0 w 247650"/>
                <a:gd name="connsiteY1" fmla="*/ 581025 h 581025"/>
                <a:gd name="connsiteX2" fmla="*/ 0 w 247650"/>
                <a:gd name="connsiteY2" fmla="*/ 581025 h 581025"/>
                <a:gd name="connsiteX0" fmla="*/ 306128 w 306128"/>
                <a:gd name="connsiteY0" fmla="*/ 0 h 581025"/>
                <a:gd name="connsiteX1" fmla="*/ 58478 w 306128"/>
                <a:gd name="connsiteY1" fmla="*/ 581025 h 581025"/>
                <a:gd name="connsiteX2" fmla="*/ 58478 w 306128"/>
                <a:gd name="connsiteY2" fmla="*/ 581025 h 581025"/>
                <a:gd name="connsiteX0" fmla="*/ 368630 w 368630"/>
                <a:gd name="connsiteY0" fmla="*/ 0 h 581025"/>
                <a:gd name="connsiteX1" fmla="*/ 120980 w 368630"/>
                <a:gd name="connsiteY1" fmla="*/ 581025 h 581025"/>
                <a:gd name="connsiteX2" fmla="*/ 120980 w 368630"/>
                <a:gd name="connsiteY2" fmla="*/ 581025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8630" h="581025">
                  <a:moveTo>
                    <a:pt x="368630" y="0"/>
                  </a:moveTo>
                  <a:cubicBezTo>
                    <a:pt x="-190170" y="117475"/>
                    <a:pt x="27318" y="487362"/>
                    <a:pt x="120980" y="581025"/>
                  </a:cubicBezTo>
                  <a:lnTo>
                    <a:pt x="120980" y="581025"/>
                  </a:lnTo>
                </a:path>
              </a:pathLst>
            </a:custGeom>
            <a:solidFill>
              <a:srgbClr val="9D88A4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6A4C0BB5-CDDE-384C-D7BE-972187B81B60}"/>
                </a:ext>
              </a:extLst>
            </p:cNvPr>
            <p:cNvSpPr/>
            <p:nvPr/>
          </p:nvSpPr>
          <p:spPr>
            <a:xfrm>
              <a:off x="6759471" y="4847008"/>
              <a:ext cx="1155858" cy="233186"/>
            </a:xfrm>
            <a:prstGeom prst="ellipse">
              <a:avLst/>
            </a:prstGeom>
            <a:solidFill>
              <a:srgbClr val="856C8E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F02362FE-53F8-330F-0B31-36CEC9701245}"/>
                </a:ext>
              </a:extLst>
            </p:cNvPr>
            <p:cNvSpPr/>
            <p:nvPr/>
          </p:nvSpPr>
          <p:spPr>
            <a:xfrm>
              <a:off x="6785689" y="4788697"/>
              <a:ext cx="1133254" cy="233186"/>
            </a:xfrm>
            <a:prstGeom prst="ellipse">
              <a:avLst/>
            </a:prstGeom>
            <a:solidFill>
              <a:srgbClr val="9D88A4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EB5F8EF-AE7C-F431-DFAE-06DD45B6C1DB}"/>
                </a:ext>
              </a:extLst>
            </p:cNvPr>
            <p:cNvSpPr/>
            <p:nvPr/>
          </p:nvSpPr>
          <p:spPr>
            <a:xfrm>
              <a:off x="6795274" y="4737471"/>
              <a:ext cx="1107000" cy="233186"/>
            </a:xfrm>
            <a:prstGeom prst="ellipse">
              <a:avLst/>
            </a:prstGeom>
            <a:solidFill>
              <a:srgbClr val="CCC2D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2EE7B43C-7C28-45CD-15A3-37431D8220BA}"/>
              </a:ext>
            </a:extLst>
          </p:cNvPr>
          <p:cNvSpPr/>
          <p:nvPr/>
        </p:nvSpPr>
        <p:spPr>
          <a:xfrm>
            <a:off x="0" y="0"/>
            <a:ext cx="10058400" cy="1009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21F8C-D9F5-0E07-B06B-7AC734F5E09A}"/>
              </a:ext>
            </a:extLst>
          </p:cNvPr>
          <p:cNvSpPr txBox="1"/>
          <p:nvPr/>
        </p:nvSpPr>
        <p:spPr>
          <a:xfrm>
            <a:off x="0" y="0"/>
            <a:ext cx="10058400" cy="1446550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800" dirty="0">
                <a:ln w="12700">
                  <a:solidFill>
                    <a:sysClr val="windowText" lastClr="000000"/>
                  </a:solidFill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B</a:t>
            </a:r>
            <a:r>
              <a:rPr lang="en-US" sz="8800" dirty="0">
                <a:ln w="12700">
                  <a:solidFill>
                    <a:sysClr val="windowText" lastClr="000000"/>
                  </a:solidFill>
                </a:ln>
                <a:solidFill>
                  <a:srgbClr val="2CB4AC"/>
                </a:solidFill>
                <a:latin typeface="Arial Black" panose="020B0A04020102020204" pitchFamily="34" charset="0"/>
              </a:rPr>
              <a:t>a</a:t>
            </a:r>
            <a:r>
              <a:rPr lang="en-US" sz="8800" dirty="0">
                <a:ln w="12700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Arial Black" panose="020B0A04020102020204" pitchFamily="34" charset="0"/>
              </a:rPr>
              <a:t>t</a:t>
            </a:r>
            <a:r>
              <a:rPr lang="en-US" sz="8800" dirty="0">
                <a:ln w="12700">
                  <a:solidFill>
                    <a:sysClr val="windowText" lastClr="000000"/>
                  </a:solidFill>
                </a:ln>
                <a:solidFill>
                  <a:srgbClr val="CC0099"/>
                </a:solidFill>
                <a:latin typeface="Arial Black" panose="020B0A04020102020204" pitchFamily="34" charset="0"/>
              </a:rPr>
              <a:t>h</a:t>
            </a:r>
            <a:r>
              <a:rPr lang="en-US" sz="8800" dirty="0">
                <a:ln w="12700">
                  <a:solidFill>
                    <a:sysClr val="windowText" lastClr="000000"/>
                  </a:solidFill>
                </a:ln>
                <a:solidFill>
                  <a:srgbClr val="B0CF71"/>
                </a:solidFill>
                <a:latin typeface="Arial Black" panose="020B0A04020102020204" pitchFamily="34" charset="0"/>
              </a:rPr>
              <a:t>r</a:t>
            </a:r>
            <a:r>
              <a:rPr lang="en-US" sz="8800" dirty="0">
                <a:ln w="12700">
                  <a:solidFill>
                    <a:sysClr val="windowText" lastClr="000000"/>
                  </a:solidFill>
                </a:ln>
                <a:solidFill>
                  <a:srgbClr val="EA5B6B"/>
                </a:solidFill>
                <a:latin typeface="Arial Black" panose="020B0A04020102020204" pitchFamily="34" charset="0"/>
              </a:rPr>
              <a:t>o</a:t>
            </a:r>
            <a:r>
              <a:rPr lang="en-US" sz="8800" dirty="0">
                <a:ln w="12700">
                  <a:solidFill>
                    <a:sysClr val="windowText" lastClr="000000"/>
                  </a:solidFill>
                </a:ln>
                <a:solidFill>
                  <a:srgbClr val="FFFF53"/>
                </a:solidFill>
                <a:latin typeface="Arial Black" panose="020B0A04020102020204" pitchFamily="34" charset="0"/>
              </a:rPr>
              <a:t>o</a:t>
            </a:r>
            <a:r>
              <a:rPr lang="en-US" sz="88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m</a:t>
            </a:r>
            <a:endParaRPr kumimoji="0" lang="en-US" sz="8800" b="0" i="0" u="none" strike="noStrike" kern="1200" cap="none" spc="0" normalizeH="0" baseline="0" noProof="0" dirty="0">
              <a:ln w="12700">
                <a:solidFill>
                  <a:sysClr val="windowText" lastClr="000000"/>
                </a:solidFill>
              </a:ln>
              <a:solidFill>
                <a:srgbClr val="218781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C943396-4B3E-6C31-9733-880BF791917C}"/>
              </a:ext>
            </a:extLst>
          </p:cNvPr>
          <p:cNvGrpSpPr/>
          <p:nvPr/>
        </p:nvGrpSpPr>
        <p:grpSpPr>
          <a:xfrm>
            <a:off x="491518" y="2467061"/>
            <a:ext cx="4200221" cy="4296259"/>
            <a:chOff x="10027513" y="3326955"/>
            <a:chExt cx="1655004" cy="169284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2A9B93D-A412-A309-F512-E48682D89444}"/>
                </a:ext>
              </a:extLst>
            </p:cNvPr>
            <p:cNvGrpSpPr/>
            <p:nvPr/>
          </p:nvGrpSpPr>
          <p:grpSpPr>
            <a:xfrm>
              <a:off x="10824814" y="3326955"/>
              <a:ext cx="397386" cy="480982"/>
              <a:chOff x="8662987" y="3722459"/>
              <a:chExt cx="404814" cy="489973"/>
            </a:xfrm>
            <a:noFill/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2DE2268F-9923-7889-EF51-C7DBE5210B3B}"/>
                  </a:ext>
                </a:extLst>
              </p:cNvPr>
              <p:cNvSpPr/>
              <p:nvPr/>
            </p:nvSpPr>
            <p:spPr>
              <a:xfrm rot="5400000">
                <a:off x="8708992" y="3855077"/>
                <a:ext cx="45719" cy="76199"/>
              </a:xfrm>
              <a:prstGeom prst="roundRect">
                <a:avLst>
                  <a:gd name="adj" fmla="val 41666"/>
                </a:avLst>
              </a:prstGeom>
              <a:solidFill>
                <a:srgbClr val="E7E6E6">
                  <a:lumMod val="5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97C87518-713B-7646-DDC8-D82890B2AC9C}"/>
                  </a:ext>
                </a:extLst>
              </p:cNvPr>
              <p:cNvSpPr/>
              <p:nvPr/>
            </p:nvSpPr>
            <p:spPr>
              <a:xfrm rot="5400000">
                <a:off x="8806427" y="3683798"/>
                <a:ext cx="79834" cy="366713"/>
              </a:xfrm>
              <a:prstGeom prst="roundRect">
                <a:avLst>
                  <a:gd name="adj" fmla="val 41666"/>
                </a:avLst>
              </a:prstGeom>
              <a:solidFill>
                <a:srgbClr val="CCC2D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F78119C-660D-D127-1901-BDF9E9684AF4}"/>
                  </a:ext>
                </a:extLst>
              </p:cNvPr>
              <p:cNvCxnSpPr/>
              <p:nvPr/>
            </p:nvCxnSpPr>
            <p:spPr>
              <a:xfrm>
                <a:off x="8865394" y="3727787"/>
                <a:ext cx="202407" cy="0"/>
              </a:xfrm>
              <a:prstGeom prst="line">
                <a:avLst/>
              </a:pr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15" name="Rectangle 5">
                <a:extLst>
                  <a:ext uri="{FF2B5EF4-FFF2-40B4-BE49-F238E27FC236}">
                    <a16:creationId xmlns:a16="http://schemas.microsoft.com/office/drawing/2014/main" id="{CDC621DC-2C8E-34D0-65D9-A06D27D50F51}"/>
                  </a:ext>
                </a:extLst>
              </p:cNvPr>
              <p:cNvSpPr/>
              <p:nvPr/>
            </p:nvSpPr>
            <p:spPr>
              <a:xfrm>
                <a:off x="8963025" y="3795713"/>
                <a:ext cx="104775" cy="416719"/>
              </a:xfrm>
              <a:custGeom>
                <a:avLst/>
                <a:gdLst>
                  <a:gd name="connsiteX0" fmla="*/ 0 w 104775"/>
                  <a:gd name="connsiteY0" fmla="*/ 0 h 404812"/>
                  <a:gd name="connsiteX1" fmla="*/ 104775 w 104775"/>
                  <a:gd name="connsiteY1" fmla="*/ 0 h 404812"/>
                  <a:gd name="connsiteX2" fmla="*/ 104775 w 104775"/>
                  <a:gd name="connsiteY2" fmla="*/ 404812 h 404812"/>
                  <a:gd name="connsiteX3" fmla="*/ 0 w 104775"/>
                  <a:gd name="connsiteY3" fmla="*/ 404812 h 404812"/>
                  <a:gd name="connsiteX4" fmla="*/ 0 w 104775"/>
                  <a:gd name="connsiteY4" fmla="*/ 0 h 404812"/>
                  <a:gd name="connsiteX0" fmla="*/ 0 w 104775"/>
                  <a:gd name="connsiteY0" fmla="*/ 0 h 404812"/>
                  <a:gd name="connsiteX1" fmla="*/ 104775 w 104775"/>
                  <a:gd name="connsiteY1" fmla="*/ 0 h 404812"/>
                  <a:gd name="connsiteX2" fmla="*/ 104775 w 104775"/>
                  <a:gd name="connsiteY2" fmla="*/ 404812 h 404812"/>
                  <a:gd name="connsiteX3" fmla="*/ 0 w 104775"/>
                  <a:gd name="connsiteY3" fmla="*/ 397668 h 404812"/>
                  <a:gd name="connsiteX4" fmla="*/ 0 w 104775"/>
                  <a:gd name="connsiteY4" fmla="*/ 0 h 404812"/>
                  <a:gd name="connsiteX0" fmla="*/ 0 w 104775"/>
                  <a:gd name="connsiteY0" fmla="*/ 0 h 416719"/>
                  <a:gd name="connsiteX1" fmla="*/ 104775 w 104775"/>
                  <a:gd name="connsiteY1" fmla="*/ 0 h 416719"/>
                  <a:gd name="connsiteX2" fmla="*/ 97632 w 104775"/>
                  <a:gd name="connsiteY2" fmla="*/ 416719 h 416719"/>
                  <a:gd name="connsiteX3" fmla="*/ 0 w 104775"/>
                  <a:gd name="connsiteY3" fmla="*/ 397668 h 416719"/>
                  <a:gd name="connsiteX4" fmla="*/ 0 w 104775"/>
                  <a:gd name="connsiteY4" fmla="*/ 0 h 416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416719">
                    <a:moveTo>
                      <a:pt x="0" y="0"/>
                    </a:moveTo>
                    <a:lnTo>
                      <a:pt x="104775" y="0"/>
                    </a:lnTo>
                    <a:lnTo>
                      <a:pt x="97632" y="416719"/>
                    </a:lnTo>
                    <a:lnTo>
                      <a:pt x="0" y="3976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2D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FF316C5-0259-B499-1645-BC48D86AF514}"/>
                  </a:ext>
                </a:extLst>
              </p:cNvPr>
              <p:cNvSpPr/>
              <p:nvPr/>
            </p:nvSpPr>
            <p:spPr>
              <a:xfrm>
                <a:off x="8963025" y="3722459"/>
                <a:ext cx="104775" cy="79835"/>
              </a:xfrm>
              <a:prstGeom prst="rect">
                <a:avLst/>
              </a:prstGeom>
              <a:solidFill>
                <a:srgbClr val="9D88A4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E7950D4-E063-3EE0-C586-06BCFE47AB18}"/>
                  </a:ext>
                </a:extLst>
              </p:cNvPr>
              <p:cNvSpPr/>
              <p:nvPr/>
            </p:nvSpPr>
            <p:spPr>
              <a:xfrm rot="5400000">
                <a:off x="8945513" y="3814133"/>
                <a:ext cx="63599" cy="104776"/>
              </a:xfrm>
              <a:prstGeom prst="roundRect">
                <a:avLst>
                  <a:gd name="adj" fmla="val 41666"/>
                </a:avLst>
              </a:prstGeom>
              <a:solidFill>
                <a:srgbClr val="CCC2D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C1324EB-4BCA-9CCD-0289-92B615A3E5EC}"/>
                </a:ext>
              </a:extLst>
            </p:cNvPr>
            <p:cNvGrpSpPr/>
            <p:nvPr/>
          </p:nvGrpSpPr>
          <p:grpSpPr>
            <a:xfrm>
              <a:off x="10773198" y="4261233"/>
              <a:ext cx="196363" cy="758568"/>
              <a:chOff x="8610406" y="4674201"/>
              <a:chExt cx="200034" cy="772747"/>
            </a:xfrm>
            <a:solidFill>
              <a:sysClr val="window" lastClr="FFFFFF">
                <a:lumMod val="85000"/>
              </a:sysClr>
            </a:solidFill>
          </p:grpSpPr>
          <p:sp>
            <p:nvSpPr>
              <p:cNvPr id="9" name="Rectangle 17">
                <a:extLst>
                  <a:ext uri="{FF2B5EF4-FFF2-40B4-BE49-F238E27FC236}">
                    <a16:creationId xmlns:a16="http://schemas.microsoft.com/office/drawing/2014/main" id="{A6EE1E4A-F84C-4D3C-A3BC-00389B638B89}"/>
                  </a:ext>
                </a:extLst>
              </p:cNvPr>
              <p:cNvSpPr/>
              <p:nvPr/>
            </p:nvSpPr>
            <p:spPr>
              <a:xfrm>
                <a:off x="8634487" y="4953000"/>
                <a:ext cx="166368" cy="167856"/>
              </a:xfrm>
              <a:custGeom>
                <a:avLst/>
                <a:gdLst>
                  <a:gd name="connsiteX0" fmla="*/ 0 w 45719"/>
                  <a:gd name="connsiteY0" fmla="*/ 0 h 155950"/>
                  <a:gd name="connsiteX1" fmla="*/ 45719 w 45719"/>
                  <a:gd name="connsiteY1" fmla="*/ 0 h 155950"/>
                  <a:gd name="connsiteX2" fmla="*/ 45719 w 45719"/>
                  <a:gd name="connsiteY2" fmla="*/ 155950 h 155950"/>
                  <a:gd name="connsiteX3" fmla="*/ 0 w 45719"/>
                  <a:gd name="connsiteY3" fmla="*/ 155950 h 155950"/>
                  <a:gd name="connsiteX4" fmla="*/ 0 w 45719"/>
                  <a:gd name="connsiteY4" fmla="*/ 0 h 155950"/>
                  <a:gd name="connsiteX0" fmla="*/ 0 w 45719"/>
                  <a:gd name="connsiteY0" fmla="*/ 11906 h 167856"/>
                  <a:gd name="connsiteX1" fmla="*/ 45719 w 45719"/>
                  <a:gd name="connsiteY1" fmla="*/ 0 h 167856"/>
                  <a:gd name="connsiteX2" fmla="*/ 45719 w 45719"/>
                  <a:gd name="connsiteY2" fmla="*/ 167856 h 167856"/>
                  <a:gd name="connsiteX3" fmla="*/ 0 w 45719"/>
                  <a:gd name="connsiteY3" fmla="*/ 167856 h 167856"/>
                  <a:gd name="connsiteX4" fmla="*/ 0 w 45719"/>
                  <a:gd name="connsiteY4" fmla="*/ 11906 h 167856"/>
                  <a:gd name="connsiteX0" fmla="*/ 0 w 107102"/>
                  <a:gd name="connsiteY0" fmla="*/ 11906 h 167856"/>
                  <a:gd name="connsiteX1" fmla="*/ 45719 w 107102"/>
                  <a:gd name="connsiteY1" fmla="*/ 0 h 167856"/>
                  <a:gd name="connsiteX2" fmla="*/ 45719 w 107102"/>
                  <a:gd name="connsiteY2" fmla="*/ 167856 h 167856"/>
                  <a:gd name="connsiteX3" fmla="*/ 0 w 107102"/>
                  <a:gd name="connsiteY3" fmla="*/ 167856 h 167856"/>
                  <a:gd name="connsiteX4" fmla="*/ 0 w 107102"/>
                  <a:gd name="connsiteY4" fmla="*/ 11906 h 167856"/>
                  <a:gd name="connsiteX0" fmla="*/ 0 w 107102"/>
                  <a:gd name="connsiteY0" fmla="*/ 0 h 167856"/>
                  <a:gd name="connsiteX1" fmla="*/ 45719 w 107102"/>
                  <a:gd name="connsiteY1" fmla="*/ 0 h 167856"/>
                  <a:gd name="connsiteX2" fmla="*/ 45719 w 107102"/>
                  <a:gd name="connsiteY2" fmla="*/ 167856 h 167856"/>
                  <a:gd name="connsiteX3" fmla="*/ 0 w 107102"/>
                  <a:gd name="connsiteY3" fmla="*/ 167856 h 167856"/>
                  <a:gd name="connsiteX4" fmla="*/ 0 w 107102"/>
                  <a:gd name="connsiteY4" fmla="*/ 0 h 167856"/>
                  <a:gd name="connsiteX0" fmla="*/ 59266 w 166368"/>
                  <a:gd name="connsiteY0" fmla="*/ 0 h 167856"/>
                  <a:gd name="connsiteX1" fmla="*/ 104985 w 166368"/>
                  <a:gd name="connsiteY1" fmla="*/ 0 h 167856"/>
                  <a:gd name="connsiteX2" fmla="*/ 104985 w 166368"/>
                  <a:gd name="connsiteY2" fmla="*/ 167856 h 167856"/>
                  <a:gd name="connsiteX3" fmla="*/ 59266 w 166368"/>
                  <a:gd name="connsiteY3" fmla="*/ 167856 h 167856"/>
                  <a:gd name="connsiteX4" fmla="*/ 59266 w 166368"/>
                  <a:gd name="connsiteY4" fmla="*/ 0 h 167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68" h="167856">
                    <a:moveTo>
                      <a:pt x="59266" y="0"/>
                    </a:moveTo>
                    <a:lnTo>
                      <a:pt x="104985" y="0"/>
                    </a:lnTo>
                    <a:cubicBezTo>
                      <a:pt x="243098" y="84527"/>
                      <a:pt x="104985" y="111904"/>
                      <a:pt x="104985" y="167856"/>
                    </a:cubicBezTo>
                    <a:lnTo>
                      <a:pt x="59266" y="167856"/>
                    </a:lnTo>
                    <a:cubicBezTo>
                      <a:pt x="59266" y="111904"/>
                      <a:pt x="-74084" y="60715"/>
                      <a:pt x="59266" y="0"/>
                    </a:cubicBezTo>
                    <a:close/>
                  </a:path>
                </a:pathLst>
              </a:custGeom>
              <a:solidFill>
                <a:srgbClr val="CCC2D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lowchart: Manual Operation 15">
                <a:extLst>
                  <a:ext uri="{FF2B5EF4-FFF2-40B4-BE49-F238E27FC236}">
                    <a16:creationId xmlns:a16="http://schemas.microsoft.com/office/drawing/2014/main" id="{69C97F06-95CB-6AA8-BD15-2B78B1E47618}"/>
                  </a:ext>
                </a:extLst>
              </p:cNvPr>
              <p:cNvSpPr/>
              <p:nvPr/>
            </p:nvSpPr>
            <p:spPr>
              <a:xfrm>
                <a:off x="8610406" y="4674201"/>
                <a:ext cx="200034" cy="312284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723 w 10000"/>
                  <a:gd name="connsiteY3" fmla="*/ 9467 h 10000"/>
                  <a:gd name="connsiteX4" fmla="*/ 0 w 10000"/>
                  <a:gd name="connsiteY4" fmla="*/ 0 h 10000"/>
                  <a:gd name="connsiteX0" fmla="*/ 0 w 10000"/>
                  <a:gd name="connsiteY0" fmla="*/ 0 h 9619"/>
                  <a:gd name="connsiteX1" fmla="*/ 10000 w 10000"/>
                  <a:gd name="connsiteY1" fmla="*/ 0 h 9619"/>
                  <a:gd name="connsiteX2" fmla="*/ 8000 w 10000"/>
                  <a:gd name="connsiteY2" fmla="*/ 9619 h 9619"/>
                  <a:gd name="connsiteX3" fmla="*/ 723 w 10000"/>
                  <a:gd name="connsiteY3" fmla="*/ 9467 h 9619"/>
                  <a:gd name="connsiteX4" fmla="*/ 0 w 10000"/>
                  <a:gd name="connsiteY4" fmla="*/ 0 h 9619"/>
                  <a:gd name="connsiteX0" fmla="*/ 0 w 8511"/>
                  <a:gd name="connsiteY0" fmla="*/ 0 h 10000"/>
                  <a:gd name="connsiteX1" fmla="*/ 8511 w 8511"/>
                  <a:gd name="connsiteY1" fmla="*/ 0 h 10000"/>
                  <a:gd name="connsiteX2" fmla="*/ 8000 w 8511"/>
                  <a:gd name="connsiteY2" fmla="*/ 10000 h 10000"/>
                  <a:gd name="connsiteX3" fmla="*/ 723 w 8511"/>
                  <a:gd name="connsiteY3" fmla="*/ 9842 h 10000"/>
                  <a:gd name="connsiteX4" fmla="*/ 0 w 8511"/>
                  <a:gd name="connsiteY4" fmla="*/ 0 h 10000"/>
                  <a:gd name="connsiteX0" fmla="*/ 0 w 10500"/>
                  <a:gd name="connsiteY0" fmla="*/ 0 h 10000"/>
                  <a:gd name="connsiteX1" fmla="*/ 10500 w 10500"/>
                  <a:gd name="connsiteY1" fmla="*/ 0 h 10000"/>
                  <a:gd name="connsiteX2" fmla="*/ 9900 w 10500"/>
                  <a:gd name="connsiteY2" fmla="*/ 10000 h 10000"/>
                  <a:gd name="connsiteX3" fmla="*/ 1349 w 10500"/>
                  <a:gd name="connsiteY3" fmla="*/ 9842 h 10000"/>
                  <a:gd name="connsiteX4" fmla="*/ 0 w 10500"/>
                  <a:gd name="connsiteY4" fmla="*/ 0 h 10000"/>
                  <a:gd name="connsiteX0" fmla="*/ 0 w 10500"/>
                  <a:gd name="connsiteY0" fmla="*/ 0 h 10266"/>
                  <a:gd name="connsiteX1" fmla="*/ 10500 w 10500"/>
                  <a:gd name="connsiteY1" fmla="*/ 0 h 10266"/>
                  <a:gd name="connsiteX2" fmla="*/ 9900 w 10500"/>
                  <a:gd name="connsiteY2" fmla="*/ 10000 h 10266"/>
                  <a:gd name="connsiteX3" fmla="*/ 1349 w 10500"/>
                  <a:gd name="connsiteY3" fmla="*/ 9842 h 10266"/>
                  <a:gd name="connsiteX4" fmla="*/ 0 w 10500"/>
                  <a:gd name="connsiteY4" fmla="*/ 0 h 10266"/>
                  <a:gd name="connsiteX0" fmla="*/ 0 w 10500"/>
                  <a:gd name="connsiteY0" fmla="*/ 0 h 10381"/>
                  <a:gd name="connsiteX1" fmla="*/ 10500 w 10500"/>
                  <a:gd name="connsiteY1" fmla="*/ 0 h 10381"/>
                  <a:gd name="connsiteX2" fmla="*/ 9900 w 10500"/>
                  <a:gd name="connsiteY2" fmla="*/ 10000 h 10381"/>
                  <a:gd name="connsiteX3" fmla="*/ 1349 w 10500"/>
                  <a:gd name="connsiteY3" fmla="*/ 9842 h 10381"/>
                  <a:gd name="connsiteX4" fmla="*/ 0 w 10500"/>
                  <a:gd name="connsiteY4" fmla="*/ 0 h 10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0" h="10381">
                    <a:moveTo>
                      <a:pt x="0" y="0"/>
                    </a:moveTo>
                    <a:lnTo>
                      <a:pt x="10500" y="0"/>
                    </a:lnTo>
                    <a:cubicBezTo>
                      <a:pt x="10300" y="3333"/>
                      <a:pt x="10099" y="6667"/>
                      <a:pt x="9900" y="10000"/>
                    </a:cubicBezTo>
                    <a:cubicBezTo>
                      <a:pt x="6425" y="10659"/>
                      <a:pt x="3699" y="10370"/>
                      <a:pt x="1349" y="984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2D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lowchart: Manual Operation 15">
                <a:extLst>
                  <a:ext uri="{FF2B5EF4-FFF2-40B4-BE49-F238E27FC236}">
                    <a16:creationId xmlns:a16="http://schemas.microsoft.com/office/drawing/2014/main" id="{CC279E1B-BBB3-F852-FDC5-3F687E634023}"/>
                  </a:ext>
                </a:extLst>
              </p:cNvPr>
              <p:cNvSpPr/>
              <p:nvPr/>
            </p:nvSpPr>
            <p:spPr>
              <a:xfrm>
                <a:off x="8662988" y="5067990"/>
                <a:ext cx="108159" cy="378958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723 w 10000"/>
                  <a:gd name="connsiteY3" fmla="*/ 9467 h 10000"/>
                  <a:gd name="connsiteX4" fmla="*/ 0 w 10000"/>
                  <a:gd name="connsiteY4" fmla="*/ 0 h 10000"/>
                  <a:gd name="connsiteX0" fmla="*/ 0 w 10000"/>
                  <a:gd name="connsiteY0" fmla="*/ 0 h 9619"/>
                  <a:gd name="connsiteX1" fmla="*/ 10000 w 10000"/>
                  <a:gd name="connsiteY1" fmla="*/ 0 h 9619"/>
                  <a:gd name="connsiteX2" fmla="*/ 8000 w 10000"/>
                  <a:gd name="connsiteY2" fmla="*/ 9619 h 9619"/>
                  <a:gd name="connsiteX3" fmla="*/ 723 w 10000"/>
                  <a:gd name="connsiteY3" fmla="*/ 9467 h 9619"/>
                  <a:gd name="connsiteX4" fmla="*/ 0 w 10000"/>
                  <a:gd name="connsiteY4" fmla="*/ 0 h 9619"/>
                  <a:gd name="connsiteX0" fmla="*/ 0 w 8511"/>
                  <a:gd name="connsiteY0" fmla="*/ 0 h 10000"/>
                  <a:gd name="connsiteX1" fmla="*/ 8511 w 8511"/>
                  <a:gd name="connsiteY1" fmla="*/ 0 h 10000"/>
                  <a:gd name="connsiteX2" fmla="*/ 8000 w 8511"/>
                  <a:gd name="connsiteY2" fmla="*/ 10000 h 10000"/>
                  <a:gd name="connsiteX3" fmla="*/ 723 w 8511"/>
                  <a:gd name="connsiteY3" fmla="*/ 9842 h 10000"/>
                  <a:gd name="connsiteX4" fmla="*/ 0 w 8511"/>
                  <a:gd name="connsiteY4" fmla="*/ 0 h 10000"/>
                  <a:gd name="connsiteX0" fmla="*/ 0 w 10500"/>
                  <a:gd name="connsiteY0" fmla="*/ 0 h 10000"/>
                  <a:gd name="connsiteX1" fmla="*/ 10500 w 10500"/>
                  <a:gd name="connsiteY1" fmla="*/ 0 h 10000"/>
                  <a:gd name="connsiteX2" fmla="*/ 9900 w 10500"/>
                  <a:gd name="connsiteY2" fmla="*/ 10000 h 10000"/>
                  <a:gd name="connsiteX3" fmla="*/ 1349 w 10500"/>
                  <a:gd name="connsiteY3" fmla="*/ 9842 h 10000"/>
                  <a:gd name="connsiteX4" fmla="*/ 0 w 10500"/>
                  <a:gd name="connsiteY4" fmla="*/ 0 h 10000"/>
                  <a:gd name="connsiteX0" fmla="*/ 0 w 10500"/>
                  <a:gd name="connsiteY0" fmla="*/ 0 h 10266"/>
                  <a:gd name="connsiteX1" fmla="*/ 10500 w 10500"/>
                  <a:gd name="connsiteY1" fmla="*/ 0 h 10266"/>
                  <a:gd name="connsiteX2" fmla="*/ 9900 w 10500"/>
                  <a:gd name="connsiteY2" fmla="*/ 10000 h 10266"/>
                  <a:gd name="connsiteX3" fmla="*/ 1349 w 10500"/>
                  <a:gd name="connsiteY3" fmla="*/ 9842 h 10266"/>
                  <a:gd name="connsiteX4" fmla="*/ 0 w 10500"/>
                  <a:gd name="connsiteY4" fmla="*/ 0 h 10266"/>
                  <a:gd name="connsiteX0" fmla="*/ 0 w 10500"/>
                  <a:gd name="connsiteY0" fmla="*/ 0 h 10381"/>
                  <a:gd name="connsiteX1" fmla="*/ 10500 w 10500"/>
                  <a:gd name="connsiteY1" fmla="*/ 0 h 10381"/>
                  <a:gd name="connsiteX2" fmla="*/ 9900 w 10500"/>
                  <a:gd name="connsiteY2" fmla="*/ 10000 h 10381"/>
                  <a:gd name="connsiteX3" fmla="*/ 1349 w 10500"/>
                  <a:gd name="connsiteY3" fmla="*/ 9842 h 10381"/>
                  <a:gd name="connsiteX4" fmla="*/ 0 w 10500"/>
                  <a:gd name="connsiteY4" fmla="*/ 0 h 10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0" h="10381">
                    <a:moveTo>
                      <a:pt x="0" y="0"/>
                    </a:moveTo>
                    <a:lnTo>
                      <a:pt x="10500" y="0"/>
                    </a:lnTo>
                    <a:cubicBezTo>
                      <a:pt x="10300" y="3333"/>
                      <a:pt x="10099" y="6667"/>
                      <a:pt x="9900" y="10000"/>
                    </a:cubicBezTo>
                    <a:cubicBezTo>
                      <a:pt x="6425" y="10659"/>
                      <a:pt x="3699" y="10370"/>
                      <a:pt x="1349" y="984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2D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E75D4EC-9525-5BE8-0100-38D13CB72ABD}"/>
                </a:ext>
              </a:extLst>
            </p:cNvPr>
            <p:cNvGrpSpPr/>
            <p:nvPr/>
          </p:nvGrpSpPr>
          <p:grpSpPr>
            <a:xfrm>
              <a:off x="10027513" y="3645544"/>
              <a:ext cx="1655004" cy="742019"/>
              <a:chOff x="7850782" y="4047003"/>
              <a:chExt cx="1685940" cy="755889"/>
            </a:xfrm>
            <a:solidFill>
              <a:sysClr val="window" lastClr="FFFFFF"/>
            </a:solidFill>
          </p:grpSpPr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F403D0AE-EB94-0778-7315-65F097FEDAF7}"/>
                  </a:ext>
                </a:extLst>
              </p:cNvPr>
              <p:cNvSpPr/>
              <p:nvPr/>
            </p:nvSpPr>
            <p:spPr>
              <a:xfrm>
                <a:off x="7850782" y="4047003"/>
                <a:ext cx="1685940" cy="755889"/>
              </a:xfrm>
              <a:custGeom>
                <a:avLst/>
                <a:gdLst>
                  <a:gd name="connsiteX0" fmla="*/ 0 w 872197"/>
                  <a:gd name="connsiteY0" fmla="*/ 0 h 450166"/>
                  <a:gd name="connsiteX1" fmla="*/ 872197 w 872197"/>
                  <a:gd name="connsiteY1" fmla="*/ 0 h 450166"/>
                  <a:gd name="connsiteX2" fmla="*/ 872197 w 872197"/>
                  <a:gd name="connsiteY2" fmla="*/ 450166 h 450166"/>
                  <a:gd name="connsiteX3" fmla="*/ 0 w 872197"/>
                  <a:gd name="connsiteY3" fmla="*/ 450166 h 450166"/>
                  <a:gd name="connsiteX4" fmla="*/ 0 w 872197"/>
                  <a:gd name="connsiteY4" fmla="*/ 0 h 450166"/>
                  <a:gd name="connsiteX0" fmla="*/ 0 w 1024597"/>
                  <a:gd name="connsiteY0" fmla="*/ 0 h 450166"/>
                  <a:gd name="connsiteX1" fmla="*/ 1024597 w 1024597"/>
                  <a:gd name="connsiteY1" fmla="*/ 297180 h 450166"/>
                  <a:gd name="connsiteX2" fmla="*/ 872197 w 1024597"/>
                  <a:gd name="connsiteY2" fmla="*/ 450166 h 450166"/>
                  <a:gd name="connsiteX3" fmla="*/ 0 w 1024597"/>
                  <a:gd name="connsiteY3" fmla="*/ 450166 h 450166"/>
                  <a:gd name="connsiteX4" fmla="*/ 0 w 1024597"/>
                  <a:gd name="connsiteY4" fmla="*/ 0 h 450166"/>
                  <a:gd name="connsiteX0" fmla="*/ 0 w 1039837"/>
                  <a:gd name="connsiteY0" fmla="*/ 0 h 450166"/>
                  <a:gd name="connsiteX1" fmla="*/ 1039837 w 1039837"/>
                  <a:gd name="connsiteY1" fmla="*/ 259080 h 450166"/>
                  <a:gd name="connsiteX2" fmla="*/ 872197 w 1039837"/>
                  <a:gd name="connsiteY2" fmla="*/ 450166 h 450166"/>
                  <a:gd name="connsiteX3" fmla="*/ 0 w 1039837"/>
                  <a:gd name="connsiteY3" fmla="*/ 450166 h 450166"/>
                  <a:gd name="connsiteX4" fmla="*/ 0 w 1039837"/>
                  <a:gd name="connsiteY4" fmla="*/ 0 h 450166"/>
                  <a:gd name="connsiteX0" fmla="*/ 0 w 1039837"/>
                  <a:gd name="connsiteY0" fmla="*/ 0 h 709246"/>
                  <a:gd name="connsiteX1" fmla="*/ 1039837 w 1039837"/>
                  <a:gd name="connsiteY1" fmla="*/ 259080 h 709246"/>
                  <a:gd name="connsiteX2" fmla="*/ 1016977 w 1039837"/>
                  <a:gd name="connsiteY2" fmla="*/ 709246 h 709246"/>
                  <a:gd name="connsiteX3" fmla="*/ 0 w 1039837"/>
                  <a:gd name="connsiteY3" fmla="*/ 450166 h 709246"/>
                  <a:gd name="connsiteX4" fmla="*/ 0 w 1039837"/>
                  <a:gd name="connsiteY4" fmla="*/ 0 h 709246"/>
                  <a:gd name="connsiteX0" fmla="*/ 350520 w 1390357"/>
                  <a:gd name="connsiteY0" fmla="*/ 0 h 709246"/>
                  <a:gd name="connsiteX1" fmla="*/ 1390357 w 1390357"/>
                  <a:gd name="connsiteY1" fmla="*/ 259080 h 709246"/>
                  <a:gd name="connsiteX2" fmla="*/ 1367497 w 1390357"/>
                  <a:gd name="connsiteY2" fmla="*/ 709246 h 709246"/>
                  <a:gd name="connsiteX3" fmla="*/ 0 w 1390357"/>
                  <a:gd name="connsiteY3" fmla="*/ 678766 h 709246"/>
                  <a:gd name="connsiteX4" fmla="*/ 350520 w 1390357"/>
                  <a:gd name="connsiteY4" fmla="*/ 0 h 709246"/>
                  <a:gd name="connsiteX0" fmla="*/ 0 w 1039837"/>
                  <a:gd name="connsiteY0" fmla="*/ 0 h 709246"/>
                  <a:gd name="connsiteX1" fmla="*/ 1039837 w 1039837"/>
                  <a:gd name="connsiteY1" fmla="*/ 259080 h 709246"/>
                  <a:gd name="connsiteX2" fmla="*/ 1016977 w 1039837"/>
                  <a:gd name="connsiteY2" fmla="*/ 709246 h 709246"/>
                  <a:gd name="connsiteX3" fmla="*/ 0 w 1039837"/>
                  <a:gd name="connsiteY3" fmla="*/ 0 h 709246"/>
                  <a:gd name="connsiteX0" fmla="*/ 0 w 925537"/>
                  <a:gd name="connsiteY0" fmla="*/ 0 h 709246"/>
                  <a:gd name="connsiteX1" fmla="*/ 925537 w 925537"/>
                  <a:gd name="connsiteY1" fmla="*/ 259080 h 709246"/>
                  <a:gd name="connsiteX2" fmla="*/ 902677 w 925537"/>
                  <a:gd name="connsiteY2" fmla="*/ 709246 h 709246"/>
                  <a:gd name="connsiteX3" fmla="*/ 0 w 925537"/>
                  <a:gd name="connsiteY3" fmla="*/ 0 h 709246"/>
                  <a:gd name="connsiteX0" fmla="*/ 0 w 902677"/>
                  <a:gd name="connsiteY0" fmla="*/ 0 h 678766"/>
                  <a:gd name="connsiteX1" fmla="*/ 902677 w 902677"/>
                  <a:gd name="connsiteY1" fmla="*/ 228600 h 678766"/>
                  <a:gd name="connsiteX2" fmla="*/ 879817 w 902677"/>
                  <a:gd name="connsiteY2" fmla="*/ 678766 h 678766"/>
                  <a:gd name="connsiteX3" fmla="*/ 0 w 902677"/>
                  <a:gd name="connsiteY3" fmla="*/ 0 h 678766"/>
                  <a:gd name="connsiteX0" fmla="*/ 812195 w 1714872"/>
                  <a:gd name="connsiteY0" fmla="*/ 0 h 678766"/>
                  <a:gd name="connsiteX1" fmla="*/ 1714872 w 1714872"/>
                  <a:gd name="connsiteY1" fmla="*/ 228600 h 678766"/>
                  <a:gd name="connsiteX2" fmla="*/ 1692012 w 1714872"/>
                  <a:gd name="connsiteY2" fmla="*/ 678766 h 678766"/>
                  <a:gd name="connsiteX3" fmla="*/ 812195 w 1714872"/>
                  <a:gd name="connsiteY3" fmla="*/ 0 h 678766"/>
                  <a:gd name="connsiteX0" fmla="*/ 997193 w 1899870"/>
                  <a:gd name="connsiteY0" fmla="*/ 0 h 763244"/>
                  <a:gd name="connsiteX1" fmla="*/ 1899870 w 1899870"/>
                  <a:gd name="connsiteY1" fmla="*/ 228600 h 763244"/>
                  <a:gd name="connsiteX2" fmla="*/ 1877010 w 1899870"/>
                  <a:gd name="connsiteY2" fmla="*/ 678766 h 763244"/>
                  <a:gd name="connsiteX3" fmla="*/ 997193 w 1899870"/>
                  <a:gd name="connsiteY3" fmla="*/ 0 h 763244"/>
                  <a:gd name="connsiteX0" fmla="*/ 821115 w 1723792"/>
                  <a:gd name="connsiteY0" fmla="*/ 7243 h 761021"/>
                  <a:gd name="connsiteX1" fmla="*/ 1723792 w 1723792"/>
                  <a:gd name="connsiteY1" fmla="*/ 235843 h 761021"/>
                  <a:gd name="connsiteX2" fmla="*/ 1700932 w 1723792"/>
                  <a:gd name="connsiteY2" fmla="*/ 686009 h 761021"/>
                  <a:gd name="connsiteX3" fmla="*/ 821115 w 1723792"/>
                  <a:gd name="connsiteY3" fmla="*/ 7243 h 761021"/>
                  <a:gd name="connsiteX0" fmla="*/ 840481 w 1743158"/>
                  <a:gd name="connsiteY0" fmla="*/ 6988 h 775287"/>
                  <a:gd name="connsiteX1" fmla="*/ 1743158 w 1743158"/>
                  <a:gd name="connsiteY1" fmla="*/ 235588 h 775287"/>
                  <a:gd name="connsiteX2" fmla="*/ 1720298 w 1743158"/>
                  <a:gd name="connsiteY2" fmla="*/ 685754 h 775287"/>
                  <a:gd name="connsiteX3" fmla="*/ 840481 w 1743158"/>
                  <a:gd name="connsiteY3" fmla="*/ 6988 h 775287"/>
                  <a:gd name="connsiteX0" fmla="*/ 840481 w 1743158"/>
                  <a:gd name="connsiteY0" fmla="*/ 7158 h 746853"/>
                  <a:gd name="connsiteX1" fmla="*/ 1743158 w 1743158"/>
                  <a:gd name="connsiteY1" fmla="*/ 235758 h 746853"/>
                  <a:gd name="connsiteX2" fmla="*/ 1720298 w 1743158"/>
                  <a:gd name="connsiteY2" fmla="*/ 655444 h 746853"/>
                  <a:gd name="connsiteX3" fmla="*/ 840481 w 1743158"/>
                  <a:gd name="connsiteY3" fmla="*/ 7158 h 746853"/>
                  <a:gd name="connsiteX0" fmla="*/ 845864 w 1748541"/>
                  <a:gd name="connsiteY0" fmla="*/ 6990 h 756833"/>
                  <a:gd name="connsiteX1" fmla="*/ 1748541 w 1748541"/>
                  <a:gd name="connsiteY1" fmla="*/ 235590 h 756833"/>
                  <a:gd name="connsiteX2" fmla="*/ 1725681 w 1748541"/>
                  <a:gd name="connsiteY2" fmla="*/ 655276 h 756833"/>
                  <a:gd name="connsiteX3" fmla="*/ 845864 w 1748541"/>
                  <a:gd name="connsiteY3" fmla="*/ 6990 h 756833"/>
                  <a:gd name="connsiteX0" fmla="*/ 839101 w 1741778"/>
                  <a:gd name="connsiteY0" fmla="*/ 19763 h 764534"/>
                  <a:gd name="connsiteX1" fmla="*/ 1741778 w 1741778"/>
                  <a:gd name="connsiteY1" fmla="*/ 248363 h 764534"/>
                  <a:gd name="connsiteX2" fmla="*/ 1718918 w 1741778"/>
                  <a:gd name="connsiteY2" fmla="*/ 668049 h 764534"/>
                  <a:gd name="connsiteX3" fmla="*/ 839101 w 1741778"/>
                  <a:gd name="connsiteY3" fmla="*/ 19763 h 764534"/>
                  <a:gd name="connsiteX0" fmla="*/ 874820 w 1653672"/>
                  <a:gd name="connsiteY0" fmla="*/ 19718 h 767470"/>
                  <a:gd name="connsiteX1" fmla="*/ 1653672 w 1653672"/>
                  <a:gd name="connsiteY1" fmla="*/ 251493 h 767470"/>
                  <a:gd name="connsiteX2" fmla="*/ 1630812 w 1653672"/>
                  <a:gd name="connsiteY2" fmla="*/ 671179 h 767470"/>
                  <a:gd name="connsiteX3" fmla="*/ 874820 w 1653672"/>
                  <a:gd name="connsiteY3" fmla="*/ 19718 h 767470"/>
                  <a:gd name="connsiteX0" fmla="*/ 959061 w 1737913"/>
                  <a:gd name="connsiteY0" fmla="*/ 1304 h 758298"/>
                  <a:gd name="connsiteX1" fmla="*/ 1737913 w 1737913"/>
                  <a:gd name="connsiteY1" fmla="*/ 233079 h 758298"/>
                  <a:gd name="connsiteX2" fmla="*/ 1715053 w 1737913"/>
                  <a:gd name="connsiteY2" fmla="*/ 652765 h 758298"/>
                  <a:gd name="connsiteX3" fmla="*/ 959061 w 1737913"/>
                  <a:gd name="connsiteY3" fmla="*/ 1304 h 758298"/>
                  <a:gd name="connsiteX0" fmla="*/ 959061 w 1737913"/>
                  <a:gd name="connsiteY0" fmla="*/ 1273 h 784806"/>
                  <a:gd name="connsiteX1" fmla="*/ 1737913 w 1737913"/>
                  <a:gd name="connsiteY1" fmla="*/ 233048 h 784806"/>
                  <a:gd name="connsiteX2" fmla="*/ 1715053 w 1737913"/>
                  <a:gd name="connsiteY2" fmla="*/ 681309 h 784806"/>
                  <a:gd name="connsiteX3" fmla="*/ 959061 w 1737913"/>
                  <a:gd name="connsiteY3" fmla="*/ 1273 h 784806"/>
                  <a:gd name="connsiteX0" fmla="*/ 986764 w 1765616"/>
                  <a:gd name="connsiteY0" fmla="*/ 1399 h 749257"/>
                  <a:gd name="connsiteX1" fmla="*/ 1765616 w 1765616"/>
                  <a:gd name="connsiteY1" fmla="*/ 233174 h 749257"/>
                  <a:gd name="connsiteX2" fmla="*/ 1742756 w 1765616"/>
                  <a:gd name="connsiteY2" fmla="*/ 681435 h 749257"/>
                  <a:gd name="connsiteX3" fmla="*/ 986764 w 1765616"/>
                  <a:gd name="connsiteY3" fmla="*/ 1399 h 749257"/>
                  <a:gd name="connsiteX0" fmla="*/ 914018 w 1692870"/>
                  <a:gd name="connsiteY0" fmla="*/ 2269 h 682305"/>
                  <a:gd name="connsiteX1" fmla="*/ 1692870 w 1692870"/>
                  <a:gd name="connsiteY1" fmla="*/ 234044 h 682305"/>
                  <a:gd name="connsiteX2" fmla="*/ 1670010 w 1692870"/>
                  <a:gd name="connsiteY2" fmla="*/ 682305 h 682305"/>
                  <a:gd name="connsiteX3" fmla="*/ 14273 w 1692870"/>
                  <a:gd name="connsiteY3" fmla="*/ 133079 h 682305"/>
                  <a:gd name="connsiteX4" fmla="*/ 914018 w 1692870"/>
                  <a:gd name="connsiteY4" fmla="*/ 2269 h 682305"/>
                  <a:gd name="connsiteX0" fmla="*/ 914018 w 1692870"/>
                  <a:gd name="connsiteY0" fmla="*/ 2269 h 740102"/>
                  <a:gd name="connsiteX1" fmla="*/ 1692870 w 1692870"/>
                  <a:gd name="connsiteY1" fmla="*/ 234044 h 740102"/>
                  <a:gd name="connsiteX2" fmla="*/ 1670010 w 1692870"/>
                  <a:gd name="connsiteY2" fmla="*/ 682305 h 740102"/>
                  <a:gd name="connsiteX3" fmla="*/ 14273 w 1692870"/>
                  <a:gd name="connsiteY3" fmla="*/ 133079 h 740102"/>
                  <a:gd name="connsiteX4" fmla="*/ 914018 w 1692870"/>
                  <a:gd name="connsiteY4" fmla="*/ 2269 h 740102"/>
                  <a:gd name="connsiteX0" fmla="*/ 914018 w 1692870"/>
                  <a:gd name="connsiteY0" fmla="*/ 2269 h 761345"/>
                  <a:gd name="connsiteX1" fmla="*/ 1692870 w 1692870"/>
                  <a:gd name="connsiteY1" fmla="*/ 234044 h 761345"/>
                  <a:gd name="connsiteX2" fmla="*/ 1670010 w 1692870"/>
                  <a:gd name="connsiteY2" fmla="*/ 682305 h 761345"/>
                  <a:gd name="connsiteX3" fmla="*/ 14273 w 1692870"/>
                  <a:gd name="connsiteY3" fmla="*/ 133079 h 761345"/>
                  <a:gd name="connsiteX4" fmla="*/ 914018 w 1692870"/>
                  <a:gd name="connsiteY4" fmla="*/ 2269 h 761345"/>
                  <a:gd name="connsiteX0" fmla="*/ 905689 w 1684541"/>
                  <a:gd name="connsiteY0" fmla="*/ 16156 h 775232"/>
                  <a:gd name="connsiteX1" fmla="*/ 1684541 w 1684541"/>
                  <a:gd name="connsiteY1" fmla="*/ 247931 h 775232"/>
                  <a:gd name="connsiteX2" fmla="*/ 1661681 w 1684541"/>
                  <a:gd name="connsiteY2" fmla="*/ 696192 h 775232"/>
                  <a:gd name="connsiteX3" fmla="*/ 5944 w 1684541"/>
                  <a:gd name="connsiteY3" fmla="*/ 146966 h 775232"/>
                  <a:gd name="connsiteX4" fmla="*/ 905689 w 1684541"/>
                  <a:gd name="connsiteY4" fmla="*/ 16156 h 775232"/>
                  <a:gd name="connsiteX0" fmla="*/ 905689 w 1684541"/>
                  <a:gd name="connsiteY0" fmla="*/ 12314 h 771390"/>
                  <a:gd name="connsiteX1" fmla="*/ 1684541 w 1684541"/>
                  <a:gd name="connsiteY1" fmla="*/ 244089 h 771390"/>
                  <a:gd name="connsiteX2" fmla="*/ 1661681 w 1684541"/>
                  <a:gd name="connsiteY2" fmla="*/ 692350 h 771390"/>
                  <a:gd name="connsiteX3" fmla="*/ 5944 w 1684541"/>
                  <a:gd name="connsiteY3" fmla="*/ 143124 h 771390"/>
                  <a:gd name="connsiteX4" fmla="*/ 905689 w 1684541"/>
                  <a:gd name="connsiteY4" fmla="*/ 12314 h 771390"/>
                  <a:gd name="connsiteX0" fmla="*/ 905689 w 1684541"/>
                  <a:gd name="connsiteY0" fmla="*/ 12314 h 771390"/>
                  <a:gd name="connsiteX1" fmla="*/ 1684541 w 1684541"/>
                  <a:gd name="connsiteY1" fmla="*/ 244089 h 771390"/>
                  <a:gd name="connsiteX2" fmla="*/ 1661681 w 1684541"/>
                  <a:gd name="connsiteY2" fmla="*/ 692350 h 771390"/>
                  <a:gd name="connsiteX3" fmla="*/ 5944 w 1684541"/>
                  <a:gd name="connsiteY3" fmla="*/ 143124 h 771390"/>
                  <a:gd name="connsiteX4" fmla="*/ 905689 w 1684541"/>
                  <a:gd name="connsiteY4" fmla="*/ 12314 h 771390"/>
                  <a:gd name="connsiteX0" fmla="*/ 905689 w 1684541"/>
                  <a:gd name="connsiteY0" fmla="*/ 22880 h 778780"/>
                  <a:gd name="connsiteX1" fmla="*/ 1684541 w 1684541"/>
                  <a:gd name="connsiteY1" fmla="*/ 254655 h 778780"/>
                  <a:gd name="connsiteX2" fmla="*/ 1661681 w 1684541"/>
                  <a:gd name="connsiteY2" fmla="*/ 702916 h 778780"/>
                  <a:gd name="connsiteX3" fmla="*/ 5944 w 1684541"/>
                  <a:gd name="connsiteY3" fmla="*/ 125115 h 778780"/>
                  <a:gd name="connsiteX4" fmla="*/ 905689 w 1684541"/>
                  <a:gd name="connsiteY4" fmla="*/ 22880 h 778780"/>
                  <a:gd name="connsiteX0" fmla="*/ 905689 w 1684541"/>
                  <a:gd name="connsiteY0" fmla="*/ 3662 h 759562"/>
                  <a:gd name="connsiteX1" fmla="*/ 1684541 w 1684541"/>
                  <a:gd name="connsiteY1" fmla="*/ 235437 h 759562"/>
                  <a:gd name="connsiteX2" fmla="*/ 1661681 w 1684541"/>
                  <a:gd name="connsiteY2" fmla="*/ 683698 h 759562"/>
                  <a:gd name="connsiteX3" fmla="*/ 5944 w 1684541"/>
                  <a:gd name="connsiteY3" fmla="*/ 105897 h 759562"/>
                  <a:gd name="connsiteX4" fmla="*/ 905689 w 1684541"/>
                  <a:gd name="connsiteY4" fmla="*/ 3662 h 759562"/>
                  <a:gd name="connsiteX0" fmla="*/ 907088 w 1685940"/>
                  <a:gd name="connsiteY0" fmla="*/ 3662 h 755889"/>
                  <a:gd name="connsiteX1" fmla="*/ 1685940 w 1685940"/>
                  <a:gd name="connsiteY1" fmla="*/ 235437 h 755889"/>
                  <a:gd name="connsiteX2" fmla="*/ 1663080 w 1685940"/>
                  <a:gd name="connsiteY2" fmla="*/ 683698 h 755889"/>
                  <a:gd name="connsiteX3" fmla="*/ 7343 w 1685940"/>
                  <a:gd name="connsiteY3" fmla="*/ 105897 h 755889"/>
                  <a:gd name="connsiteX4" fmla="*/ 907088 w 1685940"/>
                  <a:gd name="connsiteY4" fmla="*/ 3662 h 755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5940" h="755889">
                    <a:moveTo>
                      <a:pt x="907088" y="3662"/>
                    </a:moveTo>
                    <a:lnTo>
                      <a:pt x="1685940" y="235437"/>
                    </a:lnTo>
                    <a:lnTo>
                      <a:pt x="1663080" y="683698"/>
                    </a:lnTo>
                    <a:cubicBezTo>
                      <a:pt x="483995" y="934364"/>
                      <a:pt x="-71446" y="481173"/>
                      <a:pt x="7343" y="105897"/>
                    </a:cubicBezTo>
                    <a:cubicBezTo>
                      <a:pt x="28983" y="2083"/>
                      <a:pt x="623353" y="-7609"/>
                      <a:pt x="907088" y="3662"/>
                    </a:cubicBezTo>
                    <a:close/>
                  </a:path>
                </a:pathLst>
              </a:custGeom>
              <a:solidFill>
                <a:srgbClr val="A08BA7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33E2443-1C9B-B516-B4E7-FF9D8AE79A91}"/>
                  </a:ext>
                </a:extLst>
              </p:cNvPr>
              <p:cNvSpPr/>
              <p:nvPr/>
            </p:nvSpPr>
            <p:spPr>
              <a:xfrm>
                <a:off x="7920038" y="4131470"/>
                <a:ext cx="1440656" cy="181408"/>
              </a:xfrm>
              <a:custGeom>
                <a:avLst/>
                <a:gdLst>
                  <a:gd name="connsiteX0" fmla="*/ 0 w 1440656"/>
                  <a:gd name="connsiteY0" fmla="*/ 0 h 166687"/>
                  <a:gd name="connsiteX1" fmla="*/ 1440656 w 1440656"/>
                  <a:gd name="connsiteY1" fmla="*/ 166687 h 166687"/>
                  <a:gd name="connsiteX2" fmla="*/ 1440656 w 1440656"/>
                  <a:gd name="connsiteY2" fmla="*/ 166687 h 166687"/>
                  <a:gd name="connsiteX0" fmla="*/ 0 w 1440656"/>
                  <a:gd name="connsiteY0" fmla="*/ 0 h 166687"/>
                  <a:gd name="connsiteX1" fmla="*/ 1440656 w 1440656"/>
                  <a:gd name="connsiteY1" fmla="*/ 166687 h 166687"/>
                  <a:gd name="connsiteX2" fmla="*/ 1440656 w 1440656"/>
                  <a:gd name="connsiteY2" fmla="*/ 166687 h 166687"/>
                  <a:gd name="connsiteX0" fmla="*/ 0 w 1440656"/>
                  <a:gd name="connsiteY0" fmla="*/ 0 h 181408"/>
                  <a:gd name="connsiteX1" fmla="*/ 1440656 w 1440656"/>
                  <a:gd name="connsiteY1" fmla="*/ 166687 h 181408"/>
                  <a:gd name="connsiteX2" fmla="*/ 1440656 w 1440656"/>
                  <a:gd name="connsiteY2" fmla="*/ 166687 h 1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0656" h="181408">
                    <a:moveTo>
                      <a:pt x="0" y="0"/>
                    </a:moveTo>
                    <a:cubicBezTo>
                      <a:pt x="175419" y="241300"/>
                      <a:pt x="1117599" y="175419"/>
                      <a:pt x="1440656" y="166687"/>
                    </a:cubicBezTo>
                    <a:lnTo>
                      <a:pt x="1440656" y="166687"/>
                    </a:lnTo>
                  </a:path>
                </a:pathLst>
              </a:custGeom>
              <a:solidFill>
                <a:srgbClr val="A08BA7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1406226-A772-F67C-4BAE-C4707AF2B80A}"/>
                  </a:ext>
                </a:extLst>
              </p:cNvPr>
              <p:cNvSpPr/>
              <p:nvPr/>
            </p:nvSpPr>
            <p:spPr>
              <a:xfrm>
                <a:off x="8541543" y="4060032"/>
                <a:ext cx="435769" cy="128588"/>
              </a:xfrm>
              <a:custGeom>
                <a:avLst/>
                <a:gdLst>
                  <a:gd name="connsiteX0" fmla="*/ 0 w 390525"/>
                  <a:gd name="connsiteY0" fmla="*/ 0 h 140494"/>
                  <a:gd name="connsiteX1" fmla="*/ 390525 w 390525"/>
                  <a:gd name="connsiteY1" fmla="*/ 140494 h 140494"/>
                  <a:gd name="connsiteX2" fmla="*/ 390525 w 390525"/>
                  <a:gd name="connsiteY2" fmla="*/ 140494 h 140494"/>
                  <a:gd name="connsiteX0" fmla="*/ 0 w 409575"/>
                  <a:gd name="connsiteY0" fmla="*/ 0 h 128587"/>
                  <a:gd name="connsiteX1" fmla="*/ 409575 w 409575"/>
                  <a:gd name="connsiteY1" fmla="*/ 128587 h 128587"/>
                  <a:gd name="connsiteX2" fmla="*/ 409575 w 409575"/>
                  <a:gd name="connsiteY2" fmla="*/ 128587 h 128587"/>
                  <a:gd name="connsiteX0" fmla="*/ 0 w 419100"/>
                  <a:gd name="connsiteY0" fmla="*/ 0 h 121444"/>
                  <a:gd name="connsiteX1" fmla="*/ 419100 w 419100"/>
                  <a:gd name="connsiteY1" fmla="*/ 121444 h 121444"/>
                  <a:gd name="connsiteX2" fmla="*/ 419100 w 419100"/>
                  <a:gd name="connsiteY2" fmla="*/ 121444 h 121444"/>
                  <a:gd name="connsiteX0" fmla="*/ 0 w 435769"/>
                  <a:gd name="connsiteY0" fmla="*/ 0 h 128588"/>
                  <a:gd name="connsiteX1" fmla="*/ 435769 w 435769"/>
                  <a:gd name="connsiteY1" fmla="*/ 128588 h 128588"/>
                  <a:gd name="connsiteX2" fmla="*/ 435769 w 435769"/>
                  <a:gd name="connsiteY2" fmla="*/ 128588 h 128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5769" h="128588">
                    <a:moveTo>
                      <a:pt x="0" y="0"/>
                    </a:moveTo>
                    <a:lnTo>
                      <a:pt x="435769" y="128588"/>
                    </a:lnTo>
                    <a:lnTo>
                      <a:pt x="435769" y="128588"/>
                    </a:lnTo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9302B2D-1D71-2036-57B5-E5D2820D2522}"/>
              </a:ext>
            </a:extLst>
          </p:cNvPr>
          <p:cNvGrpSpPr/>
          <p:nvPr/>
        </p:nvGrpSpPr>
        <p:grpSpPr>
          <a:xfrm>
            <a:off x="5576355" y="2667373"/>
            <a:ext cx="4124966" cy="1179952"/>
            <a:chOff x="1889576" y="5084762"/>
            <a:chExt cx="4711700" cy="1347788"/>
          </a:xfrm>
        </p:grpSpPr>
        <p:sp>
          <p:nvSpPr>
            <p:cNvPr id="34" name="Rectangle: Top Corners Rounded 2">
              <a:extLst>
                <a:ext uri="{FF2B5EF4-FFF2-40B4-BE49-F238E27FC236}">
                  <a16:creationId xmlns:a16="http://schemas.microsoft.com/office/drawing/2014/main" id="{7A0BBCA5-A95F-EBE0-25AF-06BDE7536810}"/>
                </a:ext>
              </a:extLst>
            </p:cNvPr>
            <p:cNvSpPr/>
            <p:nvPr/>
          </p:nvSpPr>
          <p:spPr>
            <a:xfrm rot="10800000">
              <a:off x="1947673" y="5480050"/>
              <a:ext cx="4601855" cy="952500"/>
            </a:xfrm>
            <a:custGeom>
              <a:avLst/>
              <a:gdLst>
                <a:gd name="connsiteX0" fmla="*/ 425452 w 3895725"/>
                <a:gd name="connsiteY0" fmla="*/ 0 h 876300"/>
                <a:gd name="connsiteX1" fmla="*/ 3470273 w 3895725"/>
                <a:gd name="connsiteY1" fmla="*/ 0 h 876300"/>
                <a:gd name="connsiteX2" fmla="*/ 3895725 w 3895725"/>
                <a:gd name="connsiteY2" fmla="*/ 425452 h 876300"/>
                <a:gd name="connsiteX3" fmla="*/ 3895725 w 3895725"/>
                <a:gd name="connsiteY3" fmla="*/ 876300 h 876300"/>
                <a:gd name="connsiteX4" fmla="*/ 3895725 w 3895725"/>
                <a:gd name="connsiteY4" fmla="*/ 876300 h 876300"/>
                <a:gd name="connsiteX5" fmla="*/ 0 w 3895725"/>
                <a:gd name="connsiteY5" fmla="*/ 876300 h 876300"/>
                <a:gd name="connsiteX6" fmla="*/ 0 w 3895725"/>
                <a:gd name="connsiteY6" fmla="*/ 876300 h 876300"/>
                <a:gd name="connsiteX7" fmla="*/ 0 w 3895725"/>
                <a:gd name="connsiteY7" fmla="*/ 425452 h 876300"/>
                <a:gd name="connsiteX8" fmla="*/ 425452 w 3895725"/>
                <a:gd name="connsiteY8" fmla="*/ 0 h 876300"/>
                <a:gd name="connsiteX0" fmla="*/ 425452 w 4238625"/>
                <a:gd name="connsiteY0" fmla="*/ 0 h 881062"/>
                <a:gd name="connsiteX1" fmla="*/ 3470273 w 4238625"/>
                <a:gd name="connsiteY1" fmla="*/ 0 h 881062"/>
                <a:gd name="connsiteX2" fmla="*/ 3895725 w 4238625"/>
                <a:gd name="connsiteY2" fmla="*/ 425452 h 881062"/>
                <a:gd name="connsiteX3" fmla="*/ 3895725 w 4238625"/>
                <a:gd name="connsiteY3" fmla="*/ 876300 h 881062"/>
                <a:gd name="connsiteX4" fmla="*/ 4238625 w 4238625"/>
                <a:gd name="connsiteY4" fmla="*/ 881062 h 881062"/>
                <a:gd name="connsiteX5" fmla="*/ 0 w 4238625"/>
                <a:gd name="connsiteY5" fmla="*/ 876300 h 881062"/>
                <a:gd name="connsiteX6" fmla="*/ 0 w 4238625"/>
                <a:gd name="connsiteY6" fmla="*/ 876300 h 881062"/>
                <a:gd name="connsiteX7" fmla="*/ 0 w 4238625"/>
                <a:gd name="connsiteY7" fmla="*/ 425452 h 881062"/>
                <a:gd name="connsiteX8" fmla="*/ 425452 w 4238625"/>
                <a:gd name="connsiteY8" fmla="*/ 0 h 881062"/>
                <a:gd name="connsiteX0" fmla="*/ 425452 w 4238625"/>
                <a:gd name="connsiteY0" fmla="*/ 0 h 881062"/>
                <a:gd name="connsiteX1" fmla="*/ 3470273 w 4238625"/>
                <a:gd name="connsiteY1" fmla="*/ 0 h 881062"/>
                <a:gd name="connsiteX2" fmla="*/ 3895725 w 4238625"/>
                <a:gd name="connsiteY2" fmla="*/ 425452 h 881062"/>
                <a:gd name="connsiteX3" fmla="*/ 4238625 w 4238625"/>
                <a:gd name="connsiteY3" fmla="*/ 881062 h 881062"/>
                <a:gd name="connsiteX4" fmla="*/ 0 w 4238625"/>
                <a:gd name="connsiteY4" fmla="*/ 876300 h 881062"/>
                <a:gd name="connsiteX5" fmla="*/ 0 w 4238625"/>
                <a:gd name="connsiteY5" fmla="*/ 876300 h 881062"/>
                <a:gd name="connsiteX6" fmla="*/ 0 w 4238625"/>
                <a:gd name="connsiteY6" fmla="*/ 425452 h 881062"/>
                <a:gd name="connsiteX7" fmla="*/ 425452 w 4238625"/>
                <a:gd name="connsiteY7" fmla="*/ 0 h 881062"/>
                <a:gd name="connsiteX0" fmla="*/ 425452 w 4452229"/>
                <a:gd name="connsiteY0" fmla="*/ 0 h 881062"/>
                <a:gd name="connsiteX1" fmla="*/ 3470273 w 4452229"/>
                <a:gd name="connsiteY1" fmla="*/ 0 h 881062"/>
                <a:gd name="connsiteX2" fmla="*/ 4238625 w 4452229"/>
                <a:gd name="connsiteY2" fmla="*/ 881062 h 881062"/>
                <a:gd name="connsiteX3" fmla="*/ 0 w 4452229"/>
                <a:gd name="connsiteY3" fmla="*/ 876300 h 881062"/>
                <a:gd name="connsiteX4" fmla="*/ 0 w 4452229"/>
                <a:gd name="connsiteY4" fmla="*/ 876300 h 881062"/>
                <a:gd name="connsiteX5" fmla="*/ 0 w 4452229"/>
                <a:gd name="connsiteY5" fmla="*/ 425452 h 881062"/>
                <a:gd name="connsiteX6" fmla="*/ 425452 w 4452229"/>
                <a:gd name="connsiteY6" fmla="*/ 0 h 881062"/>
                <a:gd name="connsiteX0" fmla="*/ 425452 w 4422380"/>
                <a:gd name="connsiteY0" fmla="*/ 0 h 881062"/>
                <a:gd name="connsiteX1" fmla="*/ 3470273 w 4422380"/>
                <a:gd name="connsiteY1" fmla="*/ 0 h 881062"/>
                <a:gd name="connsiteX2" fmla="*/ 4238625 w 4422380"/>
                <a:gd name="connsiteY2" fmla="*/ 881062 h 881062"/>
                <a:gd name="connsiteX3" fmla="*/ 0 w 4422380"/>
                <a:gd name="connsiteY3" fmla="*/ 876300 h 881062"/>
                <a:gd name="connsiteX4" fmla="*/ 0 w 4422380"/>
                <a:gd name="connsiteY4" fmla="*/ 876300 h 881062"/>
                <a:gd name="connsiteX5" fmla="*/ 0 w 4422380"/>
                <a:gd name="connsiteY5" fmla="*/ 425452 h 881062"/>
                <a:gd name="connsiteX6" fmla="*/ 425452 w 4422380"/>
                <a:gd name="connsiteY6" fmla="*/ 0 h 881062"/>
                <a:gd name="connsiteX0" fmla="*/ 425452 w 4421820"/>
                <a:gd name="connsiteY0" fmla="*/ 31 h 881093"/>
                <a:gd name="connsiteX1" fmla="*/ 3470273 w 4421820"/>
                <a:gd name="connsiteY1" fmla="*/ 31 h 881093"/>
                <a:gd name="connsiteX2" fmla="*/ 4238625 w 4421820"/>
                <a:gd name="connsiteY2" fmla="*/ 881093 h 881093"/>
                <a:gd name="connsiteX3" fmla="*/ 0 w 4421820"/>
                <a:gd name="connsiteY3" fmla="*/ 876331 h 881093"/>
                <a:gd name="connsiteX4" fmla="*/ 0 w 4421820"/>
                <a:gd name="connsiteY4" fmla="*/ 876331 h 881093"/>
                <a:gd name="connsiteX5" fmla="*/ 0 w 4421820"/>
                <a:gd name="connsiteY5" fmla="*/ 425483 h 881093"/>
                <a:gd name="connsiteX6" fmla="*/ 425452 w 4421820"/>
                <a:gd name="connsiteY6" fmla="*/ 31 h 881093"/>
                <a:gd name="connsiteX0" fmla="*/ 425452 w 4420157"/>
                <a:gd name="connsiteY0" fmla="*/ 0 h 881062"/>
                <a:gd name="connsiteX1" fmla="*/ 3470273 w 4420157"/>
                <a:gd name="connsiteY1" fmla="*/ 0 h 881062"/>
                <a:gd name="connsiteX2" fmla="*/ 4238625 w 4420157"/>
                <a:gd name="connsiteY2" fmla="*/ 881062 h 881062"/>
                <a:gd name="connsiteX3" fmla="*/ 0 w 4420157"/>
                <a:gd name="connsiteY3" fmla="*/ 876300 h 881062"/>
                <a:gd name="connsiteX4" fmla="*/ 0 w 4420157"/>
                <a:gd name="connsiteY4" fmla="*/ 876300 h 881062"/>
                <a:gd name="connsiteX5" fmla="*/ 0 w 4420157"/>
                <a:gd name="connsiteY5" fmla="*/ 425452 h 881062"/>
                <a:gd name="connsiteX6" fmla="*/ 425452 w 4420157"/>
                <a:gd name="connsiteY6" fmla="*/ 0 h 881062"/>
                <a:gd name="connsiteX0" fmla="*/ 425452 w 4252605"/>
                <a:gd name="connsiteY0" fmla="*/ 0 h 881062"/>
                <a:gd name="connsiteX1" fmla="*/ 3470273 w 4252605"/>
                <a:gd name="connsiteY1" fmla="*/ 0 h 881062"/>
                <a:gd name="connsiteX2" fmla="*/ 4238625 w 4252605"/>
                <a:gd name="connsiteY2" fmla="*/ 881062 h 881062"/>
                <a:gd name="connsiteX3" fmla="*/ 0 w 4252605"/>
                <a:gd name="connsiteY3" fmla="*/ 876300 h 881062"/>
                <a:gd name="connsiteX4" fmla="*/ 0 w 4252605"/>
                <a:gd name="connsiteY4" fmla="*/ 876300 h 881062"/>
                <a:gd name="connsiteX5" fmla="*/ 0 w 4252605"/>
                <a:gd name="connsiteY5" fmla="*/ 425452 h 881062"/>
                <a:gd name="connsiteX6" fmla="*/ 425452 w 4252605"/>
                <a:gd name="connsiteY6" fmla="*/ 0 h 881062"/>
                <a:gd name="connsiteX0" fmla="*/ 425452 w 4252605"/>
                <a:gd name="connsiteY0" fmla="*/ 0 h 881062"/>
                <a:gd name="connsiteX1" fmla="*/ 3470273 w 4252605"/>
                <a:gd name="connsiteY1" fmla="*/ 0 h 881062"/>
                <a:gd name="connsiteX2" fmla="*/ 4238625 w 4252605"/>
                <a:gd name="connsiteY2" fmla="*/ 881062 h 881062"/>
                <a:gd name="connsiteX3" fmla="*/ 0 w 4252605"/>
                <a:gd name="connsiteY3" fmla="*/ 876300 h 881062"/>
                <a:gd name="connsiteX4" fmla="*/ 0 w 4252605"/>
                <a:gd name="connsiteY4" fmla="*/ 876300 h 881062"/>
                <a:gd name="connsiteX5" fmla="*/ 425452 w 4252605"/>
                <a:gd name="connsiteY5" fmla="*/ 0 h 881062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0 w 4595505"/>
                <a:gd name="connsiteY3" fmla="*/ 901700 h 901700"/>
                <a:gd name="connsiteX4" fmla="*/ 768352 w 4595505"/>
                <a:gd name="connsiteY4" fmla="*/ 0 h 901700"/>
                <a:gd name="connsiteX0" fmla="*/ 774702 w 4601855"/>
                <a:gd name="connsiteY0" fmla="*/ 0 h 933450"/>
                <a:gd name="connsiteX1" fmla="*/ 3819523 w 4601855"/>
                <a:gd name="connsiteY1" fmla="*/ 0 h 933450"/>
                <a:gd name="connsiteX2" fmla="*/ 4587875 w 4601855"/>
                <a:gd name="connsiteY2" fmla="*/ 881062 h 933450"/>
                <a:gd name="connsiteX3" fmla="*/ 0 w 4601855"/>
                <a:gd name="connsiteY3" fmla="*/ 933450 h 933450"/>
                <a:gd name="connsiteX4" fmla="*/ 774702 w 4601855"/>
                <a:gd name="connsiteY4" fmla="*/ 0 h 933450"/>
                <a:gd name="connsiteX0" fmla="*/ 774702 w 4601855"/>
                <a:gd name="connsiteY0" fmla="*/ 0 h 952500"/>
                <a:gd name="connsiteX1" fmla="*/ 3819523 w 4601855"/>
                <a:gd name="connsiteY1" fmla="*/ 0 h 952500"/>
                <a:gd name="connsiteX2" fmla="*/ 4587875 w 4601855"/>
                <a:gd name="connsiteY2" fmla="*/ 881062 h 952500"/>
                <a:gd name="connsiteX3" fmla="*/ 0 w 4601855"/>
                <a:gd name="connsiteY3" fmla="*/ 952500 h 952500"/>
                <a:gd name="connsiteX4" fmla="*/ 774702 w 4601855"/>
                <a:gd name="connsiteY4" fmla="*/ 0 h 952500"/>
                <a:gd name="connsiteX0" fmla="*/ 774702 w 4601855"/>
                <a:gd name="connsiteY0" fmla="*/ 0 h 952500"/>
                <a:gd name="connsiteX1" fmla="*/ 3819523 w 4601855"/>
                <a:gd name="connsiteY1" fmla="*/ 0 h 952500"/>
                <a:gd name="connsiteX2" fmla="*/ 4587875 w 4601855"/>
                <a:gd name="connsiteY2" fmla="*/ 881062 h 952500"/>
                <a:gd name="connsiteX3" fmla="*/ 0 w 4601855"/>
                <a:gd name="connsiteY3" fmla="*/ 952500 h 952500"/>
                <a:gd name="connsiteX4" fmla="*/ 774702 w 4601855"/>
                <a:gd name="connsiteY4" fmla="*/ 0 h 952500"/>
                <a:gd name="connsiteX0" fmla="*/ 774702 w 4601855"/>
                <a:gd name="connsiteY0" fmla="*/ 0 h 952500"/>
                <a:gd name="connsiteX1" fmla="*/ 3819523 w 4601855"/>
                <a:gd name="connsiteY1" fmla="*/ 0 h 952500"/>
                <a:gd name="connsiteX2" fmla="*/ 4587875 w 4601855"/>
                <a:gd name="connsiteY2" fmla="*/ 881062 h 952500"/>
                <a:gd name="connsiteX3" fmla="*/ 0 w 4601855"/>
                <a:gd name="connsiteY3" fmla="*/ 952500 h 952500"/>
                <a:gd name="connsiteX4" fmla="*/ 774702 w 4601855"/>
                <a:gd name="connsiteY4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1855" h="952500">
                  <a:moveTo>
                    <a:pt x="774702" y="0"/>
                  </a:moveTo>
                  <a:cubicBezTo>
                    <a:pt x="1948392" y="95250"/>
                    <a:pt x="2607733" y="88900"/>
                    <a:pt x="3819523" y="0"/>
                  </a:cubicBezTo>
                  <a:cubicBezTo>
                    <a:pt x="4212165" y="18257"/>
                    <a:pt x="4690004" y="766762"/>
                    <a:pt x="4587875" y="881062"/>
                  </a:cubicBezTo>
                  <a:lnTo>
                    <a:pt x="0" y="952500"/>
                  </a:lnTo>
                  <a:cubicBezTo>
                    <a:pt x="148167" y="467783"/>
                    <a:pt x="436035" y="2117"/>
                    <a:pt x="774702" y="0"/>
                  </a:cubicBezTo>
                  <a:close/>
                </a:path>
              </a:pathLst>
            </a:custGeom>
            <a:solidFill>
              <a:srgbClr val="856C8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6675C45-2B79-ACDD-420C-B32482DA6D42}"/>
                </a:ext>
              </a:extLst>
            </p:cNvPr>
            <p:cNvSpPr/>
            <p:nvPr/>
          </p:nvSpPr>
          <p:spPr>
            <a:xfrm>
              <a:off x="1889576" y="5084762"/>
              <a:ext cx="4711700" cy="790575"/>
            </a:xfrm>
            <a:prstGeom prst="ellipse">
              <a:avLst/>
            </a:prstGeom>
            <a:solidFill>
              <a:srgbClr val="A08BA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B8D62E0-2FDA-751F-152C-3B74A179606B}"/>
                </a:ext>
              </a:extLst>
            </p:cNvPr>
            <p:cNvSpPr/>
            <p:nvPr/>
          </p:nvSpPr>
          <p:spPr>
            <a:xfrm>
              <a:off x="2698190" y="5219697"/>
              <a:ext cx="3225541" cy="655640"/>
            </a:xfrm>
            <a:custGeom>
              <a:avLst/>
              <a:gdLst>
                <a:gd name="connsiteX0" fmla="*/ 1553618 w 3225541"/>
                <a:gd name="connsiteY0" fmla="*/ 538 h 655640"/>
                <a:gd name="connsiteX1" fmla="*/ 3216943 w 3225541"/>
                <a:gd name="connsiteY1" fmla="*/ 504004 h 655640"/>
                <a:gd name="connsiteX2" fmla="*/ 3225541 w 3225541"/>
                <a:gd name="connsiteY2" fmla="*/ 535042 h 655640"/>
                <a:gd name="connsiteX3" fmla="*/ 3199427 w 3225541"/>
                <a:gd name="connsiteY3" fmla="*/ 539863 h 655640"/>
                <a:gd name="connsiteX4" fmla="*/ 1533589 w 3225541"/>
                <a:gd name="connsiteY4" fmla="*/ 655640 h 655640"/>
                <a:gd name="connsiteX5" fmla="*/ 35050 w 3225541"/>
                <a:gd name="connsiteY5" fmla="*/ 565376 h 655640"/>
                <a:gd name="connsiteX6" fmla="*/ 0 w 3225541"/>
                <a:gd name="connsiteY6" fmla="*/ 560031 h 655640"/>
                <a:gd name="connsiteX7" fmla="*/ 2271 w 3225541"/>
                <a:gd name="connsiteY7" fmla="*/ 494814 h 655640"/>
                <a:gd name="connsiteX8" fmla="*/ 1553618 w 3225541"/>
                <a:gd name="connsiteY8" fmla="*/ 538 h 655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5541" h="655640">
                  <a:moveTo>
                    <a:pt x="1553618" y="538"/>
                  </a:moveTo>
                  <a:cubicBezTo>
                    <a:pt x="2303910" y="11462"/>
                    <a:pt x="3072865" y="188676"/>
                    <a:pt x="3216943" y="504004"/>
                  </a:cubicBezTo>
                  <a:lnTo>
                    <a:pt x="3225541" y="535042"/>
                  </a:lnTo>
                  <a:lnTo>
                    <a:pt x="3199427" y="539863"/>
                  </a:lnTo>
                  <a:cubicBezTo>
                    <a:pt x="2773102" y="611396"/>
                    <a:pt x="2184139" y="655640"/>
                    <a:pt x="1533589" y="655640"/>
                  </a:cubicBezTo>
                  <a:cubicBezTo>
                    <a:pt x="964358" y="655640"/>
                    <a:pt x="442280" y="621766"/>
                    <a:pt x="35050" y="565376"/>
                  </a:cubicBezTo>
                  <a:lnTo>
                    <a:pt x="0" y="560031"/>
                  </a:lnTo>
                  <a:lnTo>
                    <a:pt x="2271" y="494814"/>
                  </a:lnTo>
                  <a:cubicBezTo>
                    <a:pt x="71697" y="144981"/>
                    <a:pt x="803326" y="-10385"/>
                    <a:pt x="1553618" y="538"/>
                  </a:cubicBezTo>
                  <a:close/>
                </a:path>
              </a:pathLst>
            </a:cu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DE9447-13F8-D1D6-6E6A-1CF1C8F68096}"/>
              </a:ext>
            </a:extLst>
          </p:cNvPr>
          <p:cNvGrpSpPr/>
          <p:nvPr/>
        </p:nvGrpSpPr>
        <p:grpSpPr>
          <a:xfrm>
            <a:off x="3981112" y="2044669"/>
            <a:ext cx="2783957" cy="4720495"/>
            <a:chOff x="3032981" y="414954"/>
            <a:chExt cx="3308411" cy="5609762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90D1228-3DD0-F68F-3081-6356FE81C4C0}"/>
                </a:ext>
              </a:extLst>
            </p:cNvPr>
            <p:cNvSpPr/>
            <p:nvPr/>
          </p:nvSpPr>
          <p:spPr>
            <a:xfrm>
              <a:off x="4061589" y="414954"/>
              <a:ext cx="2279803" cy="5609762"/>
            </a:xfrm>
            <a:custGeom>
              <a:avLst/>
              <a:gdLst>
                <a:gd name="connsiteX0" fmla="*/ 1075256 w 2279803"/>
                <a:gd name="connsiteY0" fmla="*/ 1842 h 5609762"/>
                <a:gd name="connsiteX1" fmla="*/ 2253823 w 2279803"/>
                <a:gd name="connsiteY1" fmla="*/ 880794 h 5609762"/>
                <a:gd name="connsiteX2" fmla="*/ 2267518 w 2279803"/>
                <a:gd name="connsiteY2" fmla="*/ 961063 h 5609762"/>
                <a:gd name="connsiteX3" fmla="*/ 2270496 w 2279803"/>
                <a:gd name="connsiteY3" fmla="*/ 965480 h 5609762"/>
                <a:gd name="connsiteX4" fmla="*/ 2279803 w 2279803"/>
                <a:gd name="connsiteY4" fmla="*/ 1011579 h 5609762"/>
                <a:gd name="connsiteX5" fmla="*/ 2279803 w 2279803"/>
                <a:gd name="connsiteY5" fmla="*/ 5491329 h 5609762"/>
                <a:gd name="connsiteX6" fmla="*/ 2161370 w 2279803"/>
                <a:gd name="connsiteY6" fmla="*/ 5609762 h 5609762"/>
                <a:gd name="connsiteX7" fmla="*/ 2104298 w 2279803"/>
                <a:gd name="connsiteY7" fmla="*/ 5609762 h 5609762"/>
                <a:gd name="connsiteX8" fmla="*/ 1985865 w 2279803"/>
                <a:gd name="connsiteY8" fmla="*/ 5491329 h 5609762"/>
                <a:gd name="connsiteX9" fmla="*/ 1985865 w 2279803"/>
                <a:gd name="connsiteY9" fmla="*/ 1020527 h 5609762"/>
                <a:gd name="connsiteX10" fmla="*/ 1972336 w 2279803"/>
                <a:gd name="connsiteY10" fmla="*/ 942002 h 5609762"/>
                <a:gd name="connsiteX11" fmla="*/ 1091920 w 2279803"/>
                <a:gd name="connsiteY11" fmla="*/ 289403 h 5609762"/>
                <a:gd name="connsiteX12" fmla="*/ 288042 w 2279803"/>
                <a:gd name="connsiteY12" fmla="*/ 1120904 h 5609762"/>
                <a:gd name="connsiteX13" fmla="*/ 0 w 2279803"/>
                <a:gd name="connsiteY13" fmla="*/ 1120904 h 5609762"/>
                <a:gd name="connsiteX14" fmla="*/ 1075256 w 2279803"/>
                <a:gd name="connsiteY14" fmla="*/ 1842 h 560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79803" h="5609762">
                  <a:moveTo>
                    <a:pt x="1075256" y="1842"/>
                  </a:moveTo>
                  <a:cubicBezTo>
                    <a:pt x="1639417" y="-29759"/>
                    <a:pt x="2135654" y="348498"/>
                    <a:pt x="2253823" y="880794"/>
                  </a:cubicBezTo>
                  <a:lnTo>
                    <a:pt x="2267518" y="961063"/>
                  </a:lnTo>
                  <a:lnTo>
                    <a:pt x="2270496" y="965480"/>
                  </a:lnTo>
                  <a:cubicBezTo>
                    <a:pt x="2276489" y="979649"/>
                    <a:pt x="2279803" y="995227"/>
                    <a:pt x="2279803" y="1011579"/>
                  </a:cubicBezTo>
                  <a:lnTo>
                    <a:pt x="2279803" y="5491329"/>
                  </a:lnTo>
                  <a:cubicBezTo>
                    <a:pt x="2279803" y="5556738"/>
                    <a:pt x="2226779" y="5609762"/>
                    <a:pt x="2161370" y="5609762"/>
                  </a:cubicBezTo>
                  <a:lnTo>
                    <a:pt x="2104298" y="5609762"/>
                  </a:lnTo>
                  <a:cubicBezTo>
                    <a:pt x="2038889" y="5609762"/>
                    <a:pt x="1985865" y="5556738"/>
                    <a:pt x="1985865" y="5491329"/>
                  </a:cubicBezTo>
                  <a:lnTo>
                    <a:pt x="1985865" y="1020527"/>
                  </a:lnTo>
                  <a:lnTo>
                    <a:pt x="1972336" y="942002"/>
                  </a:lnTo>
                  <a:cubicBezTo>
                    <a:pt x="1883837" y="546828"/>
                    <a:pt x="1513246" y="266076"/>
                    <a:pt x="1091920" y="289403"/>
                  </a:cubicBezTo>
                  <a:cubicBezTo>
                    <a:pt x="640780" y="314381"/>
                    <a:pt x="288042" y="679240"/>
                    <a:pt x="288042" y="1120904"/>
                  </a:cubicBezTo>
                  <a:lnTo>
                    <a:pt x="0" y="1120904"/>
                  </a:lnTo>
                  <a:cubicBezTo>
                    <a:pt x="0" y="526629"/>
                    <a:pt x="471764" y="35646"/>
                    <a:pt x="1075256" y="1842"/>
                  </a:cubicBezTo>
                  <a:close/>
                </a:path>
              </a:pathLst>
            </a:custGeom>
            <a:solidFill>
              <a:srgbClr val="856C8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Moon 19">
              <a:extLst>
                <a:ext uri="{FF2B5EF4-FFF2-40B4-BE49-F238E27FC236}">
                  <a16:creationId xmlns:a16="http://schemas.microsoft.com/office/drawing/2014/main" id="{9EE3E1F4-A74F-6C1E-E6BD-317C8F2358CB}"/>
                </a:ext>
              </a:extLst>
            </p:cNvPr>
            <p:cNvSpPr/>
            <p:nvPr/>
          </p:nvSpPr>
          <p:spPr>
            <a:xfrm rot="5400000">
              <a:off x="3971925" y="795340"/>
              <a:ext cx="585784" cy="1852613"/>
            </a:xfrm>
            <a:prstGeom prst="moon">
              <a:avLst>
                <a:gd name="adj" fmla="val 75718"/>
              </a:avLst>
            </a:prstGeom>
            <a:solidFill>
              <a:srgbClr val="A08BA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D1EE988-6752-243D-9FF8-393ADF567D3D}"/>
                </a:ext>
              </a:extLst>
            </p:cNvPr>
            <p:cNvSpPr/>
            <p:nvPr/>
          </p:nvSpPr>
          <p:spPr>
            <a:xfrm>
              <a:off x="3200401" y="2014539"/>
              <a:ext cx="2124074" cy="585785"/>
            </a:xfrm>
            <a:prstGeom prst="ellipse">
              <a:avLst/>
            </a:prstGeom>
            <a:solidFill>
              <a:srgbClr val="A08BA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ardrop 21">
              <a:extLst>
                <a:ext uri="{FF2B5EF4-FFF2-40B4-BE49-F238E27FC236}">
                  <a16:creationId xmlns:a16="http://schemas.microsoft.com/office/drawing/2014/main" id="{FB667169-EF37-0708-7F0E-A745030F1EA6}"/>
                </a:ext>
              </a:extLst>
            </p:cNvPr>
            <p:cNvSpPr/>
            <p:nvPr/>
          </p:nvSpPr>
          <p:spPr>
            <a:xfrm rot="20028372">
              <a:off x="3253304" y="2953764"/>
              <a:ext cx="442779" cy="491658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ardrop 22">
              <a:extLst>
                <a:ext uri="{FF2B5EF4-FFF2-40B4-BE49-F238E27FC236}">
                  <a16:creationId xmlns:a16="http://schemas.microsoft.com/office/drawing/2014/main" id="{BAD482A0-904C-7C45-3A31-4CE72599797C}"/>
                </a:ext>
              </a:extLst>
            </p:cNvPr>
            <p:cNvSpPr/>
            <p:nvPr/>
          </p:nvSpPr>
          <p:spPr>
            <a:xfrm rot="18760885">
              <a:off x="4068783" y="2998260"/>
              <a:ext cx="505272" cy="512676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ardrop 23">
              <a:extLst>
                <a:ext uri="{FF2B5EF4-FFF2-40B4-BE49-F238E27FC236}">
                  <a16:creationId xmlns:a16="http://schemas.microsoft.com/office/drawing/2014/main" id="{903749CC-951C-7A8A-A3E9-CE2685772BAC}"/>
                </a:ext>
              </a:extLst>
            </p:cNvPr>
            <p:cNvSpPr/>
            <p:nvPr/>
          </p:nvSpPr>
          <p:spPr>
            <a:xfrm rot="20028372">
              <a:off x="3032981" y="3954053"/>
              <a:ext cx="442779" cy="491658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ardrop 25">
              <a:extLst>
                <a:ext uri="{FF2B5EF4-FFF2-40B4-BE49-F238E27FC236}">
                  <a16:creationId xmlns:a16="http://schemas.microsoft.com/office/drawing/2014/main" id="{D28F8ACB-A2BA-7295-1B59-54794E8F2E91}"/>
                </a:ext>
              </a:extLst>
            </p:cNvPr>
            <p:cNvSpPr/>
            <p:nvPr/>
          </p:nvSpPr>
          <p:spPr>
            <a:xfrm rot="18388031">
              <a:off x="4889736" y="2944687"/>
              <a:ext cx="501331" cy="474551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ardrop 26">
              <a:extLst>
                <a:ext uri="{FF2B5EF4-FFF2-40B4-BE49-F238E27FC236}">
                  <a16:creationId xmlns:a16="http://schemas.microsoft.com/office/drawing/2014/main" id="{CE0291AF-EE59-3E27-D084-DD8DC3544B70}"/>
                </a:ext>
              </a:extLst>
            </p:cNvPr>
            <p:cNvSpPr/>
            <p:nvPr/>
          </p:nvSpPr>
          <p:spPr>
            <a:xfrm rot="19842894">
              <a:off x="3765709" y="3981578"/>
              <a:ext cx="434649" cy="512676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ardrop 27">
              <a:extLst>
                <a:ext uri="{FF2B5EF4-FFF2-40B4-BE49-F238E27FC236}">
                  <a16:creationId xmlns:a16="http://schemas.microsoft.com/office/drawing/2014/main" id="{7646DDCE-EE62-53E6-7404-0492B6E96452}"/>
                </a:ext>
              </a:extLst>
            </p:cNvPr>
            <p:cNvSpPr/>
            <p:nvPr/>
          </p:nvSpPr>
          <p:spPr>
            <a:xfrm rot="18976403">
              <a:off x="4522929" y="3985317"/>
              <a:ext cx="429670" cy="476401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ardrop 28">
              <a:extLst>
                <a:ext uri="{FF2B5EF4-FFF2-40B4-BE49-F238E27FC236}">
                  <a16:creationId xmlns:a16="http://schemas.microsoft.com/office/drawing/2014/main" id="{645E9E77-8966-F88A-3BBC-E333E3F7E11B}"/>
                </a:ext>
              </a:extLst>
            </p:cNvPr>
            <p:cNvSpPr/>
            <p:nvPr/>
          </p:nvSpPr>
          <p:spPr>
            <a:xfrm rot="17392219">
              <a:off x="5140525" y="3962233"/>
              <a:ext cx="518073" cy="381010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5751397-3CAC-CD0E-5B8E-C3850FB6A026}"/>
                </a:ext>
              </a:extLst>
            </p:cNvPr>
            <p:cNvSpPr/>
            <p:nvPr/>
          </p:nvSpPr>
          <p:spPr>
            <a:xfrm rot="20028372">
              <a:off x="3201259" y="2979850"/>
              <a:ext cx="416898" cy="172396"/>
            </a:xfrm>
            <a:custGeom>
              <a:avLst/>
              <a:gdLst>
                <a:gd name="connsiteX0" fmla="*/ 431603 w 431603"/>
                <a:gd name="connsiteY0" fmla="*/ 0 h 172396"/>
                <a:gd name="connsiteX1" fmla="*/ 431603 w 431603"/>
                <a:gd name="connsiteY1" fmla="*/ 19101 h 172396"/>
                <a:gd name="connsiteX2" fmla="*/ 218333 w 431603"/>
                <a:gd name="connsiteY2" fmla="*/ 19100 h 172396"/>
                <a:gd name="connsiteX3" fmla="*/ 21828 w 431603"/>
                <a:gd name="connsiteY3" fmla="*/ 129792 h 172396"/>
                <a:gd name="connsiteX4" fmla="*/ 0 w 431603"/>
                <a:gd name="connsiteY4" fmla="*/ 172396 h 172396"/>
                <a:gd name="connsiteX5" fmla="*/ 6222 w 431603"/>
                <a:gd name="connsiteY5" fmla="*/ 150141 h 172396"/>
                <a:gd name="connsiteX6" fmla="*/ 210214 w 431603"/>
                <a:gd name="connsiteY6" fmla="*/ 0 h 172396"/>
                <a:gd name="connsiteX7" fmla="*/ 431603 w 431603"/>
                <a:gd name="connsiteY7" fmla="*/ 0 h 17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1603" h="172396">
                  <a:moveTo>
                    <a:pt x="431603" y="0"/>
                  </a:moveTo>
                  <a:lnTo>
                    <a:pt x="431603" y="19101"/>
                  </a:lnTo>
                  <a:lnTo>
                    <a:pt x="218333" y="19100"/>
                  </a:lnTo>
                  <a:cubicBezTo>
                    <a:pt x="136534" y="19101"/>
                    <a:pt x="64414" y="63009"/>
                    <a:pt x="21828" y="129792"/>
                  </a:cubicBezTo>
                  <a:lnTo>
                    <a:pt x="0" y="172396"/>
                  </a:lnTo>
                  <a:lnTo>
                    <a:pt x="6222" y="150141"/>
                  </a:lnTo>
                  <a:cubicBezTo>
                    <a:pt x="39831" y="61909"/>
                    <a:pt x="118511" y="0"/>
                    <a:pt x="210214" y="0"/>
                  </a:cubicBezTo>
                  <a:lnTo>
                    <a:pt x="431603" y="0"/>
                  </a:lnTo>
                  <a:close/>
                </a:path>
              </a:pathLst>
            </a:custGeom>
            <a:solidFill>
              <a:srgbClr val="D7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9FA7A00-D828-1758-9CE2-A86962F31D14}"/>
                </a:ext>
              </a:extLst>
            </p:cNvPr>
            <p:cNvSpPr/>
            <p:nvPr/>
          </p:nvSpPr>
          <p:spPr>
            <a:xfrm rot="18760885">
              <a:off x="3976350" y="3064178"/>
              <a:ext cx="476232" cy="202511"/>
            </a:xfrm>
            <a:custGeom>
              <a:avLst/>
              <a:gdLst>
                <a:gd name="connsiteX0" fmla="*/ 501115 w 501115"/>
                <a:gd name="connsiteY0" fmla="*/ 1 h 214500"/>
                <a:gd name="connsiteX1" fmla="*/ 501115 w 501115"/>
                <a:gd name="connsiteY1" fmla="*/ 30179 h 214500"/>
                <a:gd name="connsiteX2" fmla="*/ 254013 w 501115"/>
                <a:gd name="connsiteY2" fmla="*/ 30179 h 214500"/>
                <a:gd name="connsiteX3" fmla="*/ 8941 w 501115"/>
                <a:gd name="connsiteY3" fmla="*/ 186738 h 214500"/>
                <a:gd name="connsiteX4" fmla="*/ 0 w 501115"/>
                <a:gd name="connsiteY4" fmla="*/ 214500 h 214500"/>
                <a:gd name="connsiteX5" fmla="*/ 975 w 501115"/>
                <a:gd name="connsiteY5" fmla="*/ 204677 h 214500"/>
                <a:gd name="connsiteX6" fmla="*/ 248479 w 501115"/>
                <a:gd name="connsiteY6" fmla="*/ 0 h 214500"/>
                <a:gd name="connsiteX7" fmla="*/ 501115 w 501115"/>
                <a:gd name="connsiteY7" fmla="*/ 1 h 2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1115" h="214500">
                  <a:moveTo>
                    <a:pt x="501115" y="1"/>
                  </a:moveTo>
                  <a:lnTo>
                    <a:pt x="501115" y="30179"/>
                  </a:lnTo>
                  <a:lnTo>
                    <a:pt x="254013" y="30179"/>
                  </a:lnTo>
                  <a:cubicBezTo>
                    <a:pt x="143843" y="30179"/>
                    <a:pt x="49318" y="94735"/>
                    <a:pt x="8941" y="186738"/>
                  </a:cubicBezTo>
                  <a:lnTo>
                    <a:pt x="0" y="214500"/>
                  </a:lnTo>
                  <a:lnTo>
                    <a:pt x="975" y="204677"/>
                  </a:lnTo>
                  <a:cubicBezTo>
                    <a:pt x="24533" y="87868"/>
                    <a:pt x="126393" y="0"/>
                    <a:pt x="248479" y="0"/>
                  </a:cubicBezTo>
                  <a:lnTo>
                    <a:pt x="501115" y="1"/>
                  </a:lnTo>
                  <a:close/>
                </a:path>
              </a:pathLst>
            </a:custGeom>
            <a:solidFill>
              <a:srgbClr val="D7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A5124B4-747B-0242-81C9-DE81DD4BE7F2}"/>
                </a:ext>
              </a:extLst>
            </p:cNvPr>
            <p:cNvSpPr/>
            <p:nvPr/>
          </p:nvSpPr>
          <p:spPr>
            <a:xfrm rot="18388031">
              <a:off x="4837454" y="2982300"/>
              <a:ext cx="476154" cy="312842"/>
            </a:xfrm>
            <a:custGeom>
              <a:avLst/>
              <a:gdLst>
                <a:gd name="connsiteX0" fmla="*/ 501332 w 501332"/>
                <a:gd name="connsiteY0" fmla="*/ 0 h 312842"/>
                <a:gd name="connsiteX1" fmla="*/ 501332 w 501332"/>
                <a:gd name="connsiteY1" fmla="*/ 31589 h 312842"/>
                <a:gd name="connsiteX2" fmla="*/ 260176 w 501332"/>
                <a:gd name="connsiteY2" fmla="*/ 31591 h 312842"/>
                <a:gd name="connsiteX3" fmla="*/ 9510 w 501332"/>
                <a:gd name="connsiteY3" fmla="*/ 268866 h 312842"/>
                <a:gd name="connsiteX4" fmla="*/ 9509 w 501332"/>
                <a:gd name="connsiteY4" fmla="*/ 268866 h 312842"/>
                <a:gd name="connsiteX5" fmla="*/ 14192 w 501332"/>
                <a:gd name="connsiteY5" fmla="*/ 312842 h 312842"/>
                <a:gd name="connsiteX6" fmla="*/ 5092 w 501332"/>
                <a:gd name="connsiteY6" fmla="*/ 285095 h 312842"/>
                <a:gd name="connsiteX7" fmla="*/ 0 w 501332"/>
                <a:gd name="connsiteY7" fmla="*/ 237276 h 312842"/>
                <a:gd name="connsiteX8" fmla="*/ 1 w 501332"/>
                <a:gd name="connsiteY8" fmla="*/ 237276 h 312842"/>
                <a:gd name="connsiteX9" fmla="*/ 250667 w 501332"/>
                <a:gd name="connsiteY9" fmla="*/ 1 h 312842"/>
                <a:gd name="connsiteX10" fmla="*/ 501332 w 501332"/>
                <a:gd name="connsiteY10" fmla="*/ 0 h 312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1332" h="312842">
                  <a:moveTo>
                    <a:pt x="501332" y="0"/>
                  </a:moveTo>
                  <a:lnTo>
                    <a:pt x="501332" y="31589"/>
                  </a:lnTo>
                  <a:lnTo>
                    <a:pt x="260176" y="31591"/>
                  </a:lnTo>
                  <a:cubicBezTo>
                    <a:pt x="121737" y="31590"/>
                    <a:pt x="9510" y="137822"/>
                    <a:pt x="9510" y="268866"/>
                  </a:cubicBezTo>
                  <a:lnTo>
                    <a:pt x="9509" y="268866"/>
                  </a:lnTo>
                  <a:lnTo>
                    <a:pt x="14192" y="312842"/>
                  </a:lnTo>
                  <a:lnTo>
                    <a:pt x="5092" y="285095"/>
                  </a:lnTo>
                  <a:cubicBezTo>
                    <a:pt x="1754" y="269649"/>
                    <a:pt x="0" y="253656"/>
                    <a:pt x="0" y="237276"/>
                  </a:cubicBezTo>
                  <a:lnTo>
                    <a:pt x="1" y="237276"/>
                  </a:lnTo>
                  <a:cubicBezTo>
                    <a:pt x="1" y="106233"/>
                    <a:pt x="112228" y="1"/>
                    <a:pt x="250667" y="1"/>
                  </a:cubicBezTo>
                  <a:lnTo>
                    <a:pt x="501332" y="0"/>
                  </a:lnTo>
                  <a:close/>
                </a:path>
              </a:pathLst>
            </a:custGeom>
            <a:solidFill>
              <a:srgbClr val="D7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84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FBABA1-955F-0929-94FD-DBEB436DB7EA}"/>
              </a:ext>
            </a:extLst>
          </p:cNvPr>
          <p:cNvGrpSpPr/>
          <p:nvPr/>
        </p:nvGrpSpPr>
        <p:grpSpPr>
          <a:xfrm>
            <a:off x="522516" y="1144936"/>
            <a:ext cx="3611194" cy="3693764"/>
            <a:chOff x="10027513" y="3326955"/>
            <a:chExt cx="1655004" cy="169284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A3605FE-A6BE-6C38-83F6-A8EDEED60CFB}"/>
                </a:ext>
              </a:extLst>
            </p:cNvPr>
            <p:cNvGrpSpPr/>
            <p:nvPr/>
          </p:nvGrpSpPr>
          <p:grpSpPr>
            <a:xfrm>
              <a:off x="10824814" y="3326955"/>
              <a:ext cx="397386" cy="480982"/>
              <a:chOff x="8662987" y="3722459"/>
              <a:chExt cx="404814" cy="489973"/>
            </a:xfrm>
            <a:noFill/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C91ABB8E-D61C-3286-3A96-FE67FB325E03}"/>
                  </a:ext>
                </a:extLst>
              </p:cNvPr>
              <p:cNvSpPr/>
              <p:nvPr/>
            </p:nvSpPr>
            <p:spPr>
              <a:xfrm rot="5400000">
                <a:off x="8708992" y="3855077"/>
                <a:ext cx="45719" cy="76199"/>
              </a:xfrm>
              <a:prstGeom prst="roundRect">
                <a:avLst>
                  <a:gd name="adj" fmla="val 41666"/>
                </a:avLst>
              </a:prstGeom>
              <a:solidFill>
                <a:srgbClr val="E7E6E6">
                  <a:lumMod val="50000"/>
                </a:srgb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4919C2EE-3E4F-A534-D3B6-813AFEE9A712}"/>
                  </a:ext>
                </a:extLst>
              </p:cNvPr>
              <p:cNvSpPr/>
              <p:nvPr/>
            </p:nvSpPr>
            <p:spPr>
              <a:xfrm rot="5400000">
                <a:off x="8806427" y="3683798"/>
                <a:ext cx="79834" cy="366713"/>
              </a:xfrm>
              <a:prstGeom prst="roundRect">
                <a:avLst>
                  <a:gd name="adj" fmla="val 41666"/>
                </a:avLst>
              </a:prstGeom>
              <a:solidFill>
                <a:srgbClr val="CCC2D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94727F8-8BC6-C56D-795F-8EA62774FF63}"/>
                  </a:ext>
                </a:extLst>
              </p:cNvPr>
              <p:cNvCxnSpPr/>
              <p:nvPr/>
            </p:nvCxnSpPr>
            <p:spPr>
              <a:xfrm>
                <a:off x="8865394" y="3727787"/>
                <a:ext cx="202407" cy="0"/>
              </a:xfrm>
              <a:prstGeom prst="line">
                <a:avLst/>
              </a:pr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39" name="Rectangle 5">
                <a:extLst>
                  <a:ext uri="{FF2B5EF4-FFF2-40B4-BE49-F238E27FC236}">
                    <a16:creationId xmlns:a16="http://schemas.microsoft.com/office/drawing/2014/main" id="{D4876C4B-C6E4-5F10-4AEC-FBEF7D7B4061}"/>
                  </a:ext>
                </a:extLst>
              </p:cNvPr>
              <p:cNvSpPr/>
              <p:nvPr/>
            </p:nvSpPr>
            <p:spPr>
              <a:xfrm>
                <a:off x="8963025" y="3795713"/>
                <a:ext cx="104775" cy="416719"/>
              </a:xfrm>
              <a:custGeom>
                <a:avLst/>
                <a:gdLst>
                  <a:gd name="connsiteX0" fmla="*/ 0 w 104775"/>
                  <a:gd name="connsiteY0" fmla="*/ 0 h 404812"/>
                  <a:gd name="connsiteX1" fmla="*/ 104775 w 104775"/>
                  <a:gd name="connsiteY1" fmla="*/ 0 h 404812"/>
                  <a:gd name="connsiteX2" fmla="*/ 104775 w 104775"/>
                  <a:gd name="connsiteY2" fmla="*/ 404812 h 404812"/>
                  <a:gd name="connsiteX3" fmla="*/ 0 w 104775"/>
                  <a:gd name="connsiteY3" fmla="*/ 404812 h 404812"/>
                  <a:gd name="connsiteX4" fmla="*/ 0 w 104775"/>
                  <a:gd name="connsiteY4" fmla="*/ 0 h 404812"/>
                  <a:gd name="connsiteX0" fmla="*/ 0 w 104775"/>
                  <a:gd name="connsiteY0" fmla="*/ 0 h 404812"/>
                  <a:gd name="connsiteX1" fmla="*/ 104775 w 104775"/>
                  <a:gd name="connsiteY1" fmla="*/ 0 h 404812"/>
                  <a:gd name="connsiteX2" fmla="*/ 104775 w 104775"/>
                  <a:gd name="connsiteY2" fmla="*/ 404812 h 404812"/>
                  <a:gd name="connsiteX3" fmla="*/ 0 w 104775"/>
                  <a:gd name="connsiteY3" fmla="*/ 397668 h 404812"/>
                  <a:gd name="connsiteX4" fmla="*/ 0 w 104775"/>
                  <a:gd name="connsiteY4" fmla="*/ 0 h 404812"/>
                  <a:gd name="connsiteX0" fmla="*/ 0 w 104775"/>
                  <a:gd name="connsiteY0" fmla="*/ 0 h 416719"/>
                  <a:gd name="connsiteX1" fmla="*/ 104775 w 104775"/>
                  <a:gd name="connsiteY1" fmla="*/ 0 h 416719"/>
                  <a:gd name="connsiteX2" fmla="*/ 97632 w 104775"/>
                  <a:gd name="connsiteY2" fmla="*/ 416719 h 416719"/>
                  <a:gd name="connsiteX3" fmla="*/ 0 w 104775"/>
                  <a:gd name="connsiteY3" fmla="*/ 397668 h 416719"/>
                  <a:gd name="connsiteX4" fmla="*/ 0 w 104775"/>
                  <a:gd name="connsiteY4" fmla="*/ 0 h 416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416719">
                    <a:moveTo>
                      <a:pt x="0" y="0"/>
                    </a:moveTo>
                    <a:lnTo>
                      <a:pt x="104775" y="0"/>
                    </a:lnTo>
                    <a:lnTo>
                      <a:pt x="97632" y="416719"/>
                    </a:lnTo>
                    <a:lnTo>
                      <a:pt x="0" y="3976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2D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E70E114-7EE8-9D4D-4227-BCC1F346A0D1}"/>
                  </a:ext>
                </a:extLst>
              </p:cNvPr>
              <p:cNvSpPr/>
              <p:nvPr/>
            </p:nvSpPr>
            <p:spPr>
              <a:xfrm>
                <a:off x="8963025" y="3722459"/>
                <a:ext cx="104775" cy="79835"/>
              </a:xfrm>
              <a:prstGeom prst="rect">
                <a:avLst/>
              </a:prstGeom>
              <a:solidFill>
                <a:srgbClr val="9D88A4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9BBC3B50-2E6D-7817-FAC7-D19D2A97F4DC}"/>
                  </a:ext>
                </a:extLst>
              </p:cNvPr>
              <p:cNvSpPr/>
              <p:nvPr/>
            </p:nvSpPr>
            <p:spPr>
              <a:xfrm rot="5400000">
                <a:off x="8945513" y="3814133"/>
                <a:ext cx="63599" cy="104776"/>
              </a:xfrm>
              <a:prstGeom prst="roundRect">
                <a:avLst>
                  <a:gd name="adj" fmla="val 41666"/>
                </a:avLst>
              </a:prstGeom>
              <a:solidFill>
                <a:srgbClr val="CCC2D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CED82DB-33F3-515A-4E53-46313F71B03C}"/>
                </a:ext>
              </a:extLst>
            </p:cNvPr>
            <p:cNvGrpSpPr/>
            <p:nvPr/>
          </p:nvGrpSpPr>
          <p:grpSpPr>
            <a:xfrm>
              <a:off x="10773198" y="4261233"/>
              <a:ext cx="196363" cy="758568"/>
              <a:chOff x="8610406" y="4674201"/>
              <a:chExt cx="200034" cy="772747"/>
            </a:xfrm>
            <a:solidFill>
              <a:sysClr val="window" lastClr="FFFFFF">
                <a:lumMod val="85000"/>
              </a:sysClr>
            </a:solidFill>
          </p:grpSpPr>
          <p:sp>
            <p:nvSpPr>
              <p:cNvPr id="10" name="Rectangle 17">
                <a:extLst>
                  <a:ext uri="{FF2B5EF4-FFF2-40B4-BE49-F238E27FC236}">
                    <a16:creationId xmlns:a16="http://schemas.microsoft.com/office/drawing/2014/main" id="{FE3CBB8D-41D6-EAFA-8B4F-4A7876ACF412}"/>
                  </a:ext>
                </a:extLst>
              </p:cNvPr>
              <p:cNvSpPr/>
              <p:nvPr/>
            </p:nvSpPr>
            <p:spPr>
              <a:xfrm>
                <a:off x="8634487" y="4953000"/>
                <a:ext cx="166368" cy="167856"/>
              </a:xfrm>
              <a:custGeom>
                <a:avLst/>
                <a:gdLst>
                  <a:gd name="connsiteX0" fmla="*/ 0 w 45719"/>
                  <a:gd name="connsiteY0" fmla="*/ 0 h 155950"/>
                  <a:gd name="connsiteX1" fmla="*/ 45719 w 45719"/>
                  <a:gd name="connsiteY1" fmla="*/ 0 h 155950"/>
                  <a:gd name="connsiteX2" fmla="*/ 45719 w 45719"/>
                  <a:gd name="connsiteY2" fmla="*/ 155950 h 155950"/>
                  <a:gd name="connsiteX3" fmla="*/ 0 w 45719"/>
                  <a:gd name="connsiteY3" fmla="*/ 155950 h 155950"/>
                  <a:gd name="connsiteX4" fmla="*/ 0 w 45719"/>
                  <a:gd name="connsiteY4" fmla="*/ 0 h 155950"/>
                  <a:gd name="connsiteX0" fmla="*/ 0 w 45719"/>
                  <a:gd name="connsiteY0" fmla="*/ 11906 h 167856"/>
                  <a:gd name="connsiteX1" fmla="*/ 45719 w 45719"/>
                  <a:gd name="connsiteY1" fmla="*/ 0 h 167856"/>
                  <a:gd name="connsiteX2" fmla="*/ 45719 w 45719"/>
                  <a:gd name="connsiteY2" fmla="*/ 167856 h 167856"/>
                  <a:gd name="connsiteX3" fmla="*/ 0 w 45719"/>
                  <a:gd name="connsiteY3" fmla="*/ 167856 h 167856"/>
                  <a:gd name="connsiteX4" fmla="*/ 0 w 45719"/>
                  <a:gd name="connsiteY4" fmla="*/ 11906 h 167856"/>
                  <a:gd name="connsiteX0" fmla="*/ 0 w 107102"/>
                  <a:gd name="connsiteY0" fmla="*/ 11906 h 167856"/>
                  <a:gd name="connsiteX1" fmla="*/ 45719 w 107102"/>
                  <a:gd name="connsiteY1" fmla="*/ 0 h 167856"/>
                  <a:gd name="connsiteX2" fmla="*/ 45719 w 107102"/>
                  <a:gd name="connsiteY2" fmla="*/ 167856 h 167856"/>
                  <a:gd name="connsiteX3" fmla="*/ 0 w 107102"/>
                  <a:gd name="connsiteY3" fmla="*/ 167856 h 167856"/>
                  <a:gd name="connsiteX4" fmla="*/ 0 w 107102"/>
                  <a:gd name="connsiteY4" fmla="*/ 11906 h 167856"/>
                  <a:gd name="connsiteX0" fmla="*/ 0 w 107102"/>
                  <a:gd name="connsiteY0" fmla="*/ 0 h 167856"/>
                  <a:gd name="connsiteX1" fmla="*/ 45719 w 107102"/>
                  <a:gd name="connsiteY1" fmla="*/ 0 h 167856"/>
                  <a:gd name="connsiteX2" fmla="*/ 45719 w 107102"/>
                  <a:gd name="connsiteY2" fmla="*/ 167856 h 167856"/>
                  <a:gd name="connsiteX3" fmla="*/ 0 w 107102"/>
                  <a:gd name="connsiteY3" fmla="*/ 167856 h 167856"/>
                  <a:gd name="connsiteX4" fmla="*/ 0 w 107102"/>
                  <a:gd name="connsiteY4" fmla="*/ 0 h 167856"/>
                  <a:gd name="connsiteX0" fmla="*/ 59266 w 166368"/>
                  <a:gd name="connsiteY0" fmla="*/ 0 h 167856"/>
                  <a:gd name="connsiteX1" fmla="*/ 104985 w 166368"/>
                  <a:gd name="connsiteY1" fmla="*/ 0 h 167856"/>
                  <a:gd name="connsiteX2" fmla="*/ 104985 w 166368"/>
                  <a:gd name="connsiteY2" fmla="*/ 167856 h 167856"/>
                  <a:gd name="connsiteX3" fmla="*/ 59266 w 166368"/>
                  <a:gd name="connsiteY3" fmla="*/ 167856 h 167856"/>
                  <a:gd name="connsiteX4" fmla="*/ 59266 w 166368"/>
                  <a:gd name="connsiteY4" fmla="*/ 0 h 167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68" h="167856">
                    <a:moveTo>
                      <a:pt x="59266" y="0"/>
                    </a:moveTo>
                    <a:lnTo>
                      <a:pt x="104985" y="0"/>
                    </a:lnTo>
                    <a:cubicBezTo>
                      <a:pt x="243098" y="84527"/>
                      <a:pt x="104985" y="111904"/>
                      <a:pt x="104985" y="167856"/>
                    </a:cubicBezTo>
                    <a:lnTo>
                      <a:pt x="59266" y="167856"/>
                    </a:lnTo>
                    <a:cubicBezTo>
                      <a:pt x="59266" y="111904"/>
                      <a:pt x="-74084" y="60715"/>
                      <a:pt x="59266" y="0"/>
                    </a:cubicBezTo>
                    <a:close/>
                  </a:path>
                </a:pathLst>
              </a:custGeom>
              <a:solidFill>
                <a:srgbClr val="CCC2D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lowchart: Manual Operation 15">
                <a:extLst>
                  <a:ext uri="{FF2B5EF4-FFF2-40B4-BE49-F238E27FC236}">
                    <a16:creationId xmlns:a16="http://schemas.microsoft.com/office/drawing/2014/main" id="{79A1C290-0AAF-1CBF-754B-4C55192AC37A}"/>
                  </a:ext>
                </a:extLst>
              </p:cNvPr>
              <p:cNvSpPr/>
              <p:nvPr/>
            </p:nvSpPr>
            <p:spPr>
              <a:xfrm>
                <a:off x="8610406" y="4674201"/>
                <a:ext cx="200034" cy="312284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723 w 10000"/>
                  <a:gd name="connsiteY3" fmla="*/ 9467 h 10000"/>
                  <a:gd name="connsiteX4" fmla="*/ 0 w 10000"/>
                  <a:gd name="connsiteY4" fmla="*/ 0 h 10000"/>
                  <a:gd name="connsiteX0" fmla="*/ 0 w 10000"/>
                  <a:gd name="connsiteY0" fmla="*/ 0 h 9619"/>
                  <a:gd name="connsiteX1" fmla="*/ 10000 w 10000"/>
                  <a:gd name="connsiteY1" fmla="*/ 0 h 9619"/>
                  <a:gd name="connsiteX2" fmla="*/ 8000 w 10000"/>
                  <a:gd name="connsiteY2" fmla="*/ 9619 h 9619"/>
                  <a:gd name="connsiteX3" fmla="*/ 723 w 10000"/>
                  <a:gd name="connsiteY3" fmla="*/ 9467 h 9619"/>
                  <a:gd name="connsiteX4" fmla="*/ 0 w 10000"/>
                  <a:gd name="connsiteY4" fmla="*/ 0 h 9619"/>
                  <a:gd name="connsiteX0" fmla="*/ 0 w 8511"/>
                  <a:gd name="connsiteY0" fmla="*/ 0 h 10000"/>
                  <a:gd name="connsiteX1" fmla="*/ 8511 w 8511"/>
                  <a:gd name="connsiteY1" fmla="*/ 0 h 10000"/>
                  <a:gd name="connsiteX2" fmla="*/ 8000 w 8511"/>
                  <a:gd name="connsiteY2" fmla="*/ 10000 h 10000"/>
                  <a:gd name="connsiteX3" fmla="*/ 723 w 8511"/>
                  <a:gd name="connsiteY3" fmla="*/ 9842 h 10000"/>
                  <a:gd name="connsiteX4" fmla="*/ 0 w 8511"/>
                  <a:gd name="connsiteY4" fmla="*/ 0 h 10000"/>
                  <a:gd name="connsiteX0" fmla="*/ 0 w 10500"/>
                  <a:gd name="connsiteY0" fmla="*/ 0 h 10000"/>
                  <a:gd name="connsiteX1" fmla="*/ 10500 w 10500"/>
                  <a:gd name="connsiteY1" fmla="*/ 0 h 10000"/>
                  <a:gd name="connsiteX2" fmla="*/ 9900 w 10500"/>
                  <a:gd name="connsiteY2" fmla="*/ 10000 h 10000"/>
                  <a:gd name="connsiteX3" fmla="*/ 1349 w 10500"/>
                  <a:gd name="connsiteY3" fmla="*/ 9842 h 10000"/>
                  <a:gd name="connsiteX4" fmla="*/ 0 w 10500"/>
                  <a:gd name="connsiteY4" fmla="*/ 0 h 10000"/>
                  <a:gd name="connsiteX0" fmla="*/ 0 w 10500"/>
                  <a:gd name="connsiteY0" fmla="*/ 0 h 10266"/>
                  <a:gd name="connsiteX1" fmla="*/ 10500 w 10500"/>
                  <a:gd name="connsiteY1" fmla="*/ 0 h 10266"/>
                  <a:gd name="connsiteX2" fmla="*/ 9900 w 10500"/>
                  <a:gd name="connsiteY2" fmla="*/ 10000 h 10266"/>
                  <a:gd name="connsiteX3" fmla="*/ 1349 w 10500"/>
                  <a:gd name="connsiteY3" fmla="*/ 9842 h 10266"/>
                  <a:gd name="connsiteX4" fmla="*/ 0 w 10500"/>
                  <a:gd name="connsiteY4" fmla="*/ 0 h 10266"/>
                  <a:gd name="connsiteX0" fmla="*/ 0 w 10500"/>
                  <a:gd name="connsiteY0" fmla="*/ 0 h 10381"/>
                  <a:gd name="connsiteX1" fmla="*/ 10500 w 10500"/>
                  <a:gd name="connsiteY1" fmla="*/ 0 h 10381"/>
                  <a:gd name="connsiteX2" fmla="*/ 9900 w 10500"/>
                  <a:gd name="connsiteY2" fmla="*/ 10000 h 10381"/>
                  <a:gd name="connsiteX3" fmla="*/ 1349 w 10500"/>
                  <a:gd name="connsiteY3" fmla="*/ 9842 h 10381"/>
                  <a:gd name="connsiteX4" fmla="*/ 0 w 10500"/>
                  <a:gd name="connsiteY4" fmla="*/ 0 h 10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0" h="10381">
                    <a:moveTo>
                      <a:pt x="0" y="0"/>
                    </a:moveTo>
                    <a:lnTo>
                      <a:pt x="10500" y="0"/>
                    </a:lnTo>
                    <a:cubicBezTo>
                      <a:pt x="10300" y="3333"/>
                      <a:pt x="10099" y="6667"/>
                      <a:pt x="9900" y="10000"/>
                    </a:cubicBezTo>
                    <a:cubicBezTo>
                      <a:pt x="6425" y="10659"/>
                      <a:pt x="3699" y="10370"/>
                      <a:pt x="1349" y="984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2D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lowchart: Manual Operation 15">
                <a:extLst>
                  <a:ext uri="{FF2B5EF4-FFF2-40B4-BE49-F238E27FC236}">
                    <a16:creationId xmlns:a16="http://schemas.microsoft.com/office/drawing/2014/main" id="{9232DF2E-1F13-9087-ACFC-F2AC9A44482F}"/>
                  </a:ext>
                </a:extLst>
              </p:cNvPr>
              <p:cNvSpPr/>
              <p:nvPr/>
            </p:nvSpPr>
            <p:spPr>
              <a:xfrm>
                <a:off x="8662988" y="5067990"/>
                <a:ext cx="108159" cy="378958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723 w 10000"/>
                  <a:gd name="connsiteY3" fmla="*/ 9467 h 10000"/>
                  <a:gd name="connsiteX4" fmla="*/ 0 w 10000"/>
                  <a:gd name="connsiteY4" fmla="*/ 0 h 10000"/>
                  <a:gd name="connsiteX0" fmla="*/ 0 w 10000"/>
                  <a:gd name="connsiteY0" fmla="*/ 0 h 9619"/>
                  <a:gd name="connsiteX1" fmla="*/ 10000 w 10000"/>
                  <a:gd name="connsiteY1" fmla="*/ 0 h 9619"/>
                  <a:gd name="connsiteX2" fmla="*/ 8000 w 10000"/>
                  <a:gd name="connsiteY2" fmla="*/ 9619 h 9619"/>
                  <a:gd name="connsiteX3" fmla="*/ 723 w 10000"/>
                  <a:gd name="connsiteY3" fmla="*/ 9467 h 9619"/>
                  <a:gd name="connsiteX4" fmla="*/ 0 w 10000"/>
                  <a:gd name="connsiteY4" fmla="*/ 0 h 9619"/>
                  <a:gd name="connsiteX0" fmla="*/ 0 w 8511"/>
                  <a:gd name="connsiteY0" fmla="*/ 0 h 10000"/>
                  <a:gd name="connsiteX1" fmla="*/ 8511 w 8511"/>
                  <a:gd name="connsiteY1" fmla="*/ 0 h 10000"/>
                  <a:gd name="connsiteX2" fmla="*/ 8000 w 8511"/>
                  <a:gd name="connsiteY2" fmla="*/ 10000 h 10000"/>
                  <a:gd name="connsiteX3" fmla="*/ 723 w 8511"/>
                  <a:gd name="connsiteY3" fmla="*/ 9842 h 10000"/>
                  <a:gd name="connsiteX4" fmla="*/ 0 w 8511"/>
                  <a:gd name="connsiteY4" fmla="*/ 0 h 10000"/>
                  <a:gd name="connsiteX0" fmla="*/ 0 w 10500"/>
                  <a:gd name="connsiteY0" fmla="*/ 0 h 10000"/>
                  <a:gd name="connsiteX1" fmla="*/ 10500 w 10500"/>
                  <a:gd name="connsiteY1" fmla="*/ 0 h 10000"/>
                  <a:gd name="connsiteX2" fmla="*/ 9900 w 10500"/>
                  <a:gd name="connsiteY2" fmla="*/ 10000 h 10000"/>
                  <a:gd name="connsiteX3" fmla="*/ 1349 w 10500"/>
                  <a:gd name="connsiteY3" fmla="*/ 9842 h 10000"/>
                  <a:gd name="connsiteX4" fmla="*/ 0 w 10500"/>
                  <a:gd name="connsiteY4" fmla="*/ 0 h 10000"/>
                  <a:gd name="connsiteX0" fmla="*/ 0 w 10500"/>
                  <a:gd name="connsiteY0" fmla="*/ 0 h 10266"/>
                  <a:gd name="connsiteX1" fmla="*/ 10500 w 10500"/>
                  <a:gd name="connsiteY1" fmla="*/ 0 h 10266"/>
                  <a:gd name="connsiteX2" fmla="*/ 9900 w 10500"/>
                  <a:gd name="connsiteY2" fmla="*/ 10000 h 10266"/>
                  <a:gd name="connsiteX3" fmla="*/ 1349 w 10500"/>
                  <a:gd name="connsiteY3" fmla="*/ 9842 h 10266"/>
                  <a:gd name="connsiteX4" fmla="*/ 0 w 10500"/>
                  <a:gd name="connsiteY4" fmla="*/ 0 h 10266"/>
                  <a:gd name="connsiteX0" fmla="*/ 0 w 10500"/>
                  <a:gd name="connsiteY0" fmla="*/ 0 h 10381"/>
                  <a:gd name="connsiteX1" fmla="*/ 10500 w 10500"/>
                  <a:gd name="connsiteY1" fmla="*/ 0 h 10381"/>
                  <a:gd name="connsiteX2" fmla="*/ 9900 w 10500"/>
                  <a:gd name="connsiteY2" fmla="*/ 10000 h 10381"/>
                  <a:gd name="connsiteX3" fmla="*/ 1349 w 10500"/>
                  <a:gd name="connsiteY3" fmla="*/ 9842 h 10381"/>
                  <a:gd name="connsiteX4" fmla="*/ 0 w 10500"/>
                  <a:gd name="connsiteY4" fmla="*/ 0 h 10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0" h="10381">
                    <a:moveTo>
                      <a:pt x="0" y="0"/>
                    </a:moveTo>
                    <a:lnTo>
                      <a:pt x="10500" y="0"/>
                    </a:lnTo>
                    <a:cubicBezTo>
                      <a:pt x="10300" y="3333"/>
                      <a:pt x="10099" y="6667"/>
                      <a:pt x="9900" y="10000"/>
                    </a:cubicBezTo>
                    <a:cubicBezTo>
                      <a:pt x="6425" y="10659"/>
                      <a:pt x="3699" y="10370"/>
                      <a:pt x="1349" y="984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2D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646729A-5584-32A5-3627-CCBD78F7CF24}"/>
                </a:ext>
              </a:extLst>
            </p:cNvPr>
            <p:cNvGrpSpPr/>
            <p:nvPr/>
          </p:nvGrpSpPr>
          <p:grpSpPr>
            <a:xfrm>
              <a:off x="10027513" y="3645544"/>
              <a:ext cx="1655004" cy="742019"/>
              <a:chOff x="7850782" y="4047003"/>
              <a:chExt cx="1685940" cy="755889"/>
            </a:xfrm>
            <a:solidFill>
              <a:sysClr val="window" lastClr="FFFFFF"/>
            </a:solidFill>
          </p:grpSpPr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EF98B98A-572F-0810-455C-2D333BF4A737}"/>
                  </a:ext>
                </a:extLst>
              </p:cNvPr>
              <p:cNvSpPr/>
              <p:nvPr/>
            </p:nvSpPr>
            <p:spPr>
              <a:xfrm>
                <a:off x="7850782" y="4047003"/>
                <a:ext cx="1685940" cy="755889"/>
              </a:xfrm>
              <a:custGeom>
                <a:avLst/>
                <a:gdLst>
                  <a:gd name="connsiteX0" fmla="*/ 0 w 872197"/>
                  <a:gd name="connsiteY0" fmla="*/ 0 h 450166"/>
                  <a:gd name="connsiteX1" fmla="*/ 872197 w 872197"/>
                  <a:gd name="connsiteY1" fmla="*/ 0 h 450166"/>
                  <a:gd name="connsiteX2" fmla="*/ 872197 w 872197"/>
                  <a:gd name="connsiteY2" fmla="*/ 450166 h 450166"/>
                  <a:gd name="connsiteX3" fmla="*/ 0 w 872197"/>
                  <a:gd name="connsiteY3" fmla="*/ 450166 h 450166"/>
                  <a:gd name="connsiteX4" fmla="*/ 0 w 872197"/>
                  <a:gd name="connsiteY4" fmla="*/ 0 h 450166"/>
                  <a:gd name="connsiteX0" fmla="*/ 0 w 1024597"/>
                  <a:gd name="connsiteY0" fmla="*/ 0 h 450166"/>
                  <a:gd name="connsiteX1" fmla="*/ 1024597 w 1024597"/>
                  <a:gd name="connsiteY1" fmla="*/ 297180 h 450166"/>
                  <a:gd name="connsiteX2" fmla="*/ 872197 w 1024597"/>
                  <a:gd name="connsiteY2" fmla="*/ 450166 h 450166"/>
                  <a:gd name="connsiteX3" fmla="*/ 0 w 1024597"/>
                  <a:gd name="connsiteY3" fmla="*/ 450166 h 450166"/>
                  <a:gd name="connsiteX4" fmla="*/ 0 w 1024597"/>
                  <a:gd name="connsiteY4" fmla="*/ 0 h 450166"/>
                  <a:gd name="connsiteX0" fmla="*/ 0 w 1039837"/>
                  <a:gd name="connsiteY0" fmla="*/ 0 h 450166"/>
                  <a:gd name="connsiteX1" fmla="*/ 1039837 w 1039837"/>
                  <a:gd name="connsiteY1" fmla="*/ 259080 h 450166"/>
                  <a:gd name="connsiteX2" fmla="*/ 872197 w 1039837"/>
                  <a:gd name="connsiteY2" fmla="*/ 450166 h 450166"/>
                  <a:gd name="connsiteX3" fmla="*/ 0 w 1039837"/>
                  <a:gd name="connsiteY3" fmla="*/ 450166 h 450166"/>
                  <a:gd name="connsiteX4" fmla="*/ 0 w 1039837"/>
                  <a:gd name="connsiteY4" fmla="*/ 0 h 450166"/>
                  <a:gd name="connsiteX0" fmla="*/ 0 w 1039837"/>
                  <a:gd name="connsiteY0" fmla="*/ 0 h 709246"/>
                  <a:gd name="connsiteX1" fmla="*/ 1039837 w 1039837"/>
                  <a:gd name="connsiteY1" fmla="*/ 259080 h 709246"/>
                  <a:gd name="connsiteX2" fmla="*/ 1016977 w 1039837"/>
                  <a:gd name="connsiteY2" fmla="*/ 709246 h 709246"/>
                  <a:gd name="connsiteX3" fmla="*/ 0 w 1039837"/>
                  <a:gd name="connsiteY3" fmla="*/ 450166 h 709246"/>
                  <a:gd name="connsiteX4" fmla="*/ 0 w 1039837"/>
                  <a:gd name="connsiteY4" fmla="*/ 0 h 709246"/>
                  <a:gd name="connsiteX0" fmla="*/ 350520 w 1390357"/>
                  <a:gd name="connsiteY0" fmla="*/ 0 h 709246"/>
                  <a:gd name="connsiteX1" fmla="*/ 1390357 w 1390357"/>
                  <a:gd name="connsiteY1" fmla="*/ 259080 h 709246"/>
                  <a:gd name="connsiteX2" fmla="*/ 1367497 w 1390357"/>
                  <a:gd name="connsiteY2" fmla="*/ 709246 h 709246"/>
                  <a:gd name="connsiteX3" fmla="*/ 0 w 1390357"/>
                  <a:gd name="connsiteY3" fmla="*/ 678766 h 709246"/>
                  <a:gd name="connsiteX4" fmla="*/ 350520 w 1390357"/>
                  <a:gd name="connsiteY4" fmla="*/ 0 h 709246"/>
                  <a:gd name="connsiteX0" fmla="*/ 0 w 1039837"/>
                  <a:gd name="connsiteY0" fmla="*/ 0 h 709246"/>
                  <a:gd name="connsiteX1" fmla="*/ 1039837 w 1039837"/>
                  <a:gd name="connsiteY1" fmla="*/ 259080 h 709246"/>
                  <a:gd name="connsiteX2" fmla="*/ 1016977 w 1039837"/>
                  <a:gd name="connsiteY2" fmla="*/ 709246 h 709246"/>
                  <a:gd name="connsiteX3" fmla="*/ 0 w 1039837"/>
                  <a:gd name="connsiteY3" fmla="*/ 0 h 709246"/>
                  <a:gd name="connsiteX0" fmla="*/ 0 w 925537"/>
                  <a:gd name="connsiteY0" fmla="*/ 0 h 709246"/>
                  <a:gd name="connsiteX1" fmla="*/ 925537 w 925537"/>
                  <a:gd name="connsiteY1" fmla="*/ 259080 h 709246"/>
                  <a:gd name="connsiteX2" fmla="*/ 902677 w 925537"/>
                  <a:gd name="connsiteY2" fmla="*/ 709246 h 709246"/>
                  <a:gd name="connsiteX3" fmla="*/ 0 w 925537"/>
                  <a:gd name="connsiteY3" fmla="*/ 0 h 709246"/>
                  <a:gd name="connsiteX0" fmla="*/ 0 w 902677"/>
                  <a:gd name="connsiteY0" fmla="*/ 0 h 678766"/>
                  <a:gd name="connsiteX1" fmla="*/ 902677 w 902677"/>
                  <a:gd name="connsiteY1" fmla="*/ 228600 h 678766"/>
                  <a:gd name="connsiteX2" fmla="*/ 879817 w 902677"/>
                  <a:gd name="connsiteY2" fmla="*/ 678766 h 678766"/>
                  <a:gd name="connsiteX3" fmla="*/ 0 w 902677"/>
                  <a:gd name="connsiteY3" fmla="*/ 0 h 678766"/>
                  <a:gd name="connsiteX0" fmla="*/ 812195 w 1714872"/>
                  <a:gd name="connsiteY0" fmla="*/ 0 h 678766"/>
                  <a:gd name="connsiteX1" fmla="*/ 1714872 w 1714872"/>
                  <a:gd name="connsiteY1" fmla="*/ 228600 h 678766"/>
                  <a:gd name="connsiteX2" fmla="*/ 1692012 w 1714872"/>
                  <a:gd name="connsiteY2" fmla="*/ 678766 h 678766"/>
                  <a:gd name="connsiteX3" fmla="*/ 812195 w 1714872"/>
                  <a:gd name="connsiteY3" fmla="*/ 0 h 678766"/>
                  <a:gd name="connsiteX0" fmla="*/ 997193 w 1899870"/>
                  <a:gd name="connsiteY0" fmla="*/ 0 h 763244"/>
                  <a:gd name="connsiteX1" fmla="*/ 1899870 w 1899870"/>
                  <a:gd name="connsiteY1" fmla="*/ 228600 h 763244"/>
                  <a:gd name="connsiteX2" fmla="*/ 1877010 w 1899870"/>
                  <a:gd name="connsiteY2" fmla="*/ 678766 h 763244"/>
                  <a:gd name="connsiteX3" fmla="*/ 997193 w 1899870"/>
                  <a:gd name="connsiteY3" fmla="*/ 0 h 763244"/>
                  <a:gd name="connsiteX0" fmla="*/ 821115 w 1723792"/>
                  <a:gd name="connsiteY0" fmla="*/ 7243 h 761021"/>
                  <a:gd name="connsiteX1" fmla="*/ 1723792 w 1723792"/>
                  <a:gd name="connsiteY1" fmla="*/ 235843 h 761021"/>
                  <a:gd name="connsiteX2" fmla="*/ 1700932 w 1723792"/>
                  <a:gd name="connsiteY2" fmla="*/ 686009 h 761021"/>
                  <a:gd name="connsiteX3" fmla="*/ 821115 w 1723792"/>
                  <a:gd name="connsiteY3" fmla="*/ 7243 h 761021"/>
                  <a:gd name="connsiteX0" fmla="*/ 840481 w 1743158"/>
                  <a:gd name="connsiteY0" fmla="*/ 6988 h 775287"/>
                  <a:gd name="connsiteX1" fmla="*/ 1743158 w 1743158"/>
                  <a:gd name="connsiteY1" fmla="*/ 235588 h 775287"/>
                  <a:gd name="connsiteX2" fmla="*/ 1720298 w 1743158"/>
                  <a:gd name="connsiteY2" fmla="*/ 685754 h 775287"/>
                  <a:gd name="connsiteX3" fmla="*/ 840481 w 1743158"/>
                  <a:gd name="connsiteY3" fmla="*/ 6988 h 775287"/>
                  <a:gd name="connsiteX0" fmla="*/ 840481 w 1743158"/>
                  <a:gd name="connsiteY0" fmla="*/ 7158 h 746853"/>
                  <a:gd name="connsiteX1" fmla="*/ 1743158 w 1743158"/>
                  <a:gd name="connsiteY1" fmla="*/ 235758 h 746853"/>
                  <a:gd name="connsiteX2" fmla="*/ 1720298 w 1743158"/>
                  <a:gd name="connsiteY2" fmla="*/ 655444 h 746853"/>
                  <a:gd name="connsiteX3" fmla="*/ 840481 w 1743158"/>
                  <a:gd name="connsiteY3" fmla="*/ 7158 h 746853"/>
                  <a:gd name="connsiteX0" fmla="*/ 845864 w 1748541"/>
                  <a:gd name="connsiteY0" fmla="*/ 6990 h 756833"/>
                  <a:gd name="connsiteX1" fmla="*/ 1748541 w 1748541"/>
                  <a:gd name="connsiteY1" fmla="*/ 235590 h 756833"/>
                  <a:gd name="connsiteX2" fmla="*/ 1725681 w 1748541"/>
                  <a:gd name="connsiteY2" fmla="*/ 655276 h 756833"/>
                  <a:gd name="connsiteX3" fmla="*/ 845864 w 1748541"/>
                  <a:gd name="connsiteY3" fmla="*/ 6990 h 756833"/>
                  <a:gd name="connsiteX0" fmla="*/ 839101 w 1741778"/>
                  <a:gd name="connsiteY0" fmla="*/ 19763 h 764534"/>
                  <a:gd name="connsiteX1" fmla="*/ 1741778 w 1741778"/>
                  <a:gd name="connsiteY1" fmla="*/ 248363 h 764534"/>
                  <a:gd name="connsiteX2" fmla="*/ 1718918 w 1741778"/>
                  <a:gd name="connsiteY2" fmla="*/ 668049 h 764534"/>
                  <a:gd name="connsiteX3" fmla="*/ 839101 w 1741778"/>
                  <a:gd name="connsiteY3" fmla="*/ 19763 h 764534"/>
                  <a:gd name="connsiteX0" fmla="*/ 874820 w 1653672"/>
                  <a:gd name="connsiteY0" fmla="*/ 19718 h 767470"/>
                  <a:gd name="connsiteX1" fmla="*/ 1653672 w 1653672"/>
                  <a:gd name="connsiteY1" fmla="*/ 251493 h 767470"/>
                  <a:gd name="connsiteX2" fmla="*/ 1630812 w 1653672"/>
                  <a:gd name="connsiteY2" fmla="*/ 671179 h 767470"/>
                  <a:gd name="connsiteX3" fmla="*/ 874820 w 1653672"/>
                  <a:gd name="connsiteY3" fmla="*/ 19718 h 767470"/>
                  <a:gd name="connsiteX0" fmla="*/ 959061 w 1737913"/>
                  <a:gd name="connsiteY0" fmla="*/ 1304 h 758298"/>
                  <a:gd name="connsiteX1" fmla="*/ 1737913 w 1737913"/>
                  <a:gd name="connsiteY1" fmla="*/ 233079 h 758298"/>
                  <a:gd name="connsiteX2" fmla="*/ 1715053 w 1737913"/>
                  <a:gd name="connsiteY2" fmla="*/ 652765 h 758298"/>
                  <a:gd name="connsiteX3" fmla="*/ 959061 w 1737913"/>
                  <a:gd name="connsiteY3" fmla="*/ 1304 h 758298"/>
                  <a:gd name="connsiteX0" fmla="*/ 959061 w 1737913"/>
                  <a:gd name="connsiteY0" fmla="*/ 1273 h 784806"/>
                  <a:gd name="connsiteX1" fmla="*/ 1737913 w 1737913"/>
                  <a:gd name="connsiteY1" fmla="*/ 233048 h 784806"/>
                  <a:gd name="connsiteX2" fmla="*/ 1715053 w 1737913"/>
                  <a:gd name="connsiteY2" fmla="*/ 681309 h 784806"/>
                  <a:gd name="connsiteX3" fmla="*/ 959061 w 1737913"/>
                  <a:gd name="connsiteY3" fmla="*/ 1273 h 784806"/>
                  <a:gd name="connsiteX0" fmla="*/ 986764 w 1765616"/>
                  <a:gd name="connsiteY0" fmla="*/ 1399 h 749257"/>
                  <a:gd name="connsiteX1" fmla="*/ 1765616 w 1765616"/>
                  <a:gd name="connsiteY1" fmla="*/ 233174 h 749257"/>
                  <a:gd name="connsiteX2" fmla="*/ 1742756 w 1765616"/>
                  <a:gd name="connsiteY2" fmla="*/ 681435 h 749257"/>
                  <a:gd name="connsiteX3" fmla="*/ 986764 w 1765616"/>
                  <a:gd name="connsiteY3" fmla="*/ 1399 h 749257"/>
                  <a:gd name="connsiteX0" fmla="*/ 914018 w 1692870"/>
                  <a:gd name="connsiteY0" fmla="*/ 2269 h 682305"/>
                  <a:gd name="connsiteX1" fmla="*/ 1692870 w 1692870"/>
                  <a:gd name="connsiteY1" fmla="*/ 234044 h 682305"/>
                  <a:gd name="connsiteX2" fmla="*/ 1670010 w 1692870"/>
                  <a:gd name="connsiteY2" fmla="*/ 682305 h 682305"/>
                  <a:gd name="connsiteX3" fmla="*/ 14273 w 1692870"/>
                  <a:gd name="connsiteY3" fmla="*/ 133079 h 682305"/>
                  <a:gd name="connsiteX4" fmla="*/ 914018 w 1692870"/>
                  <a:gd name="connsiteY4" fmla="*/ 2269 h 682305"/>
                  <a:gd name="connsiteX0" fmla="*/ 914018 w 1692870"/>
                  <a:gd name="connsiteY0" fmla="*/ 2269 h 740102"/>
                  <a:gd name="connsiteX1" fmla="*/ 1692870 w 1692870"/>
                  <a:gd name="connsiteY1" fmla="*/ 234044 h 740102"/>
                  <a:gd name="connsiteX2" fmla="*/ 1670010 w 1692870"/>
                  <a:gd name="connsiteY2" fmla="*/ 682305 h 740102"/>
                  <a:gd name="connsiteX3" fmla="*/ 14273 w 1692870"/>
                  <a:gd name="connsiteY3" fmla="*/ 133079 h 740102"/>
                  <a:gd name="connsiteX4" fmla="*/ 914018 w 1692870"/>
                  <a:gd name="connsiteY4" fmla="*/ 2269 h 740102"/>
                  <a:gd name="connsiteX0" fmla="*/ 914018 w 1692870"/>
                  <a:gd name="connsiteY0" fmla="*/ 2269 h 761345"/>
                  <a:gd name="connsiteX1" fmla="*/ 1692870 w 1692870"/>
                  <a:gd name="connsiteY1" fmla="*/ 234044 h 761345"/>
                  <a:gd name="connsiteX2" fmla="*/ 1670010 w 1692870"/>
                  <a:gd name="connsiteY2" fmla="*/ 682305 h 761345"/>
                  <a:gd name="connsiteX3" fmla="*/ 14273 w 1692870"/>
                  <a:gd name="connsiteY3" fmla="*/ 133079 h 761345"/>
                  <a:gd name="connsiteX4" fmla="*/ 914018 w 1692870"/>
                  <a:gd name="connsiteY4" fmla="*/ 2269 h 761345"/>
                  <a:gd name="connsiteX0" fmla="*/ 905689 w 1684541"/>
                  <a:gd name="connsiteY0" fmla="*/ 16156 h 775232"/>
                  <a:gd name="connsiteX1" fmla="*/ 1684541 w 1684541"/>
                  <a:gd name="connsiteY1" fmla="*/ 247931 h 775232"/>
                  <a:gd name="connsiteX2" fmla="*/ 1661681 w 1684541"/>
                  <a:gd name="connsiteY2" fmla="*/ 696192 h 775232"/>
                  <a:gd name="connsiteX3" fmla="*/ 5944 w 1684541"/>
                  <a:gd name="connsiteY3" fmla="*/ 146966 h 775232"/>
                  <a:gd name="connsiteX4" fmla="*/ 905689 w 1684541"/>
                  <a:gd name="connsiteY4" fmla="*/ 16156 h 775232"/>
                  <a:gd name="connsiteX0" fmla="*/ 905689 w 1684541"/>
                  <a:gd name="connsiteY0" fmla="*/ 12314 h 771390"/>
                  <a:gd name="connsiteX1" fmla="*/ 1684541 w 1684541"/>
                  <a:gd name="connsiteY1" fmla="*/ 244089 h 771390"/>
                  <a:gd name="connsiteX2" fmla="*/ 1661681 w 1684541"/>
                  <a:gd name="connsiteY2" fmla="*/ 692350 h 771390"/>
                  <a:gd name="connsiteX3" fmla="*/ 5944 w 1684541"/>
                  <a:gd name="connsiteY3" fmla="*/ 143124 h 771390"/>
                  <a:gd name="connsiteX4" fmla="*/ 905689 w 1684541"/>
                  <a:gd name="connsiteY4" fmla="*/ 12314 h 771390"/>
                  <a:gd name="connsiteX0" fmla="*/ 905689 w 1684541"/>
                  <a:gd name="connsiteY0" fmla="*/ 12314 h 771390"/>
                  <a:gd name="connsiteX1" fmla="*/ 1684541 w 1684541"/>
                  <a:gd name="connsiteY1" fmla="*/ 244089 h 771390"/>
                  <a:gd name="connsiteX2" fmla="*/ 1661681 w 1684541"/>
                  <a:gd name="connsiteY2" fmla="*/ 692350 h 771390"/>
                  <a:gd name="connsiteX3" fmla="*/ 5944 w 1684541"/>
                  <a:gd name="connsiteY3" fmla="*/ 143124 h 771390"/>
                  <a:gd name="connsiteX4" fmla="*/ 905689 w 1684541"/>
                  <a:gd name="connsiteY4" fmla="*/ 12314 h 771390"/>
                  <a:gd name="connsiteX0" fmla="*/ 905689 w 1684541"/>
                  <a:gd name="connsiteY0" fmla="*/ 22880 h 778780"/>
                  <a:gd name="connsiteX1" fmla="*/ 1684541 w 1684541"/>
                  <a:gd name="connsiteY1" fmla="*/ 254655 h 778780"/>
                  <a:gd name="connsiteX2" fmla="*/ 1661681 w 1684541"/>
                  <a:gd name="connsiteY2" fmla="*/ 702916 h 778780"/>
                  <a:gd name="connsiteX3" fmla="*/ 5944 w 1684541"/>
                  <a:gd name="connsiteY3" fmla="*/ 125115 h 778780"/>
                  <a:gd name="connsiteX4" fmla="*/ 905689 w 1684541"/>
                  <a:gd name="connsiteY4" fmla="*/ 22880 h 778780"/>
                  <a:gd name="connsiteX0" fmla="*/ 905689 w 1684541"/>
                  <a:gd name="connsiteY0" fmla="*/ 3662 h 759562"/>
                  <a:gd name="connsiteX1" fmla="*/ 1684541 w 1684541"/>
                  <a:gd name="connsiteY1" fmla="*/ 235437 h 759562"/>
                  <a:gd name="connsiteX2" fmla="*/ 1661681 w 1684541"/>
                  <a:gd name="connsiteY2" fmla="*/ 683698 h 759562"/>
                  <a:gd name="connsiteX3" fmla="*/ 5944 w 1684541"/>
                  <a:gd name="connsiteY3" fmla="*/ 105897 h 759562"/>
                  <a:gd name="connsiteX4" fmla="*/ 905689 w 1684541"/>
                  <a:gd name="connsiteY4" fmla="*/ 3662 h 759562"/>
                  <a:gd name="connsiteX0" fmla="*/ 907088 w 1685940"/>
                  <a:gd name="connsiteY0" fmla="*/ 3662 h 755889"/>
                  <a:gd name="connsiteX1" fmla="*/ 1685940 w 1685940"/>
                  <a:gd name="connsiteY1" fmla="*/ 235437 h 755889"/>
                  <a:gd name="connsiteX2" fmla="*/ 1663080 w 1685940"/>
                  <a:gd name="connsiteY2" fmla="*/ 683698 h 755889"/>
                  <a:gd name="connsiteX3" fmla="*/ 7343 w 1685940"/>
                  <a:gd name="connsiteY3" fmla="*/ 105897 h 755889"/>
                  <a:gd name="connsiteX4" fmla="*/ 907088 w 1685940"/>
                  <a:gd name="connsiteY4" fmla="*/ 3662 h 755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5940" h="755889">
                    <a:moveTo>
                      <a:pt x="907088" y="3662"/>
                    </a:moveTo>
                    <a:lnTo>
                      <a:pt x="1685940" y="235437"/>
                    </a:lnTo>
                    <a:lnTo>
                      <a:pt x="1663080" y="683698"/>
                    </a:lnTo>
                    <a:cubicBezTo>
                      <a:pt x="483995" y="934364"/>
                      <a:pt x="-71446" y="481173"/>
                      <a:pt x="7343" y="105897"/>
                    </a:cubicBezTo>
                    <a:cubicBezTo>
                      <a:pt x="28983" y="2083"/>
                      <a:pt x="623353" y="-7609"/>
                      <a:pt x="907088" y="3662"/>
                    </a:cubicBezTo>
                    <a:close/>
                  </a:path>
                </a:pathLst>
              </a:custGeom>
              <a:solidFill>
                <a:srgbClr val="A08BA7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B833776-5B2C-6A34-6A2A-0A0BB280AFA0}"/>
                  </a:ext>
                </a:extLst>
              </p:cNvPr>
              <p:cNvSpPr/>
              <p:nvPr/>
            </p:nvSpPr>
            <p:spPr>
              <a:xfrm>
                <a:off x="7920038" y="4131470"/>
                <a:ext cx="1440656" cy="181408"/>
              </a:xfrm>
              <a:custGeom>
                <a:avLst/>
                <a:gdLst>
                  <a:gd name="connsiteX0" fmla="*/ 0 w 1440656"/>
                  <a:gd name="connsiteY0" fmla="*/ 0 h 166687"/>
                  <a:gd name="connsiteX1" fmla="*/ 1440656 w 1440656"/>
                  <a:gd name="connsiteY1" fmla="*/ 166687 h 166687"/>
                  <a:gd name="connsiteX2" fmla="*/ 1440656 w 1440656"/>
                  <a:gd name="connsiteY2" fmla="*/ 166687 h 166687"/>
                  <a:gd name="connsiteX0" fmla="*/ 0 w 1440656"/>
                  <a:gd name="connsiteY0" fmla="*/ 0 h 166687"/>
                  <a:gd name="connsiteX1" fmla="*/ 1440656 w 1440656"/>
                  <a:gd name="connsiteY1" fmla="*/ 166687 h 166687"/>
                  <a:gd name="connsiteX2" fmla="*/ 1440656 w 1440656"/>
                  <a:gd name="connsiteY2" fmla="*/ 166687 h 166687"/>
                  <a:gd name="connsiteX0" fmla="*/ 0 w 1440656"/>
                  <a:gd name="connsiteY0" fmla="*/ 0 h 181408"/>
                  <a:gd name="connsiteX1" fmla="*/ 1440656 w 1440656"/>
                  <a:gd name="connsiteY1" fmla="*/ 166687 h 181408"/>
                  <a:gd name="connsiteX2" fmla="*/ 1440656 w 1440656"/>
                  <a:gd name="connsiteY2" fmla="*/ 166687 h 1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0656" h="181408">
                    <a:moveTo>
                      <a:pt x="0" y="0"/>
                    </a:moveTo>
                    <a:cubicBezTo>
                      <a:pt x="175419" y="241300"/>
                      <a:pt x="1117599" y="175419"/>
                      <a:pt x="1440656" y="166687"/>
                    </a:cubicBezTo>
                    <a:lnTo>
                      <a:pt x="1440656" y="166687"/>
                    </a:lnTo>
                  </a:path>
                </a:pathLst>
              </a:custGeom>
              <a:solidFill>
                <a:srgbClr val="A08BA7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202EF5B-5D4D-B8AC-E27C-942BEA74625D}"/>
                  </a:ext>
                </a:extLst>
              </p:cNvPr>
              <p:cNvSpPr/>
              <p:nvPr/>
            </p:nvSpPr>
            <p:spPr>
              <a:xfrm>
                <a:off x="8541543" y="4060032"/>
                <a:ext cx="435769" cy="128588"/>
              </a:xfrm>
              <a:custGeom>
                <a:avLst/>
                <a:gdLst>
                  <a:gd name="connsiteX0" fmla="*/ 0 w 390525"/>
                  <a:gd name="connsiteY0" fmla="*/ 0 h 140494"/>
                  <a:gd name="connsiteX1" fmla="*/ 390525 w 390525"/>
                  <a:gd name="connsiteY1" fmla="*/ 140494 h 140494"/>
                  <a:gd name="connsiteX2" fmla="*/ 390525 w 390525"/>
                  <a:gd name="connsiteY2" fmla="*/ 140494 h 140494"/>
                  <a:gd name="connsiteX0" fmla="*/ 0 w 409575"/>
                  <a:gd name="connsiteY0" fmla="*/ 0 h 128587"/>
                  <a:gd name="connsiteX1" fmla="*/ 409575 w 409575"/>
                  <a:gd name="connsiteY1" fmla="*/ 128587 h 128587"/>
                  <a:gd name="connsiteX2" fmla="*/ 409575 w 409575"/>
                  <a:gd name="connsiteY2" fmla="*/ 128587 h 128587"/>
                  <a:gd name="connsiteX0" fmla="*/ 0 w 419100"/>
                  <a:gd name="connsiteY0" fmla="*/ 0 h 121444"/>
                  <a:gd name="connsiteX1" fmla="*/ 419100 w 419100"/>
                  <a:gd name="connsiteY1" fmla="*/ 121444 h 121444"/>
                  <a:gd name="connsiteX2" fmla="*/ 419100 w 419100"/>
                  <a:gd name="connsiteY2" fmla="*/ 121444 h 121444"/>
                  <a:gd name="connsiteX0" fmla="*/ 0 w 435769"/>
                  <a:gd name="connsiteY0" fmla="*/ 0 h 128588"/>
                  <a:gd name="connsiteX1" fmla="*/ 435769 w 435769"/>
                  <a:gd name="connsiteY1" fmla="*/ 128588 h 128588"/>
                  <a:gd name="connsiteX2" fmla="*/ 435769 w 435769"/>
                  <a:gd name="connsiteY2" fmla="*/ 128588 h 128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5769" h="128588">
                    <a:moveTo>
                      <a:pt x="0" y="0"/>
                    </a:moveTo>
                    <a:lnTo>
                      <a:pt x="435769" y="128588"/>
                    </a:lnTo>
                    <a:lnTo>
                      <a:pt x="435769" y="128588"/>
                    </a:lnTo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665A866-2FB5-C4D1-B948-B4E9393F9914}"/>
              </a:ext>
            </a:extLst>
          </p:cNvPr>
          <p:cNvGrpSpPr/>
          <p:nvPr/>
        </p:nvGrpSpPr>
        <p:grpSpPr>
          <a:xfrm>
            <a:off x="4513944" y="970764"/>
            <a:ext cx="3611194" cy="3693764"/>
            <a:chOff x="10027513" y="3326955"/>
            <a:chExt cx="1655004" cy="1692846"/>
          </a:xfrm>
          <a:solidFill>
            <a:schemeClr val="bg1"/>
          </a:solidFill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19E21E8-D06A-AB77-9208-ECEFE4520C20}"/>
                </a:ext>
              </a:extLst>
            </p:cNvPr>
            <p:cNvGrpSpPr/>
            <p:nvPr/>
          </p:nvGrpSpPr>
          <p:grpSpPr>
            <a:xfrm>
              <a:off x="10824814" y="3326955"/>
              <a:ext cx="397386" cy="480982"/>
              <a:chOff x="8662987" y="3722459"/>
              <a:chExt cx="404814" cy="489973"/>
            </a:xfrm>
            <a:grpFill/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3EC30C0D-4384-E06E-A783-E49A430871B5}"/>
                  </a:ext>
                </a:extLst>
              </p:cNvPr>
              <p:cNvSpPr/>
              <p:nvPr/>
            </p:nvSpPr>
            <p:spPr>
              <a:xfrm rot="5400000">
                <a:off x="8708992" y="3855077"/>
                <a:ext cx="45719" cy="76199"/>
              </a:xfrm>
              <a:prstGeom prst="roundRect">
                <a:avLst>
                  <a:gd name="adj" fmla="val 41666"/>
                </a:avLst>
              </a:pr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FBFA034A-D69C-86C4-25BB-8D6A2C9854A3}"/>
                  </a:ext>
                </a:extLst>
              </p:cNvPr>
              <p:cNvSpPr/>
              <p:nvPr/>
            </p:nvSpPr>
            <p:spPr>
              <a:xfrm rot="5400000">
                <a:off x="8806427" y="3683798"/>
                <a:ext cx="79834" cy="366713"/>
              </a:xfrm>
              <a:prstGeom prst="roundRect">
                <a:avLst>
                  <a:gd name="adj" fmla="val 41666"/>
                </a:avLst>
              </a:pr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839EB25-6266-0240-08C8-543285563FD3}"/>
                  </a:ext>
                </a:extLst>
              </p:cNvPr>
              <p:cNvCxnSpPr/>
              <p:nvPr/>
            </p:nvCxnSpPr>
            <p:spPr>
              <a:xfrm>
                <a:off x="8865394" y="3727787"/>
                <a:ext cx="202407" cy="0"/>
              </a:xfrm>
              <a:prstGeom prst="line">
                <a:avLst/>
              </a:pr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55" name="Rectangle 5">
                <a:extLst>
                  <a:ext uri="{FF2B5EF4-FFF2-40B4-BE49-F238E27FC236}">
                    <a16:creationId xmlns:a16="http://schemas.microsoft.com/office/drawing/2014/main" id="{6986E21D-0BAE-31C8-1BF8-2CD13347C05C}"/>
                  </a:ext>
                </a:extLst>
              </p:cNvPr>
              <p:cNvSpPr/>
              <p:nvPr/>
            </p:nvSpPr>
            <p:spPr>
              <a:xfrm>
                <a:off x="8963025" y="3795713"/>
                <a:ext cx="104775" cy="416719"/>
              </a:xfrm>
              <a:custGeom>
                <a:avLst/>
                <a:gdLst>
                  <a:gd name="connsiteX0" fmla="*/ 0 w 104775"/>
                  <a:gd name="connsiteY0" fmla="*/ 0 h 404812"/>
                  <a:gd name="connsiteX1" fmla="*/ 104775 w 104775"/>
                  <a:gd name="connsiteY1" fmla="*/ 0 h 404812"/>
                  <a:gd name="connsiteX2" fmla="*/ 104775 w 104775"/>
                  <a:gd name="connsiteY2" fmla="*/ 404812 h 404812"/>
                  <a:gd name="connsiteX3" fmla="*/ 0 w 104775"/>
                  <a:gd name="connsiteY3" fmla="*/ 404812 h 404812"/>
                  <a:gd name="connsiteX4" fmla="*/ 0 w 104775"/>
                  <a:gd name="connsiteY4" fmla="*/ 0 h 404812"/>
                  <a:gd name="connsiteX0" fmla="*/ 0 w 104775"/>
                  <a:gd name="connsiteY0" fmla="*/ 0 h 404812"/>
                  <a:gd name="connsiteX1" fmla="*/ 104775 w 104775"/>
                  <a:gd name="connsiteY1" fmla="*/ 0 h 404812"/>
                  <a:gd name="connsiteX2" fmla="*/ 104775 w 104775"/>
                  <a:gd name="connsiteY2" fmla="*/ 404812 h 404812"/>
                  <a:gd name="connsiteX3" fmla="*/ 0 w 104775"/>
                  <a:gd name="connsiteY3" fmla="*/ 397668 h 404812"/>
                  <a:gd name="connsiteX4" fmla="*/ 0 w 104775"/>
                  <a:gd name="connsiteY4" fmla="*/ 0 h 404812"/>
                  <a:gd name="connsiteX0" fmla="*/ 0 w 104775"/>
                  <a:gd name="connsiteY0" fmla="*/ 0 h 416719"/>
                  <a:gd name="connsiteX1" fmla="*/ 104775 w 104775"/>
                  <a:gd name="connsiteY1" fmla="*/ 0 h 416719"/>
                  <a:gd name="connsiteX2" fmla="*/ 97632 w 104775"/>
                  <a:gd name="connsiteY2" fmla="*/ 416719 h 416719"/>
                  <a:gd name="connsiteX3" fmla="*/ 0 w 104775"/>
                  <a:gd name="connsiteY3" fmla="*/ 397668 h 416719"/>
                  <a:gd name="connsiteX4" fmla="*/ 0 w 104775"/>
                  <a:gd name="connsiteY4" fmla="*/ 0 h 416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416719">
                    <a:moveTo>
                      <a:pt x="0" y="0"/>
                    </a:moveTo>
                    <a:lnTo>
                      <a:pt x="104775" y="0"/>
                    </a:lnTo>
                    <a:lnTo>
                      <a:pt x="97632" y="416719"/>
                    </a:lnTo>
                    <a:lnTo>
                      <a:pt x="0" y="39766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AFAEDD8-5C62-E364-EBEE-418C40649183}"/>
                  </a:ext>
                </a:extLst>
              </p:cNvPr>
              <p:cNvSpPr/>
              <p:nvPr/>
            </p:nvSpPr>
            <p:spPr>
              <a:xfrm>
                <a:off x="8963025" y="3722459"/>
                <a:ext cx="104775" cy="79835"/>
              </a:xfrm>
              <a:prstGeom prst="rect">
                <a:avLst/>
              </a:pr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37411942-48EC-F65D-828E-2106B3933A98}"/>
                  </a:ext>
                </a:extLst>
              </p:cNvPr>
              <p:cNvSpPr/>
              <p:nvPr/>
            </p:nvSpPr>
            <p:spPr>
              <a:xfrm rot="5400000">
                <a:off x="8945627" y="3814407"/>
                <a:ext cx="63369" cy="104776"/>
              </a:xfrm>
              <a:prstGeom prst="roundRect">
                <a:avLst>
                  <a:gd name="adj" fmla="val 41666"/>
                </a:avLst>
              </a:prstGeom>
              <a:grpFill/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5451511-4FAC-F8D9-D7DC-728498A633CA}"/>
                </a:ext>
              </a:extLst>
            </p:cNvPr>
            <p:cNvGrpSpPr/>
            <p:nvPr/>
          </p:nvGrpSpPr>
          <p:grpSpPr>
            <a:xfrm>
              <a:off x="10773198" y="4261233"/>
              <a:ext cx="196363" cy="758568"/>
              <a:chOff x="8610406" y="4674201"/>
              <a:chExt cx="200034" cy="772747"/>
            </a:xfrm>
            <a:grpFill/>
          </p:grpSpPr>
          <p:sp>
            <p:nvSpPr>
              <p:cNvPr id="49" name="Rectangle 17">
                <a:extLst>
                  <a:ext uri="{FF2B5EF4-FFF2-40B4-BE49-F238E27FC236}">
                    <a16:creationId xmlns:a16="http://schemas.microsoft.com/office/drawing/2014/main" id="{C16F789F-277D-66AB-73B1-ADEC00776C90}"/>
                  </a:ext>
                </a:extLst>
              </p:cNvPr>
              <p:cNvSpPr/>
              <p:nvPr/>
            </p:nvSpPr>
            <p:spPr>
              <a:xfrm>
                <a:off x="8634487" y="4953000"/>
                <a:ext cx="166368" cy="167856"/>
              </a:xfrm>
              <a:custGeom>
                <a:avLst/>
                <a:gdLst>
                  <a:gd name="connsiteX0" fmla="*/ 0 w 45719"/>
                  <a:gd name="connsiteY0" fmla="*/ 0 h 155950"/>
                  <a:gd name="connsiteX1" fmla="*/ 45719 w 45719"/>
                  <a:gd name="connsiteY1" fmla="*/ 0 h 155950"/>
                  <a:gd name="connsiteX2" fmla="*/ 45719 w 45719"/>
                  <a:gd name="connsiteY2" fmla="*/ 155950 h 155950"/>
                  <a:gd name="connsiteX3" fmla="*/ 0 w 45719"/>
                  <a:gd name="connsiteY3" fmla="*/ 155950 h 155950"/>
                  <a:gd name="connsiteX4" fmla="*/ 0 w 45719"/>
                  <a:gd name="connsiteY4" fmla="*/ 0 h 155950"/>
                  <a:gd name="connsiteX0" fmla="*/ 0 w 45719"/>
                  <a:gd name="connsiteY0" fmla="*/ 11906 h 167856"/>
                  <a:gd name="connsiteX1" fmla="*/ 45719 w 45719"/>
                  <a:gd name="connsiteY1" fmla="*/ 0 h 167856"/>
                  <a:gd name="connsiteX2" fmla="*/ 45719 w 45719"/>
                  <a:gd name="connsiteY2" fmla="*/ 167856 h 167856"/>
                  <a:gd name="connsiteX3" fmla="*/ 0 w 45719"/>
                  <a:gd name="connsiteY3" fmla="*/ 167856 h 167856"/>
                  <a:gd name="connsiteX4" fmla="*/ 0 w 45719"/>
                  <a:gd name="connsiteY4" fmla="*/ 11906 h 167856"/>
                  <a:gd name="connsiteX0" fmla="*/ 0 w 107102"/>
                  <a:gd name="connsiteY0" fmla="*/ 11906 h 167856"/>
                  <a:gd name="connsiteX1" fmla="*/ 45719 w 107102"/>
                  <a:gd name="connsiteY1" fmla="*/ 0 h 167856"/>
                  <a:gd name="connsiteX2" fmla="*/ 45719 w 107102"/>
                  <a:gd name="connsiteY2" fmla="*/ 167856 h 167856"/>
                  <a:gd name="connsiteX3" fmla="*/ 0 w 107102"/>
                  <a:gd name="connsiteY3" fmla="*/ 167856 h 167856"/>
                  <a:gd name="connsiteX4" fmla="*/ 0 w 107102"/>
                  <a:gd name="connsiteY4" fmla="*/ 11906 h 167856"/>
                  <a:gd name="connsiteX0" fmla="*/ 0 w 107102"/>
                  <a:gd name="connsiteY0" fmla="*/ 0 h 167856"/>
                  <a:gd name="connsiteX1" fmla="*/ 45719 w 107102"/>
                  <a:gd name="connsiteY1" fmla="*/ 0 h 167856"/>
                  <a:gd name="connsiteX2" fmla="*/ 45719 w 107102"/>
                  <a:gd name="connsiteY2" fmla="*/ 167856 h 167856"/>
                  <a:gd name="connsiteX3" fmla="*/ 0 w 107102"/>
                  <a:gd name="connsiteY3" fmla="*/ 167856 h 167856"/>
                  <a:gd name="connsiteX4" fmla="*/ 0 w 107102"/>
                  <a:gd name="connsiteY4" fmla="*/ 0 h 167856"/>
                  <a:gd name="connsiteX0" fmla="*/ 59266 w 166368"/>
                  <a:gd name="connsiteY0" fmla="*/ 0 h 167856"/>
                  <a:gd name="connsiteX1" fmla="*/ 104985 w 166368"/>
                  <a:gd name="connsiteY1" fmla="*/ 0 h 167856"/>
                  <a:gd name="connsiteX2" fmla="*/ 104985 w 166368"/>
                  <a:gd name="connsiteY2" fmla="*/ 167856 h 167856"/>
                  <a:gd name="connsiteX3" fmla="*/ 59266 w 166368"/>
                  <a:gd name="connsiteY3" fmla="*/ 167856 h 167856"/>
                  <a:gd name="connsiteX4" fmla="*/ 59266 w 166368"/>
                  <a:gd name="connsiteY4" fmla="*/ 0 h 167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68" h="167856">
                    <a:moveTo>
                      <a:pt x="59266" y="0"/>
                    </a:moveTo>
                    <a:lnTo>
                      <a:pt x="104985" y="0"/>
                    </a:lnTo>
                    <a:cubicBezTo>
                      <a:pt x="243098" y="84527"/>
                      <a:pt x="104985" y="111904"/>
                      <a:pt x="104985" y="167856"/>
                    </a:cubicBezTo>
                    <a:lnTo>
                      <a:pt x="59266" y="167856"/>
                    </a:lnTo>
                    <a:cubicBezTo>
                      <a:pt x="59266" y="111904"/>
                      <a:pt x="-74084" y="60715"/>
                      <a:pt x="59266" y="0"/>
                    </a:cubicBezTo>
                    <a:close/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lowchart: Manual Operation 15">
                <a:extLst>
                  <a:ext uri="{FF2B5EF4-FFF2-40B4-BE49-F238E27FC236}">
                    <a16:creationId xmlns:a16="http://schemas.microsoft.com/office/drawing/2014/main" id="{E6B04552-731B-A757-7E04-E0076DDC54A3}"/>
                  </a:ext>
                </a:extLst>
              </p:cNvPr>
              <p:cNvSpPr/>
              <p:nvPr/>
            </p:nvSpPr>
            <p:spPr>
              <a:xfrm>
                <a:off x="8610406" y="4674201"/>
                <a:ext cx="200034" cy="312284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723 w 10000"/>
                  <a:gd name="connsiteY3" fmla="*/ 9467 h 10000"/>
                  <a:gd name="connsiteX4" fmla="*/ 0 w 10000"/>
                  <a:gd name="connsiteY4" fmla="*/ 0 h 10000"/>
                  <a:gd name="connsiteX0" fmla="*/ 0 w 10000"/>
                  <a:gd name="connsiteY0" fmla="*/ 0 h 9619"/>
                  <a:gd name="connsiteX1" fmla="*/ 10000 w 10000"/>
                  <a:gd name="connsiteY1" fmla="*/ 0 h 9619"/>
                  <a:gd name="connsiteX2" fmla="*/ 8000 w 10000"/>
                  <a:gd name="connsiteY2" fmla="*/ 9619 h 9619"/>
                  <a:gd name="connsiteX3" fmla="*/ 723 w 10000"/>
                  <a:gd name="connsiteY3" fmla="*/ 9467 h 9619"/>
                  <a:gd name="connsiteX4" fmla="*/ 0 w 10000"/>
                  <a:gd name="connsiteY4" fmla="*/ 0 h 9619"/>
                  <a:gd name="connsiteX0" fmla="*/ 0 w 8511"/>
                  <a:gd name="connsiteY0" fmla="*/ 0 h 10000"/>
                  <a:gd name="connsiteX1" fmla="*/ 8511 w 8511"/>
                  <a:gd name="connsiteY1" fmla="*/ 0 h 10000"/>
                  <a:gd name="connsiteX2" fmla="*/ 8000 w 8511"/>
                  <a:gd name="connsiteY2" fmla="*/ 10000 h 10000"/>
                  <a:gd name="connsiteX3" fmla="*/ 723 w 8511"/>
                  <a:gd name="connsiteY3" fmla="*/ 9842 h 10000"/>
                  <a:gd name="connsiteX4" fmla="*/ 0 w 8511"/>
                  <a:gd name="connsiteY4" fmla="*/ 0 h 10000"/>
                  <a:gd name="connsiteX0" fmla="*/ 0 w 10500"/>
                  <a:gd name="connsiteY0" fmla="*/ 0 h 10000"/>
                  <a:gd name="connsiteX1" fmla="*/ 10500 w 10500"/>
                  <a:gd name="connsiteY1" fmla="*/ 0 h 10000"/>
                  <a:gd name="connsiteX2" fmla="*/ 9900 w 10500"/>
                  <a:gd name="connsiteY2" fmla="*/ 10000 h 10000"/>
                  <a:gd name="connsiteX3" fmla="*/ 1349 w 10500"/>
                  <a:gd name="connsiteY3" fmla="*/ 9842 h 10000"/>
                  <a:gd name="connsiteX4" fmla="*/ 0 w 10500"/>
                  <a:gd name="connsiteY4" fmla="*/ 0 h 10000"/>
                  <a:gd name="connsiteX0" fmla="*/ 0 w 10500"/>
                  <a:gd name="connsiteY0" fmla="*/ 0 h 10266"/>
                  <a:gd name="connsiteX1" fmla="*/ 10500 w 10500"/>
                  <a:gd name="connsiteY1" fmla="*/ 0 h 10266"/>
                  <a:gd name="connsiteX2" fmla="*/ 9900 w 10500"/>
                  <a:gd name="connsiteY2" fmla="*/ 10000 h 10266"/>
                  <a:gd name="connsiteX3" fmla="*/ 1349 w 10500"/>
                  <a:gd name="connsiteY3" fmla="*/ 9842 h 10266"/>
                  <a:gd name="connsiteX4" fmla="*/ 0 w 10500"/>
                  <a:gd name="connsiteY4" fmla="*/ 0 h 10266"/>
                  <a:gd name="connsiteX0" fmla="*/ 0 w 10500"/>
                  <a:gd name="connsiteY0" fmla="*/ 0 h 10381"/>
                  <a:gd name="connsiteX1" fmla="*/ 10500 w 10500"/>
                  <a:gd name="connsiteY1" fmla="*/ 0 h 10381"/>
                  <a:gd name="connsiteX2" fmla="*/ 9900 w 10500"/>
                  <a:gd name="connsiteY2" fmla="*/ 10000 h 10381"/>
                  <a:gd name="connsiteX3" fmla="*/ 1349 w 10500"/>
                  <a:gd name="connsiteY3" fmla="*/ 9842 h 10381"/>
                  <a:gd name="connsiteX4" fmla="*/ 0 w 10500"/>
                  <a:gd name="connsiteY4" fmla="*/ 0 h 10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0" h="10381">
                    <a:moveTo>
                      <a:pt x="0" y="0"/>
                    </a:moveTo>
                    <a:lnTo>
                      <a:pt x="10500" y="0"/>
                    </a:lnTo>
                    <a:cubicBezTo>
                      <a:pt x="10300" y="3333"/>
                      <a:pt x="10099" y="6667"/>
                      <a:pt x="9900" y="10000"/>
                    </a:cubicBezTo>
                    <a:cubicBezTo>
                      <a:pt x="6425" y="10659"/>
                      <a:pt x="3699" y="10370"/>
                      <a:pt x="1349" y="984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lowchart: Manual Operation 15">
                <a:extLst>
                  <a:ext uri="{FF2B5EF4-FFF2-40B4-BE49-F238E27FC236}">
                    <a16:creationId xmlns:a16="http://schemas.microsoft.com/office/drawing/2014/main" id="{3758F65C-946E-1066-D013-CCCDBC1591E4}"/>
                  </a:ext>
                </a:extLst>
              </p:cNvPr>
              <p:cNvSpPr/>
              <p:nvPr/>
            </p:nvSpPr>
            <p:spPr>
              <a:xfrm>
                <a:off x="8662988" y="5067990"/>
                <a:ext cx="108159" cy="378958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723 w 10000"/>
                  <a:gd name="connsiteY3" fmla="*/ 9467 h 10000"/>
                  <a:gd name="connsiteX4" fmla="*/ 0 w 10000"/>
                  <a:gd name="connsiteY4" fmla="*/ 0 h 10000"/>
                  <a:gd name="connsiteX0" fmla="*/ 0 w 10000"/>
                  <a:gd name="connsiteY0" fmla="*/ 0 h 9619"/>
                  <a:gd name="connsiteX1" fmla="*/ 10000 w 10000"/>
                  <a:gd name="connsiteY1" fmla="*/ 0 h 9619"/>
                  <a:gd name="connsiteX2" fmla="*/ 8000 w 10000"/>
                  <a:gd name="connsiteY2" fmla="*/ 9619 h 9619"/>
                  <a:gd name="connsiteX3" fmla="*/ 723 w 10000"/>
                  <a:gd name="connsiteY3" fmla="*/ 9467 h 9619"/>
                  <a:gd name="connsiteX4" fmla="*/ 0 w 10000"/>
                  <a:gd name="connsiteY4" fmla="*/ 0 h 9619"/>
                  <a:gd name="connsiteX0" fmla="*/ 0 w 8511"/>
                  <a:gd name="connsiteY0" fmla="*/ 0 h 10000"/>
                  <a:gd name="connsiteX1" fmla="*/ 8511 w 8511"/>
                  <a:gd name="connsiteY1" fmla="*/ 0 h 10000"/>
                  <a:gd name="connsiteX2" fmla="*/ 8000 w 8511"/>
                  <a:gd name="connsiteY2" fmla="*/ 10000 h 10000"/>
                  <a:gd name="connsiteX3" fmla="*/ 723 w 8511"/>
                  <a:gd name="connsiteY3" fmla="*/ 9842 h 10000"/>
                  <a:gd name="connsiteX4" fmla="*/ 0 w 8511"/>
                  <a:gd name="connsiteY4" fmla="*/ 0 h 10000"/>
                  <a:gd name="connsiteX0" fmla="*/ 0 w 10500"/>
                  <a:gd name="connsiteY0" fmla="*/ 0 h 10000"/>
                  <a:gd name="connsiteX1" fmla="*/ 10500 w 10500"/>
                  <a:gd name="connsiteY1" fmla="*/ 0 h 10000"/>
                  <a:gd name="connsiteX2" fmla="*/ 9900 w 10500"/>
                  <a:gd name="connsiteY2" fmla="*/ 10000 h 10000"/>
                  <a:gd name="connsiteX3" fmla="*/ 1349 w 10500"/>
                  <a:gd name="connsiteY3" fmla="*/ 9842 h 10000"/>
                  <a:gd name="connsiteX4" fmla="*/ 0 w 10500"/>
                  <a:gd name="connsiteY4" fmla="*/ 0 h 10000"/>
                  <a:gd name="connsiteX0" fmla="*/ 0 w 10500"/>
                  <a:gd name="connsiteY0" fmla="*/ 0 h 10266"/>
                  <a:gd name="connsiteX1" fmla="*/ 10500 w 10500"/>
                  <a:gd name="connsiteY1" fmla="*/ 0 h 10266"/>
                  <a:gd name="connsiteX2" fmla="*/ 9900 w 10500"/>
                  <a:gd name="connsiteY2" fmla="*/ 10000 h 10266"/>
                  <a:gd name="connsiteX3" fmla="*/ 1349 w 10500"/>
                  <a:gd name="connsiteY3" fmla="*/ 9842 h 10266"/>
                  <a:gd name="connsiteX4" fmla="*/ 0 w 10500"/>
                  <a:gd name="connsiteY4" fmla="*/ 0 h 10266"/>
                  <a:gd name="connsiteX0" fmla="*/ 0 w 10500"/>
                  <a:gd name="connsiteY0" fmla="*/ 0 h 10381"/>
                  <a:gd name="connsiteX1" fmla="*/ 10500 w 10500"/>
                  <a:gd name="connsiteY1" fmla="*/ 0 h 10381"/>
                  <a:gd name="connsiteX2" fmla="*/ 9900 w 10500"/>
                  <a:gd name="connsiteY2" fmla="*/ 10000 h 10381"/>
                  <a:gd name="connsiteX3" fmla="*/ 1349 w 10500"/>
                  <a:gd name="connsiteY3" fmla="*/ 9842 h 10381"/>
                  <a:gd name="connsiteX4" fmla="*/ 0 w 10500"/>
                  <a:gd name="connsiteY4" fmla="*/ 0 h 10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0" h="10381">
                    <a:moveTo>
                      <a:pt x="0" y="0"/>
                    </a:moveTo>
                    <a:lnTo>
                      <a:pt x="10500" y="0"/>
                    </a:lnTo>
                    <a:cubicBezTo>
                      <a:pt x="10300" y="3333"/>
                      <a:pt x="10099" y="6667"/>
                      <a:pt x="9900" y="10000"/>
                    </a:cubicBezTo>
                    <a:cubicBezTo>
                      <a:pt x="6425" y="10659"/>
                      <a:pt x="3699" y="10370"/>
                      <a:pt x="1349" y="984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5FEA688-058A-9387-E5C9-2F606FA03525}"/>
                </a:ext>
              </a:extLst>
            </p:cNvPr>
            <p:cNvGrpSpPr/>
            <p:nvPr/>
          </p:nvGrpSpPr>
          <p:grpSpPr>
            <a:xfrm>
              <a:off x="10027513" y="3645544"/>
              <a:ext cx="1655004" cy="742019"/>
              <a:chOff x="7850782" y="4047003"/>
              <a:chExt cx="1685940" cy="755889"/>
            </a:xfrm>
            <a:grpFill/>
          </p:grpSpPr>
          <p:sp>
            <p:nvSpPr>
              <p:cNvPr id="46" name="Rectangle 4">
                <a:extLst>
                  <a:ext uri="{FF2B5EF4-FFF2-40B4-BE49-F238E27FC236}">
                    <a16:creationId xmlns:a16="http://schemas.microsoft.com/office/drawing/2014/main" id="{ECF9F94E-01EF-C9D7-0F70-722A186879F9}"/>
                  </a:ext>
                </a:extLst>
              </p:cNvPr>
              <p:cNvSpPr/>
              <p:nvPr/>
            </p:nvSpPr>
            <p:spPr>
              <a:xfrm>
                <a:off x="7850782" y="4047003"/>
                <a:ext cx="1685940" cy="755889"/>
              </a:xfrm>
              <a:custGeom>
                <a:avLst/>
                <a:gdLst>
                  <a:gd name="connsiteX0" fmla="*/ 0 w 872197"/>
                  <a:gd name="connsiteY0" fmla="*/ 0 h 450166"/>
                  <a:gd name="connsiteX1" fmla="*/ 872197 w 872197"/>
                  <a:gd name="connsiteY1" fmla="*/ 0 h 450166"/>
                  <a:gd name="connsiteX2" fmla="*/ 872197 w 872197"/>
                  <a:gd name="connsiteY2" fmla="*/ 450166 h 450166"/>
                  <a:gd name="connsiteX3" fmla="*/ 0 w 872197"/>
                  <a:gd name="connsiteY3" fmla="*/ 450166 h 450166"/>
                  <a:gd name="connsiteX4" fmla="*/ 0 w 872197"/>
                  <a:gd name="connsiteY4" fmla="*/ 0 h 450166"/>
                  <a:gd name="connsiteX0" fmla="*/ 0 w 1024597"/>
                  <a:gd name="connsiteY0" fmla="*/ 0 h 450166"/>
                  <a:gd name="connsiteX1" fmla="*/ 1024597 w 1024597"/>
                  <a:gd name="connsiteY1" fmla="*/ 297180 h 450166"/>
                  <a:gd name="connsiteX2" fmla="*/ 872197 w 1024597"/>
                  <a:gd name="connsiteY2" fmla="*/ 450166 h 450166"/>
                  <a:gd name="connsiteX3" fmla="*/ 0 w 1024597"/>
                  <a:gd name="connsiteY3" fmla="*/ 450166 h 450166"/>
                  <a:gd name="connsiteX4" fmla="*/ 0 w 1024597"/>
                  <a:gd name="connsiteY4" fmla="*/ 0 h 450166"/>
                  <a:gd name="connsiteX0" fmla="*/ 0 w 1039837"/>
                  <a:gd name="connsiteY0" fmla="*/ 0 h 450166"/>
                  <a:gd name="connsiteX1" fmla="*/ 1039837 w 1039837"/>
                  <a:gd name="connsiteY1" fmla="*/ 259080 h 450166"/>
                  <a:gd name="connsiteX2" fmla="*/ 872197 w 1039837"/>
                  <a:gd name="connsiteY2" fmla="*/ 450166 h 450166"/>
                  <a:gd name="connsiteX3" fmla="*/ 0 w 1039837"/>
                  <a:gd name="connsiteY3" fmla="*/ 450166 h 450166"/>
                  <a:gd name="connsiteX4" fmla="*/ 0 w 1039837"/>
                  <a:gd name="connsiteY4" fmla="*/ 0 h 450166"/>
                  <a:gd name="connsiteX0" fmla="*/ 0 w 1039837"/>
                  <a:gd name="connsiteY0" fmla="*/ 0 h 709246"/>
                  <a:gd name="connsiteX1" fmla="*/ 1039837 w 1039837"/>
                  <a:gd name="connsiteY1" fmla="*/ 259080 h 709246"/>
                  <a:gd name="connsiteX2" fmla="*/ 1016977 w 1039837"/>
                  <a:gd name="connsiteY2" fmla="*/ 709246 h 709246"/>
                  <a:gd name="connsiteX3" fmla="*/ 0 w 1039837"/>
                  <a:gd name="connsiteY3" fmla="*/ 450166 h 709246"/>
                  <a:gd name="connsiteX4" fmla="*/ 0 w 1039837"/>
                  <a:gd name="connsiteY4" fmla="*/ 0 h 709246"/>
                  <a:gd name="connsiteX0" fmla="*/ 350520 w 1390357"/>
                  <a:gd name="connsiteY0" fmla="*/ 0 h 709246"/>
                  <a:gd name="connsiteX1" fmla="*/ 1390357 w 1390357"/>
                  <a:gd name="connsiteY1" fmla="*/ 259080 h 709246"/>
                  <a:gd name="connsiteX2" fmla="*/ 1367497 w 1390357"/>
                  <a:gd name="connsiteY2" fmla="*/ 709246 h 709246"/>
                  <a:gd name="connsiteX3" fmla="*/ 0 w 1390357"/>
                  <a:gd name="connsiteY3" fmla="*/ 678766 h 709246"/>
                  <a:gd name="connsiteX4" fmla="*/ 350520 w 1390357"/>
                  <a:gd name="connsiteY4" fmla="*/ 0 h 709246"/>
                  <a:gd name="connsiteX0" fmla="*/ 0 w 1039837"/>
                  <a:gd name="connsiteY0" fmla="*/ 0 h 709246"/>
                  <a:gd name="connsiteX1" fmla="*/ 1039837 w 1039837"/>
                  <a:gd name="connsiteY1" fmla="*/ 259080 h 709246"/>
                  <a:gd name="connsiteX2" fmla="*/ 1016977 w 1039837"/>
                  <a:gd name="connsiteY2" fmla="*/ 709246 h 709246"/>
                  <a:gd name="connsiteX3" fmla="*/ 0 w 1039837"/>
                  <a:gd name="connsiteY3" fmla="*/ 0 h 709246"/>
                  <a:gd name="connsiteX0" fmla="*/ 0 w 925537"/>
                  <a:gd name="connsiteY0" fmla="*/ 0 h 709246"/>
                  <a:gd name="connsiteX1" fmla="*/ 925537 w 925537"/>
                  <a:gd name="connsiteY1" fmla="*/ 259080 h 709246"/>
                  <a:gd name="connsiteX2" fmla="*/ 902677 w 925537"/>
                  <a:gd name="connsiteY2" fmla="*/ 709246 h 709246"/>
                  <a:gd name="connsiteX3" fmla="*/ 0 w 925537"/>
                  <a:gd name="connsiteY3" fmla="*/ 0 h 709246"/>
                  <a:gd name="connsiteX0" fmla="*/ 0 w 902677"/>
                  <a:gd name="connsiteY0" fmla="*/ 0 h 678766"/>
                  <a:gd name="connsiteX1" fmla="*/ 902677 w 902677"/>
                  <a:gd name="connsiteY1" fmla="*/ 228600 h 678766"/>
                  <a:gd name="connsiteX2" fmla="*/ 879817 w 902677"/>
                  <a:gd name="connsiteY2" fmla="*/ 678766 h 678766"/>
                  <a:gd name="connsiteX3" fmla="*/ 0 w 902677"/>
                  <a:gd name="connsiteY3" fmla="*/ 0 h 678766"/>
                  <a:gd name="connsiteX0" fmla="*/ 812195 w 1714872"/>
                  <a:gd name="connsiteY0" fmla="*/ 0 h 678766"/>
                  <a:gd name="connsiteX1" fmla="*/ 1714872 w 1714872"/>
                  <a:gd name="connsiteY1" fmla="*/ 228600 h 678766"/>
                  <a:gd name="connsiteX2" fmla="*/ 1692012 w 1714872"/>
                  <a:gd name="connsiteY2" fmla="*/ 678766 h 678766"/>
                  <a:gd name="connsiteX3" fmla="*/ 812195 w 1714872"/>
                  <a:gd name="connsiteY3" fmla="*/ 0 h 678766"/>
                  <a:gd name="connsiteX0" fmla="*/ 997193 w 1899870"/>
                  <a:gd name="connsiteY0" fmla="*/ 0 h 763244"/>
                  <a:gd name="connsiteX1" fmla="*/ 1899870 w 1899870"/>
                  <a:gd name="connsiteY1" fmla="*/ 228600 h 763244"/>
                  <a:gd name="connsiteX2" fmla="*/ 1877010 w 1899870"/>
                  <a:gd name="connsiteY2" fmla="*/ 678766 h 763244"/>
                  <a:gd name="connsiteX3" fmla="*/ 997193 w 1899870"/>
                  <a:gd name="connsiteY3" fmla="*/ 0 h 763244"/>
                  <a:gd name="connsiteX0" fmla="*/ 821115 w 1723792"/>
                  <a:gd name="connsiteY0" fmla="*/ 7243 h 761021"/>
                  <a:gd name="connsiteX1" fmla="*/ 1723792 w 1723792"/>
                  <a:gd name="connsiteY1" fmla="*/ 235843 h 761021"/>
                  <a:gd name="connsiteX2" fmla="*/ 1700932 w 1723792"/>
                  <a:gd name="connsiteY2" fmla="*/ 686009 h 761021"/>
                  <a:gd name="connsiteX3" fmla="*/ 821115 w 1723792"/>
                  <a:gd name="connsiteY3" fmla="*/ 7243 h 761021"/>
                  <a:gd name="connsiteX0" fmla="*/ 840481 w 1743158"/>
                  <a:gd name="connsiteY0" fmla="*/ 6988 h 775287"/>
                  <a:gd name="connsiteX1" fmla="*/ 1743158 w 1743158"/>
                  <a:gd name="connsiteY1" fmla="*/ 235588 h 775287"/>
                  <a:gd name="connsiteX2" fmla="*/ 1720298 w 1743158"/>
                  <a:gd name="connsiteY2" fmla="*/ 685754 h 775287"/>
                  <a:gd name="connsiteX3" fmla="*/ 840481 w 1743158"/>
                  <a:gd name="connsiteY3" fmla="*/ 6988 h 775287"/>
                  <a:gd name="connsiteX0" fmla="*/ 840481 w 1743158"/>
                  <a:gd name="connsiteY0" fmla="*/ 7158 h 746853"/>
                  <a:gd name="connsiteX1" fmla="*/ 1743158 w 1743158"/>
                  <a:gd name="connsiteY1" fmla="*/ 235758 h 746853"/>
                  <a:gd name="connsiteX2" fmla="*/ 1720298 w 1743158"/>
                  <a:gd name="connsiteY2" fmla="*/ 655444 h 746853"/>
                  <a:gd name="connsiteX3" fmla="*/ 840481 w 1743158"/>
                  <a:gd name="connsiteY3" fmla="*/ 7158 h 746853"/>
                  <a:gd name="connsiteX0" fmla="*/ 845864 w 1748541"/>
                  <a:gd name="connsiteY0" fmla="*/ 6990 h 756833"/>
                  <a:gd name="connsiteX1" fmla="*/ 1748541 w 1748541"/>
                  <a:gd name="connsiteY1" fmla="*/ 235590 h 756833"/>
                  <a:gd name="connsiteX2" fmla="*/ 1725681 w 1748541"/>
                  <a:gd name="connsiteY2" fmla="*/ 655276 h 756833"/>
                  <a:gd name="connsiteX3" fmla="*/ 845864 w 1748541"/>
                  <a:gd name="connsiteY3" fmla="*/ 6990 h 756833"/>
                  <a:gd name="connsiteX0" fmla="*/ 839101 w 1741778"/>
                  <a:gd name="connsiteY0" fmla="*/ 19763 h 764534"/>
                  <a:gd name="connsiteX1" fmla="*/ 1741778 w 1741778"/>
                  <a:gd name="connsiteY1" fmla="*/ 248363 h 764534"/>
                  <a:gd name="connsiteX2" fmla="*/ 1718918 w 1741778"/>
                  <a:gd name="connsiteY2" fmla="*/ 668049 h 764534"/>
                  <a:gd name="connsiteX3" fmla="*/ 839101 w 1741778"/>
                  <a:gd name="connsiteY3" fmla="*/ 19763 h 764534"/>
                  <a:gd name="connsiteX0" fmla="*/ 874820 w 1653672"/>
                  <a:gd name="connsiteY0" fmla="*/ 19718 h 767470"/>
                  <a:gd name="connsiteX1" fmla="*/ 1653672 w 1653672"/>
                  <a:gd name="connsiteY1" fmla="*/ 251493 h 767470"/>
                  <a:gd name="connsiteX2" fmla="*/ 1630812 w 1653672"/>
                  <a:gd name="connsiteY2" fmla="*/ 671179 h 767470"/>
                  <a:gd name="connsiteX3" fmla="*/ 874820 w 1653672"/>
                  <a:gd name="connsiteY3" fmla="*/ 19718 h 767470"/>
                  <a:gd name="connsiteX0" fmla="*/ 959061 w 1737913"/>
                  <a:gd name="connsiteY0" fmla="*/ 1304 h 758298"/>
                  <a:gd name="connsiteX1" fmla="*/ 1737913 w 1737913"/>
                  <a:gd name="connsiteY1" fmla="*/ 233079 h 758298"/>
                  <a:gd name="connsiteX2" fmla="*/ 1715053 w 1737913"/>
                  <a:gd name="connsiteY2" fmla="*/ 652765 h 758298"/>
                  <a:gd name="connsiteX3" fmla="*/ 959061 w 1737913"/>
                  <a:gd name="connsiteY3" fmla="*/ 1304 h 758298"/>
                  <a:gd name="connsiteX0" fmla="*/ 959061 w 1737913"/>
                  <a:gd name="connsiteY0" fmla="*/ 1273 h 784806"/>
                  <a:gd name="connsiteX1" fmla="*/ 1737913 w 1737913"/>
                  <a:gd name="connsiteY1" fmla="*/ 233048 h 784806"/>
                  <a:gd name="connsiteX2" fmla="*/ 1715053 w 1737913"/>
                  <a:gd name="connsiteY2" fmla="*/ 681309 h 784806"/>
                  <a:gd name="connsiteX3" fmla="*/ 959061 w 1737913"/>
                  <a:gd name="connsiteY3" fmla="*/ 1273 h 784806"/>
                  <a:gd name="connsiteX0" fmla="*/ 986764 w 1765616"/>
                  <a:gd name="connsiteY0" fmla="*/ 1399 h 749257"/>
                  <a:gd name="connsiteX1" fmla="*/ 1765616 w 1765616"/>
                  <a:gd name="connsiteY1" fmla="*/ 233174 h 749257"/>
                  <a:gd name="connsiteX2" fmla="*/ 1742756 w 1765616"/>
                  <a:gd name="connsiteY2" fmla="*/ 681435 h 749257"/>
                  <a:gd name="connsiteX3" fmla="*/ 986764 w 1765616"/>
                  <a:gd name="connsiteY3" fmla="*/ 1399 h 749257"/>
                  <a:gd name="connsiteX0" fmla="*/ 914018 w 1692870"/>
                  <a:gd name="connsiteY0" fmla="*/ 2269 h 682305"/>
                  <a:gd name="connsiteX1" fmla="*/ 1692870 w 1692870"/>
                  <a:gd name="connsiteY1" fmla="*/ 234044 h 682305"/>
                  <a:gd name="connsiteX2" fmla="*/ 1670010 w 1692870"/>
                  <a:gd name="connsiteY2" fmla="*/ 682305 h 682305"/>
                  <a:gd name="connsiteX3" fmla="*/ 14273 w 1692870"/>
                  <a:gd name="connsiteY3" fmla="*/ 133079 h 682305"/>
                  <a:gd name="connsiteX4" fmla="*/ 914018 w 1692870"/>
                  <a:gd name="connsiteY4" fmla="*/ 2269 h 682305"/>
                  <a:gd name="connsiteX0" fmla="*/ 914018 w 1692870"/>
                  <a:gd name="connsiteY0" fmla="*/ 2269 h 740102"/>
                  <a:gd name="connsiteX1" fmla="*/ 1692870 w 1692870"/>
                  <a:gd name="connsiteY1" fmla="*/ 234044 h 740102"/>
                  <a:gd name="connsiteX2" fmla="*/ 1670010 w 1692870"/>
                  <a:gd name="connsiteY2" fmla="*/ 682305 h 740102"/>
                  <a:gd name="connsiteX3" fmla="*/ 14273 w 1692870"/>
                  <a:gd name="connsiteY3" fmla="*/ 133079 h 740102"/>
                  <a:gd name="connsiteX4" fmla="*/ 914018 w 1692870"/>
                  <a:gd name="connsiteY4" fmla="*/ 2269 h 740102"/>
                  <a:gd name="connsiteX0" fmla="*/ 914018 w 1692870"/>
                  <a:gd name="connsiteY0" fmla="*/ 2269 h 761345"/>
                  <a:gd name="connsiteX1" fmla="*/ 1692870 w 1692870"/>
                  <a:gd name="connsiteY1" fmla="*/ 234044 h 761345"/>
                  <a:gd name="connsiteX2" fmla="*/ 1670010 w 1692870"/>
                  <a:gd name="connsiteY2" fmla="*/ 682305 h 761345"/>
                  <a:gd name="connsiteX3" fmla="*/ 14273 w 1692870"/>
                  <a:gd name="connsiteY3" fmla="*/ 133079 h 761345"/>
                  <a:gd name="connsiteX4" fmla="*/ 914018 w 1692870"/>
                  <a:gd name="connsiteY4" fmla="*/ 2269 h 761345"/>
                  <a:gd name="connsiteX0" fmla="*/ 905689 w 1684541"/>
                  <a:gd name="connsiteY0" fmla="*/ 16156 h 775232"/>
                  <a:gd name="connsiteX1" fmla="*/ 1684541 w 1684541"/>
                  <a:gd name="connsiteY1" fmla="*/ 247931 h 775232"/>
                  <a:gd name="connsiteX2" fmla="*/ 1661681 w 1684541"/>
                  <a:gd name="connsiteY2" fmla="*/ 696192 h 775232"/>
                  <a:gd name="connsiteX3" fmla="*/ 5944 w 1684541"/>
                  <a:gd name="connsiteY3" fmla="*/ 146966 h 775232"/>
                  <a:gd name="connsiteX4" fmla="*/ 905689 w 1684541"/>
                  <a:gd name="connsiteY4" fmla="*/ 16156 h 775232"/>
                  <a:gd name="connsiteX0" fmla="*/ 905689 w 1684541"/>
                  <a:gd name="connsiteY0" fmla="*/ 12314 h 771390"/>
                  <a:gd name="connsiteX1" fmla="*/ 1684541 w 1684541"/>
                  <a:gd name="connsiteY1" fmla="*/ 244089 h 771390"/>
                  <a:gd name="connsiteX2" fmla="*/ 1661681 w 1684541"/>
                  <a:gd name="connsiteY2" fmla="*/ 692350 h 771390"/>
                  <a:gd name="connsiteX3" fmla="*/ 5944 w 1684541"/>
                  <a:gd name="connsiteY3" fmla="*/ 143124 h 771390"/>
                  <a:gd name="connsiteX4" fmla="*/ 905689 w 1684541"/>
                  <a:gd name="connsiteY4" fmla="*/ 12314 h 771390"/>
                  <a:gd name="connsiteX0" fmla="*/ 905689 w 1684541"/>
                  <a:gd name="connsiteY0" fmla="*/ 12314 h 771390"/>
                  <a:gd name="connsiteX1" fmla="*/ 1684541 w 1684541"/>
                  <a:gd name="connsiteY1" fmla="*/ 244089 h 771390"/>
                  <a:gd name="connsiteX2" fmla="*/ 1661681 w 1684541"/>
                  <a:gd name="connsiteY2" fmla="*/ 692350 h 771390"/>
                  <a:gd name="connsiteX3" fmla="*/ 5944 w 1684541"/>
                  <a:gd name="connsiteY3" fmla="*/ 143124 h 771390"/>
                  <a:gd name="connsiteX4" fmla="*/ 905689 w 1684541"/>
                  <a:gd name="connsiteY4" fmla="*/ 12314 h 771390"/>
                  <a:gd name="connsiteX0" fmla="*/ 905689 w 1684541"/>
                  <a:gd name="connsiteY0" fmla="*/ 22880 h 778780"/>
                  <a:gd name="connsiteX1" fmla="*/ 1684541 w 1684541"/>
                  <a:gd name="connsiteY1" fmla="*/ 254655 h 778780"/>
                  <a:gd name="connsiteX2" fmla="*/ 1661681 w 1684541"/>
                  <a:gd name="connsiteY2" fmla="*/ 702916 h 778780"/>
                  <a:gd name="connsiteX3" fmla="*/ 5944 w 1684541"/>
                  <a:gd name="connsiteY3" fmla="*/ 125115 h 778780"/>
                  <a:gd name="connsiteX4" fmla="*/ 905689 w 1684541"/>
                  <a:gd name="connsiteY4" fmla="*/ 22880 h 778780"/>
                  <a:gd name="connsiteX0" fmla="*/ 905689 w 1684541"/>
                  <a:gd name="connsiteY0" fmla="*/ 3662 h 759562"/>
                  <a:gd name="connsiteX1" fmla="*/ 1684541 w 1684541"/>
                  <a:gd name="connsiteY1" fmla="*/ 235437 h 759562"/>
                  <a:gd name="connsiteX2" fmla="*/ 1661681 w 1684541"/>
                  <a:gd name="connsiteY2" fmla="*/ 683698 h 759562"/>
                  <a:gd name="connsiteX3" fmla="*/ 5944 w 1684541"/>
                  <a:gd name="connsiteY3" fmla="*/ 105897 h 759562"/>
                  <a:gd name="connsiteX4" fmla="*/ 905689 w 1684541"/>
                  <a:gd name="connsiteY4" fmla="*/ 3662 h 759562"/>
                  <a:gd name="connsiteX0" fmla="*/ 907088 w 1685940"/>
                  <a:gd name="connsiteY0" fmla="*/ 3662 h 755889"/>
                  <a:gd name="connsiteX1" fmla="*/ 1685940 w 1685940"/>
                  <a:gd name="connsiteY1" fmla="*/ 235437 h 755889"/>
                  <a:gd name="connsiteX2" fmla="*/ 1663080 w 1685940"/>
                  <a:gd name="connsiteY2" fmla="*/ 683698 h 755889"/>
                  <a:gd name="connsiteX3" fmla="*/ 7343 w 1685940"/>
                  <a:gd name="connsiteY3" fmla="*/ 105897 h 755889"/>
                  <a:gd name="connsiteX4" fmla="*/ 907088 w 1685940"/>
                  <a:gd name="connsiteY4" fmla="*/ 3662 h 755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5940" h="755889">
                    <a:moveTo>
                      <a:pt x="907088" y="3662"/>
                    </a:moveTo>
                    <a:lnTo>
                      <a:pt x="1685940" y="235437"/>
                    </a:lnTo>
                    <a:lnTo>
                      <a:pt x="1663080" y="683698"/>
                    </a:lnTo>
                    <a:cubicBezTo>
                      <a:pt x="483995" y="934364"/>
                      <a:pt x="-71446" y="481173"/>
                      <a:pt x="7343" y="105897"/>
                    </a:cubicBezTo>
                    <a:cubicBezTo>
                      <a:pt x="28983" y="2083"/>
                      <a:pt x="623353" y="-7609"/>
                      <a:pt x="907088" y="3662"/>
                    </a:cubicBezTo>
                    <a:close/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DCD0B15-8FF2-1921-316B-0481C55969F0}"/>
                  </a:ext>
                </a:extLst>
              </p:cNvPr>
              <p:cNvSpPr/>
              <p:nvPr/>
            </p:nvSpPr>
            <p:spPr>
              <a:xfrm>
                <a:off x="7920038" y="4131470"/>
                <a:ext cx="1440656" cy="181408"/>
              </a:xfrm>
              <a:custGeom>
                <a:avLst/>
                <a:gdLst>
                  <a:gd name="connsiteX0" fmla="*/ 0 w 1440656"/>
                  <a:gd name="connsiteY0" fmla="*/ 0 h 166687"/>
                  <a:gd name="connsiteX1" fmla="*/ 1440656 w 1440656"/>
                  <a:gd name="connsiteY1" fmla="*/ 166687 h 166687"/>
                  <a:gd name="connsiteX2" fmla="*/ 1440656 w 1440656"/>
                  <a:gd name="connsiteY2" fmla="*/ 166687 h 166687"/>
                  <a:gd name="connsiteX0" fmla="*/ 0 w 1440656"/>
                  <a:gd name="connsiteY0" fmla="*/ 0 h 166687"/>
                  <a:gd name="connsiteX1" fmla="*/ 1440656 w 1440656"/>
                  <a:gd name="connsiteY1" fmla="*/ 166687 h 166687"/>
                  <a:gd name="connsiteX2" fmla="*/ 1440656 w 1440656"/>
                  <a:gd name="connsiteY2" fmla="*/ 166687 h 166687"/>
                  <a:gd name="connsiteX0" fmla="*/ 0 w 1440656"/>
                  <a:gd name="connsiteY0" fmla="*/ 0 h 181408"/>
                  <a:gd name="connsiteX1" fmla="*/ 1440656 w 1440656"/>
                  <a:gd name="connsiteY1" fmla="*/ 166687 h 181408"/>
                  <a:gd name="connsiteX2" fmla="*/ 1440656 w 1440656"/>
                  <a:gd name="connsiteY2" fmla="*/ 166687 h 1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0656" h="181408">
                    <a:moveTo>
                      <a:pt x="0" y="0"/>
                    </a:moveTo>
                    <a:cubicBezTo>
                      <a:pt x="175419" y="241300"/>
                      <a:pt x="1117599" y="175419"/>
                      <a:pt x="1440656" y="166687"/>
                    </a:cubicBezTo>
                    <a:lnTo>
                      <a:pt x="1440656" y="166687"/>
                    </a:lnTo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C136727-145F-42CC-8DB7-282E1D8CC206}"/>
                  </a:ext>
                </a:extLst>
              </p:cNvPr>
              <p:cNvSpPr/>
              <p:nvPr/>
            </p:nvSpPr>
            <p:spPr>
              <a:xfrm>
                <a:off x="8541543" y="4060032"/>
                <a:ext cx="435769" cy="128588"/>
              </a:xfrm>
              <a:custGeom>
                <a:avLst/>
                <a:gdLst>
                  <a:gd name="connsiteX0" fmla="*/ 0 w 390525"/>
                  <a:gd name="connsiteY0" fmla="*/ 0 h 140494"/>
                  <a:gd name="connsiteX1" fmla="*/ 390525 w 390525"/>
                  <a:gd name="connsiteY1" fmla="*/ 140494 h 140494"/>
                  <a:gd name="connsiteX2" fmla="*/ 390525 w 390525"/>
                  <a:gd name="connsiteY2" fmla="*/ 140494 h 140494"/>
                  <a:gd name="connsiteX0" fmla="*/ 0 w 409575"/>
                  <a:gd name="connsiteY0" fmla="*/ 0 h 128587"/>
                  <a:gd name="connsiteX1" fmla="*/ 409575 w 409575"/>
                  <a:gd name="connsiteY1" fmla="*/ 128587 h 128587"/>
                  <a:gd name="connsiteX2" fmla="*/ 409575 w 409575"/>
                  <a:gd name="connsiteY2" fmla="*/ 128587 h 128587"/>
                  <a:gd name="connsiteX0" fmla="*/ 0 w 419100"/>
                  <a:gd name="connsiteY0" fmla="*/ 0 h 121444"/>
                  <a:gd name="connsiteX1" fmla="*/ 419100 w 419100"/>
                  <a:gd name="connsiteY1" fmla="*/ 121444 h 121444"/>
                  <a:gd name="connsiteX2" fmla="*/ 419100 w 419100"/>
                  <a:gd name="connsiteY2" fmla="*/ 121444 h 121444"/>
                  <a:gd name="connsiteX0" fmla="*/ 0 w 435769"/>
                  <a:gd name="connsiteY0" fmla="*/ 0 h 128588"/>
                  <a:gd name="connsiteX1" fmla="*/ 435769 w 435769"/>
                  <a:gd name="connsiteY1" fmla="*/ 128588 h 128588"/>
                  <a:gd name="connsiteX2" fmla="*/ 435769 w 435769"/>
                  <a:gd name="connsiteY2" fmla="*/ 128588 h 128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5769" h="128588">
                    <a:moveTo>
                      <a:pt x="0" y="0"/>
                    </a:moveTo>
                    <a:lnTo>
                      <a:pt x="435769" y="128588"/>
                    </a:lnTo>
                    <a:lnTo>
                      <a:pt x="435769" y="128588"/>
                    </a:lnTo>
                  </a:path>
                </a:pathLst>
              </a:cu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56BE3E3-CFFA-3022-79FC-72F062D4ECB6}"/>
              </a:ext>
            </a:extLst>
          </p:cNvPr>
          <p:cNvGrpSpPr/>
          <p:nvPr/>
        </p:nvGrpSpPr>
        <p:grpSpPr>
          <a:xfrm>
            <a:off x="6488801" y="3083551"/>
            <a:ext cx="3611194" cy="3693764"/>
            <a:chOff x="10027513" y="3326955"/>
            <a:chExt cx="1655004" cy="1692846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501577A-B966-EC1E-89D5-38040BF20A2E}"/>
                </a:ext>
              </a:extLst>
            </p:cNvPr>
            <p:cNvGrpSpPr/>
            <p:nvPr/>
          </p:nvGrpSpPr>
          <p:grpSpPr>
            <a:xfrm>
              <a:off x="10824814" y="3326955"/>
              <a:ext cx="397385" cy="480982"/>
              <a:chOff x="8662987" y="3722459"/>
              <a:chExt cx="404813" cy="489973"/>
            </a:xfrm>
            <a:noFill/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F1649BE0-AB9F-DA6F-3B34-6B5DB9C9A9DC}"/>
                  </a:ext>
                </a:extLst>
              </p:cNvPr>
              <p:cNvSpPr/>
              <p:nvPr/>
            </p:nvSpPr>
            <p:spPr>
              <a:xfrm rot="5400000">
                <a:off x="8708992" y="3855077"/>
                <a:ext cx="45719" cy="76199"/>
              </a:xfrm>
              <a:prstGeom prst="roundRect">
                <a:avLst>
                  <a:gd name="adj" fmla="val 41666"/>
                </a:avLst>
              </a:prstGeom>
              <a:solidFill>
                <a:srgbClr val="856C8E"/>
              </a:solidFill>
              <a:ln w="28575" cap="flat" cmpd="sng" algn="ctr">
                <a:solidFill>
                  <a:srgbClr val="856C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37FD6D39-C00C-CAE5-0B92-572FD113EFC4}"/>
                  </a:ext>
                </a:extLst>
              </p:cNvPr>
              <p:cNvSpPr/>
              <p:nvPr/>
            </p:nvSpPr>
            <p:spPr>
              <a:xfrm rot="5400000">
                <a:off x="8806427" y="3683798"/>
                <a:ext cx="79834" cy="366713"/>
              </a:xfrm>
              <a:prstGeom prst="roundRect">
                <a:avLst>
                  <a:gd name="adj" fmla="val 41666"/>
                </a:avLst>
              </a:prstGeom>
              <a:solidFill>
                <a:srgbClr val="CCC2D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34980627-F83E-6B4B-0BE9-94D08F8EA4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5393" y="3732234"/>
                <a:ext cx="202407" cy="0"/>
              </a:xfrm>
              <a:prstGeom prst="line">
                <a:avLst/>
              </a:prstGeom>
              <a:grpFill/>
              <a:ln w="28575" cap="flat" cmpd="sng" algn="ctr">
                <a:solidFill>
                  <a:srgbClr val="856C8E"/>
                </a:solidFill>
                <a:prstDash val="solid"/>
                <a:miter lim="800000"/>
              </a:ln>
              <a:effectLst/>
            </p:spPr>
          </p:cxnSp>
          <p:sp>
            <p:nvSpPr>
              <p:cNvPr id="71" name="Rectangle 5">
                <a:extLst>
                  <a:ext uri="{FF2B5EF4-FFF2-40B4-BE49-F238E27FC236}">
                    <a16:creationId xmlns:a16="http://schemas.microsoft.com/office/drawing/2014/main" id="{4F3ED010-3288-483B-2768-291D2521FD3F}"/>
                  </a:ext>
                </a:extLst>
              </p:cNvPr>
              <p:cNvSpPr/>
              <p:nvPr/>
            </p:nvSpPr>
            <p:spPr>
              <a:xfrm>
                <a:off x="8963025" y="3795713"/>
                <a:ext cx="104775" cy="416719"/>
              </a:xfrm>
              <a:custGeom>
                <a:avLst/>
                <a:gdLst>
                  <a:gd name="connsiteX0" fmla="*/ 0 w 104775"/>
                  <a:gd name="connsiteY0" fmla="*/ 0 h 404812"/>
                  <a:gd name="connsiteX1" fmla="*/ 104775 w 104775"/>
                  <a:gd name="connsiteY1" fmla="*/ 0 h 404812"/>
                  <a:gd name="connsiteX2" fmla="*/ 104775 w 104775"/>
                  <a:gd name="connsiteY2" fmla="*/ 404812 h 404812"/>
                  <a:gd name="connsiteX3" fmla="*/ 0 w 104775"/>
                  <a:gd name="connsiteY3" fmla="*/ 404812 h 404812"/>
                  <a:gd name="connsiteX4" fmla="*/ 0 w 104775"/>
                  <a:gd name="connsiteY4" fmla="*/ 0 h 404812"/>
                  <a:gd name="connsiteX0" fmla="*/ 0 w 104775"/>
                  <a:gd name="connsiteY0" fmla="*/ 0 h 404812"/>
                  <a:gd name="connsiteX1" fmla="*/ 104775 w 104775"/>
                  <a:gd name="connsiteY1" fmla="*/ 0 h 404812"/>
                  <a:gd name="connsiteX2" fmla="*/ 104775 w 104775"/>
                  <a:gd name="connsiteY2" fmla="*/ 404812 h 404812"/>
                  <a:gd name="connsiteX3" fmla="*/ 0 w 104775"/>
                  <a:gd name="connsiteY3" fmla="*/ 397668 h 404812"/>
                  <a:gd name="connsiteX4" fmla="*/ 0 w 104775"/>
                  <a:gd name="connsiteY4" fmla="*/ 0 h 404812"/>
                  <a:gd name="connsiteX0" fmla="*/ 0 w 104775"/>
                  <a:gd name="connsiteY0" fmla="*/ 0 h 416719"/>
                  <a:gd name="connsiteX1" fmla="*/ 104775 w 104775"/>
                  <a:gd name="connsiteY1" fmla="*/ 0 h 416719"/>
                  <a:gd name="connsiteX2" fmla="*/ 97632 w 104775"/>
                  <a:gd name="connsiteY2" fmla="*/ 416719 h 416719"/>
                  <a:gd name="connsiteX3" fmla="*/ 0 w 104775"/>
                  <a:gd name="connsiteY3" fmla="*/ 397668 h 416719"/>
                  <a:gd name="connsiteX4" fmla="*/ 0 w 104775"/>
                  <a:gd name="connsiteY4" fmla="*/ 0 h 416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416719">
                    <a:moveTo>
                      <a:pt x="0" y="0"/>
                    </a:moveTo>
                    <a:lnTo>
                      <a:pt x="104775" y="0"/>
                    </a:lnTo>
                    <a:lnTo>
                      <a:pt x="97632" y="416719"/>
                    </a:lnTo>
                    <a:lnTo>
                      <a:pt x="0" y="3976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2D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1137761-367F-05DF-E595-1B62FD90B2EF}"/>
                  </a:ext>
                </a:extLst>
              </p:cNvPr>
              <p:cNvSpPr/>
              <p:nvPr/>
            </p:nvSpPr>
            <p:spPr>
              <a:xfrm>
                <a:off x="8963025" y="3722459"/>
                <a:ext cx="104775" cy="79835"/>
              </a:xfrm>
              <a:prstGeom prst="rect">
                <a:avLst/>
              </a:prstGeom>
              <a:solidFill>
                <a:srgbClr val="9D88A4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60105688-8079-C823-3099-2F749A073039}"/>
                  </a:ext>
                </a:extLst>
              </p:cNvPr>
              <p:cNvSpPr/>
              <p:nvPr/>
            </p:nvSpPr>
            <p:spPr>
              <a:xfrm rot="5400000">
                <a:off x="8945513" y="3814133"/>
                <a:ext cx="63599" cy="104776"/>
              </a:xfrm>
              <a:prstGeom prst="roundRect">
                <a:avLst>
                  <a:gd name="adj" fmla="val 41666"/>
                </a:avLst>
              </a:prstGeom>
              <a:solidFill>
                <a:srgbClr val="CCC2D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F578999-C901-C124-0067-56D6DB9290E0}"/>
                </a:ext>
              </a:extLst>
            </p:cNvPr>
            <p:cNvGrpSpPr/>
            <p:nvPr/>
          </p:nvGrpSpPr>
          <p:grpSpPr>
            <a:xfrm>
              <a:off x="10773198" y="4261233"/>
              <a:ext cx="196363" cy="758568"/>
              <a:chOff x="8610406" y="4674201"/>
              <a:chExt cx="200034" cy="772747"/>
            </a:xfrm>
            <a:solidFill>
              <a:sysClr val="window" lastClr="FFFFFF">
                <a:lumMod val="85000"/>
              </a:sysClr>
            </a:solidFill>
          </p:grpSpPr>
          <p:sp>
            <p:nvSpPr>
              <p:cNvPr id="65" name="Rectangle 17">
                <a:extLst>
                  <a:ext uri="{FF2B5EF4-FFF2-40B4-BE49-F238E27FC236}">
                    <a16:creationId xmlns:a16="http://schemas.microsoft.com/office/drawing/2014/main" id="{541277C8-B49E-762D-81B3-506C4BB89341}"/>
                  </a:ext>
                </a:extLst>
              </p:cNvPr>
              <p:cNvSpPr/>
              <p:nvPr/>
            </p:nvSpPr>
            <p:spPr>
              <a:xfrm>
                <a:off x="8634487" y="4953000"/>
                <a:ext cx="166368" cy="167856"/>
              </a:xfrm>
              <a:custGeom>
                <a:avLst/>
                <a:gdLst>
                  <a:gd name="connsiteX0" fmla="*/ 0 w 45719"/>
                  <a:gd name="connsiteY0" fmla="*/ 0 h 155950"/>
                  <a:gd name="connsiteX1" fmla="*/ 45719 w 45719"/>
                  <a:gd name="connsiteY1" fmla="*/ 0 h 155950"/>
                  <a:gd name="connsiteX2" fmla="*/ 45719 w 45719"/>
                  <a:gd name="connsiteY2" fmla="*/ 155950 h 155950"/>
                  <a:gd name="connsiteX3" fmla="*/ 0 w 45719"/>
                  <a:gd name="connsiteY3" fmla="*/ 155950 h 155950"/>
                  <a:gd name="connsiteX4" fmla="*/ 0 w 45719"/>
                  <a:gd name="connsiteY4" fmla="*/ 0 h 155950"/>
                  <a:gd name="connsiteX0" fmla="*/ 0 w 45719"/>
                  <a:gd name="connsiteY0" fmla="*/ 11906 h 167856"/>
                  <a:gd name="connsiteX1" fmla="*/ 45719 w 45719"/>
                  <a:gd name="connsiteY1" fmla="*/ 0 h 167856"/>
                  <a:gd name="connsiteX2" fmla="*/ 45719 w 45719"/>
                  <a:gd name="connsiteY2" fmla="*/ 167856 h 167856"/>
                  <a:gd name="connsiteX3" fmla="*/ 0 w 45719"/>
                  <a:gd name="connsiteY3" fmla="*/ 167856 h 167856"/>
                  <a:gd name="connsiteX4" fmla="*/ 0 w 45719"/>
                  <a:gd name="connsiteY4" fmla="*/ 11906 h 167856"/>
                  <a:gd name="connsiteX0" fmla="*/ 0 w 107102"/>
                  <a:gd name="connsiteY0" fmla="*/ 11906 h 167856"/>
                  <a:gd name="connsiteX1" fmla="*/ 45719 w 107102"/>
                  <a:gd name="connsiteY1" fmla="*/ 0 h 167856"/>
                  <a:gd name="connsiteX2" fmla="*/ 45719 w 107102"/>
                  <a:gd name="connsiteY2" fmla="*/ 167856 h 167856"/>
                  <a:gd name="connsiteX3" fmla="*/ 0 w 107102"/>
                  <a:gd name="connsiteY3" fmla="*/ 167856 h 167856"/>
                  <a:gd name="connsiteX4" fmla="*/ 0 w 107102"/>
                  <a:gd name="connsiteY4" fmla="*/ 11906 h 167856"/>
                  <a:gd name="connsiteX0" fmla="*/ 0 w 107102"/>
                  <a:gd name="connsiteY0" fmla="*/ 0 h 167856"/>
                  <a:gd name="connsiteX1" fmla="*/ 45719 w 107102"/>
                  <a:gd name="connsiteY1" fmla="*/ 0 h 167856"/>
                  <a:gd name="connsiteX2" fmla="*/ 45719 w 107102"/>
                  <a:gd name="connsiteY2" fmla="*/ 167856 h 167856"/>
                  <a:gd name="connsiteX3" fmla="*/ 0 w 107102"/>
                  <a:gd name="connsiteY3" fmla="*/ 167856 h 167856"/>
                  <a:gd name="connsiteX4" fmla="*/ 0 w 107102"/>
                  <a:gd name="connsiteY4" fmla="*/ 0 h 167856"/>
                  <a:gd name="connsiteX0" fmla="*/ 59266 w 166368"/>
                  <a:gd name="connsiteY0" fmla="*/ 0 h 167856"/>
                  <a:gd name="connsiteX1" fmla="*/ 104985 w 166368"/>
                  <a:gd name="connsiteY1" fmla="*/ 0 h 167856"/>
                  <a:gd name="connsiteX2" fmla="*/ 104985 w 166368"/>
                  <a:gd name="connsiteY2" fmla="*/ 167856 h 167856"/>
                  <a:gd name="connsiteX3" fmla="*/ 59266 w 166368"/>
                  <a:gd name="connsiteY3" fmla="*/ 167856 h 167856"/>
                  <a:gd name="connsiteX4" fmla="*/ 59266 w 166368"/>
                  <a:gd name="connsiteY4" fmla="*/ 0 h 167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68" h="167856">
                    <a:moveTo>
                      <a:pt x="59266" y="0"/>
                    </a:moveTo>
                    <a:lnTo>
                      <a:pt x="104985" y="0"/>
                    </a:lnTo>
                    <a:cubicBezTo>
                      <a:pt x="243098" y="84527"/>
                      <a:pt x="104985" y="111904"/>
                      <a:pt x="104985" y="167856"/>
                    </a:cubicBezTo>
                    <a:lnTo>
                      <a:pt x="59266" y="167856"/>
                    </a:lnTo>
                    <a:cubicBezTo>
                      <a:pt x="59266" y="111904"/>
                      <a:pt x="-74084" y="60715"/>
                      <a:pt x="59266" y="0"/>
                    </a:cubicBezTo>
                    <a:close/>
                  </a:path>
                </a:pathLst>
              </a:custGeom>
              <a:solidFill>
                <a:srgbClr val="CCC2D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Flowchart: Manual Operation 15">
                <a:extLst>
                  <a:ext uri="{FF2B5EF4-FFF2-40B4-BE49-F238E27FC236}">
                    <a16:creationId xmlns:a16="http://schemas.microsoft.com/office/drawing/2014/main" id="{76BE1356-51E4-C3F6-EECA-71ED54CB2B27}"/>
                  </a:ext>
                </a:extLst>
              </p:cNvPr>
              <p:cNvSpPr/>
              <p:nvPr/>
            </p:nvSpPr>
            <p:spPr>
              <a:xfrm>
                <a:off x="8610406" y="4674201"/>
                <a:ext cx="200034" cy="312284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723 w 10000"/>
                  <a:gd name="connsiteY3" fmla="*/ 9467 h 10000"/>
                  <a:gd name="connsiteX4" fmla="*/ 0 w 10000"/>
                  <a:gd name="connsiteY4" fmla="*/ 0 h 10000"/>
                  <a:gd name="connsiteX0" fmla="*/ 0 w 10000"/>
                  <a:gd name="connsiteY0" fmla="*/ 0 h 9619"/>
                  <a:gd name="connsiteX1" fmla="*/ 10000 w 10000"/>
                  <a:gd name="connsiteY1" fmla="*/ 0 h 9619"/>
                  <a:gd name="connsiteX2" fmla="*/ 8000 w 10000"/>
                  <a:gd name="connsiteY2" fmla="*/ 9619 h 9619"/>
                  <a:gd name="connsiteX3" fmla="*/ 723 w 10000"/>
                  <a:gd name="connsiteY3" fmla="*/ 9467 h 9619"/>
                  <a:gd name="connsiteX4" fmla="*/ 0 w 10000"/>
                  <a:gd name="connsiteY4" fmla="*/ 0 h 9619"/>
                  <a:gd name="connsiteX0" fmla="*/ 0 w 8511"/>
                  <a:gd name="connsiteY0" fmla="*/ 0 h 10000"/>
                  <a:gd name="connsiteX1" fmla="*/ 8511 w 8511"/>
                  <a:gd name="connsiteY1" fmla="*/ 0 h 10000"/>
                  <a:gd name="connsiteX2" fmla="*/ 8000 w 8511"/>
                  <a:gd name="connsiteY2" fmla="*/ 10000 h 10000"/>
                  <a:gd name="connsiteX3" fmla="*/ 723 w 8511"/>
                  <a:gd name="connsiteY3" fmla="*/ 9842 h 10000"/>
                  <a:gd name="connsiteX4" fmla="*/ 0 w 8511"/>
                  <a:gd name="connsiteY4" fmla="*/ 0 h 10000"/>
                  <a:gd name="connsiteX0" fmla="*/ 0 w 10500"/>
                  <a:gd name="connsiteY0" fmla="*/ 0 h 10000"/>
                  <a:gd name="connsiteX1" fmla="*/ 10500 w 10500"/>
                  <a:gd name="connsiteY1" fmla="*/ 0 h 10000"/>
                  <a:gd name="connsiteX2" fmla="*/ 9900 w 10500"/>
                  <a:gd name="connsiteY2" fmla="*/ 10000 h 10000"/>
                  <a:gd name="connsiteX3" fmla="*/ 1349 w 10500"/>
                  <a:gd name="connsiteY3" fmla="*/ 9842 h 10000"/>
                  <a:gd name="connsiteX4" fmla="*/ 0 w 10500"/>
                  <a:gd name="connsiteY4" fmla="*/ 0 h 10000"/>
                  <a:gd name="connsiteX0" fmla="*/ 0 w 10500"/>
                  <a:gd name="connsiteY0" fmla="*/ 0 h 10266"/>
                  <a:gd name="connsiteX1" fmla="*/ 10500 w 10500"/>
                  <a:gd name="connsiteY1" fmla="*/ 0 h 10266"/>
                  <a:gd name="connsiteX2" fmla="*/ 9900 w 10500"/>
                  <a:gd name="connsiteY2" fmla="*/ 10000 h 10266"/>
                  <a:gd name="connsiteX3" fmla="*/ 1349 w 10500"/>
                  <a:gd name="connsiteY3" fmla="*/ 9842 h 10266"/>
                  <a:gd name="connsiteX4" fmla="*/ 0 w 10500"/>
                  <a:gd name="connsiteY4" fmla="*/ 0 h 10266"/>
                  <a:gd name="connsiteX0" fmla="*/ 0 w 10500"/>
                  <a:gd name="connsiteY0" fmla="*/ 0 h 10381"/>
                  <a:gd name="connsiteX1" fmla="*/ 10500 w 10500"/>
                  <a:gd name="connsiteY1" fmla="*/ 0 h 10381"/>
                  <a:gd name="connsiteX2" fmla="*/ 9900 w 10500"/>
                  <a:gd name="connsiteY2" fmla="*/ 10000 h 10381"/>
                  <a:gd name="connsiteX3" fmla="*/ 1349 w 10500"/>
                  <a:gd name="connsiteY3" fmla="*/ 9842 h 10381"/>
                  <a:gd name="connsiteX4" fmla="*/ 0 w 10500"/>
                  <a:gd name="connsiteY4" fmla="*/ 0 h 10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0" h="10381">
                    <a:moveTo>
                      <a:pt x="0" y="0"/>
                    </a:moveTo>
                    <a:lnTo>
                      <a:pt x="10500" y="0"/>
                    </a:lnTo>
                    <a:cubicBezTo>
                      <a:pt x="10300" y="3333"/>
                      <a:pt x="10099" y="6667"/>
                      <a:pt x="9900" y="10000"/>
                    </a:cubicBezTo>
                    <a:cubicBezTo>
                      <a:pt x="6425" y="10659"/>
                      <a:pt x="3699" y="10370"/>
                      <a:pt x="1349" y="984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2D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Flowchart: Manual Operation 15">
                <a:extLst>
                  <a:ext uri="{FF2B5EF4-FFF2-40B4-BE49-F238E27FC236}">
                    <a16:creationId xmlns:a16="http://schemas.microsoft.com/office/drawing/2014/main" id="{9EBB5269-558A-6D51-E8A7-967897D1ED0A}"/>
                  </a:ext>
                </a:extLst>
              </p:cNvPr>
              <p:cNvSpPr/>
              <p:nvPr/>
            </p:nvSpPr>
            <p:spPr>
              <a:xfrm>
                <a:off x="8662988" y="5067990"/>
                <a:ext cx="108159" cy="378958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723 w 10000"/>
                  <a:gd name="connsiteY3" fmla="*/ 9467 h 10000"/>
                  <a:gd name="connsiteX4" fmla="*/ 0 w 10000"/>
                  <a:gd name="connsiteY4" fmla="*/ 0 h 10000"/>
                  <a:gd name="connsiteX0" fmla="*/ 0 w 10000"/>
                  <a:gd name="connsiteY0" fmla="*/ 0 h 9619"/>
                  <a:gd name="connsiteX1" fmla="*/ 10000 w 10000"/>
                  <a:gd name="connsiteY1" fmla="*/ 0 h 9619"/>
                  <a:gd name="connsiteX2" fmla="*/ 8000 w 10000"/>
                  <a:gd name="connsiteY2" fmla="*/ 9619 h 9619"/>
                  <a:gd name="connsiteX3" fmla="*/ 723 w 10000"/>
                  <a:gd name="connsiteY3" fmla="*/ 9467 h 9619"/>
                  <a:gd name="connsiteX4" fmla="*/ 0 w 10000"/>
                  <a:gd name="connsiteY4" fmla="*/ 0 h 9619"/>
                  <a:gd name="connsiteX0" fmla="*/ 0 w 8511"/>
                  <a:gd name="connsiteY0" fmla="*/ 0 h 10000"/>
                  <a:gd name="connsiteX1" fmla="*/ 8511 w 8511"/>
                  <a:gd name="connsiteY1" fmla="*/ 0 h 10000"/>
                  <a:gd name="connsiteX2" fmla="*/ 8000 w 8511"/>
                  <a:gd name="connsiteY2" fmla="*/ 10000 h 10000"/>
                  <a:gd name="connsiteX3" fmla="*/ 723 w 8511"/>
                  <a:gd name="connsiteY3" fmla="*/ 9842 h 10000"/>
                  <a:gd name="connsiteX4" fmla="*/ 0 w 8511"/>
                  <a:gd name="connsiteY4" fmla="*/ 0 h 10000"/>
                  <a:gd name="connsiteX0" fmla="*/ 0 w 10500"/>
                  <a:gd name="connsiteY0" fmla="*/ 0 h 10000"/>
                  <a:gd name="connsiteX1" fmla="*/ 10500 w 10500"/>
                  <a:gd name="connsiteY1" fmla="*/ 0 h 10000"/>
                  <a:gd name="connsiteX2" fmla="*/ 9900 w 10500"/>
                  <a:gd name="connsiteY2" fmla="*/ 10000 h 10000"/>
                  <a:gd name="connsiteX3" fmla="*/ 1349 w 10500"/>
                  <a:gd name="connsiteY3" fmla="*/ 9842 h 10000"/>
                  <a:gd name="connsiteX4" fmla="*/ 0 w 10500"/>
                  <a:gd name="connsiteY4" fmla="*/ 0 h 10000"/>
                  <a:gd name="connsiteX0" fmla="*/ 0 w 10500"/>
                  <a:gd name="connsiteY0" fmla="*/ 0 h 10266"/>
                  <a:gd name="connsiteX1" fmla="*/ 10500 w 10500"/>
                  <a:gd name="connsiteY1" fmla="*/ 0 h 10266"/>
                  <a:gd name="connsiteX2" fmla="*/ 9900 w 10500"/>
                  <a:gd name="connsiteY2" fmla="*/ 10000 h 10266"/>
                  <a:gd name="connsiteX3" fmla="*/ 1349 w 10500"/>
                  <a:gd name="connsiteY3" fmla="*/ 9842 h 10266"/>
                  <a:gd name="connsiteX4" fmla="*/ 0 w 10500"/>
                  <a:gd name="connsiteY4" fmla="*/ 0 h 10266"/>
                  <a:gd name="connsiteX0" fmla="*/ 0 w 10500"/>
                  <a:gd name="connsiteY0" fmla="*/ 0 h 10381"/>
                  <a:gd name="connsiteX1" fmla="*/ 10500 w 10500"/>
                  <a:gd name="connsiteY1" fmla="*/ 0 h 10381"/>
                  <a:gd name="connsiteX2" fmla="*/ 9900 w 10500"/>
                  <a:gd name="connsiteY2" fmla="*/ 10000 h 10381"/>
                  <a:gd name="connsiteX3" fmla="*/ 1349 w 10500"/>
                  <a:gd name="connsiteY3" fmla="*/ 9842 h 10381"/>
                  <a:gd name="connsiteX4" fmla="*/ 0 w 10500"/>
                  <a:gd name="connsiteY4" fmla="*/ 0 h 10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0" h="10381">
                    <a:moveTo>
                      <a:pt x="0" y="0"/>
                    </a:moveTo>
                    <a:lnTo>
                      <a:pt x="10500" y="0"/>
                    </a:lnTo>
                    <a:cubicBezTo>
                      <a:pt x="10300" y="3333"/>
                      <a:pt x="10099" y="6667"/>
                      <a:pt x="9900" y="10000"/>
                    </a:cubicBezTo>
                    <a:cubicBezTo>
                      <a:pt x="6425" y="10659"/>
                      <a:pt x="3699" y="10370"/>
                      <a:pt x="1349" y="984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2D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1769A9A-10F2-B64E-C6E0-C3CEB4AADFD3}"/>
                </a:ext>
              </a:extLst>
            </p:cNvPr>
            <p:cNvGrpSpPr/>
            <p:nvPr/>
          </p:nvGrpSpPr>
          <p:grpSpPr>
            <a:xfrm>
              <a:off x="10027513" y="3645544"/>
              <a:ext cx="1655004" cy="742019"/>
              <a:chOff x="7850782" y="4047003"/>
              <a:chExt cx="1685940" cy="755889"/>
            </a:xfrm>
            <a:solidFill>
              <a:sysClr val="window" lastClr="FFFFFF"/>
            </a:solidFill>
          </p:grpSpPr>
          <p:sp>
            <p:nvSpPr>
              <p:cNvPr id="62" name="Rectangle 4">
                <a:extLst>
                  <a:ext uri="{FF2B5EF4-FFF2-40B4-BE49-F238E27FC236}">
                    <a16:creationId xmlns:a16="http://schemas.microsoft.com/office/drawing/2014/main" id="{2EC842D5-F05A-5191-67D6-50F8F03A247F}"/>
                  </a:ext>
                </a:extLst>
              </p:cNvPr>
              <p:cNvSpPr/>
              <p:nvPr/>
            </p:nvSpPr>
            <p:spPr>
              <a:xfrm>
                <a:off x="7850782" y="4047003"/>
                <a:ext cx="1685940" cy="755889"/>
              </a:xfrm>
              <a:custGeom>
                <a:avLst/>
                <a:gdLst>
                  <a:gd name="connsiteX0" fmla="*/ 0 w 872197"/>
                  <a:gd name="connsiteY0" fmla="*/ 0 h 450166"/>
                  <a:gd name="connsiteX1" fmla="*/ 872197 w 872197"/>
                  <a:gd name="connsiteY1" fmla="*/ 0 h 450166"/>
                  <a:gd name="connsiteX2" fmla="*/ 872197 w 872197"/>
                  <a:gd name="connsiteY2" fmla="*/ 450166 h 450166"/>
                  <a:gd name="connsiteX3" fmla="*/ 0 w 872197"/>
                  <a:gd name="connsiteY3" fmla="*/ 450166 h 450166"/>
                  <a:gd name="connsiteX4" fmla="*/ 0 w 872197"/>
                  <a:gd name="connsiteY4" fmla="*/ 0 h 450166"/>
                  <a:gd name="connsiteX0" fmla="*/ 0 w 1024597"/>
                  <a:gd name="connsiteY0" fmla="*/ 0 h 450166"/>
                  <a:gd name="connsiteX1" fmla="*/ 1024597 w 1024597"/>
                  <a:gd name="connsiteY1" fmla="*/ 297180 h 450166"/>
                  <a:gd name="connsiteX2" fmla="*/ 872197 w 1024597"/>
                  <a:gd name="connsiteY2" fmla="*/ 450166 h 450166"/>
                  <a:gd name="connsiteX3" fmla="*/ 0 w 1024597"/>
                  <a:gd name="connsiteY3" fmla="*/ 450166 h 450166"/>
                  <a:gd name="connsiteX4" fmla="*/ 0 w 1024597"/>
                  <a:gd name="connsiteY4" fmla="*/ 0 h 450166"/>
                  <a:gd name="connsiteX0" fmla="*/ 0 w 1039837"/>
                  <a:gd name="connsiteY0" fmla="*/ 0 h 450166"/>
                  <a:gd name="connsiteX1" fmla="*/ 1039837 w 1039837"/>
                  <a:gd name="connsiteY1" fmla="*/ 259080 h 450166"/>
                  <a:gd name="connsiteX2" fmla="*/ 872197 w 1039837"/>
                  <a:gd name="connsiteY2" fmla="*/ 450166 h 450166"/>
                  <a:gd name="connsiteX3" fmla="*/ 0 w 1039837"/>
                  <a:gd name="connsiteY3" fmla="*/ 450166 h 450166"/>
                  <a:gd name="connsiteX4" fmla="*/ 0 w 1039837"/>
                  <a:gd name="connsiteY4" fmla="*/ 0 h 450166"/>
                  <a:gd name="connsiteX0" fmla="*/ 0 w 1039837"/>
                  <a:gd name="connsiteY0" fmla="*/ 0 h 709246"/>
                  <a:gd name="connsiteX1" fmla="*/ 1039837 w 1039837"/>
                  <a:gd name="connsiteY1" fmla="*/ 259080 h 709246"/>
                  <a:gd name="connsiteX2" fmla="*/ 1016977 w 1039837"/>
                  <a:gd name="connsiteY2" fmla="*/ 709246 h 709246"/>
                  <a:gd name="connsiteX3" fmla="*/ 0 w 1039837"/>
                  <a:gd name="connsiteY3" fmla="*/ 450166 h 709246"/>
                  <a:gd name="connsiteX4" fmla="*/ 0 w 1039837"/>
                  <a:gd name="connsiteY4" fmla="*/ 0 h 709246"/>
                  <a:gd name="connsiteX0" fmla="*/ 350520 w 1390357"/>
                  <a:gd name="connsiteY0" fmla="*/ 0 h 709246"/>
                  <a:gd name="connsiteX1" fmla="*/ 1390357 w 1390357"/>
                  <a:gd name="connsiteY1" fmla="*/ 259080 h 709246"/>
                  <a:gd name="connsiteX2" fmla="*/ 1367497 w 1390357"/>
                  <a:gd name="connsiteY2" fmla="*/ 709246 h 709246"/>
                  <a:gd name="connsiteX3" fmla="*/ 0 w 1390357"/>
                  <a:gd name="connsiteY3" fmla="*/ 678766 h 709246"/>
                  <a:gd name="connsiteX4" fmla="*/ 350520 w 1390357"/>
                  <a:gd name="connsiteY4" fmla="*/ 0 h 709246"/>
                  <a:gd name="connsiteX0" fmla="*/ 0 w 1039837"/>
                  <a:gd name="connsiteY0" fmla="*/ 0 h 709246"/>
                  <a:gd name="connsiteX1" fmla="*/ 1039837 w 1039837"/>
                  <a:gd name="connsiteY1" fmla="*/ 259080 h 709246"/>
                  <a:gd name="connsiteX2" fmla="*/ 1016977 w 1039837"/>
                  <a:gd name="connsiteY2" fmla="*/ 709246 h 709246"/>
                  <a:gd name="connsiteX3" fmla="*/ 0 w 1039837"/>
                  <a:gd name="connsiteY3" fmla="*/ 0 h 709246"/>
                  <a:gd name="connsiteX0" fmla="*/ 0 w 925537"/>
                  <a:gd name="connsiteY0" fmla="*/ 0 h 709246"/>
                  <a:gd name="connsiteX1" fmla="*/ 925537 w 925537"/>
                  <a:gd name="connsiteY1" fmla="*/ 259080 h 709246"/>
                  <a:gd name="connsiteX2" fmla="*/ 902677 w 925537"/>
                  <a:gd name="connsiteY2" fmla="*/ 709246 h 709246"/>
                  <a:gd name="connsiteX3" fmla="*/ 0 w 925537"/>
                  <a:gd name="connsiteY3" fmla="*/ 0 h 709246"/>
                  <a:gd name="connsiteX0" fmla="*/ 0 w 902677"/>
                  <a:gd name="connsiteY0" fmla="*/ 0 h 678766"/>
                  <a:gd name="connsiteX1" fmla="*/ 902677 w 902677"/>
                  <a:gd name="connsiteY1" fmla="*/ 228600 h 678766"/>
                  <a:gd name="connsiteX2" fmla="*/ 879817 w 902677"/>
                  <a:gd name="connsiteY2" fmla="*/ 678766 h 678766"/>
                  <a:gd name="connsiteX3" fmla="*/ 0 w 902677"/>
                  <a:gd name="connsiteY3" fmla="*/ 0 h 678766"/>
                  <a:gd name="connsiteX0" fmla="*/ 812195 w 1714872"/>
                  <a:gd name="connsiteY0" fmla="*/ 0 h 678766"/>
                  <a:gd name="connsiteX1" fmla="*/ 1714872 w 1714872"/>
                  <a:gd name="connsiteY1" fmla="*/ 228600 h 678766"/>
                  <a:gd name="connsiteX2" fmla="*/ 1692012 w 1714872"/>
                  <a:gd name="connsiteY2" fmla="*/ 678766 h 678766"/>
                  <a:gd name="connsiteX3" fmla="*/ 812195 w 1714872"/>
                  <a:gd name="connsiteY3" fmla="*/ 0 h 678766"/>
                  <a:gd name="connsiteX0" fmla="*/ 997193 w 1899870"/>
                  <a:gd name="connsiteY0" fmla="*/ 0 h 763244"/>
                  <a:gd name="connsiteX1" fmla="*/ 1899870 w 1899870"/>
                  <a:gd name="connsiteY1" fmla="*/ 228600 h 763244"/>
                  <a:gd name="connsiteX2" fmla="*/ 1877010 w 1899870"/>
                  <a:gd name="connsiteY2" fmla="*/ 678766 h 763244"/>
                  <a:gd name="connsiteX3" fmla="*/ 997193 w 1899870"/>
                  <a:gd name="connsiteY3" fmla="*/ 0 h 763244"/>
                  <a:gd name="connsiteX0" fmla="*/ 821115 w 1723792"/>
                  <a:gd name="connsiteY0" fmla="*/ 7243 h 761021"/>
                  <a:gd name="connsiteX1" fmla="*/ 1723792 w 1723792"/>
                  <a:gd name="connsiteY1" fmla="*/ 235843 h 761021"/>
                  <a:gd name="connsiteX2" fmla="*/ 1700932 w 1723792"/>
                  <a:gd name="connsiteY2" fmla="*/ 686009 h 761021"/>
                  <a:gd name="connsiteX3" fmla="*/ 821115 w 1723792"/>
                  <a:gd name="connsiteY3" fmla="*/ 7243 h 761021"/>
                  <a:gd name="connsiteX0" fmla="*/ 840481 w 1743158"/>
                  <a:gd name="connsiteY0" fmla="*/ 6988 h 775287"/>
                  <a:gd name="connsiteX1" fmla="*/ 1743158 w 1743158"/>
                  <a:gd name="connsiteY1" fmla="*/ 235588 h 775287"/>
                  <a:gd name="connsiteX2" fmla="*/ 1720298 w 1743158"/>
                  <a:gd name="connsiteY2" fmla="*/ 685754 h 775287"/>
                  <a:gd name="connsiteX3" fmla="*/ 840481 w 1743158"/>
                  <a:gd name="connsiteY3" fmla="*/ 6988 h 775287"/>
                  <a:gd name="connsiteX0" fmla="*/ 840481 w 1743158"/>
                  <a:gd name="connsiteY0" fmla="*/ 7158 h 746853"/>
                  <a:gd name="connsiteX1" fmla="*/ 1743158 w 1743158"/>
                  <a:gd name="connsiteY1" fmla="*/ 235758 h 746853"/>
                  <a:gd name="connsiteX2" fmla="*/ 1720298 w 1743158"/>
                  <a:gd name="connsiteY2" fmla="*/ 655444 h 746853"/>
                  <a:gd name="connsiteX3" fmla="*/ 840481 w 1743158"/>
                  <a:gd name="connsiteY3" fmla="*/ 7158 h 746853"/>
                  <a:gd name="connsiteX0" fmla="*/ 845864 w 1748541"/>
                  <a:gd name="connsiteY0" fmla="*/ 6990 h 756833"/>
                  <a:gd name="connsiteX1" fmla="*/ 1748541 w 1748541"/>
                  <a:gd name="connsiteY1" fmla="*/ 235590 h 756833"/>
                  <a:gd name="connsiteX2" fmla="*/ 1725681 w 1748541"/>
                  <a:gd name="connsiteY2" fmla="*/ 655276 h 756833"/>
                  <a:gd name="connsiteX3" fmla="*/ 845864 w 1748541"/>
                  <a:gd name="connsiteY3" fmla="*/ 6990 h 756833"/>
                  <a:gd name="connsiteX0" fmla="*/ 839101 w 1741778"/>
                  <a:gd name="connsiteY0" fmla="*/ 19763 h 764534"/>
                  <a:gd name="connsiteX1" fmla="*/ 1741778 w 1741778"/>
                  <a:gd name="connsiteY1" fmla="*/ 248363 h 764534"/>
                  <a:gd name="connsiteX2" fmla="*/ 1718918 w 1741778"/>
                  <a:gd name="connsiteY2" fmla="*/ 668049 h 764534"/>
                  <a:gd name="connsiteX3" fmla="*/ 839101 w 1741778"/>
                  <a:gd name="connsiteY3" fmla="*/ 19763 h 764534"/>
                  <a:gd name="connsiteX0" fmla="*/ 874820 w 1653672"/>
                  <a:gd name="connsiteY0" fmla="*/ 19718 h 767470"/>
                  <a:gd name="connsiteX1" fmla="*/ 1653672 w 1653672"/>
                  <a:gd name="connsiteY1" fmla="*/ 251493 h 767470"/>
                  <a:gd name="connsiteX2" fmla="*/ 1630812 w 1653672"/>
                  <a:gd name="connsiteY2" fmla="*/ 671179 h 767470"/>
                  <a:gd name="connsiteX3" fmla="*/ 874820 w 1653672"/>
                  <a:gd name="connsiteY3" fmla="*/ 19718 h 767470"/>
                  <a:gd name="connsiteX0" fmla="*/ 959061 w 1737913"/>
                  <a:gd name="connsiteY0" fmla="*/ 1304 h 758298"/>
                  <a:gd name="connsiteX1" fmla="*/ 1737913 w 1737913"/>
                  <a:gd name="connsiteY1" fmla="*/ 233079 h 758298"/>
                  <a:gd name="connsiteX2" fmla="*/ 1715053 w 1737913"/>
                  <a:gd name="connsiteY2" fmla="*/ 652765 h 758298"/>
                  <a:gd name="connsiteX3" fmla="*/ 959061 w 1737913"/>
                  <a:gd name="connsiteY3" fmla="*/ 1304 h 758298"/>
                  <a:gd name="connsiteX0" fmla="*/ 959061 w 1737913"/>
                  <a:gd name="connsiteY0" fmla="*/ 1273 h 784806"/>
                  <a:gd name="connsiteX1" fmla="*/ 1737913 w 1737913"/>
                  <a:gd name="connsiteY1" fmla="*/ 233048 h 784806"/>
                  <a:gd name="connsiteX2" fmla="*/ 1715053 w 1737913"/>
                  <a:gd name="connsiteY2" fmla="*/ 681309 h 784806"/>
                  <a:gd name="connsiteX3" fmla="*/ 959061 w 1737913"/>
                  <a:gd name="connsiteY3" fmla="*/ 1273 h 784806"/>
                  <a:gd name="connsiteX0" fmla="*/ 986764 w 1765616"/>
                  <a:gd name="connsiteY0" fmla="*/ 1399 h 749257"/>
                  <a:gd name="connsiteX1" fmla="*/ 1765616 w 1765616"/>
                  <a:gd name="connsiteY1" fmla="*/ 233174 h 749257"/>
                  <a:gd name="connsiteX2" fmla="*/ 1742756 w 1765616"/>
                  <a:gd name="connsiteY2" fmla="*/ 681435 h 749257"/>
                  <a:gd name="connsiteX3" fmla="*/ 986764 w 1765616"/>
                  <a:gd name="connsiteY3" fmla="*/ 1399 h 749257"/>
                  <a:gd name="connsiteX0" fmla="*/ 914018 w 1692870"/>
                  <a:gd name="connsiteY0" fmla="*/ 2269 h 682305"/>
                  <a:gd name="connsiteX1" fmla="*/ 1692870 w 1692870"/>
                  <a:gd name="connsiteY1" fmla="*/ 234044 h 682305"/>
                  <a:gd name="connsiteX2" fmla="*/ 1670010 w 1692870"/>
                  <a:gd name="connsiteY2" fmla="*/ 682305 h 682305"/>
                  <a:gd name="connsiteX3" fmla="*/ 14273 w 1692870"/>
                  <a:gd name="connsiteY3" fmla="*/ 133079 h 682305"/>
                  <a:gd name="connsiteX4" fmla="*/ 914018 w 1692870"/>
                  <a:gd name="connsiteY4" fmla="*/ 2269 h 682305"/>
                  <a:gd name="connsiteX0" fmla="*/ 914018 w 1692870"/>
                  <a:gd name="connsiteY0" fmla="*/ 2269 h 740102"/>
                  <a:gd name="connsiteX1" fmla="*/ 1692870 w 1692870"/>
                  <a:gd name="connsiteY1" fmla="*/ 234044 h 740102"/>
                  <a:gd name="connsiteX2" fmla="*/ 1670010 w 1692870"/>
                  <a:gd name="connsiteY2" fmla="*/ 682305 h 740102"/>
                  <a:gd name="connsiteX3" fmla="*/ 14273 w 1692870"/>
                  <a:gd name="connsiteY3" fmla="*/ 133079 h 740102"/>
                  <a:gd name="connsiteX4" fmla="*/ 914018 w 1692870"/>
                  <a:gd name="connsiteY4" fmla="*/ 2269 h 740102"/>
                  <a:gd name="connsiteX0" fmla="*/ 914018 w 1692870"/>
                  <a:gd name="connsiteY0" fmla="*/ 2269 h 761345"/>
                  <a:gd name="connsiteX1" fmla="*/ 1692870 w 1692870"/>
                  <a:gd name="connsiteY1" fmla="*/ 234044 h 761345"/>
                  <a:gd name="connsiteX2" fmla="*/ 1670010 w 1692870"/>
                  <a:gd name="connsiteY2" fmla="*/ 682305 h 761345"/>
                  <a:gd name="connsiteX3" fmla="*/ 14273 w 1692870"/>
                  <a:gd name="connsiteY3" fmla="*/ 133079 h 761345"/>
                  <a:gd name="connsiteX4" fmla="*/ 914018 w 1692870"/>
                  <a:gd name="connsiteY4" fmla="*/ 2269 h 761345"/>
                  <a:gd name="connsiteX0" fmla="*/ 905689 w 1684541"/>
                  <a:gd name="connsiteY0" fmla="*/ 16156 h 775232"/>
                  <a:gd name="connsiteX1" fmla="*/ 1684541 w 1684541"/>
                  <a:gd name="connsiteY1" fmla="*/ 247931 h 775232"/>
                  <a:gd name="connsiteX2" fmla="*/ 1661681 w 1684541"/>
                  <a:gd name="connsiteY2" fmla="*/ 696192 h 775232"/>
                  <a:gd name="connsiteX3" fmla="*/ 5944 w 1684541"/>
                  <a:gd name="connsiteY3" fmla="*/ 146966 h 775232"/>
                  <a:gd name="connsiteX4" fmla="*/ 905689 w 1684541"/>
                  <a:gd name="connsiteY4" fmla="*/ 16156 h 775232"/>
                  <a:gd name="connsiteX0" fmla="*/ 905689 w 1684541"/>
                  <a:gd name="connsiteY0" fmla="*/ 12314 h 771390"/>
                  <a:gd name="connsiteX1" fmla="*/ 1684541 w 1684541"/>
                  <a:gd name="connsiteY1" fmla="*/ 244089 h 771390"/>
                  <a:gd name="connsiteX2" fmla="*/ 1661681 w 1684541"/>
                  <a:gd name="connsiteY2" fmla="*/ 692350 h 771390"/>
                  <a:gd name="connsiteX3" fmla="*/ 5944 w 1684541"/>
                  <a:gd name="connsiteY3" fmla="*/ 143124 h 771390"/>
                  <a:gd name="connsiteX4" fmla="*/ 905689 w 1684541"/>
                  <a:gd name="connsiteY4" fmla="*/ 12314 h 771390"/>
                  <a:gd name="connsiteX0" fmla="*/ 905689 w 1684541"/>
                  <a:gd name="connsiteY0" fmla="*/ 12314 h 771390"/>
                  <a:gd name="connsiteX1" fmla="*/ 1684541 w 1684541"/>
                  <a:gd name="connsiteY1" fmla="*/ 244089 h 771390"/>
                  <a:gd name="connsiteX2" fmla="*/ 1661681 w 1684541"/>
                  <a:gd name="connsiteY2" fmla="*/ 692350 h 771390"/>
                  <a:gd name="connsiteX3" fmla="*/ 5944 w 1684541"/>
                  <a:gd name="connsiteY3" fmla="*/ 143124 h 771390"/>
                  <a:gd name="connsiteX4" fmla="*/ 905689 w 1684541"/>
                  <a:gd name="connsiteY4" fmla="*/ 12314 h 771390"/>
                  <a:gd name="connsiteX0" fmla="*/ 905689 w 1684541"/>
                  <a:gd name="connsiteY0" fmla="*/ 22880 h 778780"/>
                  <a:gd name="connsiteX1" fmla="*/ 1684541 w 1684541"/>
                  <a:gd name="connsiteY1" fmla="*/ 254655 h 778780"/>
                  <a:gd name="connsiteX2" fmla="*/ 1661681 w 1684541"/>
                  <a:gd name="connsiteY2" fmla="*/ 702916 h 778780"/>
                  <a:gd name="connsiteX3" fmla="*/ 5944 w 1684541"/>
                  <a:gd name="connsiteY3" fmla="*/ 125115 h 778780"/>
                  <a:gd name="connsiteX4" fmla="*/ 905689 w 1684541"/>
                  <a:gd name="connsiteY4" fmla="*/ 22880 h 778780"/>
                  <a:gd name="connsiteX0" fmla="*/ 905689 w 1684541"/>
                  <a:gd name="connsiteY0" fmla="*/ 3662 h 759562"/>
                  <a:gd name="connsiteX1" fmla="*/ 1684541 w 1684541"/>
                  <a:gd name="connsiteY1" fmla="*/ 235437 h 759562"/>
                  <a:gd name="connsiteX2" fmla="*/ 1661681 w 1684541"/>
                  <a:gd name="connsiteY2" fmla="*/ 683698 h 759562"/>
                  <a:gd name="connsiteX3" fmla="*/ 5944 w 1684541"/>
                  <a:gd name="connsiteY3" fmla="*/ 105897 h 759562"/>
                  <a:gd name="connsiteX4" fmla="*/ 905689 w 1684541"/>
                  <a:gd name="connsiteY4" fmla="*/ 3662 h 759562"/>
                  <a:gd name="connsiteX0" fmla="*/ 907088 w 1685940"/>
                  <a:gd name="connsiteY0" fmla="*/ 3662 h 755889"/>
                  <a:gd name="connsiteX1" fmla="*/ 1685940 w 1685940"/>
                  <a:gd name="connsiteY1" fmla="*/ 235437 h 755889"/>
                  <a:gd name="connsiteX2" fmla="*/ 1663080 w 1685940"/>
                  <a:gd name="connsiteY2" fmla="*/ 683698 h 755889"/>
                  <a:gd name="connsiteX3" fmla="*/ 7343 w 1685940"/>
                  <a:gd name="connsiteY3" fmla="*/ 105897 h 755889"/>
                  <a:gd name="connsiteX4" fmla="*/ 907088 w 1685940"/>
                  <a:gd name="connsiteY4" fmla="*/ 3662 h 755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5940" h="755889">
                    <a:moveTo>
                      <a:pt x="907088" y="3662"/>
                    </a:moveTo>
                    <a:lnTo>
                      <a:pt x="1685940" y="235437"/>
                    </a:lnTo>
                    <a:lnTo>
                      <a:pt x="1663080" y="683698"/>
                    </a:lnTo>
                    <a:cubicBezTo>
                      <a:pt x="483995" y="934364"/>
                      <a:pt x="-71446" y="481173"/>
                      <a:pt x="7343" y="105897"/>
                    </a:cubicBezTo>
                    <a:cubicBezTo>
                      <a:pt x="28983" y="2083"/>
                      <a:pt x="623353" y="-7609"/>
                      <a:pt x="907088" y="3662"/>
                    </a:cubicBezTo>
                    <a:close/>
                  </a:path>
                </a:pathLst>
              </a:custGeom>
              <a:solidFill>
                <a:srgbClr val="A08BA7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13AE5EC-CB8F-8D3B-0877-F0C35E772C12}"/>
                  </a:ext>
                </a:extLst>
              </p:cNvPr>
              <p:cNvSpPr/>
              <p:nvPr/>
            </p:nvSpPr>
            <p:spPr>
              <a:xfrm>
                <a:off x="7920038" y="4131470"/>
                <a:ext cx="1440656" cy="181408"/>
              </a:xfrm>
              <a:custGeom>
                <a:avLst/>
                <a:gdLst>
                  <a:gd name="connsiteX0" fmla="*/ 0 w 1440656"/>
                  <a:gd name="connsiteY0" fmla="*/ 0 h 166687"/>
                  <a:gd name="connsiteX1" fmla="*/ 1440656 w 1440656"/>
                  <a:gd name="connsiteY1" fmla="*/ 166687 h 166687"/>
                  <a:gd name="connsiteX2" fmla="*/ 1440656 w 1440656"/>
                  <a:gd name="connsiteY2" fmla="*/ 166687 h 166687"/>
                  <a:gd name="connsiteX0" fmla="*/ 0 w 1440656"/>
                  <a:gd name="connsiteY0" fmla="*/ 0 h 166687"/>
                  <a:gd name="connsiteX1" fmla="*/ 1440656 w 1440656"/>
                  <a:gd name="connsiteY1" fmla="*/ 166687 h 166687"/>
                  <a:gd name="connsiteX2" fmla="*/ 1440656 w 1440656"/>
                  <a:gd name="connsiteY2" fmla="*/ 166687 h 166687"/>
                  <a:gd name="connsiteX0" fmla="*/ 0 w 1440656"/>
                  <a:gd name="connsiteY0" fmla="*/ 0 h 181408"/>
                  <a:gd name="connsiteX1" fmla="*/ 1440656 w 1440656"/>
                  <a:gd name="connsiteY1" fmla="*/ 166687 h 181408"/>
                  <a:gd name="connsiteX2" fmla="*/ 1440656 w 1440656"/>
                  <a:gd name="connsiteY2" fmla="*/ 166687 h 18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0656" h="181408">
                    <a:moveTo>
                      <a:pt x="0" y="0"/>
                    </a:moveTo>
                    <a:cubicBezTo>
                      <a:pt x="175419" y="241300"/>
                      <a:pt x="1117599" y="175419"/>
                      <a:pt x="1440656" y="166687"/>
                    </a:cubicBezTo>
                    <a:lnTo>
                      <a:pt x="1440656" y="166687"/>
                    </a:lnTo>
                  </a:path>
                </a:pathLst>
              </a:custGeom>
              <a:solidFill>
                <a:srgbClr val="A08BA7"/>
              </a:solidFill>
              <a:ln w="28575" cap="flat" cmpd="sng" algn="ctr">
                <a:solidFill>
                  <a:srgbClr val="856C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3A7EF7B9-6005-1653-F030-D0E8F1B6F732}"/>
                  </a:ext>
                </a:extLst>
              </p:cNvPr>
              <p:cNvSpPr/>
              <p:nvPr/>
            </p:nvSpPr>
            <p:spPr>
              <a:xfrm>
                <a:off x="8541543" y="4060032"/>
                <a:ext cx="435769" cy="128588"/>
              </a:xfrm>
              <a:custGeom>
                <a:avLst/>
                <a:gdLst>
                  <a:gd name="connsiteX0" fmla="*/ 0 w 390525"/>
                  <a:gd name="connsiteY0" fmla="*/ 0 h 140494"/>
                  <a:gd name="connsiteX1" fmla="*/ 390525 w 390525"/>
                  <a:gd name="connsiteY1" fmla="*/ 140494 h 140494"/>
                  <a:gd name="connsiteX2" fmla="*/ 390525 w 390525"/>
                  <a:gd name="connsiteY2" fmla="*/ 140494 h 140494"/>
                  <a:gd name="connsiteX0" fmla="*/ 0 w 409575"/>
                  <a:gd name="connsiteY0" fmla="*/ 0 h 128587"/>
                  <a:gd name="connsiteX1" fmla="*/ 409575 w 409575"/>
                  <a:gd name="connsiteY1" fmla="*/ 128587 h 128587"/>
                  <a:gd name="connsiteX2" fmla="*/ 409575 w 409575"/>
                  <a:gd name="connsiteY2" fmla="*/ 128587 h 128587"/>
                  <a:gd name="connsiteX0" fmla="*/ 0 w 419100"/>
                  <a:gd name="connsiteY0" fmla="*/ 0 h 121444"/>
                  <a:gd name="connsiteX1" fmla="*/ 419100 w 419100"/>
                  <a:gd name="connsiteY1" fmla="*/ 121444 h 121444"/>
                  <a:gd name="connsiteX2" fmla="*/ 419100 w 419100"/>
                  <a:gd name="connsiteY2" fmla="*/ 121444 h 121444"/>
                  <a:gd name="connsiteX0" fmla="*/ 0 w 435769"/>
                  <a:gd name="connsiteY0" fmla="*/ 0 h 128588"/>
                  <a:gd name="connsiteX1" fmla="*/ 435769 w 435769"/>
                  <a:gd name="connsiteY1" fmla="*/ 128588 h 128588"/>
                  <a:gd name="connsiteX2" fmla="*/ 435769 w 435769"/>
                  <a:gd name="connsiteY2" fmla="*/ 128588 h 128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5769" h="128588">
                    <a:moveTo>
                      <a:pt x="0" y="0"/>
                    </a:moveTo>
                    <a:lnTo>
                      <a:pt x="435769" y="128588"/>
                    </a:lnTo>
                    <a:lnTo>
                      <a:pt x="435769" y="128588"/>
                    </a:lnTo>
                  </a:path>
                </a:pathLst>
              </a:custGeom>
              <a:grpFill/>
              <a:ln w="28575" cap="flat" cmpd="sng" algn="ctr">
                <a:solidFill>
                  <a:srgbClr val="856C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616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F9D302-9837-CD25-F9C6-716CDB63169F}"/>
              </a:ext>
            </a:extLst>
          </p:cNvPr>
          <p:cNvGrpSpPr/>
          <p:nvPr/>
        </p:nvGrpSpPr>
        <p:grpSpPr>
          <a:xfrm>
            <a:off x="5633083" y="1348353"/>
            <a:ext cx="3917999" cy="4373684"/>
            <a:chOff x="6759471" y="4154109"/>
            <a:chExt cx="1647899" cy="1839559"/>
          </a:xfrm>
          <a:solidFill>
            <a:sysClr val="window" lastClr="FFFFFF"/>
          </a:solidFill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DF47359A-ADA3-8576-64A9-6F978AC8AB06}"/>
                </a:ext>
              </a:extLst>
            </p:cNvPr>
            <p:cNvSpPr/>
            <p:nvPr/>
          </p:nvSpPr>
          <p:spPr>
            <a:xfrm>
              <a:off x="7236996" y="4781299"/>
              <a:ext cx="1007344" cy="266600"/>
            </a:xfrm>
            <a:custGeom>
              <a:avLst/>
              <a:gdLst>
                <a:gd name="connsiteX0" fmla="*/ 0 w 135805"/>
                <a:gd name="connsiteY0" fmla="*/ 0 h 225132"/>
                <a:gd name="connsiteX1" fmla="*/ 135805 w 135805"/>
                <a:gd name="connsiteY1" fmla="*/ 0 h 225132"/>
                <a:gd name="connsiteX2" fmla="*/ 135805 w 135805"/>
                <a:gd name="connsiteY2" fmla="*/ 225132 h 225132"/>
                <a:gd name="connsiteX3" fmla="*/ 0 w 135805"/>
                <a:gd name="connsiteY3" fmla="*/ 225132 h 225132"/>
                <a:gd name="connsiteX4" fmla="*/ 0 w 135805"/>
                <a:gd name="connsiteY4" fmla="*/ 0 h 225132"/>
                <a:gd name="connsiteX0" fmla="*/ 0 w 452512"/>
                <a:gd name="connsiteY0" fmla="*/ 0 h 256088"/>
                <a:gd name="connsiteX1" fmla="*/ 135805 w 452512"/>
                <a:gd name="connsiteY1" fmla="*/ 0 h 256088"/>
                <a:gd name="connsiteX2" fmla="*/ 452512 w 452512"/>
                <a:gd name="connsiteY2" fmla="*/ 256088 h 256088"/>
                <a:gd name="connsiteX3" fmla="*/ 0 w 452512"/>
                <a:gd name="connsiteY3" fmla="*/ 225132 h 256088"/>
                <a:gd name="connsiteX4" fmla="*/ 0 w 452512"/>
                <a:gd name="connsiteY4" fmla="*/ 0 h 256088"/>
                <a:gd name="connsiteX0" fmla="*/ 535782 w 988294"/>
                <a:gd name="connsiteY0" fmla="*/ 0 h 306094"/>
                <a:gd name="connsiteX1" fmla="*/ 671587 w 988294"/>
                <a:gd name="connsiteY1" fmla="*/ 0 h 306094"/>
                <a:gd name="connsiteX2" fmla="*/ 988294 w 988294"/>
                <a:gd name="connsiteY2" fmla="*/ 256088 h 306094"/>
                <a:gd name="connsiteX3" fmla="*/ 0 w 988294"/>
                <a:gd name="connsiteY3" fmla="*/ 306094 h 306094"/>
                <a:gd name="connsiteX4" fmla="*/ 535782 w 988294"/>
                <a:gd name="connsiteY4" fmla="*/ 0 h 306094"/>
                <a:gd name="connsiteX0" fmla="*/ 535782 w 995438"/>
                <a:gd name="connsiteY0" fmla="*/ 0 h 306094"/>
                <a:gd name="connsiteX1" fmla="*/ 671587 w 995438"/>
                <a:gd name="connsiteY1" fmla="*/ 0 h 306094"/>
                <a:gd name="connsiteX2" fmla="*/ 995438 w 995438"/>
                <a:gd name="connsiteY2" fmla="*/ 253707 h 306094"/>
                <a:gd name="connsiteX3" fmla="*/ 0 w 995438"/>
                <a:gd name="connsiteY3" fmla="*/ 306094 h 306094"/>
                <a:gd name="connsiteX4" fmla="*/ 535782 w 995438"/>
                <a:gd name="connsiteY4" fmla="*/ 0 h 306094"/>
                <a:gd name="connsiteX0" fmla="*/ 535782 w 1007344"/>
                <a:gd name="connsiteY0" fmla="*/ 0 h 306094"/>
                <a:gd name="connsiteX1" fmla="*/ 671587 w 1007344"/>
                <a:gd name="connsiteY1" fmla="*/ 0 h 306094"/>
                <a:gd name="connsiteX2" fmla="*/ 1007344 w 1007344"/>
                <a:gd name="connsiteY2" fmla="*/ 248944 h 306094"/>
                <a:gd name="connsiteX3" fmla="*/ 0 w 1007344"/>
                <a:gd name="connsiteY3" fmla="*/ 306094 h 306094"/>
                <a:gd name="connsiteX4" fmla="*/ 535782 w 1007344"/>
                <a:gd name="connsiteY4" fmla="*/ 0 h 306094"/>
                <a:gd name="connsiteX0" fmla="*/ 340520 w 1007344"/>
                <a:gd name="connsiteY0" fmla="*/ 0 h 306094"/>
                <a:gd name="connsiteX1" fmla="*/ 671587 w 1007344"/>
                <a:gd name="connsiteY1" fmla="*/ 0 h 306094"/>
                <a:gd name="connsiteX2" fmla="*/ 1007344 w 1007344"/>
                <a:gd name="connsiteY2" fmla="*/ 248944 h 306094"/>
                <a:gd name="connsiteX3" fmla="*/ 0 w 1007344"/>
                <a:gd name="connsiteY3" fmla="*/ 306094 h 306094"/>
                <a:gd name="connsiteX4" fmla="*/ 340520 w 1007344"/>
                <a:gd name="connsiteY4" fmla="*/ 0 h 30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344" h="306094">
                  <a:moveTo>
                    <a:pt x="340520" y="0"/>
                  </a:moveTo>
                  <a:lnTo>
                    <a:pt x="671587" y="0"/>
                  </a:lnTo>
                  <a:lnTo>
                    <a:pt x="1007344" y="248944"/>
                  </a:lnTo>
                  <a:lnTo>
                    <a:pt x="0" y="306094"/>
                  </a:lnTo>
                  <a:lnTo>
                    <a:pt x="340520" y="0"/>
                  </a:lnTo>
                  <a:close/>
                </a:path>
              </a:pathLst>
            </a:custGeom>
            <a:solidFill>
              <a:srgbClr val="CCC2D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13057278-535B-2689-0B19-D533B009DB0A}"/>
                </a:ext>
              </a:extLst>
            </p:cNvPr>
            <p:cNvSpPr/>
            <p:nvPr/>
          </p:nvSpPr>
          <p:spPr>
            <a:xfrm>
              <a:off x="7055681" y="5012442"/>
              <a:ext cx="1290637" cy="981226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114425"/>
                <a:gd name="connsiteY0" fmla="*/ 47625 h 962025"/>
                <a:gd name="connsiteX1" fmla="*/ 1114425 w 1114425"/>
                <a:gd name="connsiteY1" fmla="*/ 0 h 962025"/>
                <a:gd name="connsiteX2" fmla="*/ 914400 w 1114425"/>
                <a:gd name="connsiteY2" fmla="*/ 962025 h 962025"/>
                <a:gd name="connsiteX3" fmla="*/ 0 w 1114425"/>
                <a:gd name="connsiteY3" fmla="*/ 962025 h 962025"/>
                <a:gd name="connsiteX4" fmla="*/ 0 w 1114425"/>
                <a:gd name="connsiteY4" fmla="*/ 47625 h 962025"/>
                <a:gd name="connsiteX0" fmla="*/ 0 w 1114425"/>
                <a:gd name="connsiteY0" fmla="*/ 47625 h 962025"/>
                <a:gd name="connsiteX1" fmla="*/ 1114425 w 1114425"/>
                <a:gd name="connsiteY1" fmla="*/ 0 h 962025"/>
                <a:gd name="connsiteX2" fmla="*/ 1042988 w 1114425"/>
                <a:gd name="connsiteY2" fmla="*/ 933450 h 962025"/>
                <a:gd name="connsiteX3" fmla="*/ 0 w 1114425"/>
                <a:gd name="connsiteY3" fmla="*/ 962025 h 962025"/>
                <a:gd name="connsiteX4" fmla="*/ 0 w 1114425"/>
                <a:gd name="connsiteY4" fmla="*/ 47625 h 962025"/>
                <a:gd name="connsiteX0" fmla="*/ 0 w 1114425"/>
                <a:gd name="connsiteY0" fmla="*/ 47625 h 973716"/>
                <a:gd name="connsiteX1" fmla="*/ 1114425 w 1114425"/>
                <a:gd name="connsiteY1" fmla="*/ 0 h 973716"/>
                <a:gd name="connsiteX2" fmla="*/ 1042988 w 1114425"/>
                <a:gd name="connsiteY2" fmla="*/ 933450 h 973716"/>
                <a:gd name="connsiteX3" fmla="*/ 0 w 1114425"/>
                <a:gd name="connsiteY3" fmla="*/ 962025 h 973716"/>
                <a:gd name="connsiteX4" fmla="*/ 0 w 1114425"/>
                <a:gd name="connsiteY4" fmla="*/ 47625 h 973716"/>
                <a:gd name="connsiteX0" fmla="*/ 85725 w 1200150"/>
                <a:gd name="connsiteY0" fmla="*/ 47625 h 957074"/>
                <a:gd name="connsiteX1" fmla="*/ 1200150 w 1200150"/>
                <a:gd name="connsiteY1" fmla="*/ 0 h 957074"/>
                <a:gd name="connsiteX2" fmla="*/ 1128713 w 1200150"/>
                <a:gd name="connsiteY2" fmla="*/ 933450 h 957074"/>
                <a:gd name="connsiteX3" fmla="*/ 0 w 1200150"/>
                <a:gd name="connsiteY3" fmla="*/ 885825 h 957074"/>
                <a:gd name="connsiteX4" fmla="*/ 85725 w 1200150"/>
                <a:gd name="connsiteY4" fmla="*/ 47625 h 957074"/>
                <a:gd name="connsiteX0" fmla="*/ 85725 w 1200150"/>
                <a:gd name="connsiteY0" fmla="*/ 47625 h 981226"/>
                <a:gd name="connsiteX1" fmla="*/ 1200150 w 1200150"/>
                <a:gd name="connsiteY1" fmla="*/ 0 h 981226"/>
                <a:gd name="connsiteX2" fmla="*/ 1128713 w 1200150"/>
                <a:gd name="connsiteY2" fmla="*/ 933450 h 981226"/>
                <a:gd name="connsiteX3" fmla="*/ 0 w 1200150"/>
                <a:gd name="connsiteY3" fmla="*/ 885825 h 981226"/>
                <a:gd name="connsiteX4" fmla="*/ 85725 w 1200150"/>
                <a:gd name="connsiteY4" fmla="*/ 47625 h 981226"/>
                <a:gd name="connsiteX0" fmla="*/ 85725 w 1200150"/>
                <a:gd name="connsiteY0" fmla="*/ 47625 h 981226"/>
                <a:gd name="connsiteX1" fmla="*/ 1200150 w 1200150"/>
                <a:gd name="connsiteY1" fmla="*/ 0 h 981226"/>
                <a:gd name="connsiteX2" fmla="*/ 1128713 w 1200150"/>
                <a:gd name="connsiteY2" fmla="*/ 933450 h 981226"/>
                <a:gd name="connsiteX3" fmla="*/ 0 w 1200150"/>
                <a:gd name="connsiteY3" fmla="*/ 885825 h 981226"/>
                <a:gd name="connsiteX4" fmla="*/ 85725 w 1200150"/>
                <a:gd name="connsiteY4" fmla="*/ 47625 h 981226"/>
                <a:gd name="connsiteX0" fmla="*/ 85725 w 1200150"/>
                <a:gd name="connsiteY0" fmla="*/ 47625 h 981226"/>
                <a:gd name="connsiteX1" fmla="*/ 1200150 w 1200150"/>
                <a:gd name="connsiteY1" fmla="*/ 0 h 981226"/>
                <a:gd name="connsiteX2" fmla="*/ 1128713 w 1200150"/>
                <a:gd name="connsiteY2" fmla="*/ 933450 h 981226"/>
                <a:gd name="connsiteX3" fmla="*/ 0 w 1200150"/>
                <a:gd name="connsiteY3" fmla="*/ 885825 h 981226"/>
                <a:gd name="connsiteX4" fmla="*/ 85725 w 1200150"/>
                <a:gd name="connsiteY4" fmla="*/ 47625 h 981226"/>
                <a:gd name="connsiteX0" fmla="*/ 85725 w 1247775"/>
                <a:gd name="connsiteY0" fmla="*/ 47625 h 981226"/>
                <a:gd name="connsiteX1" fmla="*/ 1247775 w 1247775"/>
                <a:gd name="connsiteY1" fmla="*/ 0 h 981226"/>
                <a:gd name="connsiteX2" fmla="*/ 1128713 w 1247775"/>
                <a:gd name="connsiteY2" fmla="*/ 933450 h 981226"/>
                <a:gd name="connsiteX3" fmla="*/ 0 w 1247775"/>
                <a:gd name="connsiteY3" fmla="*/ 885825 h 981226"/>
                <a:gd name="connsiteX4" fmla="*/ 85725 w 1247775"/>
                <a:gd name="connsiteY4" fmla="*/ 47625 h 981226"/>
                <a:gd name="connsiteX0" fmla="*/ 85725 w 1247775"/>
                <a:gd name="connsiteY0" fmla="*/ 47625 h 981226"/>
                <a:gd name="connsiteX1" fmla="*/ 1247775 w 1247775"/>
                <a:gd name="connsiteY1" fmla="*/ 0 h 981226"/>
                <a:gd name="connsiteX2" fmla="*/ 1128713 w 1247775"/>
                <a:gd name="connsiteY2" fmla="*/ 933450 h 981226"/>
                <a:gd name="connsiteX3" fmla="*/ 0 w 1247775"/>
                <a:gd name="connsiteY3" fmla="*/ 885825 h 981226"/>
                <a:gd name="connsiteX4" fmla="*/ 85725 w 1247775"/>
                <a:gd name="connsiteY4" fmla="*/ 47625 h 981226"/>
                <a:gd name="connsiteX0" fmla="*/ 85725 w 1290637"/>
                <a:gd name="connsiteY0" fmla="*/ 47625 h 981226"/>
                <a:gd name="connsiteX1" fmla="*/ 1290637 w 1290637"/>
                <a:gd name="connsiteY1" fmla="*/ 0 h 981226"/>
                <a:gd name="connsiteX2" fmla="*/ 1128713 w 1290637"/>
                <a:gd name="connsiteY2" fmla="*/ 933450 h 981226"/>
                <a:gd name="connsiteX3" fmla="*/ 0 w 1290637"/>
                <a:gd name="connsiteY3" fmla="*/ 885825 h 981226"/>
                <a:gd name="connsiteX4" fmla="*/ 85725 w 1290637"/>
                <a:gd name="connsiteY4" fmla="*/ 47625 h 981226"/>
                <a:gd name="connsiteX0" fmla="*/ 85725 w 1290637"/>
                <a:gd name="connsiteY0" fmla="*/ 47625 h 981226"/>
                <a:gd name="connsiteX1" fmla="*/ 1290637 w 1290637"/>
                <a:gd name="connsiteY1" fmla="*/ 0 h 981226"/>
                <a:gd name="connsiteX2" fmla="*/ 1128713 w 1290637"/>
                <a:gd name="connsiteY2" fmla="*/ 933450 h 981226"/>
                <a:gd name="connsiteX3" fmla="*/ 0 w 1290637"/>
                <a:gd name="connsiteY3" fmla="*/ 885825 h 981226"/>
                <a:gd name="connsiteX4" fmla="*/ 85725 w 1290637"/>
                <a:gd name="connsiteY4" fmla="*/ 47625 h 98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0637" h="981226">
                  <a:moveTo>
                    <a:pt x="85725" y="47625"/>
                  </a:moveTo>
                  <a:lnTo>
                    <a:pt x="1290637" y="0"/>
                  </a:lnTo>
                  <a:cubicBezTo>
                    <a:pt x="719137" y="501650"/>
                    <a:pt x="1152525" y="622300"/>
                    <a:pt x="1128713" y="933450"/>
                  </a:cubicBezTo>
                  <a:cubicBezTo>
                    <a:pt x="666750" y="1009650"/>
                    <a:pt x="228601" y="995362"/>
                    <a:pt x="0" y="885825"/>
                  </a:cubicBezTo>
                  <a:cubicBezTo>
                    <a:pt x="128588" y="377825"/>
                    <a:pt x="57150" y="327025"/>
                    <a:pt x="85725" y="47625"/>
                  </a:cubicBezTo>
                  <a:close/>
                </a:path>
              </a:pathLst>
            </a:custGeom>
            <a:solidFill>
              <a:srgbClr val="9D88A4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18">
              <a:extLst>
                <a:ext uri="{FF2B5EF4-FFF2-40B4-BE49-F238E27FC236}">
                  <a16:creationId xmlns:a16="http://schemas.microsoft.com/office/drawing/2014/main" id="{FB730922-4E41-BDED-89D1-88DF4F65BE48}"/>
                </a:ext>
              </a:extLst>
            </p:cNvPr>
            <p:cNvSpPr/>
            <p:nvPr/>
          </p:nvSpPr>
          <p:spPr>
            <a:xfrm>
              <a:off x="7915094" y="4154109"/>
              <a:ext cx="492276" cy="860663"/>
            </a:xfrm>
            <a:custGeom>
              <a:avLst/>
              <a:gdLst>
                <a:gd name="connsiteX0" fmla="*/ 0 w 488083"/>
                <a:gd name="connsiteY0" fmla="*/ 0 h 755889"/>
                <a:gd name="connsiteX1" fmla="*/ 488083 w 488083"/>
                <a:gd name="connsiteY1" fmla="*/ 0 h 755889"/>
                <a:gd name="connsiteX2" fmla="*/ 488083 w 488083"/>
                <a:gd name="connsiteY2" fmla="*/ 755889 h 755889"/>
                <a:gd name="connsiteX3" fmla="*/ 0 w 488083"/>
                <a:gd name="connsiteY3" fmla="*/ 755889 h 755889"/>
                <a:gd name="connsiteX4" fmla="*/ 0 w 488083"/>
                <a:gd name="connsiteY4" fmla="*/ 0 h 755889"/>
                <a:gd name="connsiteX0" fmla="*/ 0 w 488083"/>
                <a:gd name="connsiteY0" fmla="*/ 0 h 755889"/>
                <a:gd name="connsiteX1" fmla="*/ 488083 w 488083"/>
                <a:gd name="connsiteY1" fmla="*/ 0 h 755889"/>
                <a:gd name="connsiteX2" fmla="*/ 488083 w 488083"/>
                <a:gd name="connsiteY2" fmla="*/ 755889 h 755889"/>
                <a:gd name="connsiteX3" fmla="*/ 311870 w 488083"/>
                <a:gd name="connsiteY3" fmla="*/ 750092 h 755889"/>
                <a:gd name="connsiteX4" fmla="*/ 0 w 488083"/>
                <a:gd name="connsiteY4" fmla="*/ 755889 h 755889"/>
                <a:gd name="connsiteX5" fmla="*/ 0 w 488083"/>
                <a:gd name="connsiteY5" fmla="*/ 0 h 755889"/>
                <a:gd name="connsiteX0" fmla="*/ 28575 w 516658"/>
                <a:gd name="connsiteY0" fmla="*/ 0 h 755889"/>
                <a:gd name="connsiteX1" fmla="*/ 516658 w 516658"/>
                <a:gd name="connsiteY1" fmla="*/ 0 h 755889"/>
                <a:gd name="connsiteX2" fmla="*/ 516658 w 516658"/>
                <a:gd name="connsiteY2" fmla="*/ 755889 h 755889"/>
                <a:gd name="connsiteX3" fmla="*/ 340445 w 516658"/>
                <a:gd name="connsiteY3" fmla="*/ 750092 h 755889"/>
                <a:gd name="connsiteX4" fmla="*/ 0 w 516658"/>
                <a:gd name="connsiteY4" fmla="*/ 513001 h 755889"/>
                <a:gd name="connsiteX5" fmla="*/ 28575 w 516658"/>
                <a:gd name="connsiteY5" fmla="*/ 0 h 755889"/>
                <a:gd name="connsiteX0" fmla="*/ 66675 w 516658"/>
                <a:gd name="connsiteY0" fmla="*/ 0 h 884476"/>
                <a:gd name="connsiteX1" fmla="*/ 516658 w 516658"/>
                <a:gd name="connsiteY1" fmla="*/ 128587 h 884476"/>
                <a:gd name="connsiteX2" fmla="*/ 516658 w 516658"/>
                <a:gd name="connsiteY2" fmla="*/ 884476 h 884476"/>
                <a:gd name="connsiteX3" fmla="*/ 340445 w 516658"/>
                <a:gd name="connsiteY3" fmla="*/ 878679 h 884476"/>
                <a:gd name="connsiteX4" fmla="*/ 0 w 516658"/>
                <a:gd name="connsiteY4" fmla="*/ 641588 h 884476"/>
                <a:gd name="connsiteX5" fmla="*/ 66675 w 516658"/>
                <a:gd name="connsiteY5" fmla="*/ 0 h 884476"/>
                <a:gd name="connsiteX0" fmla="*/ 66675 w 554758"/>
                <a:gd name="connsiteY0" fmla="*/ 0 h 884476"/>
                <a:gd name="connsiteX1" fmla="*/ 554758 w 554758"/>
                <a:gd name="connsiteY1" fmla="*/ 104774 h 884476"/>
                <a:gd name="connsiteX2" fmla="*/ 516658 w 554758"/>
                <a:gd name="connsiteY2" fmla="*/ 884476 h 884476"/>
                <a:gd name="connsiteX3" fmla="*/ 340445 w 554758"/>
                <a:gd name="connsiteY3" fmla="*/ 878679 h 884476"/>
                <a:gd name="connsiteX4" fmla="*/ 0 w 554758"/>
                <a:gd name="connsiteY4" fmla="*/ 641588 h 884476"/>
                <a:gd name="connsiteX5" fmla="*/ 66675 w 554758"/>
                <a:gd name="connsiteY5" fmla="*/ 0 h 884476"/>
                <a:gd name="connsiteX0" fmla="*/ 66675 w 535708"/>
                <a:gd name="connsiteY0" fmla="*/ 0 h 884476"/>
                <a:gd name="connsiteX1" fmla="*/ 535708 w 535708"/>
                <a:gd name="connsiteY1" fmla="*/ 104774 h 884476"/>
                <a:gd name="connsiteX2" fmla="*/ 516658 w 535708"/>
                <a:gd name="connsiteY2" fmla="*/ 884476 h 884476"/>
                <a:gd name="connsiteX3" fmla="*/ 340445 w 535708"/>
                <a:gd name="connsiteY3" fmla="*/ 878679 h 884476"/>
                <a:gd name="connsiteX4" fmla="*/ 0 w 535708"/>
                <a:gd name="connsiteY4" fmla="*/ 641588 h 884476"/>
                <a:gd name="connsiteX5" fmla="*/ 66675 w 535708"/>
                <a:gd name="connsiteY5" fmla="*/ 0 h 884476"/>
                <a:gd name="connsiteX0" fmla="*/ 23812 w 535708"/>
                <a:gd name="connsiteY0" fmla="*/ 0 h 860663"/>
                <a:gd name="connsiteX1" fmla="*/ 535708 w 535708"/>
                <a:gd name="connsiteY1" fmla="*/ 80961 h 860663"/>
                <a:gd name="connsiteX2" fmla="*/ 516658 w 535708"/>
                <a:gd name="connsiteY2" fmla="*/ 860663 h 860663"/>
                <a:gd name="connsiteX3" fmla="*/ 340445 w 535708"/>
                <a:gd name="connsiteY3" fmla="*/ 854866 h 860663"/>
                <a:gd name="connsiteX4" fmla="*/ 0 w 535708"/>
                <a:gd name="connsiteY4" fmla="*/ 617775 h 860663"/>
                <a:gd name="connsiteX5" fmla="*/ 23812 w 535708"/>
                <a:gd name="connsiteY5" fmla="*/ 0 h 860663"/>
                <a:gd name="connsiteX0" fmla="*/ 10215 w 522111"/>
                <a:gd name="connsiteY0" fmla="*/ 0 h 860663"/>
                <a:gd name="connsiteX1" fmla="*/ 522111 w 522111"/>
                <a:gd name="connsiteY1" fmla="*/ 80961 h 860663"/>
                <a:gd name="connsiteX2" fmla="*/ 503061 w 522111"/>
                <a:gd name="connsiteY2" fmla="*/ 860663 h 860663"/>
                <a:gd name="connsiteX3" fmla="*/ 326848 w 522111"/>
                <a:gd name="connsiteY3" fmla="*/ 854866 h 860663"/>
                <a:gd name="connsiteX4" fmla="*/ 0 w 522111"/>
                <a:gd name="connsiteY4" fmla="*/ 630595 h 860663"/>
                <a:gd name="connsiteX5" fmla="*/ 10215 w 522111"/>
                <a:gd name="connsiteY5" fmla="*/ 0 h 860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2111" h="860663">
                  <a:moveTo>
                    <a:pt x="10215" y="0"/>
                  </a:moveTo>
                  <a:lnTo>
                    <a:pt x="522111" y="80961"/>
                  </a:lnTo>
                  <a:lnTo>
                    <a:pt x="503061" y="860663"/>
                  </a:lnTo>
                  <a:cubicBezTo>
                    <a:pt x="420511" y="860318"/>
                    <a:pt x="409398" y="855211"/>
                    <a:pt x="326848" y="854866"/>
                  </a:cubicBezTo>
                  <a:lnTo>
                    <a:pt x="0" y="630595"/>
                  </a:lnTo>
                  <a:lnTo>
                    <a:pt x="10215" y="0"/>
                  </a:lnTo>
                  <a:close/>
                </a:path>
              </a:pathLst>
            </a:custGeom>
            <a:solidFill>
              <a:srgbClr val="CCC2D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19">
              <a:extLst>
                <a:ext uri="{FF2B5EF4-FFF2-40B4-BE49-F238E27FC236}">
                  <a16:creationId xmlns:a16="http://schemas.microsoft.com/office/drawing/2014/main" id="{71ABE93B-45AB-A8E3-E692-E23A95F7AD60}"/>
                </a:ext>
              </a:extLst>
            </p:cNvPr>
            <p:cNvSpPr/>
            <p:nvPr/>
          </p:nvSpPr>
          <p:spPr>
            <a:xfrm>
              <a:off x="6785940" y="5004431"/>
              <a:ext cx="1607146" cy="438829"/>
            </a:xfrm>
            <a:custGeom>
              <a:avLst/>
              <a:gdLst>
                <a:gd name="connsiteX0" fmla="*/ 0 w 393106"/>
                <a:gd name="connsiteY0" fmla="*/ 0 h 236869"/>
                <a:gd name="connsiteX1" fmla="*/ 393106 w 393106"/>
                <a:gd name="connsiteY1" fmla="*/ 0 h 236869"/>
                <a:gd name="connsiteX2" fmla="*/ 393106 w 393106"/>
                <a:gd name="connsiteY2" fmla="*/ 236869 h 236869"/>
                <a:gd name="connsiteX3" fmla="*/ 0 w 393106"/>
                <a:gd name="connsiteY3" fmla="*/ 236869 h 236869"/>
                <a:gd name="connsiteX4" fmla="*/ 0 w 393106"/>
                <a:gd name="connsiteY4" fmla="*/ 0 h 236869"/>
                <a:gd name="connsiteX0" fmla="*/ 0 w 540744"/>
                <a:gd name="connsiteY0" fmla="*/ 0 h 236869"/>
                <a:gd name="connsiteX1" fmla="*/ 540744 w 540744"/>
                <a:gd name="connsiteY1" fmla="*/ 157163 h 236869"/>
                <a:gd name="connsiteX2" fmla="*/ 393106 w 540744"/>
                <a:gd name="connsiteY2" fmla="*/ 236869 h 236869"/>
                <a:gd name="connsiteX3" fmla="*/ 0 w 540744"/>
                <a:gd name="connsiteY3" fmla="*/ 236869 h 236869"/>
                <a:gd name="connsiteX4" fmla="*/ 0 w 540744"/>
                <a:gd name="connsiteY4" fmla="*/ 0 h 236869"/>
                <a:gd name="connsiteX0" fmla="*/ 0 w 540744"/>
                <a:gd name="connsiteY0" fmla="*/ 0 h 332119"/>
                <a:gd name="connsiteX1" fmla="*/ 540744 w 540744"/>
                <a:gd name="connsiteY1" fmla="*/ 157163 h 332119"/>
                <a:gd name="connsiteX2" fmla="*/ 483594 w 540744"/>
                <a:gd name="connsiteY2" fmla="*/ 332119 h 332119"/>
                <a:gd name="connsiteX3" fmla="*/ 0 w 540744"/>
                <a:gd name="connsiteY3" fmla="*/ 236869 h 332119"/>
                <a:gd name="connsiteX4" fmla="*/ 0 w 540744"/>
                <a:gd name="connsiteY4" fmla="*/ 0 h 332119"/>
                <a:gd name="connsiteX0" fmla="*/ 152400 w 693144"/>
                <a:gd name="connsiteY0" fmla="*/ 0 h 508332"/>
                <a:gd name="connsiteX1" fmla="*/ 693144 w 693144"/>
                <a:gd name="connsiteY1" fmla="*/ 157163 h 508332"/>
                <a:gd name="connsiteX2" fmla="*/ 635994 w 693144"/>
                <a:gd name="connsiteY2" fmla="*/ 332119 h 508332"/>
                <a:gd name="connsiteX3" fmla="*/ 0 w 693144"/>
                <a:gd name="connsiteY3" fmla="*/ 508332 h 508332"/>
                <a:gd name="connsiteX4" fmla="*/ 152400 w 693144"/>
                <a:gd name="connsiteY4" fmla="*/ 0 h 508332"/>
                <a:gd name="connsiteX0" fmla="*/ 0 w 1602781"/>
                <a:gd name="connsiteY0" fmla="*/ 0 h 351170"/>
                <a:gd name="connsiteX1" fmla="*/ 1602781 w 1602781"/>
                <a:gd name="connsiteY1" fmla="*/ 1 h 351170"/>
                <a:gd name="connsiteX2" fmla="*/ 1545631 w 1602781"/>
                <a:gd name="connsiteY2" fmla="*/ 174957 h 351170"/>
                <a:gd name="connsiteX3" fmla="*/ 909637 w 1602781"/>
                <a:gd name="connsiteY3" fmla="*/ 351170 h 351170"/>
                <a:gd name="connsiteX4" fmla="*/ 0 w 1602781"/>
                <a:gd name="connsiteY4" fmla="*/ 0 h 351170"/>
                <a:gd name="connsiteX0" fmla="*/ 3650 w 1606431"/>
                <a:gd name="connsiteY0" fmla="*/ 0 h 351170"/>
                <a:gd name="connsiteX1" fmla="*/ 1606431 w 1606431"/>
                <a:gd name="connsiteY1" fmla="*/ 1 h 351170"/>
                <a:gd name="connsiteX2" fmla="*/ 1549281 w 1606431"/>
                <a:gd name="connsiteY2" fmla="*/ 174957 h 351170"/>
                <a:gd name="connsiteX3" fmla="*/ 913287 w 1606431"/>
                <a:gd name="connsiteY3" fmla="*/ 351170 h 351170"/>
                <a:gd name="connsiteX4" fmla="*/ 3650 w 1606431"/>
                <a:gd name="connsiteY4" fmla="*/ 0 h 351170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49996 w 1607146"/>
                <a:gd name="connsiteY2" fmla="*/ 174957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49996 w 1607146"/>
                <a:gd name="connsiteY2" fmla="*/ 174957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59521 w 1607146"/>
                <a:gd name="connsiteY2" fmla="*/ 165432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59521 w 1607146"/>
                <a:gd name="connsiteY2" fmla="*/ 165432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59521 w 1607146"/>
                <a:gd name="connsiteY2" fmla="*/ 165432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146" h="438829">
                  <a:moveTo>
                    <a:pt x="4365" y="0"/>
                  </a:moveTo>
                  <a:lnTo>
                    <a:pt x="1607146" y="1"/>
                  </a:lnTo>
                  <a:cubicBezTo>
                    <a:pt x="1591271" y="55145"/>
                    <a:pt x="1627784" y="129338"/>
                    <a:pt x="1559521" y="165432"/>
                  </a:cubicBezTo>
                  <a:cubicBezTo>
                    <a:pt x="1347523" y="190833"/>
                    <a:pt x="1149813" y="154319"/>
                    <a:pt x="914002" y="351170"/>
                  </a:cubicBezTo>
                  <a:cubicBezTo>
                    <a:pt x="491728" y="572251"/>
                    <a:pt x="-54373" y="345657"/>
                    <a:pt x="4365" y="0"/>
                  </a:cubicBezTo>
                  <a:close/>
                </a:path>
              </a:pathLst>
            </a:custGeom>
            <a:solidFill>
              <a:srgbClr val="CCC2D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D1338F8-0A40-92C1-A01B-B7D35846D275}"/>
                </a:ext>
              </a:extLst>
            </p:cNvPr>
            <p:cNvSpPr/>
            <p:nvPr/>
          </p:nvSpPr>
          <p:spPr>
            <a:xfrm>
              <a:off x="7653294" y="5204093"/>
              <a:ext cx="368630" cy="581025"/>
            </a:xfrm>
            <a:custGeom>
              <a:avLst/>
              <a:gdLst>
                <a:gd name="connsiteX0" fmla="*/ 247650 w 247650"/>
                <a:gd name="connsiteY0" fmla="*/ 0 h 581025"/>
                <a:gd name="connsiteX1" fmla="*/ 0 w 247650"/>
                <a:gd name="connsiteY1" fmla="*/ 581025 h 581025"/>
                <a:gd name="connsiteX2" fmla="*/ 0 w 247650"/>
                <a:gd name="connsiteY2" fmla="*/ 581025 h 581025"/>
                <a:gd name="connsiteX0" fmla="*/ 306128 w 306128"/>
                <a:gd name="connsiteY0" fmla="*/ 0 h 581025"/>
                <a:gd name="connsiteX1" fmla="*/ 58478 w 306128"/>
                <a:gd name="connsiteY1" fmla="*/ 581025 h 581025"/>
                <a:gd name="connsiteX2" fmla="*/ 58478 w 306128"/>
                <a:gd name="connsiteY2" fmla="*/ 581025 h 581025"/>
                <a:gd name="connsiteX0" fmla="*/ 368630 w 368630"/>
                <a:gd name="connsiteY0" fmla="*/ 0 h 581025"/>
                <a:gd name="connsiteX1" fmla="*/ 120980 w 368630"/>
                <a:gd name="connsiteY1" fmla="*/ 581025 h 581025"/>
                <a:gd name="connsiteX2" fmla="*/ 120980 w 368630"/>
                <a:gd name="connsiteY2" fmla="*/ 581025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8630" h="581025">
                  <a:moveTo>
                    <a:pt x="368630" y="0"/>
                  </a:moveTo>
                  <a:cubicBezTo>
                    <a:pt x="-190170" y="117475"/>
                    <a:pt x="27318" y="487362"/>
                    <a:pt x="120980" y="581025"/>
                  </a:cubicBezTo>
                  <a:lnTo>
                    <a:pt x="120980" y="581025"/>
                  </a:lnTo>
                </a:path>
              </a:pathLst>
            </a:custGeom>
            <a:solidFill>
              <a:srgbClr val="9D88A4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E2B8FFE-F8EF-3A88-F546-1F6E1EE2F427}"/>
                </a:ext>
              </a:extLst>
            </p:cNvPr>
            <p:cNvSpPr/>
            <p:nvPr/>
          </p:nvSpPr>
          <p:spPr>
            <a:xfrm>
              <a:off x="6759471" y="4847008"/>
              <a:ext cx="1155858" cy="233186"/>
            </a:xfrm>
            <a:prstGeom prst="ellipse">
              <a:avLst/>
            </a:prstGeom>
            <a:solidFill>
              <a:srgbClr val="856C8E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5A003B3-BA1E-18DF-8246-0D08308F422E}"/>
                </a:ext>
              </a:extLst>
            </p:cNvPr>
            <p:cNvSpPr/>
            <p:nvPr/>
          </p:nvSpPr>
          <p:spPr>
            <a:xfrm>
              <a:off x="6785689" y="4788697"/>
              <a:ext cx="1133254" cy="233186"/>
            </a:xfrm>
            <a:prstGeom prst="ellipse">
              <a:avLst/>
            </a:prstGeom>
            <a:solidFill>
              <a:srgbClr val="9D88A4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77EA841-D69A-AE03-3036-E0244F519299}"/>
                </a:ext>
              </a:extLst>
            </p:cNvPr>
            <p:cNvSpPr/>
            <p:nvPr/>
          </p:nvSpPr>
          <p:spPr>
            <a:xfrm>
              <a:off x="6795274" y="4737471"/>
              <a:ext cx="1107000" cy="233186"/>
            </a:xfrm>
            <a:prstGeom prst="ellipse">
              <a:avLst/>
            </a:prstGeom>
            <a:solidFill>
              <a:srgbClr val="CCC2D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EED7D7-F943-B65E-103B-2D4635454C49}"/>
              </a:ext>
            </a:extLst>
          </p:cNvPr>
          <p:cNvGrpSpPr/>
          <p:nvPr/>
        </p:nvGrpSpPr>
        <p:grpSpPr>
          <a:xfrm>
            <a:off x="1226404" y="548496"/>
            <a:ext cx="3917999" cy="4373684"/>
            <a:chOff x="6759471" y="4154109"/>
            <a:chExt cx="1647899" cy="1839559"/>
          </a:xfrm>
          <a:solidFill>
            <a:sysClr val="window" lastClr="FFFFFF"/>
          </a:solidFill>
        </p:grpSpPr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4C9456AE-1637-D71C-C776-DB81280B81AF}"/>
                </a:ext>
              </a:extLst>
            </p:cNvPr>
            <p:cNvSpPr/>
            <p:nvPr/>
          </p:nvSpPr>
          <p:spPr>
            <a:xfrm>
              <a:off x="7236996" y="4781299"/>
              <a:ext cx="1007344" cy="266600"/>
            </a:xfrm>
            <a:custGeom>
              <a:avLst/>
              <a:gdLst>
                <a:gd name="connsiteX0" fmla="*/ 0 w 135805"/>
                <a:gd name="connsiteY0" fmla="*/ 0 h 225132"/>
                <a:gd name="connsiteX1" fmla="*/ 135805 w 135805"/>
                <a:gd name="connsiteY1" fmla="*/ 0 h 225132"/>
                <a:gd name="connsiteX2" fmla="*/ 135805 w 135805"/>
                <a:gd name="connsiteY2" fmla="*/ 225132 h 225132"/>
                <a:gd name="connsiteX3" fmla="*/ 0 w 135805"/>
                <a:gd name="connsiteY3" fmla="*/ 225132 h 225132"/>
                <a:gd name="connsiteX4" fmla="*/ 0 w 135805"/>
                <a:gd name="connsiteY4" fmla="*/ 0 h 225132"/>
                <a:gd name="connsiteX0" fmla="*/ 0 w 452512"/>
                <a:gd name="connsiteY0" fmla="*/ 0 h 256088"/>
                <a:gd name="connsiteX1" fmla="*/ 135805 w 452512"/>
                <a:gd name="connsiteY1" fmla="*/ 0 h 256088"/>
                <a:gd name="connsiteX2" fmla="*/ 452512 w 452512"/>
                <a:gd name="connsiteY2" fmla="*/ 256088 h 256088"/>
                <a:gd name="connsiteX3" fmla="*/ 0 w 452512"/>
                <a:gd name="connsiteY3" fmla="*/ 225132 h 256088"/>
                <a:gd name="connsiteX4" fmla="*/ 0 w 452512"/>
                <a:gd name="connsiteY4" fmla="*/ 0 h 256088"/>
                <a:gd name="connsiteX0" fmla="*/ 535782 w 988294"/>
                <a:gd name="connsiteY0" fmla="*/ 0 h 306094"/>
                <a:gd name="connsiteX1" fmla="*/ 671587 w 988294"/>
                <a:gd name="connsiteY1" fmla="*/ 0 h 306094"/>
                <a:gd name="connsiteX2" fmla="*/ 988294 w 988294"/>
                <a:gd name="connsiteY2" fmla="*/ 256088 h 306094"/>
                <a:gd name="connsiteX3" fmla="*/ 0 w 988294"/>
                <a:gd name="connsiteY3" fmla="*/ 306094 h 306094"/>
                <a:gd name="connsiteX4" fmla="*/ 535782 w 988294"/>
                <a:gd name="connsiteY4" fmla="*/ 0 h 306094"/>
                <a:gd name="connsiteX0" fmla="*/ 535782 w 995438"/>
                <a:gd name="connsiteY0" fmla="*/ 0 h 306094"/>
                <a:gd name="connsiteX1" fmla="*/ 671587 w 995438"/>
                <a:gd name="connsiteY1" fmla="*/ 0 h 306094"/>
                <a:gd name="connsiteX2" fmla="*/ 995438 w 995438"/>
                <a:gd name="connsiteY2" fmla="*/ 253707 h 306094"/>
                <a:gd name="connsiteX3" fmla="*/ 0 w 995438"/>
                <a:gd name="connsiteY3" fmla="*/ 306094 h 306094"/>
                <a:gd name="connsiteX4" fmla="*/ 535782 w 995438"/>
                <a:gd name="connsiteY4" fmla="*/ 0 h 306094"/>
                <a:gd name="connsiteX0" fmla="*/ 535782 w 1007344"/>
                <a:gd name="connsiteY0" fmla="*/ 0 h 306094"/>
                <a:gd name="connsiteX1" fmla="*/ 671587 w 1007344"/>
                <a:gd name="connsiteY1" fmla="*/ 0 h 306094"/>
                <a:gd name="connsiteX2" fmla="*/ 1007344 w 1007344"/>
                <a:gd name="connsiteY2" fmla="*/ 248944 h 306094"/>
                <a:gd name="connsiteX3" fmla="*/ 0 w 1007344"/>
                <a:gd name="connsiteY3" fmla="*/ 306094 h 306094"/>
                <a:gd name="connsiteX4" fmla="*/ 535782 w 1007344"/>
                <a:gd name="connsiteY4" fmla="*/ 0 h 306094"/>
                <a:gd name="connsiteX0" fmla="*/ 340520 w 1007344"/>
                <a:gd name="connsiteY0" fmla="*/ 0 h 306094"/>
                <a:gd name="connsiteX1" fmla="*/ 671587 w 1007344"/>
                <a:gd name="connsiteY1" fmla="*/ 0 h 306094"/>
                <a:gd name="connsiteX2" fmla="*/ 1007344 w 1007344"/>
                <a:gd name="connsiteY2" fmla="*/ 248944 h 306094"/>
                <a:gd name="connsiteX3" fmla="*/ 0 w 1007344"/>
                <a:gd name="connsiteY3" fmla="*/ 306094 h 306094"/>
                <a:gd name="connsiteX4" fmla="*/ 340520 w 1007344"/>
                <a:gd name="connsiteY4" fmla="*/ 0 h 30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344" h="306094">
                  <a:moveTo>
                    <a:pt x="340520" y="0"/>
                  </a:moveTo>
                  <a:lnTo>
                    <a:pt x="671587" y="0"/>
                  </a:lnTo>
                  <a:lnTo>
                    <a:pt x="1007344" y="248944"/>
                  </a:lnTo>
                  <a:lnTo>
                    <a:pt x="0" y="306094"/>
                  </a:lnTo>
                  <a:lnTo>
                    <a:pt x="340520" y="0"/>
                  </a:lnTo>
                  <a:close/>
                </a:path>
              </a:pathLst>
            </a:custGeom>
            <a:solidFill>
              <a:srgbClr val="CCC2D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24">
              <a:extLst>
                <a:ext uri="{FF2B5EF4-FFF2-40B4-BE49-F238E27FC236}">
                  <a16:creationId xmlns:a16="http://schemas.microsoft.com/office/drawing/2014/main" id="{F2F14B60-99A3-D260-CDA6-F580D753EE8F}"/>
                </a:ext>
              </a:extLst>
            </p:cNvPr>
            <p:cNvSpPr/>
            <p:nvPr/>
          </p:nvSpPr>
          <p:spPr>
            <a:xfrm>
              <a:off x="7055681" y="5012442"/>
              <a:ext cx="1290637" cy="981226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114425"/>
                <a:gd name="connsiteY0" fmla="*/ 47625 h 962025"/>
                <a:gd name="connsiteX1" fmla="*/ 1114425 w 1114425"/>
                <a:gd name="connsiteY1" fmla="*/ 0 h 962025"/>
                <a:gd name="connsiteX2" fmla="*/ 914400 w 1114425"/>
                <a:gd name="connsiteY2" fmla="*/ 962025 h 962025"/>
                <a:gd name="connsiteX3" fmla="*/ 0 w 1114425"/>
                <a:gd name="connsiteY3" fmla="*/ 962025 h 962025"/>
                <a:gd name="connsiteX4" fmla="*/ 0 w 1114425"/>
                <a:gd name="connsiteY4" fmla="*/ 47625 h 962025"/>
                <a:gd name="connsiteX0" fmla="*/ 0 w 1114425"/>
                <a:gd name="connsiteY0" fmla="*/ 47625 h 962025"/>
                <a:gd name="connsiteX1" fmla="*/ 1114425 w 1114425"/>
                <a:gd name="connsiteY1" fmla="*/ 0 h 962025"/>
                <a:gd name="connsiteX2" fmla="*/ 1042988 w 1114425"/>
                <a:gd name="connsiteY2" fmla="*/ 933450 h 962025"/>
                <a:gd name="connsiteX3" fmla="*/ 0 w 1114425"/>
                <a:gd name="connsiteY3" fmla="*/ 962025 h 962025"/>
                <a:gd name="connsiteX4" fmla="*/ 0 w 1114425"/>
                <a:gd name="connsiteY4" fmla="*/ 47625 h 962025"/>
                <a:gd name="connsiteX0" fmla="*/ 0 w 1114425"/>
                <a:gd name="connsiteY0" fmla="*/ 47625 h 973716"/>
                <a:gd name="connsiteX1" fmla="*/ 1114425 w 1114425"/>
                <a:gd name="connsiteY1" fmla="*/ 0 h 973716"/>
                <a:gd name="connsiteX2" fmla="*/ 1042988 w 1114425"/>
                <a:gd name="connsiteY2" fmla="*/ 933450 h 973716"/>
                <a:gd name="connsiteX3" fmla="*/ 0 w 1114425"/>
                <a:gd name="connsiteY3" fmla="*/ 962025 h 973716"/>
                <a:gd name="connsiteX4" fmla="*/ 0 w 1114425"/>
                <a:gd name="connsiteY4" fmla="*/ 47625 h 973716"/>
                <a:gd name="connsiteX0" fmla="*/ 85725 w 1200150"/>
                <a:gd name="connsiteY0" fmla="*/ 47625 h 957074"/>
                <a:gd name="connsiteX1" fmla="*/ 1200150 w 1200150"/>
                <a:gd name="connsiteY1" fmla="*/ 0 h 957074"/>
                <a:gd name="connsiteX2" fmla="*/ 1128713 w 1200150"/>
                <a:gd name="connsiteY2" fmla="*/ 933450 h 957074"/>
                <a:gd name="connsiteX3" fmla="*/ 0 w 1200150"/>
                <a:gd name="connsiteY3" fmla="*/ 885825 h 957074"/>
                <a:gd name="connsiteX4" fmla="*/ 85725 w 1200150"/>
                <a:gd name="connsiteY4" fmla="*/ 47625 h 957074"/>
                <a:gd name="connsiteX0" fmla="*/ 85725 w 1200150"/>
                <a:gd name="connsiteY0" fmla="*/ 47625 h 981226"/>
                <a:gd name="connsiteX1" fmla="*/ 1200150 w 1200150"/>
                <a:gd name="connsiteY1" fmla="*/ 0 h 981226"/>
                <a:gd name="connsiteX2" fmla="*/ 1128713 w 1200150"/>
                <a:gd name="connsiteY2" fmla="*/ 933450 h 981226"/>
                <a:gd name="connsiteX3" fmla="*/ 0 w 1200150"/>
                <a:gd name="connsiteY3" fmla="*/ 885825 h 981226"/>
                <a:gd name="connsiteX4" fmla="*/ 85725 w 1200150"/>
                <a:gd name="connsiteY4" fmla="*/ 47625 h 981226"/>
                <a:gd name="connsiteX0" fmla="*/ 85725 w 1200150"/>
                <a:gd name="connsiteY0" fmla="*/ 47625 h 981226"/>
                <a:gd name="connsiteX1" fmla="*/ 1200150 w 1200150"/>
                <a:gd name="connsiteY1" fmla="*/ 0 h 981226"/>
                <a:gd name="connsiteX2" fmla="*/ 1128713 w 1200150"/>
                <a:gd name="connsiteY2" fmla="*/ 933450 h 981226"/>
                <a:gd name="connsiteX3" fmla="*/ 0 w 1200150"/>
                <a:gd name="connsiteY3" fmla="*/ 885825 h 981226"/>
                <a:gd name="connsiteX4" fmla="*/ 85725 w 1200150"/>
                <a:gd name="connsiteY4" fmla="*/ 47625 h 981226"/>
                <a:gd name="connsiteX0" fmla="*/ 85725 w 1200150"/>
                <a:gd name="connsiteY0" fmla="*/ 47625 h 981226"/>
                <a:gd name="connsiteX1" fmla="*/ 1200150 w 1200150"/>
                <a:gd name="connsiteY1" fmla="*/ 0 h 981226"/>
                <a:gd name="connsiteX2" fmla="*/ 1128713 w 1200150"/>
                <a:gd name="connsiteY2" fmla="*/ 933450 h 981226"/>
                <a:gd name="connsiteX3" fmla="*/ 0 w 1200150"/>
                <a:gd name="connsiteY3" fmla="*/ 885825 h 981226"/>
                <a:gd name="connsiteX4" fmla="*/ 85725 w 1200150"/>
                <a:gd name="connsiteY4" fmla="*/ 47625 h 981226"/>
                <a:gd name="connsiteX0" fmla="*/ 85725 w 1247775"/>
                <a:gd name="connsiteY0" fmla="*/ 47625 h 981226"/>
                <a:gd name="connsiteX1" fmla="*/ 1247775 w 1247775"/>
                <a:gd name="connsiteY1" fmla="*/ 0 h 981226"/>
                <a:gd name="connsiteX2" fmla="*/ 1128713 w 1247775"/>
                <a:gd name="connsiteY2" fmla="*/ 933450 h 981226"/>
                <a:gd name="connsiteX3" fmla="*/ 0 w 1247775"/>
                <a:gd name="connsiteY3" fmla="*/ 885825 h 981226"/>
                <a:gd name="connsiteX4" fmla="*/ 85725 w 1247775"/>
                <a:gd name="connsiteY4" fmla="*/ 47625 h 981226"/>
                <a:gd name="connsiteX0" fmla="*/ 85725 w 1247775"/>
                <a:gd name="connsiteY0" fmla="*/ 47625 h 981226"/>
                <a:gd name="connsiteX1" fmla="*/ 1247775 w 1247775"/>
                <a:gd name="connsiteY1" fmla="*/ 0 h 981226"/>
                <a:gd name="connsiteX2" fmla="*/ 1128713 w 1247775"/>
                <a:gd name="connsiteY2" fmla="*/ 933450 h 981226"/>
                <a:gd name="connsiteX3" fmla="*/ 0 w 1247775"/>
                <a:gd name="connsiteY3" fmla="*/ 885825 h 981226"/>
                <a:gd name="connsiteX4" fmla="*/ 85725 w 1247775"/>
                <a:gd name="connsiteY4" fmla="*/ 47625 h 981226"/>
                <a:gd name="connsiteX0" fmla="*/ 85725 w 1290637"/>
                <a:gd name="connsiteY0" fmla="*/ 47625 h 981226"/>
                <a:gd name="connsiteX1" fmla="*/ 1290637 w 1290637"/>
                <a:gd name="connsiteY1" fmla="*/ 0 h 981226"/>
                <a:gd name="connsiteX2" fmla="*/ 1128713 w 1290637"/>
                <a:gd name="connsiteY2" fmla="*/ 933450 h 981226"/>
                <a:gd name="connsiteX3" fmla="*/ 0 w 1290637"/>
                <a:gd name="connsiteY3" fmla="*/ 885825 h 981226"/>
                <a:gd name="connsiteX4" fmla="*/ 85725 w 1290637"/>
                <a:gd name="connsiteY4" fmla="*/ 47625 h 981226"/>
                <a:gd name="connsiteX0" fmla="*/ 85725 w 1290637"/>
                <a:gd name="connsiteY0" fmla="*/ 47625 h 981226"/>
                <a:gd name="connsiteX1" fmla="*/ 1290637 w 1290637"/>
                <a:gd name="connsiteY1" fmla="*/ 0 h 981226"/>
                <a:gd name="connsiteX2" fmla="*/ 1128713 w 1290637"/>
                <a:gd name="connsiteY2" fmla="*/ 933450 h 981226"/>
                <a:gd name="connsiteX3" fmla="*/ 0 w 1290637"/>
                <a:gd name="connsiteY3" fmla="*/ 885825 h 981226"/>
                <a:gd name="connsiteX4" fmla="*/ 85725 w 1290637"/>
                <a:gd name="connsiteY4" fmla="*/ 47625 h 98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0637" h="981226">
                  <a:moveTo>
                    <a:pt x="85725" y="47625"/>
                  </a:moveTo>
                  <a:lnTo>
                    <a:pt x="1290637" y="0"/>
                  </a:lnTo>
                  <a:cubicBezTo>
                    <a:pt x="719137" y="501650"/>
                    <a:pt x="1152525" y="622300"/>
                    <a:pt x="1128713" y="933450"/>
                  </a:cubicBezTo>
                  <a:cubicBezTo>
                    <a:pt x="666750" y="1009650"/>
                    <a:pt x="228601" y="995362"/>
                    <a:pt x="0" y="885825"/>
                  </a:cubicBezTo>
                  <a:cubicBezTo>
                    <a:pt x="128588" y="377825"/>
                    <a:pt x="57150" y="327025"/>
                    <a:pt x="85725" y="47625"/>
                  </a:cubicBezTo>
                  <a:close/>
                </a:path>
              </a:pathLst>
            </a:custGeom>
            <a:solidFill>
              <a:srgbClr val="9D88A4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38447F5C-1CEB-6144-549C-0921D7611548}"/>
                </a:ext>
              </a:extLst>
            </p:cNvPr>
            <p:cNvSpPr/>
            <p:nvPr/>
          </p:nvSpPr>
          <p:spPr>
            <a:xfrm>
              <a:off x="7915094" y="4154109"/>
              <a:ext cx="492276" cy="860663"/>
            </a:xfrm>
            <a:custGeom>
              <a:avLst/>
              <a:gdLst>
                <a:gd name="connsiteX0" fmla="*/ 0 w 488083"/>
                <a:gd name="connsiteY0" fmla="*/ 0 h 755889"/>
                <a:gd name="connsiteX1" fmla="*/ 488083 w 488083"/>
                <a:gd name="connsiteY1" fmla="*/ 0 h 755889"/>
                <a:gd name="connsiteX2" fmla="*/ 488083 w 488083"/>
                <a:gd name="connsiteY2" fmla="*/ 755889 h 755889"/>
                <a:gd name="connsiteX3" fmla="*/ 0 w 488083"/>
                <a:gd name="connsiteY3" fmla="*/ 755889 h 755889"/>
                <a:gd name="connsiteX4" fmla="*/ 0 w 488083"/>
                <a:gd name="connsiteY4" fmla="*/ 0 h 755889"/>
                <a:gd name="connsiteX0" fmla="*/ 0 w 488083"/>
                <a:gd name="connsiteY0" fmla="*/ 0 h 755889"/>
                <a:gd name="connsiteX1" fmla="*/ 488083 w 488083"/>
                <a:gd name="connsiteY1" fmla="*/ 0 h 755889"/>
                <a:gd name="connsiteX2" fmla="*/ 488083 w 488083"/>
                <a:gd name="connsiteY2" fmla="*/ 755889 h 755889"/>
                <a:gd name="connsiteX3" fmla="*/ 311870 w 488083"/>
                <a:gd name="connsiteY3" fmla="*/ 750092 h 755889"/>
                <a:gd name="connsiteX4" fmla="*/ 0 w 488083"/>
                <a:gd name="connsiteY4" fmla="*/ 755889 h 755889"/>
                <a:gd name="connsiteX5" fmla="*/ 0 w 488083"/>
                <a:gd name="connsiteY5" fmla="*/ 0 h 755889"/>
                <a:gd name="connsiteX0" fmla="*/ 28575 w 516658"/>
                <a:gd name="connsiteY0" fmla="*/ 0 h 755889"/>
                <a:gd name="connsiteX1" fmla="*/ 516658 w 516658"/>
                <a:gd name="connsiteY1" fmla="*/ 0 h 755889"/>
                <a:gd name="connsiteX2" fmla="*/ 516658 w 516658"/>
                <a:gd name="connsiteY2" fmla="*/ 755889 h 755889"/>
                <a:gd name="connsiteX3" fmla="*/ 340445 w 516658"/>
                <a:gd name="connsiteY3" fmla="*/ 750092 h 755889"/>
                <a:gd name="connsiteX4" fmla="*/ 0 w 516658"/>
                <a:gd name="connsiteY4" fmla="*/ 513001 h 755889"/>
                <a:gd name="connsiteX5" fmla="*/ 28575 w 516658"/>
                <a:gd name="connsiteY5" fmla="*/ 0 h 755889"/>
                <a:gd name="connsiteX0" fmla="*/ 66675 w 516658"/>
                <a:gd name="connsiteY0" fmla="*/ 0 h 884476"/>
                <a:gd name="connsiteX1" fmla="*/ 516658 w 516658"/>
                <a:gd name="connsiteY1" fmla="*/ 128587 h 884476"/>
                <a:gd name="connsiteX2" fmla="*/ 516658 w 516658"/>
                <a:gd name="connsiteY2" fmla="*/ 884476 h 884476"/>
                <a:gd name="connsiteX3" fmla="*/ 340445 w 516658"/>
                <a:gd name="connsiteY3" fmla="*/ 878679 h 884476"/>
                <a:gd name="connsiteX4" fmla="*/ 0 w 516658"/>
                <a:gd name="connsiteY4" fmla="*/ 641588 h 884476"/>
                <a:gd name="connsiteX5" fmla="*/ 66675 w 516658"/>
                <a:gd name="connsiteY5" fmla="*/ 0 h 884476"/>
                <a:gd name="connsiteX0" fmla="*/ 66675 w 554758"/>
                <a:gd name="connsiteY0" fmla="*/ 0 h 884476"/>
                <a:gd name="connsiteX1" fmla="*/ 554758 w 554758"/>
                <a:gd name="connsiteY1" fmla="*/ 104774 h 884476"/>
                <a:gd name="connsiteX2" fmla="*/ 516658 w 554758"/>
                <a:gd name="connsiteY2" fmla="*/ 884476 h 884476"/>
                <a:gd name="connsiteX3" fmla="*/ 340445 w 554758"/>
                <a:gd name="connsiteY3" fmla="*/ 878679 h 884476"/>
                <a:gd name="connsiteX4" fmla="*/ 0 w 554758"/>
                <a:gd name="connsiteY4" fmla="*/ 641588 h 884476"/>
                <a:gd name="connsiteX5" fmla="*/ 66675 w 554758"/>
                <a:gd name="connsiteY5" fmla="*/ 0 h 884476"/>
                <a:gd name="connsiteX0" fmla="*/ 66675 w 535708"/>
                <a:gd name="connsiteY0" fmla="*/ 0 h 884476"/>
                <a:gd name="connsiteX1" fmla="*/ 535708 w 535708"/>
                <a:gd name="connsiteY1" fmla="*/ 104774 h 884476"/>
                <a:gd name="connsiteX2" fmla="*/ 516658 w 535708"/>
                <a:gd name="connsiteY2" fmla="*/ 884476 h 884476"/>
                <a:gd name="connsiteX3" fmla="*/ 340445 w 535708"/>
                <a:gd name="connsiteY3" fmla="*/ 878679 h 884476"/>
                <a:gd name="connsiteX4" fmla="*/ 0 w 535708"/>
                <a:gd name="connsiteY4" fmla="*/ 641588 h 884476"/>
                <a:gd name="connsiteX5" fmla="*/ 66675 w 535708"/>
                <a:gd name="connsiteY5" fmla="*/ 0 h 884476"/>
                <a:gd name="connsiteX0" fmla="*/ 23812 w 535708"/>
                <a:gd name="connsiteY0" fmla="*/ 0 h 860663"/>
                <a:gd name="connsiteX1" fmla="*/ 535708 w 535708"/>
                <a:gd name="connsiteY1" fmla="*/ 80961 h 860663"/>
                <a:gd name="connsiteX2" fmla="*/ 516658 w 535708"/>
                <a:gd name="connsiteY2" fmla="*/ 860663 h 860663"/>
                <a:gd name="connsiteX3" fmla="*/ 340445 w 535708"/>
                <a:gd name="connsiteY3" fmla="*/ 854866 h 860663"/>
                <a:gd name="connsiteX4" fmla="*/ 0 w 535708"/>
                <a:gd name="connsiteY4" fmla="*/ 617775 h 860663"/>
                <a:gd name="connsiteX5" fmla="*/ 23812 w 535708"/>
                <a:gd name="connsiteY5" fmla="*/ 0 h 860663"/>
                <a:gd name="connsiteX0" fmla="*/ 10215 w 522111"/>
                <a:gd name="connsiteY0" fmla="*/ 0 h 860663"/>
                <a:gd name="connsiteX1" fmla="*/ 522111 w 522111"/>
                <a:gd name="connsiteY1" fmla="*/ 80961 h 860663"/>
                <a:gd name="connsiteX2" fmla="*/ 503061 w 522111"/>
                <a:gd name="connsiteY2" fmla="*/ 860663 h 860663"/>
                <a:gd name="connsiteX3" fmla="*/ 326848 w 522111"/>
                <a:gd name="connsiteY3" fmla="*/ 854866 h 860663"/>
                <a:gd name="connsiteX4" fmla="*/ 0 w 522111"/>
                <a:gd name="connsiteY4" fmla="*/ 630595 h 860663"/>
                <a:gd name="connsiteX5" fmla="*/ 10215 w 522111"/>
                <a:gd name="connsiteY5" fmla="*/ 0 h 860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2111" h="860663">
                  <a:moveTo>
                    <a:pt x="10215" y="0"/>
                  </a:moveTo>
                  <a:lnTo>
                    <a:pt x="522111" y="80961"/>
                  </a:lnTo>
                  <a:lnTo>
                    <a:pt x="503061" y="860663"/>
                  </a:lnTo>
                  <a:cubicBezTo>
                    <a:pt x="420511" y="860318"/>
                    <a:pt x="409398" y="855211"/>
                    <a:pt x="326848" y="854866"/>
                  </a:cubicBezTo>
                  <a:lnTo>
                    <a:pt x="0" y="630595"/>
                  </a:lnTo>
                  <a:lnTo>
                    <a:pt x="10215" y="0"/>
                  </a:lnTo>
                  <a:close/>
                </a:path>
              </a:pathLst>
            </a:custGeom>
            <a:solidFill>
              <a:srgbClr val="CCC2D0"/>
            </a:solidFill>
            <a:ln w="28575" cap="flat" cmpd="sng" algn="ctr">
              <a:solidFill>
                <a:srgbClr val="CCC2D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9">
              <a:extLst>
                <a:ext uri="{FF2B5EF4-FFF2-40B4-BE49-F238E27FC236}">
                  <a16:creationId xmlns:a16="http://schemas.microsoft.com/office/drawing/2014/main" id="{DFAFA5C9-3C4D-D490-7F51-FCDDFEC456B9}"/>
                </a:ext>
              </a:extLst>
            </p:cNvPr>
            <p:cNvSpPr/>
            <p:nvPr/>
          </p:nvSpPr>
          <p:spPr>
            <a:xfrm>
              <a:off x="6785940" y="5004431"/>
              <a:ext cx="1607146" cy="438829"/>
            </a:xfrm>
            <a:custGeom>
              <a:avLst/>
              <a:gdLst>
                <a:gd name="connsiteX0" fmla="*/ 0 w 393106"/>
                <a:gd name="connsiteY0" fmla="*/ 0 h 236869"/>
                <a:gd name="connsiteX1" fmla="*/ 393106 w 393106"/>
                <a:gd name="connsiteY1" fmla="*/ 0 h 236869"/>
                <a:gd name="connsiteX2" fmla="*/ 393106 w 393106"/>
                <a:gd name="connsiteY2" fmla="*/ 236869 h 236869"/>
                <a:gd name="connsiteX3" fmla="*/ 0 w 393106"/>
                <a:gd name="connsiteY3" fmla="*/ 236869 h 236869"/>
                <a:gd name="connsiteX4" fmla="*/ 0 w 393106"/>
                <a:gd name="connsiteY4" fmla="*/ 0 h 236869"/>
                <a:gd name="connsiteX0" fmla="*/ 0 w 540744"/>
                <a:gd name="connsiteY0" fmla="*/ 0 h 236869"/>
                <a:gd name="connsiteX1" fmla="*/ 540744 w 540744"/>
                <a:gd name="connsiteY1" fmla="*/ 157163 h 236869"/>
                <a:gd name="connsiteX2" fmla="*/ 393106 w 540744"/>
                <a:gd name="connsiteY2" fmla="*/ 236869 h 236869"/>
                <a:gd name="connsiteX3" fmla="*/ 0 w 540744"/>
                <a:gd name="connsiteY3" fmla="*/ 236869 h 236869"/>
                <a:gd name="connsiteX4" fmla="*/ 0 w 540744"/>
                <a:gd name="connsiteY4" fmla="*/ 0 h 236869"/>
                <a:gd name="connsiteX0" fmla="*/ 0 w 540744"/>
                <a:gd name="connsiteY0" fmla="*/ 0 h 332119"/>
                <a:gd name="connsiteX1" fmla="*/ 540744 w 540744"/>
                <a:gd name="connsiteY1" fmla="*/ 157163 h 332119"/>
                <a:gd name="connsiteX2" fmla="*/ 483594 w 540744"/>
                <a:gd name="connsiteY2" fmla="*/ 332119 h 332119"/>
                <a:gd name="connsiteX3" fmla="*/ 0 w 540744"/>
                <a:gd name="connsiteY3" fmla="*/ 236869 h 332119"/>
                <a:gd name="connsiteX4" fmla="*/ 0 w 540744"/>
                <a:gd name="connsiteY4" fmla="*/ 0 h 332119"/>
                <a:gd name="connsiteX0" fmla="*/ 152400 w 693144"/>
                <a:gd name="connsiteY0" fmla="*/ 0 h 508332"/>
                <a:gd name="connsiteX1" fmla="*/ 693144 w 693144"/>
                <a:gd name="connsiteY1" fmla="*/ 157163 h 508332"/>
                <a:gd name="connsiteX2" fmla="*/ 635994 w 693144"/>
                <a:gd name="connsiteY2" fmla="*/ 332119 h 508332"/>
                <a:gd name="connsiteX3" fmla="*/ 0 w 693144"/>
                <a:gd name="connsiteY3" fmla="*/ 508332 h 508332"/>
                <a:gd name="connsiteX4" fmla="*/ 152400 w 693144"/>
                <a:gd name="connsiteY4" fmla="*/ 0 h 508332"/>
                <a:gd name="connsiteX0" fmla="*/ 0 w 1602781"/>
                <a:gd name="connsiteY0" fmla="*/ 0 h 351170"/>
                <a:gd name="connsiteX1" fmla="*/ 1602781 w 1602781"/>
                <a:gd name="connsiteY1" fmla="*/ 1 h 351170"/>
                <a:gd name="connsiteX2" fmla="*/ 1545631 w 1602781"/>
                <a:gd name="connsiteY2" fmla="*/ 174957 h 351170"/>
                <a:gd name="connsiteX3" fmla="*/ 909637 w 1602781"/>
                <a:gd name="connsiteY3" fmla="*/ 351170 h 351170"/>
                <a:gd name="connsiteX4" fmla="*/ 0 w 1602781"/>
                <a:gd name="connsiteY4" fmla="*/ 0 h 351170"/>
                <a:gd name="connsiteX0" fmla="*/ 3650 w 1606431"/>
                <a:gd name="connsiteY0" fmla="*/ 0 h 351170"/>
                <a:gd name="connsiteX1" fmla="*/ 1606431 w 1606431"/>
                <a:gd name="connsiteY1" fmla="*/ 1 h 351170"/>
                <a:gd name="connsiteX2" fmla="*/ 1549281 w 1606431"/>
                <a:gd name="connsiteY2" fmla="*/ 174957 h 351170"/>
                <a:gd name="connsiteX3" fmla="*/ 913287 w 1606431"/>
                <a:gd name="connsiteY3" fmla="*/ 351170 h 351170"/>
                <a:gd name="connsiteX4" fmla="*/ 3650 w 1606431"/>
                <a:gd name="connsiteY4" fmla="*/ 0 h 351170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49996 w 1607146"/>
                <a:gd name="connsiteY2" fmla="*/ 174957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49996 w 1607146"/>
                <a:gd name="connsiteY2" fmla="*/ 174957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59521 w 1607146"/>
                <a:gd name="connsiteY2" fmla="*/ 165432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59521 w 1607146"/>
                <a:gd name="connsiteY2" fmla="*/ 165432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59521 w 1607146"/>
                <a:gd name="connsiteY2" fmla="*/ 165432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146" h="438829">
                  <a:moveTo>
                    <a:pt x="4365" y="0"/>
                  </a:moveTo>
                  <a:lnTo>
                    <a:pt x="1607146" y="1"/>
                  </a:lnTo>
                  <a:cubicBezTo>
                    <a:pt x="1591271" y="55145"/>
                    <a:pt x="1627784" y="129338"/>
                    <a:pt x="1559521" y="165432"/>
                  </a:cubicBezTo>
                  <a:cubicBezTo>
                    <a:pt x="1347523" y="190833"/>
                    <a:pt x="1149813" y="154319"/>
                    <a:pt x="914002" y="351170"/>
                  </a:cubicBezTo>
                  <a:cubicBezTo>
                    <a:pt x="491728" y="572251"/>
                    <a:pt x="-54373" y="345657"/>
                    <a:pt x="4365" y="0"/>
                  </a:cubicBezTo>
                  <a:close/>
                </a:path>
              </a:pathLst>
            </a:custGeom>
            <a:solidFill>
              <a:srgbClr val="CCC2D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6352B18-A208-CA92-2CFD-7AE6C7A53D68}"/>
                </a:ext>
              </a:extLst>
            </p:cNvPr>
            <p:cNvSpPr/>
            <p:nvPr/>
          </p:nvSpPr>
          <p:spPr>
            <a:xfrm>
              <a:off x="7653294" y="5204093"/>
              <a:ext cx="368630" cy="581025"/>
            </a:xfrm>
            <a:custGeom>
              <a:avLst/>
              <a:gdLst>
                <a:gd name="connsiteX0" fmla="*/ 247650 w 247650"/>
                <a:gd name="connsiteY0" fmla="*/ 0 h 581025"/>
                <a:gd name="connsiteX1" fmla="*/ 0 w 247650"/>
                <a:gd name="connsiteY1" fmla="*/ 581025 h 581025"/>
                <a:gd name="connsiteX2" fmla="*/ 0 w 247650"/>
                <a:gd name="connsiteY2" fmla="*/ 581025 h 581025"/>
                <a:gd name="connsiteX0" fmla="*/ 306128 w 306128"/>
                <a:gd name="connsiteY0" fmla="*/ 0 h 581025"/>
                <a:gd name="connsiteX1" fmla="*/ 58478 w 306128"/>
                <a:gd name="connsiteY1" fmla="*/ 581025 h 581025"/>
                <a:gd name="connsiteX2" fmla="*/ 58478 w 306128"/>
                <a:gd name="connsiteY2" fmla="*/ 581025 h 581025"/>
                <a:gd name="connsiteX0" fmla="*/ 368630 w 368630"/>
                <a:gd name="connsiteY0" fmla="*/ 0 h 581025"/>
                <a:gd name="connsiteX1" fmla="*/ 120980 w 368630"/>
                <a:gd name="connsiteY1" fmla="*/ 581025 h 581025"/>
                <a:gd name="connsiteX2" fmla="*/ 120980 w 368630"/>
                <a:gd name="connsiteY2" fmla="*/ 581025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8630" h="581025">
                  <a:moveTo>
                    <a:pt x="368630" y="0"/>
                  </a:moveTo>
                  <a:cubicBezTo>
                    <a:pt x="-190170" y="117475"/>
                    <a:pt x="27318" y="487362"/>
                    <a:pt x="120980" y="581025"/>
                  </a:cubicBezTo>
                  <a:lnTo>
                    <a:pt x="120980" y="581025"/>
                  </a:lnTo>
                </a:path>
              </a:pathLst>
            </a:custGeom>
            <a:solidFill>
              <a:srgbClr val="9D88A4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86F8835-812B-03D6-CC06-5B6F10F22D71}"/>
                </a:ext>
              </a:extLst>
            </p:cNvPr>
            <p:cNvSpPr/>
            <p:nvPr/>
          </p:nvSpPr>
          <p:spPr>
            <a:xfrm>
              <a:off x="6759471" y="4847008"/>
              <a:ext cx="1155858" cy="233186"/>
            </a:xfrm>
            <a:prstGeom prst="ellipse">
              <a:avLst/>
            </a:prstGeom>
            <a:solidFill>
              <a:srgbClr val="856C8E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3605FE6-8C2E-9A5E-ED45-980833C95505}"/>
                </a:ext>
              </a:extLst>
            </p:cNvPr>
            <p:cNvSpPr/>
            <p:nvPr/>
          </p:nvSpPr>
          <p:spPr>
            <a:xfrm>
              <a:off x="6785689" y="4788697"/>
              <a:ext cx="1133254" cy="233186"/>
            </a:xfrm>
            <a:prstGeom prst="ellipse">
              <a:avLst/>
            </a:prstGeom>
            <a:solidFill>
              <a:srgbClr val="9D88A4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31BCC50-62AD-8B22-9F3F-A7EFE3B2436D}"/>
                </a:ext>
              </a:extLst>
            </p:cNvPr>
            <p:cNvSpPr/>
            <p:nvPr/>
          </p:nvSpPr>
          <p:spPr>
            <a:xfrm>
              <a:off x="6795274" y="4737471"/>
              <a:ext cx="1107000" cy="233186"/>
            </a:xfrm>
            <a:prstGeom prst="ellipse">
              <a:avLst/>
            </a:prstGeom>
            <a:solidFill>
              <a:srgbClr val="CCC2D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334848-7D8F-3FC0-D845-B8662926F77E}"/>
              </a:ext>
            </a:extLst>
          </p:cNvPr>
          <p:cNvGrpSpPr/>
          <p:nvPr/>
        </p:nvGrpSpPr>
        <p:grpSpPr>
          <a:xfrm>
            <a:off x="3771477" y="1919853"/>
            <a:ext cx="3917999" cy="4373684"/>
            <a:chOff x="6759471" y="4154109"/>
            <a:chExt cx="1647899" cy="1839559"/>
          </a:xfrm>
          <a:solidFill>
            <a:schemeClr val="bg1"/>
          </a:solidFill>
        </p:grpSpPr>
        <p:sp>
          <p:nvSpPr>
            <p:cNvPr id="21" name="Rectangle 23">
              <a:extLst>
                <a:ext uri="{FF2B5EF4-FFF2-40B4-BE49-F238E27FC236}">
                  <a16:creationId xmlns:a16="http://schemas.microsoft.com/office/drawing/2014/main" id="{07454845-F622-85F6-7FCB-C4398E8ADA44}"/>
                </a:ext>
              </a:extLst>
            </p:cNvPr>
            <p:cNvSpPr/>
            <p:nvPr/>
          </p:nvSpPr>
          <p:spPr>
            <a:xfrm>
              <a:off x="7236996" y="4781299"/>
              <a:ext cx="1007344" cy="266600"/>
            </a:xfrm>
            <a:custGeom>
              <a:avLst/>
              <a:gdLst>
                <a:gd name="connsiteX0" fmla="*/ 0 w 135805"/>
                <a:gd name="connsiteY0" fmla="*/ 0 h 225132"/>
                <a:gd name="connsiteX1" fmla="*/ 135805 w 135805"/>
                <a:gd name="connsiteY1" fmla="*/ 0 h 225132"/>
                <a:gd name="connsiteX2" fmla="*/ 135805 w 135805"/>
                <a:gd name="connsiteY2" fmla="*/ 225132 h 225132"/>
                <a:gd name="connsiteX3" fmla="*/ 0 w 135805"/>
                <a:gd name="connsiteY3" fmla="*/ 225132 h 225132"/>
                <a:gd name="connsiteX4" fmla="*/ 0 w 135805"/>
                <a:gd name="connsiteY4" fmla="*/ 0 h 225132"/>
                <a:gd name="connsiteX0" fmla="*/ 0 w 452512"/>
                <a:gd name="connsiteY0" fmla="*/ 0 h 256088"/>
                <a:gd name="connsiteX1" fmla="*/ 135805 w 452512"/>
                <a:gd name="connsiteY1" fmla="*/ 0 h 256088"/>
                <a:gd name="connsiteX2" fmla="*/ 452512 w 452512"/>
                <a:gd name="connsiteY2" fmla="*/ 256088 h 256088"/>
                <a:gd name="connsiteX3" fmla="*/ 0 w 452512"/>
                <a:gd name="connsiteY3" fmla="*/ 225132 h 256088"/>
                <a:gd name="connsiteX4" fmla="*/ 0 w 452512"/>
                <a:gd name="connsiteY4" fmla="*/ 0 h 256088"/>
                <a:gd name="connsiteX0" fmla="*/ 535782 w 988294"/>
                <a:gd name="connsiteY0" fmla="*/ 0 h 306094"/>
                <a:gd name="connsiteX1" fmla="*/ 671587 w 988294"/>
                <a:gd name="connsiteY1" fmla="*/ 0 h 306094"/>
                <a:gd name="connsiteX2" fmla="*/ 988294 w 988294"/>
                <a:gd name="connsiteY2" fmla="*/ 256088 h 306094"/>
                <a:gd name="connsiteX3" fmla="*/ 0 w 988294"/>
                <a:gd name="connsiteY3" fmla="*/ 306094 h 306094"/>
                <a:gd name="connsiteX4" fmla="*/ 535782 w 988294"/>
                <a:gd name="connsiteY4" fmla="*/ 0 h 306094"/>
                <a:gd name="connsiteX0" fmla="*/ 535782 w 995438"/>
                <a:gd name="connsiteY0" fmla="*/ 0 h 306094"/>
                <a:gd name="connsiteX1" fmla="*/ 671587 w 995438"/>
                <a:gd name="connsiteY1" fmla="*/ 0 h 306094"/>
                <a:gd name="connsiteX2" fmla="*/ 995438 w 995438"/>
                <a:gd name="connsiteY2" fmla="*/ 253707 h 306094"/>
                <a:gd name="connsiteX3" fmla="*/ 0 w 995438"/>
                <a:gd name="connsiteY3" fmla="*/ 306094 h 306094"/>
                <a:gd name="connsiteX4" fmla="*/ 535782 w 995438"/>
                <a:gd name="connsiteY4" fmla="*/ 0 h 306094"/>
                <a:gd name="connsiteX0" fmla="*/ 535782 w 1007344"/>
                <a:gd name="connsiteY0" fmla="*/ 0 h 306094"/>
                <a:gd name="connsiteX1" fmla="*/ 671587 w 1007344"/>
                <a:gd name="connsiteY1" fmla="*/ 0 h 306094"/>
                <a:gd name="connsiteX2" fmla="*/ 1007344 w 1007344"/>
                <a:gd name="connsiteY2" fmla="*/ 248944 h 306094"/>
                <a:gd name="connsiteX3" fmla="*/ 0 w 1007344"/>
                <a:gd name="connsiteY3" fmla="*/ 306094 h 306094"/>
                <a:gd name="connsiteX4" fmla="*/ 535782 w 1007344"/>
                <a:gd name="connsiteY4" fmla="*/ 0 h 306094"/>
                <a:gd name="connsiteX0" fmla="*/ 340520 w 1007344"/>
                <a:gd name="connsiteY0" fmla="*/ 0 h 306094"/>
                <a:gd name="connsiteX1" fmla="*/ 671587 w 1007344"/>
                <a:gd name="connsiteY1" fmla="*/ 0 h 306094"/>
                <a:gd name="connsiteX2" fmla="*/ 1007344 w 1007344"/>
                <a:gd name="connsiteY2" fmla="*/ 248944 h 306094"/>
                <a:gd name="connsiteX3" fmla="*/ 0 w 1007344"/>
                <a:gd name="connsiteY3" fmla="*/ 306094 h 306094"/>
                <a:gd name="connsiteX4" fmla="*/ 340520 w 1007344"/>
                <a:gd name="connsiteY4" fmla="*/ 0 h 30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344" h="306094">
                  <a:moveTo>
                    <a:pt x="340520" y="0"/>
                  </a:moveTo>
                  <a:lnTo>
                    <a:pt x="671587" y="0"/>
                  </a:lnTo>
                  <a:lnTo>
                    <a:pt x="1007344" y="248944"/>
                  </a:lnTo>
                  <a:lnTo>
                    <a:pt x="0" y="306094"/>
                  </a:lnTo>
                  <a:lnTo>
                    <a:pt x="340520" y="0"/>
                  </a:ln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4">
              <a:extLst>
                <a:ext uri="{FF2B5EF4-FFF2-40B4-BE49-F238E27FC236}">
                  <a16:creationId xmlns:a16="http://schemas.microsoft.com/office/drawing/2014/main" id="{689FEBFE-742F-286E-B7A2-55C5FFC7E119}"/>
                </a:ext>
              </a:extLst>
            </p:cNvPr>
            <p:cNvSpPr/>
            <p:nvPr/>
          </p:nvSpPr>
          <p:spPr>
            <a:xfrm>
              <a:off x="7055681" y="5012442"/>
              <a:ext cx="1290637" cy="981226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114425"/>
                <a:gd name="connsiteY0" fmla="*/ 47625 h 962025"/>
                <a:gd name="connsiteX1" fmla="*/ 1114425 w 1114425"/>
                <a:gd name="connsiteY1" fmla="*/ 0 h 962025"/>
                <a:gd name="connsiteX2" fmla="*/ 914400 w 1114425"/>
                <a:gd name="connsiteY2" fmla="*/ 962025 h 962025"/>
                <a:gd name="connsiteX3" fmla="*/ 0 w 1114425"/>
                <a:gd name="connsiteY3" fmla="*/ 962025 h 962025"/>
                <a:gd name="connsiteX4" fmla="*/ 0 w 1114425"/>
                <a:gd name="connsiteY4" fmla="*/ 47625 h 962025"/>
                <a:gd name="connsiteX0" fmla="*/ 0 w 1114425"/>
                <a:gd name="connsiteY0" fmla="*/ 47625 h 962025"/>
                <a:gd name="connsiteX1" fmla="*/ 1114425 w 1114425"/>
                <a:gd name="connsiteY1" fmla="*/ 0 h 962025"/>
                <a:gd name="connsiteX2" fmla="*/ 1042988 w 1114425"/>
                <a:gd name="connsiteY2" fmla="*/ 933450 h 962025"/>
                <a:gd name="connsiteX3" fmla="*/ 0 w 1114425"/>
                <a:gd name="connsiteY3" fmla="*/ 962025 h 962025"/>
                <a:gd name="connsiteX4" fmla="*/ 0 w 1114425"/>
                <a:gd name="connsiteY4" fmla="*/ 47625 h 962025"/>
                <a:gd name="connsiteX0" fmla="*/ 0 w 1114425"/>
                <a:gd name="connsiteY0" fmla="*/ 47625 h 973716"/>
                <a:gd name="connsiteX1" fmla="*/ 1114425 w 1114425"/>
                <a:gd name="connsiteY1" fmla="*/ 0 h 973716"/>
                <a:gd name="connsiteX2" fmla="*/ 1042988 w 1114425"/>
                <a:gd name="connsiteY2" fmla="*/ 933450 h 973716"/>
                <a:gd name="connsiteX3" fmla="*/ 0 w 1114425"/>
                <a:gd name="connsiteY3" fmla="*/ 962025 h 973716"/>
                <a:gd name="connsiteX4" fmla="*/ 0 w 1114425"/>
                <a:gd name="connsiteY4" fmla="*/ 47625 h 973716"/>
                <a:gd name="connsiteX0" fmla="*/ 85725 w 1200150"/>
                <a:gd name="connsiteY0" fmla="*/ 47625 h 957074"/>
                <a:gd name="connsiteX1" fmla="*/ 1200150 w 1200150"/>
                <a:gd name="connsiteY1" fmla="*/ 0 h 957074"/>
                <a:gd name="connsiteX2" fmla="*/ 1128713 w 1200150"/>
                <a:gd name="connsiteY2" fmla="*/ 933450 h 957074"/>
                <a:gd name="connsiteX3" fmla="*/ 0 w 1200150"/>
                <a:gd name="connsiteY3" fmla="*/ 885825 h 957074"/>
                <a:gd name="connsiteX4" fmla="*/ 85725 w 1200150"/>
                <a:gd name="connsiteY4" fmla="*/ 47625 h 957074"/>
                <a:gd name="connsiteX0" fmla="*/ 85725 w 1200150"/>
                <a:gd name="connsiteY0" fmla="*/ 47625 h 981226"/>
                <a:gd name="connsiteX1" fmla="*/ 1200150 w 1200150"/>
                <a:gd name="connsiteY1" fmla="*/ 0 h 981226"/>
                <a:gd name="connsiteX2" fmla="*/ 1128713 w 1200150"/>
                <a:gd name="connsiteY2" fmla="*/ 933450 h 981226"/>
                <a:gd name="connsiteX3" fmla="*/ 0 w 1200150"/>
                <a:gd name="connsiteY3" fmla="*/ 885825 h 981226"/>
                <a:gd name="connsiteX4" fmla="*/ 85725 w 1200150"/>
                <a:gd name="connsiteY4" fmla="*/ 47625 h 981226"/>
                <a:gd name="connsiteX0" fmla="*/ 85725 w 1200150"/>
                <a:gd name="connsiteY0" fmla="*/ 47625 h 981226"/>
                <a:gd name="connsiteX1" fmla="*/ 1200150 w 1200150"/>
                <a:gd name="connsiteY1" fmla="*/ 0 h 981226"/>
                <a:gd name="connsiteX2" fmla="*/ 1128713 w 1200150"/>
                <a:gd name="connsiteY2" fmla="*/ 933450 h 981226"/>
                <a:gd name="connsiteX3" fmla="*/ 0 w 1200150"/>
                <a:gd name="connsiteY3" fmla="*/ 885825 h 981226"/>
                <a:gd name="connsiteX4" fmla="*/ 85725 w 1200150"/>
                <a:gd name="connsiteY4" fmla="*/ 47625 h 981226"/>
                <a:gd name="connsiteX0" fmla="*/ 85725 w 1200150"/>
                <a:gd name="connsiteY0" fmla="*/ 47625 h 981226"/>
                <a:gd name="connsiteX1" fmla="*/ 1200150 w 1200150"/>
                <a:gd name="connsiteY1" fmla="*/ 0 h 981226"/>
                <a:gd name="connsiteX2" fmla="*/ 1128713 w 1200150"/>
                <a:gd name="connsiteY2" fmla="*/ 933450 h 981226"/>
                <a:gd name="connsiteX3" fmla="*/ 0 w 1200150"/>
                <a:gd name="connsiteY3" fmla="*/ 885825 h 981226"/>
                <a:gd name="connsiteX4" fmla="*/ 85725 w 1200150"/>
                <a:gd name="connsiteY4" fmla="*/ 47625 h 981226"/>
                <a:gd name="connsiteX0" fmla="*/ 85725 w 1247775"/>
                <a:gd name="connsiteY0" fmla="*/ 47625 h 981226"/>
                <a:gd name="connsiteX1" fmla="*/ 1247775 w 1247775"/>
                <a:gd name="connsiteY1" fmla="*/ 0 h 981226"/>
                <a:gd name="connsiteX2" fmla="*/ 1128713 w 1247775"/>
                <a:gd name="connsiteY2" fmla="*/ 933450 h 981226"/>
                <a:gd name="connsiteX3" fmla="*/ 0 w 1247775"/>
                <a:gd name="connsiteY3" fmla="*/ 885825 h 981226"/>
                <a:gd name="connsiteX4" fmla="*/ 85725 w 1247775"/>
                <a:gd name="connsiteY4" fmla="*/ 47625 h 981226"/>
                <a:gd name="connsiteX0" fmla="*/ 85725 w 1247775"/>
                <a:gd name="connsiteY0" fmla="*/ 47625 h 981226"/>
                <a:gd name="connsiteX1" fmla="*/ 1247775 w 1247775"/>
                <a:gd name="connsiteY1" fmla="*/ 0 h 981226"/>
                <a:gd name="connsiteX2" fmla="*/ 1128713 w 1247775"/>
                <a:gd name="connsiteY2" fmla="*/ 933450 h 981226"/>
                <a:gd name="connsiteX3" fmla="*/ 0 w 1247775"/>
                <a:gd name="connsiteY3" fmla="*/ 885825 h 981226"/>
                <a:gd name="connsiteX4" fmla="*/ 85725 w 1247775"/>
                <a:gd name="connsiteY4" fmla="*/ 47625 h 981226"/>
                <a:gd name="connsiteX0" fmla="*/ 85725 w 1290637"/>
                <a:gd name="connsiteY0" fmla="*/ 47625 h 981226"/>
                <a:gd name="connsiteX1" fmla="*/ 1290637 w 1290637"/>
                <a:gd name="connsiteY1" fmla="*/ 0 h 981226"/>
                <a:gd name="connsiteX2" fmla="*/ 1128713 w 1290637"/>
                <a:gd name="connsiteY2" fmla="*/ 933450 h 981226"/>
                <a:gd name="connsiteX3" fmla="*/ 0 w 1290637"/>
                <a:gd name="connsiteY3" fmla="*/ 885825 h 981226"/>
                <a:gd name="connsiteX4" fmla="*/ 85725 w 1290637"/>
                <a:gd name="connsiteY4" fmla="*/ 47625 h 981226"/>
                <a:gd name="connsiteX0" fmla="*/ 85725 w 1290637"/>
                <a:gd name="connsiteY0" fmla="*/ 47625 h 981226"/>
                <a:gd name="connsiteX1" fmla="*/ 1290637 w 1290637"/>
                <a:gd name="connsiteY1" fmla="*/ 0 h 981226"/>
                <a:gd name="connsiteX2" fmla="*/ 1128713 w 1290637"/>
                <a:gd name="connsiteY2" fmla="*/ 933450 h 981226"/>
                <a:gd name="connsiteX3" fmla="*/ 0 w 1290637"/>
                <a:gd name="connsiteY3" fmla="*/ 885825 h 981226"/>
                <a:gd name="connsiteX4" fmla="*/ 85725 w 1290637"/>
                <a:gd name="connsiteY4" fmla="*/ 47625 h 981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0637" h="981226">
                  <a:moveTo>
                    <a:pt x="85725" y="47625"/>
                  </a:moveTo>
                  <a:lnTo>
                    <a:pt x="1290637" y="0"/>
                  </a:lnTo>
                  <a:cubicBezTo>
                    <a:pt x="719137" y="501650"/>
                    <a:pt x="1152525" y="622300"/>
                    <a:pt x="1128713" y="933450"/>
                  </a:cubicBezTo>
                  <a:cubicBezTo>
                    <a:pt x="666750" y="1009650"/>
                    <a:pt x="228601" y="995362"/>
                    <a:pt x="0" y="885825"/>
                  </a:cubicBezTo>
                  <a:cubicBezTo>
                    <a:pt x="128588" y="377825"/>
                    <a:pt x="57150" y="327025"/>
                    <a:pt x="85725" y="47625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18">
              <a:extLst>
                <a:ext uri="{FF2B5EF4-FFF2-40B4-BE49-F238E27FC236}">
                  <a16:creationId xmlns:a16="http://schemas.microsoft.com/office/drawing/2014/main" id="{F35F79FA-E704-475C-22AB-CC3A1B70FEB7}"/>
                </a:ext>
              </a:extLst>
            </p:cNvPr>
            <p:cNvSpPr/>
            <p:nvPr/>
          </p:nvSpPr>
          <p:spPr>
            <a:xfrm>
              <a:off x="7915094" y="4154109"/>
              <a:ext cx="492276" cy="860663"/>
            </a:xfrm>
            <a:custGeom>
              <a:avLst/>
              <a:gdLst>
                <a:gd name="connsiteX0" fmla="*/ 0 w 488083"/>
                <a:gd name="connsiteY0" fmla="*/ 0 h 755889"/>
                <a:gd name="connsiteX1" fmla="*/ 488083 w 488083"/>
                <a:gd name="connsiteY1" fmla="*/ 0 h 755889"/>
                <a:gd name="connsiteX2" fmla="*/ 488083 w 488083"/>
                <a:gd name="connsiteY2" fmla="*/ 755889 h 755889"/>
                <a:gd name="connsiteX3" fmla="*/ 0 w 488083"/>
                <a:gd name="connsiteY3" fmla="*/ 755889 h 755889"/>
                <a:gd name="connsiteX4" fmla="*/ 0 w 488083"/>
                <a:gd name="connsiteY4" fmla="*/ 0 h 755889"/>
                <a:gd name="connsiteX0" fmla="*/ 0 w 488083"/>
                <a:gd name="connsiteY0" fmla="*/ 0 h 755889"/>
                <a:gd name="connsiteX1" fmla="*/ 488083 w 488083"/>
                <a:gd name="connsiteY1" fmla="*/ 0 h 755889"/>
                <a:gd name="connsiteX2" fmla="*/ 488083 w 488083"/>
                <a:gd name="connsiteY2" fmla="*/ 755889 h 755889"/>
                <a:gd name="connsiteX3" fmla="*/ 311870 w 488083"/>
                <a:gd name="connsiteY3" fmla="*/ 750092 h 755889"/>
                <a:gd name="connsiteX4" fmla="*/ 0 w 488083"/>
                <a:gd name="connsiteY4" fmla="*/ 755889 h 755889"/>
                <a:gd name="connsiteX5" fmla="*/ 0 w 488083"/>
                <a:gd name="connsiteY5" fmla="*/ 0 h 755889"/>
                <a:gd name="connsiteX0" fmla="*/ 28575 w 516658"/>
                <a:gd name="connsiteY0" fmla="*/ 0 h 755889"/>
                <a:gd name="connsiteX1" fmla="*/ 516658 w 516658"/>
                <a:gd name="connsiteY1" fmla="*/ 0 h 755889"/>
                <a:gd name="connsiteX2" fmla="*/ 516658 w 516658"/>
                <a:gd name="connsiteY2" fmla="*/ 755889 h 755889"/>
                <a:gd name="connsiteX3" fmla="*/ 340445 w 516658"/>
                <a:gd name="connsiteY3" fmla="*/ 750092 h 755889"/>
                <a:gd name="connsiteX4" fmla="*/ 0 w 516658"/>
                <a:gd name="connsiteY4" fmla="*/ 513001 h 755889"/>
                <a:gd name="connsiteX5" fmla="*/ 28575 w 516658"/>
                <a:gd name="connsiteY5" fmla="*/ 0 h 755889"/>
                <a:gd name="connsiteX0" fmla="*/ 66675 w 516658"/>
                <a:gd name="connsiteY0" fmla="*/ 0 h 884476"/>
                <a:gd name="connsiteX1" fmla="*/ 516658 w 516658"/>
                <a:gd name="connsiteY1" fmla="*/ 128587 h 884476"/>
                <a:gd name="connsiteX2" fmla="*/ 516658 w 516658"/>
                <a:gd name="connsiteY2" fmla="*/ 884476 h 884476"/>
                <a:gd name="connsiteX3" fmla="*/ 340445 w 516658"/>
                <a:gd name="connsiteY3" fmla="*/ 878679 h 884476"/>
                <a:gd name="connsiteX4" fmla="*/ 0 w 516658"/>
                <a:gd name="connsiteY4" fmla="*/ 641588 h 884476"/>
                <a:gd name="connsiteX5" fmla="*/ 66675 w 516658"/>
                <a:gd name="connsiteY5" fmla="*/ 0 h 884476"/>
                <a:gd name="connsiteX0" fmla="*/ 66675 w 554758"/>
                <a:gd name="connsiteY0" fmla="*/ 0 h 884476"/>
                <a:gd name="connsiteX1" fmla="*/ 554758 w 554758"/>
                <a:gd name="connsiteY1" fmla="*/ 104774 h 884476"/>
                <a:gd name="connsiteX2" fmla="*/ 516658 w 554758"/>
                <a:gd name="connsiteY2" fmla="*/ 884476 h 884476"/>
                <a:gd name="connsiteX3" fmla="*/ 340445 w 554758"/>
                <a:gd name="connsiteY3" fmla="*/ 878679 h 884476"/>
                <a:gd name="connsiteX4" fmla="*/ 0 w 554758"/>
                <a:gd name="connsiteY4" fmla="*/ 641588 h 884476"/>
                <a:gd name="connsiteX5" fmla="*/ 66675 w 554758"/>
                <a:gd name="connsiteY5" fmla="*/ 0 h 884476"/>
                <a:gd name="connsiteX0" fmla="*/ 66675 w 535708"/>
                <a:gd name="connsiteY0" fmla="*/ 0 h 884476"/>
                <a:gd name="connsiteX1" fmla="*/ 535708 w 535708"/>
                <a:gd name="connsiteY1" fmla="*/ 104774 h 884476"/>
                <a:gd name="connsiteX2" fmla="*/ 516658 w 535708"/>
                <a:gd name="connsiteY2" fmla="*/ 884476 h 884476"/>
                <a:gd name="connsiteX3" fmla="*/ 340445 w 535708"/>
                <a:gd name="connsiteY3" fmla="*/ 878679 h 884476"/>
                <a:gd name="connsiteX4" fmla="*/ 0 w 535708"/>
                <a:gd name="connsiteY4" fmla="*/ 641588 h 884476"/>
                <a:gd name="connsiteX5" fmla="*/ 66675 w 535708"/>
                <a:gd name="connsiteY5" fmla="*/ 0 h 884476"/>
                <a:gd name="connsiteX0" fmla="*/ 23812 w 535708"/>
                <a:gd name="connsiteY0" fmla="*/ 0 h 860663"/>
                <a:gd name="connsiteX1" fmla="*/ 535708 w 535708"/>
                <a:gd name="connsiteY1" fmla="*/ 80961 h 860663"/>
                <a:gd name="connsiteX2" fmla="*/ 516658 w 535708"/>
                <a:gd name="connsiteY2" fmla="*/ 860663 h 860663"/>
                <a:gd name="connsiteX3" fmla="*/ 340445 w 535708"/>
                <a:gd name="connsiteY3" fmla="*/ 854866 h 860663"/>
                <a:gd name="connsiteX4" fmla="*/ 0 w 535708"/>
                <a:gd name="connsiteY4" fmla="*/ 617775 h 860663"/>
                <a:gd name="connsiteX5" fmla="*/ 23812 w 535708"/>
                <a:gd name="connsiteY5" fmla="*/ 0 h 860663"/>
                <a:gd name="connsiteX0" fmla="*/ 10215 w 522111"/>
                <a:gd name="connsiteY0" fmla="*/ 0 h 860663"/>
                <a:gd name="connsiteX1" fmla="*/ 522111 w 522111"/>
                <a:gd name="connsiteY1" fmla="*/ 80961 h 860663"/>
                <a:gd name="connsiteX2" fmla="*/ 503061 w 522111"/>
                <a:gd name="connsiteY2" fmla="*/ 860663 h 860663"/>
                <a:gd name="connsiteX3" fmla="*/ 326848 w 522111"/>
                <a:gd name="connsiteY3" fmla="*/ 854866 h 860663"/>
                <a:gd name="connsiteX4" fmla="*/ 0 w 522111"/>
                <a:gd name="connsiteY4" fmla="*/ 630595 h 860663"/>
                <a:gd name="connsiteX5" fmla="*/ 10215 w 522111"/>
                <a:gd name="connsiteY5" fmla="*/ 0 h 860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2111" h="860663">
                  <a:moveTo>
                    <a:pt x="10215" y="0"/>
                  </a:moveTo>
                  <a:lnTo>
                    <a:pt x="522111" y="80961"/>
                  </a:lnTo>
                  <a:lnTo>
                    <a:pt x="503061" y="860663"/>
                  </a:lnTo>
                  <a:cubicBezTo>
                    <a:pt x="420511" y="860318"/>
                    <a:pt x="409398" y="855211"/>
                    <a:pt x="326848" y="854866"/>
                  </a:cubicBezTo>
                  <a:lnTo>
                    <a:pt x="0" y="630595"/>
                  </a:lnTo>
                  <a:lnTo>
                    <a:pt x="10215" y="0"/>
                  </a:ln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19">
              <a:extLst>
                <a:ext uri="{FF2B5EF4-FFF2-40B4-BE49-F238E27FC236}">
                  <a16:creationId xmlns:a16="http://schemas.microsoft.com/office/drawing/2014/main" id="{B89E9DDA-A59E-1D3D-209B-DCFBC3BA0F11}"/>
                </a:ext>
              </a:extLst>
            </p:cNvPr>
            <p:cNvSpPr/>
            <p:nvPr/>
          </p:nvSpPr>
          <p:spPr>
            <a:xfrm>
              <a:off x="6785940" y="5004431"/>
              <a:ext cx="1607146" cy="438829"/>
            </a:xfrm>
            <a:custGeom>
              <a:avLst/>
              <a:gdLst>
                <a:gd name="connsiteX0" fmla="*/ 0 w 393106"/>
                <a:gd name="connsiteY0" fmla="*/ 0 h 236869"/>
                <a:gd name="connsiteX1" fmla="*/ 393106 w 393106"/>
                <a:gd name="connsiteY1" fmla="*/ 0 h 236869"/>
                <a:gd name="connsiteX2" fmla="*/ 393106 w 393106"/>
                <a:gd name="connsiteY2" fmla="*/ 236869 h 236869"/>
                <a:gd name="connsiteX3" fmla="*/ 0 w 393106"/>
                <a:gd name="connsiteY3" fmla="*/ 236869 h 236869"/>
                <a:gd name="connsiteX4" fmla="*/ 0 w 393106"/>
                <a:gd name="connsiteY4" fmla="*/ 0 h 236869"/>
                <a:gd name="connsiteX0" fmla="*/ 0 w 540744"/>
                <a:gd name="connsiteY0" fmla="*/ 0 h 236869"/>
                <a:gd name="connsiteX1" fmla="*/ 540744 w 540744"/>
                <a:gd name="connsiteY1" fmla="*/ 157163 h 236869"/>
                <a:gd name="connsiteX2" fmla="*/ 393106 w 540744"/>
                <a:gd name="connsiteY2" fmla="*/ 236869 h 236869"/>
                <a:gd name="connsiteX3" fmla="*/ 0 w 540744"/>
                <a:gd name="connsiteY3" fmla="*/ 236869 h 236869"/>
                <a:gd name="connsiteX4" fmla="*/ 0 w 540744"/>
                <a:gd name="connsiteY4" fmla="*/ 0 h 236869"/>
                <a:gd name="connsiteX0" fmla="*/ 0 w 540744"/>
                <a:gd name="connsiteY0" fmla="*/ 0 h 332119"/>
                <a:gd name="connsiteX1" fmla="*/ 540744 w 540744"/>
                <a:gd name="connsiteY1" fmla="*/ 157163 h 332119"/>
                <a:gd name="connsiteX2" fmla="*/ 483594 w 540744"/>
                <a:gd name="connsiteY2" fmla="*/ 332119 h 332119"/>
                <a:gd name="connsiteX3" fmla="*/ 0 w 540744"/>
                <a:gd name="connsiteY3" fmla="*/ 236869 h 332119"/>
                <a:gd name="connsiteX4" fmla="*/ 0 w 540744"/>
                <a:gd name="connsiteY4" fmla="*/ 0 h 332119"/>
                <a:gd name="connsiteX0" fmla="*/ 152400 w 693144"/>
                <a:gd name="connsiteY0" fmla="*/ 0 h 508332"/>
                <a:gd name="connsiteX1" fmla="*/ 693144 w 693144"/>
                <a:gd name="connsiteY1" fmla="*/ 157163 h 508332"/>
                <a:gd name="connsiteX2" fmla="*/ 635994 w 693144"/>
                <a:gd name="connsiteY2" fmla="*/ 332119 h 508332"/>
                <a:gd name="connsiteX3" fmla="*/ 0 w 693144"/>
                <a:gd name="connsiteY3" fmla="*/ 508332 h 508332"/>
                <a:gd name="connsiteX4" fmla="*/ 152400 w 693144"/>
                <a:gd name="connsiteY4" fmla="*/ 0 h 508332"/>
                <a:gd name="connsiteX0" fmla="*/ 0 w 1602781"/>
                <a:gd name="connsiteY0" fmla="*/ 0 h 351170"/>
                <a:gd name="connsiteX1" fmla="*/ 1602781 w 1602781"/>
                <a:gd name="connsiteY1" fmla="*/ 1 h 351170"/>
                <a:gd name="connsiteX2" fmla="*/ 1545631 w 1602781"/>
                <a:gd name="connsiteY2" fmla="*/ 174957 h 351170"/>
                <a:gd name="connsiteX3" fmla="*/ 909637 w 1602781"/>
                <a:gd name="connsiteY3" fmla="*/ 351170 h 351170"/>
                <a:gd name="connsiteX4" fmla="*/ 0 w 1602781"/>
                <a:gd name="connsiteY4" fmla="*/ 0 h 351170"/>
                <a:gd name="connsiteX0" fmla="*/ 3650 w 1606431"/>
                <a:gd name="connsiteY0" fmla="*/ 0 h 351170"/>
                <a:gd name="connsiteX1" fmla="*/ 1606431 w 1606431"/>
                <a:gd name="connsiteY1" fmla="*/ 1 h 351170"/>
                <a:gd name="connsiteX2" fmla="*/ 1549281 w 1606431"/>
                <a:gd name="connsiteY2" fmla="*/ 174957 h 351170"/>
                <a:gd name="connsiteX3" fmla="*/ 913287 w 1606431"/>
                <a:gd name="connsiteY3" fmla="*/ 351170 h 351170"/>
                <a:gd name="connsiteX4" fmla="*/ 3650 w 1606431"/>
                <a:gd name="connsiteY4" fmla="*/ 0 h 351170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49996 w 1607146"/>
                <a:gd name="connsiteY2" fmla="*/ 174957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49996 w 1607146"/>
                <a:gd name="connsiteY2" fmla="*/ 174957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59521 w 1607146"/>
                <a:gd name="connsiteY2" fmla="*/ 165432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59521 w 1607146"/>
                <a:gd name="connsiteY2" fmla="*/ 165432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  <a:gd name="connsiteX0" fmla="*/ 4365 w 1607146"/>
                <a:gd name="connsiteY0" fmla="*/ 0 h 438829"/>
                <a:gd name="connsiteX1" fmla="*/ 1607146 w 1607146"/>
                <a:gd name="connsiteY1" fmla="*/ 1 h 438829"/>
                <a:gd name="connsiteX2" fmla="*/ 1559521 w 1607146"/>
                <a:gd name="connsiteY2" fmla="*/ 165432 h 438829"/>
                <a:gd name="connsiteX3" fmla="*/ 914002 w 1607146"/>
                <a:gd name="connsiteY3" fmla="*/ 351170 h 438829"/>
                <a:gd name="connsiteX4" fmla="*/ 4365 w 1607146"/>
                <a:gd name="connsiteY4" fmla="*/ 0 h 438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146" h="438829">
                  <a:moveTo>
                    <a:pt x="4365" y="0"/>
                  </a:moveTo>
                  <a:lnTo>
                    <a:pt x="1607146" y="1"/>
                  </a:lnTo>
                  <a:cubicBezTo>
                    <a:pt x="1591271" y="55145"/>
                    <a:pt x="1627784" y="129338"/>
                    <a:pt x="1559521" y="165432"/>
                  </a:cubicBezTo>
                  <a:cubicBezTo>
                    <a:pt x="1347523" y="190833"/>
                    <a:pt x="1149813" y="154319"/>
                    <a:pt x="914002" y="351170"/>
                  </a:cubicBezTo>
                  <a:cubicBezTo>
                    <a:pt x="491728" y="572251"/>
                    <a:pt x="-54373" y="345657"/>
                    <a:pt x="4365" y="0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FEEB852-56B9-C99C-F370-5F40DF16305E}"/>
                </a:ext>
              </a:extLst>
            </p:cNvPr>
            <p:cNvSpPr/>
            <p:nvPr/>
          </p:nvSpPr>
          <p:spPr>
            <a:xfrm>
              <a:off x="7653294" y="5204093"/>
              <a:ext cx="368630" cy="581025"/>
            </a:xfrm>
            <a:custGeom>
              <a:avLst/>
              <a:gdLst>
                <a:gd name="connsiteX0" fmla="*/ 247650 w 247650"/>
                <a:gd name="connsiteY0" fmla="*/ 0 h 581025"/>
                <a:gd name="connsiteX1" fmla="*/ 0 w 247650"/>
                <a:gd name="connsiteY1" fmla="*/ 581025 h 581025"/>
                <a:gd name="connsiteX2" fmla="*/ 0 w 247650"/>
                <a:gd name="connsiteY2" fmla="*/ 581025 h 581025"/>
                <a:gd name="connsiteX0" fmla="*/ 306128 w 306128"/>
                <a:gd name="connsiteY0" fmla="*/ 0 h 581025"/>
                <a:gd name="connsiteX1" fmla="*/ 58478 w 306128"/>
                <a:gd name="connsiteY1" fmla="*/ 581025 h 581025"/>
                <a:gd name="connsiteX2" fmla="*/ 58478 w 306128"/>
                <a:gd name="connsiteY2" fmla="*/ 581025 h 581025"/>
                <a:gd name="connsiteX0" fmla="*/ 368630 w 368630"/>
                <a:gd name="connsiteY0" fmla="*/ 0 h 581025"/>
                <a:gd name="connsiteX1" fmla="*/ 120980 w 368630"/>
                <a:gd name="connsiteY1" fmla="*/ 581025 h 581025"/>
                <a:gd name="connsiteX2" fmla="*/ 120980 w 368630"/>
                <a:gd name="connsiteY2" fmla="*/ 581025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8630" h="581025">
                  <a:moveTo>
                    <a:pt x="368630" y="0"/>
                  </a:moveTo>
                  <a:cubicBezTo>
                    <a:pt x="-190170" y="117475"/>
                    <a:pt x="27318" y="487362"/>
                    <a:pt x="120980" y="581025"/>
                  </a:cubicBezTo>
                  <a:lnTo>
                    <a:pt x="120980" y="581025"/>
                  </a:lnTo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9F871C0-5E04-9DAF-3105-9E959AFF51B9}"/>
                </a:ext>
              </a:extLst>
            </p:cNvPr>
            <p:cNvSpPr/>
            <p:nvPr/>
          </p:nvSpPr>
          <p:spPr>
            <a:xfrm>
              <a:off x="6759471" y="4847008"/>
              <a:ext cx="1155858" cy="233186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E5601D1-16B5-6409-1BE9-7745149DF000}"/>
                </a:ext>
              </a:extLst>
            </p:cNvPr>
            <p:cNvSpPr/>
            <p:nvPr/>
          </p:nvSpPr>
          <p:spPr>
            <a:xfrm>
              <a:off x="6785689" y="4788697"/>
              <a:ext cx="1133254" cy="233186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4AB95E5-7668-6EBC-C849-C946519398BA}"/>
                </a:ext>
              </a:extLst>
            </p:cNvPr>
            <p:cNvSpPr/>
            <p:nvPr/>
          </p:nvSpPr>
          <p:spPr>
            <a:xfrm>
              <a:off x="6795274" y="4737471"/>
              <a:ext cx="1107000" cy="233186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99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FB1BF79-1148-5CAE-C6B3-B88F594C82AF}"/>
              </a:ext>
            </a:extLst>
          </p:cNvPr>
          <p:cNvGrpSpPr/>
          <p:nvPr/>
        </p:nvGrpSpPr>
        <p:grpSpPr>
          <a:xfrm>
            <a:off x="429330" y="2143125"/>
            <a:ext cx="8591261" cy="3205586"/>
            <a:chOff x="429330" y="2143125"/>
            <a:chExt cx="8591261" cy="3205586"/>
          </a:xfrm>
        </p:grpSpPr>
        <p:sp>
          <p:nvSpPr>
            <p:cNvPr id="3" name="Rectangle 29">
              <a:extLst>
                <a:ext uri="{FF2B5EF4-FFF2-40B4-BE49-F238E27FC236}">
                  <a16:creationId xmlns:a16="http://schemas.microsoft.com/office/drawing/2014/main" id="{80E8D299-EAA5-327F-E226-31B6C9DA2B6F}"/>
                </a:ext>
              </a:extLst>
            </p:cNvPr>
            <p:cNvSpPr/>
            <p:nvPr/>
          </p:nvSpPr>
          <p:spPr>
            <a:xfrm>
              <a:off x="429330" y="2490105"/>
              <a:ext cx="8591260" cy="2858606"/>
            </a:xfrm>
            <a:custGeom>
              <a:avLst/>
              <a:gdLst>
                <a:gd name="connsiteX0" fmla="*/ 0 w 3459480"/>
                <a:gd name="connsiteY0" fmla="*/ 0 h 45719"/>
                <a:gd name="connsiteX1" fmla="*/ 3459480 w 3459480"/>
                <a:gd name="connsiteY1" fmla="*/ 0 h 45719"/>
                <a:gd name="connsiteX2" fmla="*/ 3459480 w 3459480"/>
                <a:gd name="connsiteY2" fmla="*/ 45719 h 45719"/>
                <a:gd name="connsiteX3" fmla="*/ 0 w 3459480"/>
                <a:gd name="connsiteY3" fmla="*/ 45719 h 45719"/>
                <a:gd name="connsiteX4" fmla="*/ 0 w 3459480"/>
                <a:gd name="connsiteY4" fmla="*/ 0 h 45719"/>
                <a:gd name="connsiteX0" fmla="*/ 0 w 3459480"/>
                <a:gd name="connsiteY0" fmla="*/ 0 h 1127759"/>
                <a:gd name="connsiteX1" fmla="*/ 3459480 w 3459480"/>
                <a:gd name="connsiteY1" fmla="*/ 0 h 1127759"/>
                <a:gd name="connsiteX2" fmla="*/ 3459480 w 3459480"/>
                <a:gd name="connsiteY2" fmla="*/ 45719 h 1127759"/>
                <a:gd name="connsiteX3" fmla="*/ 739140 w 3459480"/>
                <a:gd name="connsiteY3" fmla="*/ 1127759 h 1127759"/>
                <a:gd name="connsiteX4" fmla="*/ 0 w 3459480"/>
                <a:gd name="connsiteY4" fmla="*/ 0 h 1127759"/>
                <a:gd name="connsiteX0" fmla="*/ 0 w 3459480"/>
                <a:gd name="connsiteY0" fmla="*/ 0 h 1127759"/>
                <a:gd name="connsiteX1" fmla="*/ 3459480 w 3459480"/>
                <a:gd name="connsiteY1" fmla="*/ 0 h 1127759"/>
                <a:gd name="connsiteX2" fmla="*/ 2499360 w 3459480"/>
                <a:gd name="connsiteY2" fmla="*/ 1112519 h 1127759"/>
                <a:gd name="connsiteX3" fmla="*/ 739140 w 3459480"/>
                <a:gd name="connsiteY3" fmla="*/ 1127759 h 1127759"/>
                <a:gd name="connsiteX4" fmla="*/ 0 w 3459480"/>
                <a:gd name="connsiteY4" fmla="*/ 0 h 1127759"/>
                <a:gd name="connsiteX0" fmla="*/ 0 w 3459480"/>
                <a:gd name="connsiteY0" fmla="*/ 0 h 1112519"/>
                <a:gd name="connsiteX1" fmla="*/ 3459480 w 3459480"/>
                <a:gd name="connsiteY1" fmla="*/ 0 h 1112519"/>
                <a:gd name="connsiteX2" fmla="*/ 2499360 w 3459480"/>
                <a:gd name="connsiteY2" fmla="*/ 1112519 h 1112519"/>
                <a:gd name="connsiteX3" fmla="*/ 742315 w 3459480"/>
                <a:gd name="connsiteY3" fmla="*/ 1108709 h 1112519"/>
                <a:gd name="connsiteX4" fmla="*/ 0 w 3459480"/>
                <a:gd name="connsiteY4" fmla="*/ 0 h 1112519"/>
                <a:gd name="connsiteX0" fmla="*/ 0 w 3459480"/>
                <a:gd name="connsiteY0" fmla="*/ 0 h 1108709"/>
                <a:gd name="connsiteX1" fmla="*/ 3459480 w 3459480"/>
                <a:gd name="connsiteY1" fmla="*/ 0 h 1108709"/>
                <a:gd name="connsiteX2" fmla="*/ 2499360 w 3459480"/>
                <a:gd name="connsiteY2" fmla="*/ 1074419 h 1108709"/>
                <a:gd name="connsiteX3" fmla="*/ 742315 w 3459480"/>
                <a:gd name="connsiteY3" fmla="*/ 1108709 h 1108709"/>
                <a:gd name="connsiteX4" fmla="*/ 0 w 3459480"/>
                <a:gd name="connsiteY4" fmla="*/ 0 h 1108709"/>
                <a:gd name="connsiteX0" fmla="*/ 0 w 3459480"/>
                <a:gd name="connsiteY0" fmla="*/ 0 h 1112519"/>
                <a:gd name="connsiteX1" fmla="*/ 3459480 w 3459480"/>
                <a:gd name="connsiteY1" fmla="*/ 0 h 1112519"/>
                <a:gd name="connsiteX2" fmla="*/ 2486660 w 3459480"/>
                <a:gd name="connsiteY2" fmla="*/ 1112519 h 1112519"/>
                <a:gd name="connsiteX3" fmla="*/ 742315 w 3459480"/>
                <a:gd name="connsiteY3" fmla="*/ 1108709 h 1112519"/>
                <a:gd name="connsiteX4" fmla="*/ 0 w 3459480"/>
                <a:gd name="connsiteY4" fmla="*/ 0 h 1112519"/>
                <a:gd name="connsiteX0" fmla="*/ 0 w 3459480"/>
                <a:gd name="connsiteY0" fmla="*/ 0 h 1140900"/>
                <a:gd name="connsiteX1" fmla="*/ 3459480 w 3459480"/>
                <a:gd name="connsiteY1" fmla="*/ 0 h 1140900"/>
                <a:gd name="connsiteX2" fmla="*/ 2486660 w 3459480"/>
                <a:gd name="connsiteY2" fmla="*/ 1112519 h 1140900"/>
                <a:gd name="connsiteX3" fmla="*/ 742315 w 3459480"/>
                <a:gd name="connsiteY3" fmla="*/ 1108709 h 1140900"/>
                <a:gd name="connsiteX4" fmla="*/ 0 w 3459480"/>
                <a:gd name="connsiteY4" fmla="*/ 0 h 1140900"/>
                <a:gd name="connsiteX0" fmla="*/ 0 w 3459480"/>
                <a:gd name="connsiteY0" fmla="*/ 0 h 1151877"/>
                <a:gd name="connsiteX1" fmla="*/ 3459480 w 3459480"/>
                <a:gd name="connsiteY1" fmla="*/ 0 h 1151877"/>
                <a:gd name="connsiteX2" fmla="*/ 2486660 w 3459480"/>
                <a:gd name="connsiteY2" fmla="*/ 1112519 h 1151877"/>
                <a:gd name="connsiteX3" fmla="*/ 742315 w 3459480"/>
                <a:gd name="connsiteY3" fmla="*/ 1108709 h 1151877"/>
                <a:gd name="connsiteX4" fmla="*/ 0 w 3459480"/>
                <a:gd name="connsiteY4" fmla="*/ 0 h 1151877"/>
                <a:gd name="connsiteX0" fmla="*/ 0 w 3459480"/>
                <a:gd name="connsiteY0" fmla="*/ 0 h 1156101"/>
                <a:gd name="connsiteX1" fmla="*/ 3459480 w 3459480"/>
                <a:gd name="connsiteY1" fmla="*/ 0 h 1156101"/>
                <a:gd name="connsiteX2" fmla="*/ 2486660 w 3459480"/>
                <a:gd name="connsiteY2" fmla="*/ 1112519 h 1156101"/>
                <a:gd name="connsiteX3" fmla="*/ 742315 w 3459480"/>
                <a:gd name="connsiteY3" fmla="*/ 1108709 h 1156101"/>
                <a:gd name="connsiteX4" fmla="*/ 0 w 3459480"/>
                <a:gd name="connsiteY4" fmla="*/ 0 h 1156101"/>
                <a:gd name="connsiteX0" fmla="*/ 0 w 3459480"/>
                <a:gd name="connsiteY0" fmla="*/ 0 h 1146653"/>
                <a:gd name="connsiteX1" fmla="*/ 3459480 w 3459480"/>
                <a:gd name="connsiteY1" fmla="*/ 0 h 1146653"/>
                <a:gd name="connsiteX2" fmla="*/ 2496185 w 3459480"/>
                <a:gd name="connsiteY2" fmla="*/ 1093469 h 1146653"/>
                <a:gd name="connsiteX3" fmla="*/ 742315 w 3459480"/>
                <a:gd name="connsiteY3" fmla="*/ 1108709 h 1146653"/>
                <a:gd name="connsiteX4" fmla="*/ 0 w 3459480"/>
                <a:gd name="connsiteY4" fmla="*/ 0 h 1146653"/>
                <a:gd name="connsiteX0" fmla="*/ 0 w 3459480"/>
                <a:gd name="connsiteY0" fmla="*/ 0 h 1149988"/>
                <a:gd name="connsiteX1" fmla="*/ 3459480 w 3459480"/>
                <a:gd name="connsiteY1" fmla="*/ 0 h 1149988"/>
                <a:gd name="connsiteX2" fmla="*/ 2496185 w 3459480"/>
                <a:gd name="connsiteY2" fmla="*/ 1093469 h 1149988"/>
                <a:gd name="connsiteX3" fmla="*/ 742315 w 3459480"/>
                <a:gd name="connsiteY3" fmla="*/ 1108709 h 1149988"/>
                <a:gd name="connsiteX4" fmla="*/ 0 w 3459480"/>
                <a:gd name="connsiteY4" fmla="*/ 0 h 1149988"/>
                <a:gd name="connsiteX0" fmla="*/ 0 w 3573780"/>
                <a:gd name="connsiteY0" fmla="*/ 6350 h 1149988"/>
                <a:gd name="connsiteX1" fmla="*/ 3573780 w 3573780"/>
                <a:gd name="connsiteY1" fmla="*/ 0 h 1149988"/>
                <a:gd name="connsiteX2" fmla="*/ 2610485 w 3573780"/>
                <a:gd name="connsiteY2" fmla="*/ 1093469 h 1149988"/>
                <a:gd name="connsiteX3" fmla="*/ 856615 w 3573780"/>
                <a:gd name="connsiteY3" fmla="*/ 1108709 h 1149988"/>
                <a:gd name="connsiteX4" fmla="*/ 0 w 3573780"/>
                <a:gd name="connsiteY4" fmla="*/ 6350 h 1149988"/>
                <a:gd name="connsiteX0" fmla="*/ 0 w 3573780"/>
                <a:gd name="connsiteY0" fmla="*/ 63500 h 1207138"/>
                <a:gd name="connsiteX1" fmla="*/ 3573780 w 3573780"/>
                <a:gd name="connsiteY1" fmla="*/ 0 h 1207138"/>
                <a:gd name="connsiteX2" fmla="*/ 2610485 w 3573780"/>
                <a:gd name="connsiteY2" fmla="*/ 1150619 h 1207138"/>
                <a:gd name="connsiteX3" fmla="*/ 856615 w 3573780"/>
                <a:gd name="connsiteY3" fmla="*/ 1165859 h 1207138"/>
                <a:gd name="connsiteX4" fmla="*/ 0 w 3573780"/>
                <a:gd name="connsiteY4" fmla="*/ 63500 h 1207138"/>
                <a:gd name="connsiteX0" fmla="*/ 0 w 3573780"/>
                <a:gd name="connsiteY0" fmla="*/ 63500 h 1207138"/>
                <a:gd name="connsiteX1" fmla="*/ 3573780 w 3573780"/>
                <a:gd name="connsiteY1" fmla="*/ 0 h 1207138"/>
                <a:gd name="connsiteX2" fmla="*/ 2610485 w 3573780"/>
                <a:gd name="connsiteY2" fmla="*/ 1150619 h 1207138"/>
                <a:gd name="connsiteX3" fmla="*/ 856615 w 3573780"/>
                <a:gd name="connsiteY3" fmla="*/ 1165859 h 1207138"/>
                <a:gd name="connsiteX4" fmla="*/ 0 w 3573780"/>
                <a:gd name="connsiteY4" fmla="*/ 63500 h 1207138"/>
                <a:gd name="connsiteX0" fmla="*/ 0 w 3573780"/>
                <a:gd name="connsiteY0" fmla="*/ 63500 h 1207138"/>
                <a:gd name="connsiteX1" fmla="*/ 3573780 w 3573780"/>
                <a:gd name="connsiteY1" fmla="*/ 0 h 1207138"/>
                <a:gd name="connsiteX2" fmla="*/ 2610485 w 3573780"/>
                <a:gd name="connsiteY2" fmla="*/ 1150619 h 1207138"/>
                <a:gd name="connsiteX3" fmla="*/ 856615 w 3573780"/>
                <a:gd name="connsiteY3" fmla="*/ 1165859 h 1207138"/>
                <a:gd name="connsiteX4" fmla="*/ 0 w 3573780"/>
                <a:gd name="connsiteY4" fmla="*/ 63500 h 1207138"/>
                <a:gd name="connsiteX0" fmla="*/ 0 w 3573780"/>
                <a:gd name="connsiteY0" fmla="*/ 63500 h 1207138"/>
                <a:gd name="connsiteX1" fmla="*/ 3573780 w 3573780"/>
                <a:gd name="connsiteY1" fmla="*/ 0 h 1207138"/>
                <a:gd name="connsiteX2" fmla="*/ 2610485 w 3573780"/>
                <a:gd name="connsiteY2" fmla="*/ 1150619 h 1207138"/>
                <a:gd name="connsiteX3" fmla="*/ 856615 w 3573780"/>
                <a:gd name="connsiteY3" fmla="*/ 1165859 h 1207138"/>
                <a:gd name="connsiteX4" fmla="*/ 0 w 3573780"/>
                <a:gd name="connsiteY4" fmla="*/ 63500 h 1207138"/>
                <a:gd name="connsiteX0" fmla="*/ 9146 w 3582926"/>
                <a:gd name="connsiteY0" fmla="*/ 63500 h 1207138"/>
                <a:gd name="connsiteX1" fmla="*/ 3582926 w 3582926"/>
                <a:gd name="connsiteY1" fmla="*/ 0 h 1207138"/>
                <a:gd name="connsiteX2" fmla="*/ 2619631 w 3582926"/>
                <a:gd name="connsiteY2" fmla="*/ 1150619 h 1207138"/>
                <a:gd name="connsiteX3" fmla="*/ 865761 w 3582926"/>
                <a:gd name="connsiteY3" fmla="*/ 1165859 h 1207138"/>
                <a:gd name="connsiteX4" fmla="*/ 9146 w 3582926"/>
                <a:gd name="connsiteY4" fmla="*/ 63500 h 1207138"/>
                <a:gd name="connsiteX0" fmla="*/ 8699 w 3607879"/>
                <a:gd name="connsiteY0" fmla="*/ 63500 h 1207138"/>
                <a:gd name="connsiteX1" fmla="*/ 3607879 w 3607879"/>
                <a:gd name="connsiteY1" fmla="*/ 0 h 1207138"/>
                <a:gd name="connsiteX2" fmla="*/ 2644584 w 3607879"/>
                <a:gd name="connsiteY2" fmla="*/ 1150619 h 1207138"/>
                <a:gd name="connsiteX3" fmla="*/ 890714 w 3607879"/>
                <a:gd name="connsiteY3" fmla="*/ 1165859 h 1207138"/>
                <a:gd name="connsiteX4" fmla="*/ 8699 w 3607879"/>
                <a:gd name="connsiteY4" fmla="*/ 63500 h 1207138"/>
                <a:gd name="connsiteX0" fmla="*/ 700 w 3599880"/>
                <a:gd name="connsiteY0" fmla="*/ 63500 h 1207138"/>
                <a:gd name="connsiteX1" fmla="*/ 3599880 w 3599880"/>
                <a:gd name="connsiteY1" fmla="*/ 0 h 1207138"/>
                <a:gd name="connsiteX2" fmla="*/ 2636585 w 3599880"/>
                <a:gd name="connsiteY2" fmla="*/ 1150619 h 1207138"/>
                <a:gd name="connsiteX3" fmla="*/ 882715 w 3599880"/>
                <a:gd name="connsiteY3" fmla="*/ 1165859 h 1207138"/>
                <a:gd name="connsiteX4" fmla="*/ 700 w 3599880"/>
                <a:gd name="connsiteY4" fmla="*/ 63500 h 1207138"/>
                <a:gd name="connsiteX0" fmla="*/ 771 w 3599951"/>
                <a:gd name="connsiteY0" fmla="*/ 63500 h 1207138"/>
                <a:gd name="connsiteX1" fmla="*/ 3599951 w 3599951"/>
                <a:gd name="connsiteY1" fmla="*/ 0 h 1207138"/>
                <a:gd name="connsiteX2" fmla="*/ 2636656 w 3599951"/>
                <a:gd name="connsiteY2" fmla="*/ 1150619 h 1207138"/>
                <a:gd name="connsiteX3" fmla="*/ 882786 w 3599951"/>
                <a:gd name="connsiteY3" fmla="*/ 1165859 h 1207138"/>
                <a:gd name="connsiteX4" fmla="*/ 771 w 3599951"/>
                <a:gd name="connsiteY4" fmla="*/ 63500 h 1207138"/>
                <a:gd name="connsiteX0" fmla="*/ 734 w 3599914"/>
                <a:gd name="connsiteY0" fmla="*/ 63500 h 1207138"/>
                <a:gd name="connsiteX1" fmla="*/ 3599914 w 3599914"/>
                <a:gd name="connsiteY1" fmla="*/ 0 h 1207138"/>
                <a:gd name="connsiteX2" fmla="*/ 2636619 w 3599914"/>
                <a:gd name="connsiteY2" fmla="*/ 1150619 h 1207138"/>
                <a:gd name="connsiteX3" fmla="*/ 882749 w 3599914"/>
                <a:gd name="connsiteY3" fmla="*/ 1165859 h 1207138"/>
                <a:gd name="connsiteX4" fmla="*/ 734 w 3599914"/>
                <a:gd name="connsiteY4" fmla="*/ 63500 h 1207138"/>
                <a:gd name="connsiteX0" fmla="*/ 753 w 3590408"/>
                <a:gd name="connsiteY0" fmla="*/ 44450 h 1207138"/>
                <a:gd name="connsiteX1" fmla="*/ 3590408 w 3590408"/>
                <a:gd name="connsiteY1" fmla="*/ 0 h 1207138"/>
                <a:gd name="connsiteX2" fmla="*/ 2627113 w 3590408"/>
                <a:gd name="connsiteY2" fmla="*/ 1150619 h 1207138"/>
                <a:gd name="connsiteX3" fmla="*/ 873243 w 3590408"/>
                <a:gd name="connsiteY3" fmla="*/ 1165859 h 1207138"/>
                <a:gd name="connsiteX4" fmla="*/ 753 w 3590408"/>
                <a:gd name="connsiteY4" fmla="*/ 44450 h 1207138"/>
                <a:gd name="connsiteX0" fmla="*/ 6868 w 3596523"/>
                <a:gd name="connsiteY0" fmla="*/ 44450 h 1207138"/>
                <a:gd name="connsiteX1" fmla="*/ 3596523 w 3596523"/>
                <a:gd name="connsiteY1" fmla="*/ 0 h 1207138"/>
                <a:gd name="connsiteX2" fmla="*/ 2633228 w 3596523"/>
                <a:gd name="connsiteY2" fmla="*/ 1150619 h 1207138"/>
                <a:gd name="connsiteX3" fmla="*/ 879358 w 3596523"/>
                <a:gd name="connsiteY3" fmla="*/ 1165859 h 1207138"/>
                <a:gd name="connsiteX4" fmla="*/ 6868 w 3596523"/>
                <a:gd name="connsiteY4" fmla="*/ 44450 h 1207138"/>
                <a:gd name="connsiteX0" fmla="*/ 6868 w 3565005"/>
                <a:gd name="connsiteY0" fmla="*/ 12932 h 1175620"/>
                <a:gd name="connsiteX1" fmla="*/ 3565005 w 3565005"/>
                <a:gd name="connsiteY1" fmla="*/ 0 h 1175620"/>
                <a:gd name="connsiteX2" fmla="*/ 2633228 w 3565005"/>
                <a:gd name="connsiteY2" fmla="*/ 1119101 h 1175620"/>
                <a:gd name="connsiteX3" fmla="*/ 879358 w 3565005"/>
                <a:gd name="connsiteY3" fmla="*/ 1134341 h 1175620"/>
                <a:gd name="connsiteX4" fmla="*/ 6868 w 3565005"/>
                <a:gd name="connsiteY4" fmla="*/ 12932 h 1175620"/>
                <a:gd name="connsiteX0" fmla="*/ 6868 w 3576824"/>
                <a:gd name="connsiteY0" fmla="*/ 12932 h 1175620"/>
                <a:gd name="connsiteX1" fmla="*/ 3576824 w 3576824"/>
                <a:gd name="connsiteY1" fmla="*/ 0 h 1175620"/>
                <a:gd name="connsiteX2" fmla="*/ 2633228 w 3576824"/>
                <a:gd name="connsiteY2" fmla="*/ 1119101 h 1175620"/>
                <a:gd name="connsiteX3" fmla="*/ 879358 w 3576824"/>
                <a:gd name="connsiteY3" fmla="*/ 1134341 h 1175620"/>
                <a:gd name="connsiteX4" fmla="*/ 6868 w 3576824"/>
                <a:gd name="connsiteY4" fmla="*/ 12932 h 1175620"/>
                <a:gd name="connsiteX0" fmla="*/ 6927 w 3572943"/>
                <a:gd name="connsiteY0" fmla="*/ 0 h 1186327"/>
                <a:gd name="connsiteX1" fmla="*/ 3572943 w 3572943"/>
                <a:gd name="connsiteY1" fmla="*/ 10707 h 1186327"/>
                <a:gd name="connsiteX2" fmla="*/ 2629347 w 3572943"/>
                <a:gd name="connsiteY2" fmla="*/ 1129808 h 1186327"/>
                <a:gd name="connsiteX3" fmla="*/ 875477 w 3572943"/>
                <a:gd name="connsiteY3" fmla="*/ 1145048 h 1186327"/>
                <a:gd name="connsiteX4" fmla="*/ 6927 w 3572943"/>
                <a:gd name="connsiteY4" fmla="*/ 0 h 1186327"/>
                <a:gd name="connsiteX0" fmla="*/ 7233 w 3553550"/>
                <a:gd name="connsiteY0" fmla="*/ 0 h 1182387"/>
                <a:gd name="connsiteX1" fmla="*/ 3553550 w 3553550"/>
                <a:gd name="connsiteY1" fmla="*/ 6767 h 1182387"/>
                <a:gd name="connsiteX2" fmla="*/ 2609954 w 3553550"/>
                <a:gd name="connsiteY2" fmla="*/ 1125868 h 1182387"/>
                <a:gd name="connsiteX3" fmla="*/ 856084 w 3553550"/>
                <a:gd name="connsiteY3" fmla="*/ 1141108 h 1182387"/>
                <a:gd name="connsiteX4" fmla="*/ 7233 w 3553550"/>
                <a:gd name="connsiteY4" fmla="*/ 0 h 118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3550" h="1182387">
                  <a:moveTo>
                    <a:pt x="7233" y="0"/>
                  </a:moveTo>
                  <a:lnTo>
                    <a:pt x="3553550" y="6767"/>
                  </a:lnTo>
                  <a:cubicBezTo>
                    <a:pt x="3543602" y="523657"/>
                    <a:pt x="2956452" y="1028078"/>
                    <a:pt x="2609954" y="1125868"/>
                  </a:cubicBezTo>
                  <a:cubicBezTo>
                    <a:pt x="1958656" y="1200798"/>
                    <a:pt x="1405782" y="1196353"/>
                    <a:pt x="856084" y="1141108"/>
                  </a:cubicBezTo>
                  <a:cubicBezTo>
                    <a:pt x="316546" y="926055"/>
                    <a:pt x="-57273" y="360310"/>
                    <a:pt x="7233" y="0"/>
                  </a:cubicBezTo>
                  <a:close/>
                </a:path>
              </a:pathLst>
            </a:custGeom>
            <a:solidFill>
              <a:srgbClr val="856C8E"/>
            </a:solidFill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38A011B-51F0-F733-82BA-02E64853D485}"/>
                </a:ext>
              </a:extLst>
            </p:cNvPr>
            <p:cNvSpPr/>
            <p:nvPr/>
          </p:nvSpPr>
          <p:spPr>
            <a:xfrm>
              <a:off x="429331" y="2143125"/>
              <a:ext cx="8591260" cy="716189"/>
            </a:xfrm>
            <a:prstGeom prst="ellipse">
              <a:avLst/>
            </a:prstGeom>
            <a:solidFill>
              <a:srgbClr val="CCC2D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3FB7180-7A0E-5945-DB9D-57068C7C8276}"/>
              </a:ext>
            </a:extLst>
          </p:cNvPr>
          <p:cNvGrpSpPr/>
          <p:nvPr/>
        </p:nvGrpSpPr>
        <p:grpSpPr>
          <a:xfrm>
            <a:off x="342245" y="3405867"/>
            <a:ext cx="8591261" cy="3205586"/>
            <a:chOff x="429330" y="2143125"/>
            <a:chExt cx="8591261" cy="3205586"/>
          </a:xfrm>
        </p:grpSpPr>
        <p:sp>
          <p:nvSpPr>
            <p:cNvPr id="8" name="Rectangle 29">
              <a:extLst>
                <a:ext uri="{FF2B5EF4-FFF2-40B4-BE49-F238E27FC236}">
                  <a16:creationId xmlns:a16="http://schemas.microsoft.com/office/drawing/2014/main" id="{F5B14AF3-5CC8-CFFF-DC8C-04083842EED6}"/>
                </a:ext>
              </a:extLst>
            </p:cNvPr>
            <p:cNvSpPr/>
            <p:nvPr/>
          </p:nvSpPr>
          <p:spPr>
            <a:xfrm>
              <a:off x="429330" y="2490105"/>
              <a:ext cx="8591260" cy="2858606"/>
            </a:xfrm>
            <a:custGeom>
              <a:avLst/>
              <a:gdLst>
                <a:gd name="connsiteX0" fmla="*/ 0 w 3459480"/>
                <a:gd name="connsiteY0" fmla="*/ 0 h 45719"/>
                <a:gd name="connsiteX1" fmla="*/ 3459480 w 3459480"/>
                <a:gd name="connsiteY1" fmla="*/ 0 h 45719"/>
                <a:gd name="connsiteX2" fmla="*/ 3459480 w 3459480"/>
                <a:gd name="connsiteY2" fmla="*/ 45719 h 45719"/>
                <a:gd name="connsiteX3" fmla="*/ 0 w 3459480"/>
                <a:gd name="connsiteY3" fmla="*/ 45719 h 45719"/>
                <a:gd name="connsiteX4" fmla="*/ 0 w 3459480"/>
                <a:gd name="connsiteY4" fmla="*/ 0 h 45719"/>
                <a:gd name="connsiteX0" fmla="*/ 0 w 3459480"/>
                <a:gd name="connsiteY0" fmla="*/ 0 h 1127759"/>
                <a:gd name="connsiteX1" fmla="*/ 3459480 w 3459480"/>
                <a:gd name="connsiteY1" fmla="*/ 0 h 1127759"/>
                <a:gd name="connsiteX2" fmla="*/ 3459480 w 3459480"/>
                <a:gd name="connsiteY2" fmla="*/ 45719 h 1127759"/>
                <a:gd name="connsiteX3" fmla="*/ 739140 w 3459480"/>
                <a:gd name="connsiteY3" fmla="*/ 1127759 h 1127759"/>
                <a:gd name="connsiteX4" fmla="*/ 0 w 3459480"/>
                <a:gd name="connsiteY4" fmla="*/ 0 h 1127759"/>
                <a:gd name="connsiteX0" fmla="*/ 0 w 3459480"/>
                <a:gd name="connsiteY0" fmla="*/ 0 h 1127759"/>
                <a:gd name="connsiteX1" fmla="*/ 3459480 w 3459480"/>
                <a:gd name="connsiteY1" fmla="*/ 0 h 1127759"/>
                <a:gd name="connsiteX2" fmla="*/ 2499360 w 3459480"/>
                <a:gd name="connsiteY2" fmla="*/ 1112519 h 1127759"/>
                <a:gd name="connsiteX3" fmla="*/ 739140 w 3459480"/>
                <a:gd name="connsiteY3" fmla="*/ 1127759 h 1127759"/>
                <a:gd name="connsiteX4" fmla="*/ 0 w 3459480"/>
                <a:gd name="connsiteY4" fmla="*/ 0 h 1127759"/>
                <a:gd name="connsiteX0" fmla="*/ 0 w 3459480"/>
                <a:gd name="connsiteY0" fmla="*/ 0 h 1112519"/>
                <a:gd name="connsiteX1" fmla="*/ 3459480 w 3459480"/>
                <a:gd name="connsiteY1" fmla="*/ 0 h 1112519"/>
                <a:gd name="connsiteX2" fmla="*/ 2499360 w 3459480"/>
                <a:gd name="connsiteY2" fmla="*/ 1112519 h 1112519"/>
                <a:gd name="connsiteX3" fmla="*/ 742315 w 3459480"/>
                <a:gd name="connsiteY3" fmla="*/ 1108709 h 1112519"/>
                <a:gd name="connsiteX4" fmla="*/ 0 w 3459480"/>
                <a:gd name="connsiteY4" fmla="*/ 0 h 1112519"/>
                <a:gd name="connsiteX0" fmla="*/ 0 w 3459480"/>
                <a:gd name="connsiteY0" fmla="*/ 0 h 1108709"/>
                <a:gd name="connsiteX1" fmla="*/ 3459480 w 3459480"/>
                <a:gd name="connsiteY1" fmla="*/ 0 h 1108709"/>
                <a:gd name="connsiteX2" fmla="*/ 2499360 w 3459480"/>
                <a:gd name="connsiteY2" fmla="*/ 1074419 h 1108709"/>
                <a:gd name="connsiteX3" fmla="*/ 742315 w 3459480"/>
                <a:gd name="connsiteY3" fmla="*/ 1108709 h 1108709"/>
                <a:gd name="connsiteX4" fmla="*/ 0 w 3459480"/>
                <a:gd name="connsiteY4" fmla="*/ 0 h 1108709"/>
                <a:gd name="connsiteX0" fmla="*/ 0 w 3459480"/>
                <a:gd name="connsiteY0" fmla="*/ 0 h 1112519"/>
                <a:gd name="connsiteX1" fmla="*/ 3459480 w 3459480"/>
                <a:gd name="connsiteY1" fmla="*/ 0 h 1112519"/>
                <a:gd name="connsiteX2" fmla="*/ 2486660 w 3459480"/>
                <a:gd name="connsiteY2" fmla="*/ 1112519 h 1112519"/>
                <a:gd name="connsiteX3" fmla="*/ 742315 w 3459480"/>
                <a:gd name="connsiteY3" fmla="*/ 1108709 h 1112519"/>
                <a:gd name="connsiteX4" fmla="*/ 0 w 3459480"/>
                <a:gd name="connsiteY4" fmla="*/ 0 h 1112519"/>
                <a:gd name="connsiteX0" fmla="*/ 0 w 3459480"/>
                <a:gd name="connsiteY0" fmla="*/ 0 h 1140900"/>
                <a:gd name="connsiteX1" fmla="*/ 3459480 w 3459480"/>
                <a:gd name="connsiteY1" fmla="*/ 0 h 1140900"/>
                <a:gd name="connsiteX2" fmla="*/ 2486660 w 3459480"/>
                <a:gd name="connsiteY2" fmla="*/ 1112519 h 1140900"/>
                <a:gd name="connsiteX3" fmla="*/ 742315 w 3459480"/>
                <a:gd name="connsiteY3" fmla="*/ 1108709 h 1140900"/>
                <a:gd name="connsiteX4" fmla="*/ 0 w 3459480"/>
                <a:gd name="connsiteY4" fmla="*/ 0 h 1140900"/>
                <a:gd name="connsiteX0" fmla="*/ 0 w 3459480"/>
                <a:gd name="connsiteY0" fmla="*/ 0 h 1151877"/>
                <a:gd name="connsiteX1" fmla="*/ 3459480 w 3459480"/>
                <a:gd name="connsiteY1" fmla="*/ 0 h 1151877"/>
                <a:gd name="connsiteX2" fmla="*/ 2486660 w 3459480"/>
                <a:gd name="connsiteY2" fmla="*/ 1112519 h 1151877"/>
                <a:gd name="connsiteX3" fmla="*/ 742315 w 3459480"/>
                <a:gd name="connsiteY3" fmla="*/ 1108709 h 1151877"/>
                <a:gd name="connsiteX4" fmla="*/ 0 w 3459480"/>
                <a:gd name="connsiteY4" fmla="*/ 0 h 1151877"/>
                <a:gd name="connsiteX0" fmla="*/ 0 w 3459480"/>
                <a:gd name="connsiteY0" fmla="*/ 0 h 1156101"/>
                <a:gd name="connsiteX1" fmla="*/ 3459480 w 3459480"/>
                <a:gd name="connsiteY1" fmla="*/ 0 h 1156101"/>
                <a:gd name="connsiteX2" fmla="*/ 2486660 w 3459480"/>
                <a:gd name="connsiteY2" fmla="*/ 1112519 h 1156101"/>
                <a:gd name="connsiteX3" fmla="*/ 742315 w 3459480"/>
                <a:gd name="connsiteY3" fmla="*/ 1108709 h 1156101"/>
                <a:gd name="connsiteX4" fmla="*/ 0 w 3459480"/>
                <a:gd name="connsiteY4" fmla="*/ 0 h 1156101"/>
                <a:gd name="connsiteX0" fmla="*/ 0 w 3459480"/>
                <a:gd name="connsiteY0" fmla="*/ 0 h 1146653"/>
                <a:gd name="connsiteX1" fmla="*/ 3459480 w 3459480"/>
                <a:gd name="connsiteY1" fmla="*/ 0 h 1146653"/>
                <a:gd name="connsiteX2" fmla="*/ 2496185 w 3459480"/>
                <a:gd name="connsiteY2" fmla="*/ 1093469 h 1146653"/>
                <a:gd name="connsiteX3" fmla="*/ 742315 w 3459480"/>
                <a:gd name="connsiteY3" fmla="*/ 1108709 h 1146653"/>
                <a:gd name="connsiteX4" fmla="*/ 0 w 3459480"/>
                <a:gd name="connsiteY4" fmla="*/ 0 h 1146653"/>
                <a:gd name="connsiteX0" fmla="*/ 0 w 3459480"/>
                <a:gd name="connsiteY0" fmla="*/ 0 h 1149988"/>
                <a:gd name="connsiteX1" fmla="*/ 3459480 w 3459480"/>
                <a:gd name="connsiteY1" fmla="*/ 0 h 1149988"/>
                <a:gd name="connsiteX2" fmla="*/ 2496185 w 3459480"/>
                <a:gd name="connsiteY2" fmla="*/ 1093469 h 1149988"/>
                <a:gd name="connsiteX3" fmla="*/ 742315 w 3459480"/>
                <a:gd name="connsiteY3" fmla="*/ 1108709 h 1149988"/>
                <a:gd name="connsiteX4" fmla="*/ 0 w 3459480"/>
                <a:gd name="connsiteY4" fmla="*/ 0 h 1149988"/>
                <a:gd name="connsiteX0" fmla="*/ 0 w 3573780"/>
                <a:gd name="connsiteY0" fmla="*/ 6350 h 1149988"/>
                <a:gd name="connsiteX1" fmla="*/ 3573780 w 3573780"/>
                <a:gd name="connsiteY1" fmla="*/ 0 h 1149988"/>
                <a:gd name="connsiteX2" fmla="*/ 2610485 w 3573780"/>
                <a:gd name="connsiteY2" fmla="*/ 1093469 h 1149988"/>
                <a:gd name="connsiteX3" fmla="*/ 856615 w 3573780"/>
                <a:gd name="connsiteY3" fmla="*/ 1108709 h 1149988"/>
                <a:gd name="connsiteX4" fmla="*/ 0 w 3573780"/>
                <a:gd name="connsiteY4" fmla="*/ 6350 h 1149988"/>
                <a:gd name="connsiteX0" fmla="*/ 0 w 3573780"/>
                <a:gd name="connsiteY0" fmla="*/ 63500 h 1207138"/>
                <a:gd name="connsiteX1" fmla="*/ 3573780 w 3573780"/>
                <a:gd name="connsiteY1" fmla="*/ 0 h 1207138"/>
                <a:gd name="connsiteX2" fmla="*/ 2610485 w 3573780"/>
                <a:gd name="connsiteY2" fmla="*/ 1150619 h 1207138"/>
                <a:gd name="connsiteX3" fmla="*/ 856615 w 3573780"/>
                <a:gd name="connsiteY3" fmla="*/ 1165859 h 1207138"/>
                <a:gd name="connsiteX4" fmla="*/ 0 w 3573780"/>
                <a:gd name="connsiteY4" fmla="*/ 63500 h 1207138"/>
                <a:gd name="connsiteX0" fmla="*/ 0 w 3573780"/>
                <a:gd name="connsiteY0" fmla="*/ 63500 h 1207138"/>
                <a:gd name="connsiteX1" fmla="*/ 3573780 w 3573780"/>
                <a:gd name="connsiteY1" fmla="*/ 0 h 1207138"/>
                <a:gd name="connsiteX2" fmla="*/ 2610485 w 3573780"/>
                <a:gd name="connsiteY2" fmla="*/ 1150619 h 1207138"/>
                <a:gd name="connsiteX3" fmla="*/ 856615 w 3573780"/>
                <a:gd name="connsiteY3" fmla="*/ 1165859 h 1207138"/>
                <a:gd name="connsiteX4" fmla="*/ 0 w 3573780"/>
                <a:gd name="connsiteY4" fmla="*/ 63500 h 1207138"/>
                <a:gd name="connsiteX0" fmla="*/ 0 w 3573780"/>
                <a:gd name="connsiteY0" fmla="*/ 63500 h 1207138"/>
                <a:gd name="connsiteX1" fmla="*/ 3573780 w 3573780"/>
                <a:gd name="connsiteY1" fmla="*/ 0 h 1207138"/>
                <a:gd name="connsiteX2" fmla="*/ 2610485 w 3573780"/>
                <a:gd name="connsiteY2" fmla="*/ 1150619 h 1207138"/>
                <a:gd name="connsiteX3" fmla="*/ 856615 w 3573780"/>
                <a:gd name="connsiteY3" fmla="*/ 1165859 h 1207138"/>
                <a:gd name="connsiteX4" fmla="*/ 0 w 3573780"/>
                <a:gd name="connsiteY4" fmla="*/ 63500 h 1207138"/>
                <a:gd name="connsiteX0" fmla="*/ 0 w 3573780"/>
                <a:gd name="connsiteY0" fmla="*/ 63500 h 1207138"/>
                <a:gd name="connsiteX1" fmla="*/ 3573780 w 3573780"/>
                <a:gd name="connsiteY1" fmla="*/ 0 h 1207138"/>
                <a:gd name="connsiteX2" fmla="*/ 2610485 w 3573780"/>
                <a:gd name="connsiteY2" fmla="*/ 1150619 h 1207138"/>
                <a:gd name="connsiteX3" fmla="*/ 856615 w 3573780"/>
                <a:gd name="connsiteY3" fmla="*/ 1165859 h 1207138"/>
                <a:gd name="connsiteX4" fmla="*/ 0 w 3573780"/>
                <a:gd name="connsiteY4" fmla="*/ 63500 h 1207138"/>
                <a:gd name="connsiteX0" fmla="*/ 9146 w 3582926"/>
                <a:gd name="connsiteY0" fmla="*/ 63500 h 1207138"/>
                <a:gd name="connsiteX1" fmla="*/ 3582926 w 3582926"/>
                <a:gd name="connsiteY1" fmla="*/ 0 h 1207138"/>
                <a:gd name="connsiteX2" fmla="*/ 2619631 w 3582926"/>
                <a:gd name="connsiteY2" fmla="*/ 1150619 h 1207138"/>
                <a:gd name="connsiteX3" fmla="*/ 865761 w 3582926"/>
                <a:gd name="connsiteY3" fmla="*/ 1165859 h 1207138"/>
                <a:gd name="connsiteX4" fmla="*/ 9146 w 3582926"/>
                <a:gd name="connsiteY4" fmla="*/ 63500 h 1207138"/>
                <a:gd name="connsiteX0" fmla="*/ 8699 w 3607879"/>
                <a:gd name="connsiteY0" fmla="*/ 63500 h 1207138"/>
                <a:gd name="connsiteX1" fmla="*/ 3607879 w 3607879"/>
                <a:gd name="connsiteY1" fmla="*/ 0 h 1207138"/>
                <a:gd name="connsiteX2" fmla="*/ 2644584 w 3607879"/>
                <a:gd name="connsiteY2" fmla="*/ 1150619 h 1207138"/>
                <a:gd name="connsiteX3" fmla="*/ 890714 w 3607879"/>
                <a:gd name="connsiteY3" fmla="*/ 1165859 h 1207138"/>
                <a:gd name="connsiteX4" fmla="*/ 8699 w 3607879"/>
                <a:gd name="connsiteY4" fmla="*/ 63500 h 1207138"/>
                <a:gd name="connsiteX0" fmla="*/ 700 w 3599880"/>
                <a:gd name="connsiteY0" fmla="*/ 63500 h 1207138"/>
                <a:gd name="connsiteX1" fmla="*/ 3599880 w 3599880"/>
                <a:gd name="connsiteY1" fmla="*/ 0 h 1207138"/>
                <a:gd name="connsiteX2" fmla="*/ 2636585 w 3599880"/>
                <a:gd name="connsiteY2" fmla="*/ 1150619 h 1207138"/>
                <a:gd name="connsiteX3" fmla="*/ 882715 w 3599880"/>
                <a:gd name="connsiteY3" fmla="*/ 1165859 h 1207138"/>
                <a:gd name="connsiteX4" fmla="*/ 700 w 3599880"/>
                <a:gd name="connsiteY4" fmla="*/ 63500 h 1207138"/>
                <a:gd name="connsiteX0" fmla="*/ 771 w 3599951"/>
                <a:gd name="connsiteY0" fmla="*/ 63500 h 1207138"/>
                <a:gd name="connsiteX1" fmla="*/ 3599951 w 3599951"/>
                <a:gd name="connsiteY1" fmla="*/ 0 h 1207138"/>
                <a:gd name="connsiteX2" fmla="*/ 2636656 w 3599951"/>
                <a:gd name="connsiteY2" fmla="*/ 1150619 h 1207138"/>
                <a:gd name="connsiteX3" fmla="*/ 882786 w 3599951"/>
                <a:gd name="connsiteY3" fmla="*/ 1165859 h 1207138"/>
                <a:gd name="connsiteX4" fmla="*/ 771 w 3599951"/>
                <a:gd name="connsiteY4" fmla="*/ 63500 h 1207138"/>
                <a:gd name="connsiteX0" fmla="*/ 734 w 3599914"/>
                <a:gd name="connsiteY0" fmla="*/ 63500 h 1207138"/>
                <a:gd name="connsiteX1" fmla="*/ 3599914 w 3599914"/>
                <a:gd name="connsiteY1" fmla="*/ 0 h 1207138"/>
                <a:gd name="connsiteX2" fmla="*/ 2636619 w 3599914"/>
                <a:gd name="connsiteY2" fmla="*/ 1150619 h 1207138"/>
                <a:gd name="connsiteX3" fmla="*/ 882749 w 3599914"/>
                <a:gd name="connsiteY3" fmla="*/ 1165859 h 1207138"/>
                <a:gd name="connsiteX4" fmla="*/ 734 w 3599914"/>
                <a:gd name="connsiteY4" fmla="*/ 63500 h 1207138"/>
                <a:gd name="connsiteX0" fmla="*/ 753 w 3590408"/>
                <a:gd name="connsiteY0" fmla="*/ 44450 h 1207138"/>
                <a:gd name="connsiteX1" fmla="*/ 3590408 w 3590408"/>
                <a:gd name="connsiteY1" fmla="*/ 0 h 1207138"/>
                <a:gd name="connsiteX2" fmla="*/ 2627113 w 3590408"/>
                <a:gd name="connsiteY2" fmla="*/ 1150619 h 1207138"/>
                <a:gd name="connsiteX3" fmla="*/ 873243 w 3590408"/>
                <a:gd name="connsiteY3" fmla="*/ 1165859 h 1207138"/>
                <a:gd name="connsiteX4" fmla="*/ 753 w 3590408"/>
                <a:gd name="connsiteY4" fmla="*/ 44450 h 1207138"/>
                <a:gd name="connsiteX0" fmla="*/ 6868 w 3596523"/>
                <a:gd name="connsiteY0" fmla="*/ 44450 h 1207138"/>
                <a:gd name="connsiteX1" fmla="*/ 3596523 w 3596523"/>
                <a:gd name="connsiteY1" fmla="*/ 0 h 1207138"/>
                <a:gd name="connsiteX2" fmla="*/ 2633228 w 3596523"/>
                <a:gd name="connsiteY2" fmla="*/ 1150619 h 1207138"/>
                <a:gd name="connsiteX3" fmla="*/ 879358 w 3596523"/>
                <a:gd name="connsiteY3" fmla="*/ 1165859 h 1207138"/>
                <a:gd name="connsiteX4" fmla="*/ 6868 w 3596523"/>
                <a:gd name="connsiteY4" fmla="*/ 44450 h 1207138"/>
                <a:gd name="connsiteX0" fmla="*/ 6868 w 3565005"/>
                <a:gd name="connsiteY0" fmla="*/ 12932 h 1175620"/>
                <a:gd name="connsiteX1" fmla="*/ 3565005 w 3565005"/>
                <a:gd name="connsiteY1" fmla="*/ 0 h 1175620"/>
                <a:gd name="connsiteX2" fmla="*/ 2633228 w 3565005"/>
                <a:gd name="connsiteY2" fmla="*/ 1119101 h 1175620"/>
                <a:gd name="connsiteX3" fmla="*/ 879358 w 3565005"/>
                <a:gd name="connsiteY3" fmla="*/ 1134341 h 1175620"/>
                <a:gd name="connsiteX4" fmla="*/ 6868 w 3565005"/>
                <a:gd name="connsiteY4" fmla="*/ 12932 h 1175620"/>
                <a:gd name="connsiteX0" fmla="*/ 6868 w 3576824"/>
                <a:gd name="connsiteY0" fmla="*/ 12932 h 1175620"/>
                <a:gd name="connsiteX1" fmla="*/ 3576824 w 3576824"/>
                <a:gd name="connsiteY1" fmla="*/ 0 h 1175620"/>
                <a:gd name="connsiteX2" fmla="*/ 2633228 w 3576824"/>
                <a:gd name="connsiteY2" fmla="*/ 1119101 h 1175620"/>
                <a:gd name="connsiteX3" fmla="*/ 879358 w 3576824"/>
                <a:gd name="connsiteY3" fmla="*/ 1134341 h 1175620"/>
                <a:gd name="connsiteX4" fmla="*/ 6868 w 3576824"/>
                <a:gd name="connsiteY4" fmla="*/ 12932 h 1175620"/>
                <a:gd name="connsiteX0" fmla="*/ 6927 w 3572943"/>
                <a:gd name="connsiteY0" fmla="*/ 0 h 1186327"/>
                <a:gd name="connsiteX1" fmla="*/ 3572943 w 3572943"/>
                <a:gd name="connsiteY1" fmla="*/ 10707 h 1186327"/>
                <a:gd name="connsiteX2" fmla="*/ 2629347 w 3572943"/>
                <a:gd name="connsiteY2" fmla="*/ 1129808 h 1186327"/>
                <a:gd name="connsiteX3" fmla="*/ 875477 w 3572943"/>
                <a:gd name="connsiteY3" fmla="*/ 1145048 h 1186327"/>
                <a:gd name="connsiteX4" fmla="*/ 6927 w 3572943"/>
                <a:gd name="connsiteY4" fmla="*/ 0 h 1186327"/>
                <a:gd name="connsiteX0" fmla="*/ 7233 w 3553550"/>
                <a:gd name="connsiteY0" fmla="*/ 0 h 1182387"/>
                <a:gd name="connsiteX1" fmla="*/ 3553550 w 3553550"/>
                <a:gd name="connsiteY1" fmla="*/ 6767 h 1182387"/>
                <a:gd name="connsiteX2" fmla="*/ 2609954 w 3553550"/>
                <a:gd name="connsiteY2" fmla="*/ 1125868 h 1182387"/>
                <a:gd name="connsiteX3" fmla="*/ 856084 w 3553550"/>
                <a:gd name="connsiteY3" fmla="*/ 1141108 h 1182387"/>
                <a:gd name="connsiteX4" fmla="*/ 7233 w 3553550"/>
                <a:gd name="connsiteY4" fmla="*/ 0 h 118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3550" h="1182387">
                  <a:moveTo>
                    <a:pt x="7233" y="0"/>
                  </a:moveTo>
                  <a:lnTo>
                    <a:pt x="3553550" y="6767"/>
                  </a:lnTo>
                  <a:cubicBezTo>
                    <a:pt x="3543602" y="523657"/>
                    <a:pt x="2956452" y="1028078"/>
                    <a:pt x="2609954" y="1125868"/>
                  </a:cubicBezTo>
                  <a:cubicBezTo>
                    <a:pt x="1958656" y="1200798"/>
                    <a:pt x="1405782" y="1196353"/>
                    <a:pt x="856084" y="1141108"/>
                  </a:cubicBezTo>
                  <a:cubicBezTo>
                    <a:pt x="316546" y="926055"/>
                    <a:pt x="-57273" y="360310"/>
                    <a:pt x="7233" y="0"/>
                  </a:cubicBezTo>
                  <a:close/>
                </a:path>
              </a:pathLst>
            </a:custGeom>
            <a:solidFill>
              <a:srgbClr val="856C8E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2A17872-D60F-B81A-3F2D-2878F3B71071}"/>
                </a:ext>
              </a:extLst>
            </p:cNvPr>
            <p:cNvSpPr/>
            <p:nvPr/>
          </p:nvSpPr>
          <p:spPr>
            <a:xfrm>
              <a:off x="429331" y="2143125"/>
              <a:ext cx="8591260" cy="716189"/>
            </a:xfrm>
            <a:prstGeom prst="ellipse">
              <a:avLst/>
            </a:prstGeom>
            <a:solidFill>
              <a:srgbClr val="CCC2D0"/>
            </a:solidFill>
            <a:ln w="57150">
              <a:solidFill>
                <a:srgbClr val="CCC2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E7F819-E03E-481D-7ECF-DAF54E07A3EA}"/>
              </a:ext>
            </a:extLst>
          </p:cNvPr>
          <p:cNvGrpSpPr/>
          <p:nvPr/>
        </p:nvGrpSpPr>
        <p:grpSpPr>
          <a:xfrm>
            <a:off x="2083958" y="4913087"/>
            <a:ext cx="8591261" cy="3205586"/>
            <a:chOff x="429330" y="2143125"/>
            <a:chExt cx="8591261" cy="3205586"/>
          </a:xfrm>
          <a:solidFill>
            <a:schemeClr val="bg1"/>
          </a:solidFill>
        </p:grpSpPr>
        <p:sp>
          <p:nvSpPr>
            <p:cNvPr id="11" name="Rectangle 29">
              <a:extLst>
                <a:ext uri="{FF2B5EF4-FFF2-40B4-BE49-F238E27FC236}">
                  <a16:creationId xmlns:a16="http://schemas.microsoft.com/office/drawing/2014/main" id="{D1AA008E-17C4-D51F-F533-FB5213DCF7F2}"/>
                </a:ext>
              </a:extLst>
            </p:cNvPr>
            <p:cNvSpPr/>
            <p:nvPr/>
          </p:nvSpPr>
          <p:spPr>
            <a:xfrm>
              <a:off x="429330" y="2490105"/>
              <a:ext cx="8591260" cy="2858606"/>
            </a:xfrm>
            <a:custGeom>
              <a:avLst/>
              <a:gdLst>
                <a:gd name="connsiteX0" fmla="*/ 0 w 3459480"/>
                <a:gd name="connsiteY0" fmla="*/ 0 h 45719"/>
                <a:gd name="connsiteX1" fmla="*/ 3459480 w 3459480"/>
                <a:gd name="connsiteY1" fmla="*/ 0 h 45719"/>
                <a:gd name="connsiteX2" fmla="*/ 3459480 w 3459480"/>
                <a:gd name="connsiteY2" fmla="*/ 45719 h 45719"/>
                <a:gd name="connsiteX3" fmla="*/ 0 w 3459480"/>
                <a:gd name="connsiteY3" fmla="*/ 45719 h 45719"/>
                <a:gd name="connsiteX4" fmla="*/ 0 w 3459480"/>
                <a:gd name="connsiteY4" fmla="*/ 0 h 45719"/>
                <a:gd name="connsiteX0" fmla="*/ 0 w 3459480"/>
                <a:gd name="connsiteY0" fmla="*/ 0 h 1127759"/>
                <a:gd name="connsiteX1" fmla="*/ 3459480 w 3459480"/>
                <a:gd name="connsiteY1" fmla="*/ 0 h 1127759"/>
                <a:gd name="connsiteX2" fmla="*/ 3459480 w 3459480"/>
                <a:gd name="connsiteY2" fmla="*/ 45719 h 1127759"/>
                <a:gd name="connsiteX3" fmla="*/ 739140 w 3459480"/>
                <a:gd name="connsiteY3" fmla="*/ 1127759 h 1127759"/>
                <a:gd name="connsiteX4" fmla="*/ 0 w 3459480"/>
                <a:gd name="connsiteY4" fmla="*/ 0 h 1127759"/>
                <a:gd name="connsiteX0" fmla="*/ 0 w 3459480"/>
                <a:gd name="connsiteY0" fmla="*/ 0 h 1127759"/>
                <a:gd name="connsiteX1" fmla="*/ 3459480 w 3459480"/>
                <a:gd name="connsiteY1" fmla="*/ 0 h 1127759"/>
                <a:gd name="connsiteX2" fmla="*/ 2499360 w 3459480"/>
                <a:gd name="connsiteY2" fmla="*/ 1112519 h 1127759"/>
                <a:gd name="connsiteX3" fmla="*/ 739140 w 3459480"/>
                <a:gd name="connsiteY3" fmla="*/ 1127759 h 1127759"/>
                <a:gd name="connsiteX4" fmla="*/ 0 w 3459480"/>
                <a:gd name="connsiteY4" fmla="*/ 0 h 1127759"/>
                <a:gd name="connsiteX0" fmla="*/ 0 w 3459480"/>
                <a:gd name="connsiteY0" fmla="*/ 0 h 1112519"/>
                <a:gd name="connsiteX1" fmla="*/ 3459480 w 3459480"/>
                <a:gd name="connsiteY1" fmla="*/ 0 h 1112519"/>
                <a:gd name="connsiteX2" fmla="*/ 2499360 w 3459480"/>
                <a:gd name="connsiteY2" fmla="*/ 1112519 h 1112519"/>
                <a:gd name="connsiteX3" fmla="*/ 742315 w 3459480"/>
                <a:gd name="connsiteY3" fmla="*/ 1108709 h 1112519"/>
                <a:gd name="connsiteX4" fmla="*/ 0 w 3459480"/>
                <a:gd name="connsiteY4" fmla="*/ 0 h 1112519"/>
                <a:gd name="connsiteX0" fmla="*/ 0 w 3459480"/>
                <a:gd name="connsiteY0" fmla="*/ 0 h 1108709"/>
                <a:gd name="connsiteX1" fmla="*/ 3459480 w 3459480"/>
                <a:gd name="connsiteY1" fmla="*/ 0 h 1108709"/>
                <a:gd name="connsiteX2" fmla="*/ 2499360 w 3459480"/>
                <a:gd name="connsiteY2" fmla="*/ 1074419 h 1108709"/>
                <a:gd name="connsiteX3" fmla="*/ 742315 w 3459480"/>
                <a:gd name="connsiteY3" fmla="*/ 1108709 h 1108709"/>
                <a:gd name="connsiteX4" fmla="*/ 0 w 3459480"/>
                <a:gd name="connsiteY4" fmla="*/ 0 h 1108709"/>
                <a:gd name="connsiteX0" fmla="*/ 0 w 3459480"/>
                <a:gd name="connsiteY0" fmla="*/ 0 h 1112519"/>
                <a:gd name="connsiteX1" fmla="*/ 3459480 w 3459480"/>
                <a:gd name="connsiteY1" fmla="*/ 0 h 1112519"/>
                <a:gd name="connsiteX2" fmla="*/ 2486660 w 3459480"/>
                <a:gd name="connsiteY2" fmla="*/ 1112519 h 1112519"/>
                <a:gd name="connsiteX3" fmla="*/ 742315 w 3459480"/>
                <a:gd name="connsiteY3" fmla="*/ 1108709 h 1112519"/>
                <a:gd name="connsiteX4" fmla="*/ 0 w 3459480"/>
                <a:gd name="connsiteY4" fmla="*/ 0 h 1112519"/>
                <a:gd name="connsiteX0" fmla="*/ 0 w 3459480"/>
                <a:gd name="connsiteY0" fmla="*/ 0 h 1140900"/>
                <a:gd name="connsiteX1" fmla="*/ 3459480 w 3459480"/>
                <a:gd name="connsiteY1" fmla="*/ 0 h 1140900"/>
                <a:gd name="connsiteX2" fmla="*/ 2486660 w 3459480"/>
                <a:gd name="connsiteY2" fmla="*/ 1112519 h 1140900"/>
                <a:gd name="connsiteX3" fmla="*/ 742315 w 3459480"/>
                <a:gd name="connsiteY3" fmla="*/ 1108709 h 1140900"/>
                <a:gd name="connsiteX4" fmla="*/ 0 w 3459480"/>
                <a:gd name="connsiteY4" fmla="*/ 0 h 1140900"/>
                <a:gd name="connsiteX0" fmla="*/ 0 w 3459480"/>
                <a:gd name="connsiteY0" fmla="*/ 0 h 1151877"/>
                <a:gd name="connsiteX1" fmla="*/ 3459480 w 3459480"/>
                <a:gd name="connsiteY1" fmla="*/ 0 h 1151877"/>
                <a:gd name="connsiteX2" fmla="*/ 2486660 w 3459480"/>
                <a:gd name="connsiteY2" fmla="*/ 1112519 h 1151877"/>
                <a:gd name="connsiteX3" fmla="*/ 742315 w 3459480"/>
                <a:gd name="connsiteY3" fmla="*/ 1108709 h 1151877"/>
                <a:gd name="connsiteX4" fmla="*/ 0 w 3459480"/>
                <a:gd name="connsiteY4" fmla="*/ 0 h 1151877"/>
                <a:gd name="connsiteX0" fmla="*/ 0 w 3459480"/>
                <a:gd name="connsiteY0" fmla="*/ 0 h 1156101"/>
                <a:gd name="connsiteX1" fmla="*/ 3459480 w 3459480"/>
                <a:gd name="connsiteY1" fmla="*/ 0 h 1156101"/>
                <a:gd name="connsiteX2" fmla="*/ 2486660 w 3459480"/>
                <a:gd name="connsiteY2" fmla="*/ 1112519 h 1156101"/>
                <a:gd name="connsiteX3" fmla="*/ 742315 w 3459480"/>
                <a:gd name="connsiteY3" fmla="*/ 1108709 h 1156101"/>
                <a:gd name="connsiteX4" fmla="*/ 0 w 3459480"/>
                <a:gd name="connsiteY4" fmla="*/ 0 h 1156101"/>
                <a:gd name="connsiteX0" fmla="*/ 0 w 3459480"/>
                <a:gd name="connsiteY0" fmla="*/ 0 h 1146653"/>
                <a:gd name="connsiteX1" fmla="*/ 3459480 w 3459480"/>
                <a:gd name="connsiteY1" fmla="*/ 0 h 1146653"/>
                <a:gd name="connsiteX2" fmla="*/ 2496185 w 3459480"/>
                <a:gd name="connsiteY2" fmla="*/ 1093469 h 1146653"/>
                <a:gd name="connsiteX3" fmla="*/ 742315 w 3459480"/>
                <a:gd name="connsiteY3" fmla="*/ 1108709 h 1146653"/>
                <a:gd name="connsiteX4" fmla="*/ 0 w 3459480"/>
                <a:gd name="connsiteY4" fmla="*/ 0 h 1146653"/>
                <a:gd name="connsiteX0" fmla="*/ 0 w 3459480"/>
                <a:gd name="connsiteY0" fmla="*/ 0 h 1149988"/>
                <a:gd name="connsiteX1" fmla="*/ 3459480 w 3459480"/>
                <a:gd name="connsiteY1" fmla="*/ 0 h 1149988"/>
                <a:gd name="connsiteX2" fmla="*/ 2496185 w 3459480"/>
                <a:gd name="connsiteY2" fmla="*/ 1093469 h 1149988"/>
                <a:gd name="connsiteX3" fmla="*/ 742315 w 3459480"/>
                <a:gd name="connsiteY3" fmla="*/ 1108709 h 1149988"/>
                <a:gd name="connsiteX4" fmla="*/ 0 w 3459480"/>
                <a:gd name="connsiteY4" fmla="*/ 0 h 1149988"/>
                <a:gd name="connsiteX0" fmla="*/ 0 w 3573780"/>
                <a:gd name="connsiteY0" fmla="*/ 6350 h 1149988"/>
                <a:gd name="connsiteX1" fmla="*/ 3573780 w 3573780"/>
                <a:gd name="connsiteY1" fmla="*/ 0 h 1149988"/>
                <a:gd name="connsiteX2" fmla="*/ 2610485 w 3573780"/>
                <a:gd name="connsiteY2" fmla="*/ 1093469 h 1149988"/>
                <a:gd name="connsiteX3" fmla="*/ 856615 w 3573780"/>
                <a:gd name="connsiteY3" fmla="*/ 1108709 h 1149988"/>
                <a:gd name="connsiteX4" fmla="*/ 0 w 3573780"/>
                <a:gd name="connsiteY4" fmla="*/ 6350 h 1149988"/>
                <a:gd name="connsiteX0" fmla="*/ 0 w 3573780"/>
                <a:gd name="connsiteY0" fmla="*/ 63500 h 1207138"/>
                <a:gd name="connsiteX1" fmla="*/ 3573780 w 3573780"/>
                <a:gd name="connsiteY1" fmla="*/ 0 h 1207138"/>
                <a:gd name="connsiteX2" fmla="*/ 2610485 w 3573780"/>
                <a:gd name="connsiteY2" fmla="*/ 1150619 h 1207138"/>
                <a:gd name="connsiteX3" fmla="*/ 856615 w 3573780"/>
                <a:gd name="connsiteY3" fmla="*/ 1165859 h 1207138"/>
                <a:gd name="connsiteX4" fmla="*/ 0 w 3573780"/>
                <a:gd name="connsiteY4" fmla="*/ 63500 h 1207138"/>
                <a:gd name="connsiteX0" fmla="*/ 0 w 3573780"/>
                <a:gd name="connsiteY0" fmla="*/ 63500 h 1207138"/>
                <a:gd name="connsiteX1" fmla="*/ 3573780 w 3573780"/>
                <a:gd name="connsiteY1" fmla="*/ 0 h 1207138"/>
                <a:gd name="connsiteX2" fmla="*/ 2610485 w 3573780"/>
                <a:gd name="connsiteY2" fmla="*/ 1150619 h 1207138"/>
                <a:gd name="connsiteX3" fmla="*/ 856615 w 3573780"/>
                <a:gd name="connsiteY3" fmla="*/ 1165859 h 1207138"/>
                <a:gd name="connsiteX4" fmla="*/ 0 w 3573780"/>
                <a:gd name="connsiteY4" fmla="*/ 63500 h 1207138"/>
                <a:gd name="connsiteX0" fmla="*/ 0 w 3573780"/>
                <a:gd name="connsiteY0" fmla="*/ 63500 h 1207138"/>
                <a:gd name="connsiteX1" fmla="*/ 3573780 w 3573780"/>
                <a:gd name="connsiteY1" fmla="*/ 0 h 1207138"/>
                <a:gd name="connsiteX2" fmla="*/ 2610485 w 3573780"/>
                <a:gd name="connsiteY2" fmla="*/ 1150619 h 1207138"/>
                <a:gd name="connsiteX3" fmla="*/ 856615 w 3573780"/>
                <a:gd name="connsiteY3" fmla="*/ 1165859 h 1207138"/>
                <a:gd name="connsiteX4" fmla="*/ 0 w 3573780"/>
                <a:gd name="connsiteY4" fmla="*/ 63500 h 1207138"/>
                <a:gd name="connsiteX0" fmla="*/ 0 w 3573780"/>
                <a:gd name="connsiteY0" fmla="*/ 63500 h 1207138"/>
                <a:gd name="connsiteX1" fmla="*/ 3573780 w 3573780"/>
                <a:gd name="connsiteY1" fmla="*/ 0 h 1207138"/>
                <a:gd name="connsiteX2" fmla="*/ 2610485 w 3573780"/>
                <a:gd name="connsiteY2" fmla="*/ 1150619 h 1207138"/>
                <a:gd name="connsiteX3" fmla="*/ 856615 w 3573780"/>
                <a:gd name="connsiteY3" fmla="*/ 1165859 h 1207138"/>
                <a:gd name="connsiteX4" fmla="*/ 0 w 3573780"/>
                <a:gd name="connsiteY4" fmla="*/ 63500 h 1207138"/>
                <a:gd name="connsiteX0" fmla="*/ 9146 w 3582926"/>
                <a:gd name="connsiteY0" fmla="*/ 63500 h 1207138"/>
                <a:gd name="connsiteX1" fmla="*/ 3582926 w 3582926"/>
                <a:gd name="connsiteY1" fmla="*/ 0 h 1207138"/>
                <a:gd name="connsiteX2" fmla="*/ 2619631 w 3582926"/>
                <a:gd name="connsiteY2" fmla="*/ 1150619 h 1207138"/>
                <a:gd name="connsiteX3" fmla="*/ 865761 w 3582926"/>
                <a:gd name="connsiteY3" fmla="*/ 1165859 h 1207138"/>
                <a:gd name="connsiteX4" fmla="*/ 9146 w 3582926"/>
                <a:gd name="connsiteY4" fmla="*/ 63500 h 1207138"/>
                <a:gd name="connsiteX0" fmla="*/ 8699 w 3607879"/>
                <a:gd name="connsiteY0" fmla="*/ 63500 h 1207138"/>
                <a:gd name="connsiteX1" fmla="*/ 3607879 w 3607879"/>
                <a:gd name="connsiteY1" fmla="*/ 0 h 1207138"/>
                <a:gd name="connsiteX2" fmla="*/ 2644584 w 3607879"/>
                <a:gd name="connsiteY2" fmla="*/ 1150619 h 1207138"/>
                <a:gd name="connsiteX3" fmla="*/ 890714 w 3607879"/>
                <a:gd name="connsiteY3" fmla="*/ 1165859 h 1207138"/>
                <a:gd name="connsiteX4" fmla="*/ 8699 w 3607879"/>
                <a:gd name="connsiteY4" fmla="*/ 63500 h 1207138"/>
                <a:gd name="connsiteX0" fmla="*/ 700 w 3599880"/>
                <a:gd name="connsiteY0" fmla="*/ 63500 h 1207138"/>
                <a:gd name="connsiteX1" fmla="*/ 3599880 w 3599880"/>
                <a:gd name="connsiteY1" fmla="*/ 0 h 1207138"/>
                <a:gd name="connsiteX2" fmla="*/ 2636585 w 3599880"/>
                <a:gd name="connsiteY2" fmla="*/ 1150619 h 1207138"/>
                <a:gd name="connsiteX3" fmla="*/ 882715 w 3599880"/>
                <a:gd name="connsiteY3" fmla="*/ 1165859 h 1207138"/>
                <a:gd name="connsiteX4" fmla="*/ 700 w 3599880"/>
                <a:gd name="connsiteY4" fmla="*/ 63500 h 1207138"/>
                <a:gd name="connsiteX0" fmla="*/ 771 w 3599951"/>
                <a:gd name="connsiteY0" fmla="*/ 63500 h 1207138"/>
                <a:gd name="connsiteX1" fmla="*/ 3599951 w 3599951"/>
                <a:gd name="connsiteY1" fmla="*/ 0 h 1207138"/>
                <a:gd name="connsiteX2" fmla="*/ 2636656 w 3599951"/>
                <a:gd name="connsiteY2" fmla="*/ 1150619 h 1207138"/>
                <a:gd name="connsiteX3" fmla="*/ 882786 w 3599951"/>
                <a:gd name="connsiteY3" fmla="*/ 1165859 h 1207138"/>
                <a:gd name="connsiteX4" fmla="*/ 771 w 3599951"/>
                <a:gd name="connsiteY4" fmla="*/ 63500 h 1207138"/>
                <a:gd name="connsiteX0" fmla="*/ 734 w 3599914"/>
                <a:gd name="connsiteY0" fmla="*/ 63500 h 1207138"/>
                <a:gd name="connsiteX1" fmla="*/ 3599914 w 3599914"/>
                <a:gd name="connsiteY1" fmla="*/ 0 h 1207138"/>
                <a:gd name="connsiteX2" fmla="*/ 2636619 w 3599914"/>
                <a:gd name="connsiteY2" fmla="*/ 1150619 h 1207138"/>
                <a:gd name="connsiteX3" fmla="*/ 882749 w 3599914"/>
                <a:gd name="connsiteY3" fmla="*/ 1165859 h 1207138"/>
                <a:gd name="connsiteX4" fmla="*/ 734 w 3599914"/>
                <a:gd name="connsiteY4" fmla="*/ 63500 h 1207138"/>
                <a:gd name="connsiteX0" fmla="*/ 753 w 3590408"/>
                <a:gd name="connsiteY0" fmla="*/ 44450 h 1207138"/>
                <a:gd name="connsiteX1" fmla="*/ 3590408 w 3590408"/>
                <a:gd name="connsiteY1" fmla="*/ 0 h 1207138"/>
                <a:gd name="connsiteX2" fmla="*/ 2627113 w 3590408"/>
                <a:gd name="connsiteY2" fmla="*/ 1150619 h 1207138"/>
                <a:gd name="connsiteX3" fmla="*/ 873243 w 3590408"/>
                <a:gd name="connsiteY3" fmla="*/ 1165859 h 1207138"/>
                <a:gd name="connsiteX4" fmla="*/ 753 w 3590408"/>
                <a:gd name="connsiteY4" fmla="*/ 44450 h 1207138"/>
                <a:gd name="connsiteX0" fmla="*/ 6868 w 3596523"/>
                <a:gd name="connsiteY0" fmla="*/ 44450 h 1207138"/>
                <a:gd name="connsiteX1" fmla="*/ 3596523 w 3596523"/>
                <a:gd name="connsiteY1" fmla="*/ 0 h 1207138"/>
                <a:gd name="connsiteX2" fmla="*/ 2633228 w 3596523"/>
                <a:gd name="connsiteY2" fmla="*/ 1150619 h 1207138"/>
                <a:gd name="connsiteX3" fmla="*/ 879358 w 3596523"/>
                <a:gd name="connsiteY3" fmla="*/ 1165859 h 1207138"/>
                <a:gd name="connsiteX4" fmla="*/ 6868 w 3596523"/>
                <a:gd name="connsiteY4" fmla="*/ 44450 h 1207138"/>
                <a:gd name="connsiteX0" fmla="*/ 6868 w 3565005"/>
                <a:gd name="connsiteY0" fmla="*/ 12932 h 1175620"/>
                <a:gd name="connsiteX1" fmla="*/ 3565005 w 3565005"/>
                <a:gd name="connsiteY1" fmla="*/ 0 h 1175620"/>
                <a:gd name="connsiteX2" fmla="*/ 2633228 w 3565005"/>
                <a:gd name="connsiteY2" fmla="*/ 1119101 h 1175620"/>
                <a:gd name="connsiteX3" fmla="*/ 879358 w 3565005"/>
                <a:gd name="connsiteY3" fmla="*/ 1134341 h 1175620"/>
                <a:gd name="connsiteX4" fmla="*/ 6868 w 3565005"/>
                <a:gd name="connsiteY4" fmla="*/ 12932 h 1175620"/>
                <a:gd name="connsiteX0" fmla="*/ 6868 w 3576824"/>
                <a:gd name="connsiteY0" fmla="*/ 12932 h 1175620"/>
                <a:gd name="connsiteX1" fmla="*/ 3576824 w 3576824"/>
                <a:gd name="connsiteY1" fmla="*/ 0 h 1175620"/>
                <a:gd name="connsiteX2" fmla="*/ 2633228 w 3576824"/>
                <a:gd name="connsiteY2" fmla="*/ 1119101 h 1175620"/>
                <a:gd name="connsiteX3" fmla="*/ 879358 w 3576824"/>
                <a:gd name="connsiteY3" fmla="*/ 1134341 h 1175620"/>
                <a:gd name="connsiteX4" fmla="*/ 6868 w 3576824"/>
                <a:gd name="connsiteY4" fmla="*/ 12932 h 1175620"/>
                <a:gd name="connsiteX0" fmla="*/ 6927 w 3572943"/>
                <a:gd name="connsiteY0" fmla="*/ 0 h 1186327"/>
                <a:gd name="connsiteX1" fmla="*/ 3572943 w 3572943"/>
                <a:gd name="connsiteY1" fmla="*/ 10707 h 1186327"/>
                <a:gd name="connsiteX2" fmla="*/ 2629347 w 3572943"/>
                <a:gd name="connsiteY2" fmla="*/ 1129808 h 1186327"/>
                <a:gd name="connsiteX3" fmla="*/ 875477 w 3572943"/>
                <a:gd name="connsiteY3" fmla="*/ 1145048 h 1186327"/>
                <a:gd name="connsiteX4" fmla="*/ 6927 w 3572943"/>
                <a:gd name="connsiteY4" fmla="*/ 0 h 1186327"/>
                <a:gd name="connsiteX0" fmla="*/ 7233 w 3553550"/>
                <a:gd name="connsiteY0" fmla="*/ 0 h 1182387"/>
                <a:gd name="connsiteX1" fmla="*/ 3553550 w 3553550"/>
                <a:gd name="connsiteY1" fmla="*/ 6767 h 1182387"/>
                <a:gd name="connsiteX2" fmla="*/ 2609954 w 3553550"/>
                <a:gd name="connsiteY2" fmla="*/ 1125868 h 1182387"/>
                <a:gd name="connsiteX3" fmla="*/ 856084 w 3553550"/>
                <a:gd name="connsiteY3" fmla="*/ 1141108 h 1182387"/>
                <a:gd name="connsiteX4" fmla="*/ 7233 w 3553550"/>
                <a:gd name="connsiteY4" fmla="*/ 0 h 118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3550" h="1182387">
                  <a:moveTo>
                    <a:pt x="7233" y="0"/>
                  </a:moveTo>
                  <a:lnTo>
                    <a:pt x="3553550" y="6767"/>
                  </a:lnTo>
                  <a:cubicBezTo>
                    <a:pt x="3543602" y="523657"/>
                    <a:pt x="2956452" y="1028078"/>
                    <a:pt x="2609954" y="1125868"/>
                  </a:cubicBezTo>
                  <a:cubicBezTo>
                    <a:pt x="1958656" y="1200798"/>
                    <a:pt x="1405782" y="1196353"/>
                    <a:pt x="856084" y="1141108"/>
                  </a:cubicBezTo>
                  <a:cubicBezTo>
                    <a:pt x="316546" y="926055"/>
                    <a:pt x="-57273" y="360310"/>
                    <a:pt x="7233" y="0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797930F-D3A9-908B-25C3-EF9F544FA7B5}"/>
                </a:ext>
              </a:extLst>
            </p:cNvPr>
            <p:cNvSpPr/>
            <p:nvPr/>
          </p:nvSpPr>
          <p:spPr>
            <a:xfrm>
              <a:off x="429331" y="2143125"/>
              <a:ext cx="8591260" cy="716189"/>
            </a:xfrm>
            <a:prstGeom prst="ellips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9355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E2B44CE-C55A-39BA-22E1-7E069B73ABC6}"/>
              </a:ext>
            </a:extLst>
          </p:cNvPr>
          <p:cNvGrpSpPr/>
          <p:nvPr/>
        </p:nvGrpSpPr>
        <p:grpSpPr>
          <a:xfrm>
            <a:off x="7135771" y="431969"/>
            <a:ext cx="2058244" cy="4793173"/>
            <a:chOff x="10865943" y="794827"/>
            <a:chExt cx="910088" cy="211938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A001583-721C-AC55-7331-0F7F12BFC960}"/>
                </a:ext>
              </a:extLst>
            </p:cNvPr>
            <p:cNvSpPr/>
            <p:nvPr/>
          </p:nvSpPr>
          <p:spPr>
            <a:xfrm>
              <a:off x="10865943" y="794827"/>
              <a:ext cx="910088" cy="2119384"/>
            </a:xfrm>
            <a:prstGeom prst="ellipse">
              <a:avLst/>
            </a:prstGeom>
            <a:solidFill>
              <a:srgbClr val="D7D0DA"/>
            </a:solidFill>
            <a:ln w="133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FA050FD-17ED-8500-F0AD-5250DD682083}"/>
                </a:ext>
              </a:extLst>
            </p:cNvPr>
            <p:cNvSpPr/>
            <p:nvPr/>
          </p:nvSpPr>
          <p:spPr>
            <a:xfrm>
              <a:off x="10969298" y="1567779"/>
              <a:ext cx="455935" cy="470182"/>
            </a:xfrm>
            <a:custGeom>
              <a:avLst/>
              <a:gdLst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4458" h="478971">
                  <a:moveTo>
                    <a:pt x="0" y="0"/>
                  </a:moveTo>
                  <a:cubicBezTo>
                    <a:pt x="67733" y="377371"/>
                    <a:pt x="251582" y="464457"/>
                    <a:pt x="464458" y="478971"/>
                  </a:cubicBezTo>
                  <a:lnTo>
                    <a:pt x="464458" y="478971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DB694BF-F8D6-57AF-2767-0024520D8B29}"/>
                </a:ext>
              </a:extLst>
            </p:cNvPr>
            <p:cNvSpPr/>
            <p:nvPr/>
          </p:nvSpPr>
          <p:spPr>
            <a:xfrm>
              <a:off x="11016828" y="1966294"/>
              <a:ext cx="282851" cy="238682"/>
            </a:xfrm>
            <a:custGeom>
              <a:avLst/>
              <a:gdLst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4458" h="478971">
                  <a:moveTo>
                    <a:pt x="0" y="0"/>
                  </a:moveTo>
                  <a:cubicBezTo>
                    <a:pt x="67733" y="377371"/>
                    <a:pt x="251582" y="464457"/>
                    <a:pt x="464458" y="478971"/>
                  </a:cubicBezTo>
                  <a:lnTo>
                    <a:pt x="464458" y="478971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1B5E4B4-D2AF-D368-4404-5CE4742256C0}"/>
              </a:ext>
            </a:extLst>
          </p:cNvPr>
          <p:cNvGrpSpPr/>
          <p:nvPr/>
        </p:nvGrpSpPr>
        <p:grpSpPr>
          <a:xfrm>
            <a:off x="4392571" y="359397"/>
            <a:ext cx="2058244" cy="4793173"/>
            <a:chOff x="10865943" y="794827"/>
            <a:chExt cx="910088" cy="211938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EC4A64-3C6A-B927-FF38-728611FFED34}"/>
                </a:ext>
              </a:extLst>
            </p:cNvPr>
            <p:cNvSpPr/>
            <p:nvPr/>
          </p:nvSpPr>
          <p:spPr>
            <a:xfrm>
              <a:off x="10865943" y="794827"/>
              <a:ext cx="910088" cy="2119384"/>
            </a:xfrm>
            <a:prstGeom prst="ellipse">
              <a:avLst/>
            </a:prstGeom>
            <a:solidFill>
              <a:srgbClr val="D7D0DA"/>
            </a:solidFill>
            <a:ln w="133350" cap="flat" cmpd="sng" algn="ctr">
              <a:solidFill>
                <a:srgbClr val="CCC2D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215F6F5-AC3F-2017-84B5-AF8FE1C4A022}"/>
                </a:ext>
              </a:extLst>
            </p:cNvPr>
            <p:cNvSpPr/>
            <p:nvPr/>
          </p:nvSpPr>
          <p:spPr>
            <a:xfrm>
              <a:off x="10969298" y="1567779"/>
              <a:ext cx="455935" cy="470182"/>
            </a:xfrm>
            <a:custGeom>
              <a:avLst/>
              <a:gdLst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4458" h="478971">
                  <a:moveTo>
                    <a:pt x="0" y="0"/>
                  </a:moveTo>
                  <a:cubicBezTo>
                    <a:pt x="67733" y="377371"/>
                    <a:pt x="251582" y="464457"/>
                    <a:pt x="464458" y="478971"/>
                  </a:cubicBezTo>
                  <a:lnTo>
                    <a:pt x="464458" y="478971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069130B-1B87-266F-EB14-C9955ACCCF13}"/>
                </a:ext>
              </a:extLst>
            </p:cNvPr>
            <p:cNvSpPr/>
            <p:nvPr/>
          </p:nvSpPr>
          <p:spPr>
            <a:xfrm>
              <a:off x="11016828" y="1966294"/>
              <a:ext cx="282851" cy="238682"/>
            </a:xfrm>
            <a:custGeom>
              <a:avLst/>
              <a:gdLst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4458" h="478971">
                  <a:moveTo>
                    <a:pt x="0" y="0"/>
                  </a:moveTo>
                  <a:cubicBezTo>
                    <a:pt x="67733" y="377371"/>
                    <a:pt x="251582" y="464457"/>
                    <a:pt x="464458" y="478971"/>
                  </a:cubicBezTo>
                  <a:lnTo>
                    <a:pt x="464458" y="478971"/>
                  </a:ln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EF735E-965D-ADE6-70BF-C679B1AE0A44}"/>
              </a:ext>
            </a:extLst>
          </p:cNvPr>
          <p:cNvGrpSpPr/>
          <p:nvPr/>
        </p:nvGrpSpPr>
        <p:grpSpPr>
          <a:xfrm>
            <a:off x="1188332" y="1651169"/>
            <a:ext cx="2058244" cy="4793173"/>
            <a:chOff x="10865943" y="794827"/>
            <a:chExt cx="910088" cy="2119384"/>
          </a:xfrm>
          <a:solidFill>
            <a:schemeClr val="bg1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4285E87-D3AC-4013-5F2E-2E93EEB1567F}"/>
                </a:ext>
              </a:extLst>
            </p:cNvPr>
            <p:cNvSpPr/>
            <p:nvPr/>
          </p:nvSpPr>
          <p:spPr>
            <a:xfrm>
              <a:off x="10865943" y="794827"/>
              <a:ext cx="910088" cy="2119384"/>
            </a:xfrm>
            <a:prstGeom prst="ellipse">
              <a:avLst/>
            </a:prstGeom>
            <a:grpFill/>
            <a:ln w="133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DBFFB5-3335-1FA7-28F7-15197CB9AF42}"/>
                </a:ext>
              </a:extLst>
            </p:cNvPr>
            <p:cNvSpPr/>
            <p:nvPr/>
          </p:nvSpPr>
          <p:spPr>
            <a:xfrm>
              <a:off x="10969298" y="1567779"/>
              <a:ext cx="455935" cy="470182"/>
            </a:xfrm>
            <a:custGeom>
              <a:avLst/>
              <a:gdLst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4458" h="478971">
                  <a:moveTo>
                    <a:pt x="0" y="0"/>
                  </a:moveTo>
                  <a:cubicBezTo>
                    <a:pt x="67733" y="377371"/>
                    <a:pt x="251582" y="464457"/>
                    <a:pt x="464458" y="478971"/>
                  </a:cubicBezTo>
                  <a:lnTo>
                    <a:pt x="464458" y="478971"/>
                  </a:lnTo>
                </a:path>
              </a:pathLst>
            </a:custGeom>
            <a:grp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311D13-1CCA-D322-6676-5784A314F08E}"/>
                </a:ext>
              </a:extLst>
            </p:cNvPr>
            <p:cNvSpPr/>
            <p:nvPr/>
          </p:nvSpPr>
          <p:spPr>
            <a:xfrm>
              <a:off x="11016828" y="1966294"/>
              <a:ext cx="282851" cy="238682"/>
            </a:xfrm>
            <a:custGeom>
              <a:avLst/>
              <a:gdLst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  <a:gd name="connsiteX0" fmla="*/ 0 w 464458"/>
                <a:gd name="connsiteY0" fmla="*/ 0 h 478971"/>
                <a:gd name="connsiteX1" fmla="*/ 464458 w 464458"/>
                <a:gd name="connsiteY1" fmla="*/ 478971 h 478971"/>
                <a:gd name="connsiteX2" fmla="*/ 464458 w 464458"/>
                <a:gd name="connsiteY2" fmla="*/ 478971 h 47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4458" h="478971">
                  <a:moveTo>
                    <a:pt x="0" y="0"/>
                  </a:moveTo>
                  <a:cubicBezTo>
                    <a:pt x="67733" y="377371"/>
                    <a:pt x="251582" y="464457"/>
                    <a:pt x="464458" y="478971"/>
                  </a:cubicBezTo>
                  <a:lnTo>
                    <a:pt x="464458" y="478971"/>
                  </a:lnTo>
                </a:path>
              </a:pathLst>
            </a:custGeom>
            <a:grp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440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994434A3-6D58-7C61-9B39-9E8AE8AA7E45}"/>
              </a:ext>
            </a:extLst>
          </p:cNvPr>
          <p:cNvGrpSpPr/>
          <p:nvPr/>
        </p:nvGrpSpPr>
        <p:grpSpPr>
          <a:xfrm>
            <a:off x="353281" y="287954"/>
            <a:ext cx="3308411" cy="5609762"/>
            <a:chOff x="3032981" y="414954"/>
            <a:chExt cx="3308411" cy="5609762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8216C9-FE88-3127-EB3F-6C7DC6A61259}"/>
                </a:ext>
              </a:extLst>
            </p:cNvPr>
            <p:cNvSpPr/>
            <p:nvPr/>
          </p:nvSpPr>
          <p:spPr>
            <a:xfrm>
              <a:off x="4061589" y="414954"/>
              <a:ext cx="2279803" cy="5609762"/>
            </a:xfrm>
            <a:custGeom>
              <a:avLst/>
              <a:gdLst>
                <a:gd name="connsiteX0" fmla="*/ 1075256 w 2279803"/>
                <a:gd name="connsiteY0" fmla="*/ 1842 h 5609762"/>
                <a:gd name="connsiteX1" fmla="*/ 2253823 w 2279803"/>
                <a:gd name="connsiteY1" fmla="*/ 880794 h 5609762"/>
                <a:gd name="connsiteX2" fmla="*/ 2267518 w 2279803"/>
                <a:gd name="connsiteY2" fmla="*/ 961063 h 5609762"/>
                <a:gd name="connsiteX3" fmla="*/ 2270496 w 2279803"/>
                <a:gd name="connsiteY3" fmla="*/ 965480 h 5609762"/>
                <a:gd name="connsiteX4" fmla="*/ 2279803 w 2279803"/>
                <a:gd name="connsiteY4" fmla="*/ 1011579 h 5609762"/>
                <a:gd name="connsiteX5" fmla="*/ 2279803 w 2279803"/>
                <a:gd name="connsiteY5" fmla="*/ 5491329 h 5609762"/>
                <a:gd name="connsiteX6" fmla="*/ 2161370 w 2279803"/>
                <a:gd name="connsiteY6" fmla="*/ 5609762 h 5609762"/>
                <a:gd name="connsiteX7" fmla="*/ 2104298 w 2279803"/>
                <a:gd name="connsiteY7" fmla="*/ 5609762 h 5609762"/>
                <a:gd name="connsiteX8" fmla="*/ 1985865 w 2279803"/>
                <a:gd name="connsiteY8" fmla="*/ 5491329 h 5609762"/>
                <a:gd name="connsiteX9" fmla="*/ 1985865 w 2279803"/>
                <a:gd name="connsiteY9" fmla="*/ 1020527 h 5609762"/>
                <a:gd name="connsiteX10" fmla="*/ 1972336 w 2279803"/>
                <a:gd name="connsiteY10" fmla="*/ 942002 h 5609762"/>
                <a:gd name="connsiteX11" fmla="*/ 1091920 w 2279803"/>
                <a:gd name="connsiteY11" fmla="*/ 289403 h 5609762"/>
                <a:gd name="connsiteX12" fmla="*/ 288042 w 2279803"/>
                <a:gd name="connsiteY12" fmla="*/ 1120904 h 5609762"/>
                <a:gd name="connsiteX13" fmla="*/ 0 w 2279803"/>
                <a:gd name="connsiteY13" fmla="*/ 1120904 h 5609762"/>
                <a:gd name="connsiteX14" fmla="*/ 1075256 w 2279803"/>
                <a:gd name="connsiteY14" fmla="*/ 1842 h 560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79803" h="5609762">
                  <a:moveTo>
                    <a:pt x="1075256" y="1842"/>
                  </a:moveTo>
                  <a:cubicBezTo>
                    <a:pt x="1639417" y="-29759"/>
                    <a:pt x="2135654" y="348498"/>
                    <a:pt x="2253823" y="880794"/>
                  </a:cubicBezTo>
                  <a:lnTo>
                    <a:pt x="2267518" y="961063"/>
                  </a:lnTo>
                  <a:lnTo>
                    <a:pt x="2270496" y="965480"/>
                  </a:lnTo>
                  <a:cubicBezTo>
                    <a:pt x="2276489" y="979649"/>
                    <a:pt x="2279803" y="995227"/>
                    <a:pt x="2279803" y="1011579"/>
                  </a:cubicBezTo>
                  <a:lnTo>
                    <a:pt x="2279803" y="5491329"/>
                  </a:lnTo>
                  <a:cubicBezTo>
                    <a:pt x="2279803" y="5556738"/>
                    <a:pt x="2226779" y="5609762"/>
                    <a:pt x="2161370" y="5609762"/>
                  </a:cubicBezTo>
                  <a:lnTo>
                    <a:pt x="2104298" y="5609762"/>
                  </a:lnTo>
                  <a:cubicBezTo>
                    <a:pt x="2038889" y="5609762"/>
                    <a:pt x="1985865" y="5556738"/>
                    <a:pt x="1985865" y="5491329"/>
                  </a:cubicBezTo>
                  <a:lnTo>
                    <a:pt x="1985865" y="1020527"/>
                  </a:lnTo>
                  <a:lnTo>
                    <a:pt x="1972336" y="942002"/>
                  </a:lnTo>
                  <a:cubicBezTo>
                    <a:pt x="1883837" y="546828"/>
                    <a:pt x="1513246" y="266076"/>
                    <a:pt x="1091920" y="289403"/>
                  </a:cubicBezTo>
                  <a:cubicBezTo>
                    <a:pt x="640780" y="314381"/>
                    <a:pt x="288042" y="679240"/>
                    <a:pt x="288042" y="1120904"/>
                  </a:cubicBezTo>
                  <a:lnTo>
                    <a:pt x="0" y="1120904"/>
                  </a:lnTo>
                  <a:cubicBezTo>
                    <a:pt x="0" y="526629"/>
                    <a:pt x="471764" y="35646"/>
                    <a:pt x="1075256" y="1842"/>
                  </a:cubicBezTo>
                  <a:close/>
                </a:path>
              </a:pathLst>
            </a:custGeom>
            <a:solidFill>
              <a:srgbClr val="856C8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Moon 5">
              <a:extLst>
                <a:ext uri="{FF2B5EF4-FFF2-40B4-BE49-F238E27FC236}">
                  <a16:creationId xmlns:a16="http://schemas.microsoft.com/office/drawing/2014/main" id="{0C427820-9E5C-0512-DAA5-D9034F3C50B2}"/>
                </a:ext>
              </a:extLst>
            </p:cNvPr>
            <p:cNvSpPr/>
            <p:nvPr/>
          </p:nvSpPr>
          <p:spPr>
            <a:xfrm rot="5400000">
              <a:off x="3971925" y="795340"/>
              <a:ext cx="585784" cy="1852613"/>
            </a:xfrm>
            <a:prstGeom prst="moon">
              <a:avLst>
                <a:gd name="adj" fmla="val 75718"/>
              </a:avLst>
            </a:prstGeom>
            <a:solidFill>
              <a:srgbClr val="A08BA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4CC9297-B2AE-00B2-CAC2-B2E8AB73EFB2}"/>
                </a:ext>
              </a:extLst>
            </p:cNvPr>
            <p:cNvSpPr/>
            <p:nvPr/>
          </p:nvSpPr>
          <p:spPr>
            <a:xfrm>
              <a:off x="3200401" y="2014539"/>
              <a:ext cx="2124074" cy="585785"/>
            </a:xfrm>
            <a:prstGeom prst="ellipse">
              <a:avLst/>
            </a:prstGeom>
            <a:solidFill>
              <a:srgbClr val="A08BA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ardrop 7">
              <a:extLst>
                <a:ext uri="{FF2B5EF4-FFF2-40B4-BE49-F238E27FC236}">
                  <a16:creationId xmlns:a16="http://schemas.microsoft.com/office/drawing/2014/main" id="{7AB92FB9-E348-A2D5-A5D0-9A5F69F391E0}"/>
                </a:ext>
              </a:extLst>
            </p:cNvPr>
            <p:cNvSpPr/>
            <p:nvPr/>
          </p:nvSpPr>
          <p:spPr>
            <a:xfrm rot="20028372">
              <a:off x="3253304" y="2953764"/>
              <a:ext cx="442779" cy="491658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ardrop 8">
              <a:extLst>
                <a:ext uri="{FF2B5EF4-FFF2-40B4-BE49-F238E27FC236}">
                  <a16:creationId xmlns:a16="http://schemas.microsoft.com/office/drawing/2014/main" id="{00AF6B30-F1AA-2B57-16B5-217624D4316B}"/>
                </a:ext>
              </a:extLst>
            </p:cNvPr>
            <p:cNvSpPr/>
            <p:nvPr/>
          </p:nvSpPr>
          <p:spPr>
            <a:xfrm rot="18760885">
              <a:off x="4068783" y="2998260"/>
              <a:ext cx="505272" cy="512676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D54FCF20-DCFE-5D45-56A1-12BDE412D1ED}"/>
                </a:ext>
              </a:extLst>
            </p:cNvPr>
            <p:cNvSpPr/>
            <p:nvPr/>
          </p:nvSpPr>
          <p:spPr>
            <a:xfrm rot="20028372">
              <a:off x="3032981" y="3954053"/>
              <a:ext cx="442779" cy="491658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ardrop 10">
              <a:extLst>
                <a:ext uri="{FF2B5EF4-FFF2-40B4-BE49-F238E27FC236}">
                  <a16:creationId xmlns:a16="http://schemas.microsoft.com/office/drawing/2014/main" id="{15896A84-3460-3276-413B-7C4E6BE09191}"/>
                </a:ext>
              </a:extLst>
            </p:cNvPr>
            <p:cNvSpPr/>
            <p:nvPr/>
          </p:nvSpPr>
          <p:spPr>
            <a:xfrm rot="18388031">
              <a:off x="4889736" y="2944687"/>
              <a:ext cx="501331" cy="474551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ardrop 11">
              <a:extLst>
                <a:ext uri="{FF2B5EF4-FFF2-40B4-BE49-F238E27FC236}">
                  <a16:creationId xmlns:a16="http://schemas.microsoft.com/office/drawing/2014/main" id="{2987F628-3F02-A82A-52CD-2F37C039E1F1}"/>
                </a:ext>
              </a:extLst>
            </p:cNvPr>
            <p:cNvSpPr/>
            <p:nvPr/>
          </p:nvSpPr>
          <p:spPr>
            <a:xfrm rot="19842894">
              <a:off x="3765709" y="3981578"/>
              <a:ext cx="434649" cy="512676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ardrop 12">
              <a:extLst>
                <a:ext uri="{FF2B5EF4-FFF2-40B4-BE49-F238E27FC236}">
                  <a16:creationId xmlns:a16="http://schemas.microsoft.com/office/drawing/2014/main" id="{47855551-0C8E-15DB-E040-A48D5C4C9C20}"/>
                </a:ext>
              </a:extLst>
            </p:cNvPr>
            <p:cNvSpPr/>
            <p:nvPr/>
          </p:nvSpPr>
          <p:spPr>
            <a:xfrm rot="18976403">
              <a:off x="4522929" y="3985317"/>
              <a:ext cx="429670" cy="476401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ardrop 13">
              <a:extLst>
                <a:ext uri="{FF2B5EF4-FFF2-40B4-BE49-F238E27FC236}">
                  <a16:creationId xmlns:a16="http://schemas.microsoft.com/office/drawing/2014/main" id="{9FAE649D-6422-E8EE-658C-58C28495CF8F}"/>
                </a:ext>
              </a:extLst>
            </p:cNvPr>
            <p:cNvSpPr/>
            <p:nvPr/>
          </p:nvSpPr>
          <p:spPr>
            <a:xfrm rot="17392219">
              <a:off x="5140525" y="3962233"/>
              <a:ext cx="518073" cy="381010"/>
            </a:xfrm>
            <a:prstGeom prst="teardrop">
              <a:avLst/>
            </a:pr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A89067-B697-76BD-8FB9-99607B45787D}"/>
                </a:ext>
              </a:extLst>
            </p:cNvPr>
            <p:cNvSpPr/>
            <p:nvPr/>
          </p:nvSpPr>
          <p:spPr>
            <a:xfrm rot="20028372">
              <a:off x="3201259" y="2979850"/>
              <a:ext cx="416898" cy="172396"/>
            </a:xfrm>
            <a:custGeom>
              <a:avLst/>
              <a:gdLst>
                <a:gd name="connsiteX0" fmla="*/ 431603 w 431603"/>
                <a:gd name="connsiteY0" fmla="*/ 0 h 172396"/>
                <a:gd name="connsiteX1" fmla="*/ 431603 w 431603"/>
                <a:gd name="connsiteY1" fmla="*/ 19101 h 172396"/>
                <a:gd name="connsiteX2" fmla="*/ 218333 w 431603"/>
                <a:gd name="connsiteY2" fmla="*/ 19100 h 172396"/>
                <a:gd name="connsiteX3" fmla="*/ 21828 w 431603"/>
                <a:gd name="connsiteY3" fmla="*/ 129792 h 172396"/>
                <a:gd name="connsiteX4" fmla="*/ 0 w 431603"/>
                <a:gd name="connsiteY4" fmla="*/ 172396 h 172396"/>
                <a:gd name="connsiteX5" fmla="*/ 6222 w 431603"/>
                <a:gd name="connsiteY5" fmla="*/ 150141 h 172396"/>
                <a:gd name="connsiteX6" fmla="*/ 210214 w 431603"/>
                <a:gd name="connsiteY6" fmla="*/ 0 h 172396"/>
                <a:gd name="connsiteX7" fmla="*/ 431603 w 431603"/>
                <a:gd name="connsiteY7" fmla="*/ 0 h 17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1603" h="172396">
                  <a:moveTo>
                    <a:pt x="431603" y="0"/>
                  </a:moveTo>
                  <a:lnTo>
                    <a:pt x="431603" y="19101"/>
                  </a:lnTo>
                  <a:lnTo>
                    <a:pt x="218333" y="19100"/>
                  </a:lnTo>
                  <a:cubicBezTo>
                    <a:pt x="136534" y="19101"/>
                    <a:pt x="64414" y="63009"/>
                    <a:pt x="21828" y="129792"/>
                  </a:cubicBezTo>
                  <a:lnTo>
                    <a:pt x="0" y="172396"/>
                  </a:lnTo>
                  <a:lnTo>
                    <a:pt x="6222" y="150141"/>
                  </a:lnTo>
                  <a:cubicBezTo>
                    <a:pt x="39831" y="61909"/>
                    <a:pt x="118511" y="0"/>
                    <a:pt x="210214" y="0"/>
                  </a:cubicBezTo>
                  <a:lnTo>
                    <a:pt x="431603" y="0"/>
                  </a:lnTo>
                  <a:close/>
                </a:path>
              </a:pathLst>
            </a:custGeom>
            <a:solidFill>
              <a:srgbClr val="D7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4FEF147-53C7-67B5-2058-031CF72DA7A6}"/>
                </a:ext>
              </a:extLst>
            </p:cNvPr>
            <p:cNvSpPr/>
            <p:nvPr/>
          </p:nvSpPr>
          <p:spPr>
            <a:xfrm rot="18760885">
              <a:off x="3976350" y="3064178"/>
              <a:ext cx="476232" cy="202511"/>
            </a:xfrm>
            <a:custGeom>
              <a:avLst/>
              <a:gdLst>
                <a:gd name="connsiteX0" fmla="*/ 501115 w 501115"/>
                <a:gd name="connsiteY0" fmla="*/ 1 h 214500"/>
                <a:gd name="connsiteX1" fmla="*/ 501115 w 501115"/>
                <a:gd name="connsiteY1" fmla="*/ 30179 h 214500"/>
                <a:gd name="connsiteX2" fmla="*/ 254013 w 501115"/>
                <a:gd name="connsiteY2" fmla="*/ 30179 h 214500"/>
                <a:gd name="connsiteX3" fmla="*/ 8941 w 501115"/>
                <a:gd name="connsiteY3" fmla="*/ 186738 h 214500"/>
                <a:gd name="connsiteX4" fmla="*/ 0 w 501115"/>
                <a:gd name="connsiteY4" fmla="*/ 214500 h 214500"/>
                <a:gd name="connsiteX5" fmla="*/ 975 w 501115"/>
                <a:gd name="connsiteY5" fmla="*/ 204677 h 214500"/>
                <a:gd name="connsiteX6" fmla="*/ 248479 w 501115"/>
                <a:gd name="connsiteY6" fmla="*/ 0 h 214500"/>
                <a:gd name="connsiteX7" fmla="*/ 501115 w 501115"/>
                <a:gd name="connsiteY7" fmla="*/ 1 h 2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1115" h="214500">
                  <a:moveTo>
                    <a:pt x="501115" y="1"/>
                  </a:moveTo>
                  <a:lnTo>
                    <a:pt x="501115" y="30179"/>
                  </a:lnTo>
                  <a:lnTo>
                    <a:pt x="254013" y="30179"/>
                  </a:lnTo>
                  <a:cubicBezTo>
                    <a:pt x="143843" y="30179"/>
                    <a:pt x="49318" y="94735"/>
                    <a:pt x="8941" y="186738"/>
                  </a:cubicBezTo>
                  <a:lnTo>
                    <a:pt x="0" y="214500"/>
                  </a:lnTo>
                  <a:lnTo>
                    <a:pt x="975" y="204677"/>
                  </a:lnTo>
                  <a:cubicBezTo>
                    <a:pt x="24533" y="87868"/>
                    <a:pt x="126393" y="0"/>
                    <a:pt x="248479" y="0"/>
                  </a:cubicBezTo>
                  <a:lnTo>
                    <a:pt x="501115" y="1"/>
                  </a:lnTo>
                  <a:close/>
                </a:path>
              </a:pathLst>
            </a:custGeom>
            <a:solidFill>
              <a:srgbClr val="D7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2413493-8FAC-4070-1994-6533174852E0}"/>
                </a:ext>
              </a:extLst>
            </p:cNvPr>
            <p:cNvSpPr/>
            <p:nvPr/>
          </p:nvSpPr>
          <p:spPr>
            <a:xfrm rot="18388031">
              <a:off x="4837454" y="2982300"/>
              <a:ext cx="476154" cy="312842"/>
            </a:xfrm>
            <a:custGeom>
              <a:avLst/>
              <a:gdLst>
                <a:gd name="connsiteX0" fmla="*/ 501332 w 501332"/>
                <a:gd name="connsiteY0" fmla="*/ 0 h 312842"/>
                <a:gd name="connsiteX1" fmla="*/ 501332 w 501332"/>
                <a:gd name="connsiteY1" fmla="*/ 31589 h 312842"/>
                <a:gd name="connsiteX2" fmla="*/ 260176 w 501332"/>
                <a:gd name="connsiteY2" fmla="*/ 31591 h 312842"/>
                <a:gd name="connsiteX3" fmla="*/ 9510 w 501332"/>
                <a:gd name="connsiteY3" fmla="*/ 268866 h 312842"/>
                <a:gd name="connsiteX4" fmla="*/ 9509 w 501332"/>
                <a:gd name="connsiteY4" fmla="*/ 268866 h 312842"/>
                <a:gd name="connsiteX5" fmla="*/ 14192 w 501332"/>
                <a:gd name="connsiteY5" fmla="*/ 312842 h 312842"/>
                <a:gd name="connsiteX6" fmla="*/ 5092 w 501332"/>
                <a:gd name="connsiteY6" fmla="*/ 285095 h 312842"/>
                <a:gd name="connsiteX7" fmla="*/ 0 w 501332"/>
                <a:gd name="connsiteY7" fmla="*/ 237276 h 312842"/>
                <a:gd name="connsiteX8" fmla="*/ 1 w 501332"/>
                <a:gd name="connsiteY8" fmla="*/ 237276 h 312842"/>
                <a:gd name="connsiteX9" fmla="*/ 250667 w 501332"/>
                <a:gd name="connsiteY9" fmla="*/ 1 h 312842"/>
                <a:gd name="connsiteX10" fmla="*/ 501332 w 501332"/>
                <a:gd name="connsiteY10" fmla="*/ 0 h 312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1332" h="312842">
                  <a:moveTo>
                    <a:pt x="501332" y="0"/>
                  </a:moveTo>
                  <a:lnTo>
                    <a:pt x="501332" y="31589"/>
                  </a:lnTo>
                  <a:lnTo>
                    <a:pt x="260176" y="31591"/>
                  </a:lnTo>
                  <a:cubicBezTo>
                    <a:pt x="121737" y="31590"/>
                    <a:pt x="9510" y="137822"/>
                    <a:pt x="9510" y="268866"/>
                  </a:cubicBezTo>
                  <a:lnTo>
                    <a:pt x="9509" y="268866"/>
                  </a:lnTo>
                  <a:lnTo>
                    <a:pt x="14192" y="312842"/>
                  </a:lnTo>
                  <a:lnTo>
                    <a:pt x="5092" y="285095"/>
                  </a:lnTo>
                  <a:cubicBezTo>
                    <a:pt x="1754" y="269649"/>
                    <a:pt x="0" y="253656"/>
                    <a:pt x="0" y="237276"/>
                  </a:cubicBezTo>
                  <a:lnTo>
                    <a:pt x="1" y="237276"/>
                  </a:lnTo>
                  <a:cubicBezTo>
                    <a:pt x="1" y="106233"/>
                    <a:pt x="112228" y="1"/>
                    <a:pt x="250667" y="1"/>
                  </a:cubicBezTo>
                  <a:lnTo>
                    <a:pt x="501332" y="0"/>
                  </a:lnTo>
                  <a:close/>
                </a:path>
              </a:pathLst>
            </a:custGeom>
            <a:solidFill>
              <a:srgbClr val="D7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BC1B288-A7C7-E438-BA85-6780CA897FDF}"/>
              </a:ext>
            </a:extLst>
          </p:cNvPr>
          <p:cNvGrpSpPr/>
          <p:nvPr/>
        </p:nvGrpSpPr>
        <p:grpSpPr>
          <a:xfrm>
            <a:off x="3909281" y="287954"/>
            <a:ext cx="3308411" cy="5609762"/>
            <a:chOff x="3032981" y="414954"/>
            <a:chExt cx="3308411" cy="5609762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7248A54-9700-FE28-BAC8-389BEE482CB2}"/>
                </a:ext>
              </a:extLst>
            </p:cNvPr>
            <p:cNvSpPr/>
            <p:nvPr/>
          </p:nvSpPr>
          <p:spPr>
            <a:xfrm>
              <a:off x="4061589" y="414954"/>
              <a:ext cx="2279803" cy="5609762"/>
            </a:xfrm>
            <a:custGeom>
              <a:avLst/>
              <a:gdLst>
                <a:gd name="connsiteX0" fmla="*/ 1075256 w 2279803"/>
                <a:gd name="connsiteY0" fmla="*/ 1842 h 5609762"/>
                <a:gd name="connsiteX1" fmla="*/ 2253823 w 2279803"/>
                <a:gd name="connsiteY1" fmla="*/ 880794 h 5609762"/>
                <a:gd name="connsiteX2" fmla="*/ 2267518 w 2279803"/>
                <a:gd name="connsiteY2" fmla="*/ 961063 h 5609762"/>
                <a:gd name="connsiteX3" fmla="*/ 2270496 w 2279803"/>
                <a:gd name="connsiteY3" fmla="*/ 965480 h 5609762"/>
                <a:gd name="connsiteX4" fmla="*/ 2279803 w 2279803"/>
                <a:gd name="connsiteY4" fmla="*/ 1011579 h 5609762"/>
                <a:gd name="connsiteX5" fmla="*/ 2279803 w 2279803"/>
                <a:gd name="connsiteY5" fmla="*/ 5491329 h 5609762"/>
                <a:gd name="connsiteX6" fmla="*/ 2161370 w 2279803"/>
                <a:gd name="connsiteY6" fmla="*/ 5609762 h 5609762"/>
                <a:gd name="connsiteX7" fmla="*/ 2104298 w 2279803"/>
                <a:gd name="connsiteY7" fmla="*/ 5609762 h 5609762"/>
                <a:gd name="connsiteX8" fmla="*/ 1985865 w 2279803"/>
                <a:gd name="connsiteY8" fmla="*/ 5491329 h 5609762"/>
                <a:gd name="connsiteX9" fmla="*/ 1985865 w 2279803"/>
                <a:gd name="connsiteY9" fmla="*/ 1020527 h 5609762"/>
                <a:gd name="connsiteX10" fmla="*/ 1972336 w 2279803"/>
                <a:gd name="connsiteY10" fmla="*/ 942002 h 5609762"/>
                <a:gd name="connsiteX11" fmla="*/ 1091920 w 2279803"/>
                <a:gd name="connsiteY11" fmla="*/ 289403 h 5609762"/>
                <a:gd name="connsiteX12" fmla="*/ 288042 w 2279803"/>
                <a:gd name="connsiteY12" fmla="*/ 1120904 h 5609762"/>
                <a:gd name="connsiteX13" fmla="*/ 0 w 2279803"/>
                <a:gd name="connsiteY13" fmla="*/ 1120904 h 5609762"/>
                <a:gd name="connsiteX14" fmla="*/ 1075256 w 2279803"/>
                <a:gd name="connsiteY14" fmla="*/ 1842 h 560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79803" h="5609762">
                  <a:moveTo>
                    <a:pt x="1075256" y="1842"/>
                  </a:moveTo>
                  <a:cubicBezTo>
                    <a:pt x="1639417" y="-29759"/>
                    <a:pt x="2135654" y="348498"/>
                    <a:pt x="2253823" y="880794"/>
                  </a:cubicBezTo>
                  <a:lnTo>
                    <a:pt x="2267518" y="961063"/>
                  </a:lnTo>
                  <a:lnTo>
                    <a:pt x="2270496" y="965480"/>
                  </a:lnTo>
                  <a:cubicBezTo>
                    <a:pt x="2276489" y="979649"/>
                    <a:pt x="2279803" y="995227"/>
                    <a:pt x="2279803" y="1011579"/>
                  </a:cubicBezTo>
                  <a:lnTo>
                    <a:pt x="2279803" y="5491329"/>
                  </a:lnTo>
                  <a:cubicBezTo>
                    <a:pt x="2279803" y="5556738"/>
                    <a:pt x="2226779" y="5609762"/>
                    <a:pt x="2161370" y="5609762"/>
                  </a:cubicBezTo>
                  <a:lnTo>
                    <a:pt x="2104298" y="5609762"/>
                  </a:lnTo>
                  <a:cubicBezTo>
                    <a:pt x="2038889" y="5609762"/>
                    <a:pt x="1985865" y="5556738"/>
                    <a:pt x="1985865" y="5491329"/>
                  </a:cubicBezTo>
                  <a:lnTo>
                    <a:pt x="1985865" y="1020527"/>
                  </a:lnTo>
                  <a:lnTo>
                    <a:pt x="1972336" y="942002"/>
                  </a:lnTo>
                  <a:cubicBezTo>
                    <a:pt x="1883837" y="546828"/>
                    <a:pt x="1513246" y="266076"/>
                    <a:pt x="1091920" y="289403"/>
                  </a:cubicBezTo>
                  <a:cubicBezTo>
                    <a:pt x="640780" y="314381"/>
                    <a:pt x="288042" y="679240"/>
                    <a:pt x="288042" y="1120904"/>
                  </a:cubicBezTo>
                  <a:lnTo>
                    <a:pt x="0" y="1120904"/>
                  </a:lnTo>
                  <a:cubicBezTo>
                    <a:pt x="0" y="526629"/>
                    <a:pt x="471764" y="35646"/>
                    <a:pt x="1075256" y="1842"/>
                  </a:cubicBezTo>
                  <a:close/>
                </a:path>
              </a:pathLst>
            </a:custGeom>
            <a:solidFill>
              <a:srgbClr val="856C8E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Moon 42">
              <a:extLst>
                <a:ext uri="{FF2B5EF4-FFF2-40B4-BE49-F238E27FC236}">
                  <a16:creationId xmlns:a16="http://schemas.microsoft.com/office/drawing/2014/main" id="{B6CCF3B2-2001-DBE1-3DEB-3A95B7C89351}"/>
                </a:ext>
              </a:extLst>
            </p:cNvPr>
            <p:cNvSpPr/>
            <p:nvPr/>
          </p:nvSpPr>
          <p:spPr>
            <a:xfrm rot="5400000">
              <a:off x="3971925" y="795340"/>
              <a:ext cx="585784" cy="1852613"/>
            </a:xfrm>
            <a:prstGeom prst="moon">
              <a:avLst>
                <a:gd name="adj" fmla="val 75718"/>
              </a:avLst>
            </a:prstGeom>
            <a:solidFill>
              <a:srgbClr val="A08BA7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2C1AC1C-9508-0D30-354A-85DD9054AED8}"/>
                </a:ext>
              </a:extLst>
            </p:cNvPr>
            <p:cNvSpPr/>
            <p:nvPr/>
          </p:nvSpPr>
          <p:spPr>
            <a:xfrm>
              <a:off x="3200401" y="2014539"/>
              <a:ext cx="2124074" cy="585785"/>
            </a:xfrm>
            <a:prstGeom prst="ellipse">
              <a:avLst/>
            </a:prstGeom>
            <a:solidFill>
              <a:srgbClr val="A08BA7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ardrop 44">
              <a:extLst>
                <a:ext uri="{FF2B5EF4-FFF2-40B4-BE49-F238E27FC236}">
                  <a16:creationId xmlns:a16="http://schemas.microsoft.com/office/drawing/2014/main" id="{64903A90-8573-ADC0-E58C-8C4A8EDF7D41}"/>
                </a:ext>
              </a:extLst>
            </p:cNvPr>
            <p:cNvSpPr/>
            <p:nvPr/>
          </p:nvSpPr>
          <p:spPr>
            <a:xfrm rot="20028372">
              <a:off x="3253304" y="2953764"/>
              <a:ext cx="442779" cy="491658"/>
            </a:xfrm>
            <a:prstGeom prst="teardrop">
              <a:avLst/>
            </a:prstGeom>
            <a:solidFill>
              <a:srgbClr val="CCC2D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ardrop 45">
              <a:extLst>
                <a:ext uri="{FF2B5EF4-FFF2-40B4-BE49-F238E27FC236}">
                  <a16:creationId xmlns:a16="http://schemas.microsoft.com/office/drawing/2014/main" id="{1C06582F-4D89-740B-A1F0-A7243EAE2920}"/>
                </a:ext>
              </a:extLst>
            </p:cNvPr>
            <p:cNvSpPr/>
            <p:nvPr/>
          </p:nvSpPr>
          <p:spPr>
            <a:xfrm rot="18760885">
              <a:off x="4068783" y="2998260"/>
              <a:ext cx="505272" cy="512676"/>
            </a:xfrm>
            <a:prstGeom prst="teardrop">
              <a:avLst/>
            </a:prstGeom>
            <a:solidFill>
              <a:srgbClr val="CCC2D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ardrop 46">
              <a:extLst>
                <a:ext uri="{FF2B5EF4-FFF2-40B4-BE49-F238E27FC236}">
                  <a16:creationId xmlns:a16="http://schemas.microsoft.com/office/drawing/2014/main" id="{8204B6A9-6572-1D84-B341-AD3ABCF697AC}"/>
                </a:ext>
              </a:extLst>
            </p:cNvPr>
            <p:cNvSpPr/>
            <p:nvPr/>
          </p:nvSpPr>
          <p:spPr>
            <a:xfrm rot="20028372">
              <a:off x="3032981" y="3954053"/>
              <a:ext cx="442779" cy="491658"/>
            </a:xfrm>
            <a:prstGeom prst="teardrop">
              <a:avLst/>
            </a:prstGeom>
            <a:solidFill>
              <a:srgbClr val="CCC2D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ardrop 47">
              <a:extLst>
                <a:ext uri="{FF2B5EF4-FFF2-40B4-BE49-F238E27FC236}">
                  <a16:creationId xmlns:a16="http://schemas.microsoft.com/office/drawing/2014/main" id="{3541872F-ABB9-F14A-8BFF-CA25B1DDDD0F}"/>
                </a:ext>
              </a:extLst>
            </p:cNvPr>
            <p:cNvSpPr/>
            <p:nvPr/>
          </p:nvSpPr>
          <p:spPr>
            <a:xfrm rot="18388031">
              <a:off x="4889736" y="2944687"/>
              <a:ext cx="501331" cy="474551"/>
            </a:xfrm>
            <a:prstGeom prst="teardrop">
              <a:avLst/>
            </a:prstGeom>
            <a:solidFill>
              <a:srgbClr val="CCC2D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ardrop 48">
              <a:extLst>
                <a:ext uri="{FF2B5EF4-FFF2-40B4-BE49-F238E27FC236}">
                  <a16:creationId xmlns:a16="http://schemas.microsoft.com/office/drawing/2014/main" id="{52DDC4CC-85FC-AF04-BE4B-CABE3D3CF4DF}"/>
                </a:ext>
              </a:extLst>
            </p:cNvPr>
            <p:cNvSpPr/>
            <p:nvPr/>
          </p:nvSpPr>
          <p:spPr>
            <a:xfrm rot="19842894">
              <a:off x="3765709" y="3981578"/>
              <a:ext cx="434649" cy="512676"/>
            </a:xfrm>
            <a:prstGeom prst="teardrop">
              <a:avLst/>
            </a:prstGeom>
            <a:solidFill>
              <a:srgbClr val="CCC2D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ardrop 49">
              <a:extLst>
                <a:ext uri="{FF2B5EF4-FFF2-40B4-BE49-F238E27FC236}">
                  <a16:creationId xmlns:a16="http://schemas.microsoft.com/office/drawing/2014/main" id="{355AAE89-C47A-412C-126D-6AE407AC3E69}"/>
                </a:ext>
              </a:extLst>
            </p:cNvPr>
            <p:cNvSpPr/>
            <p:nvPr/>
          </p:nvSpPr>
          <p:spPr>
            <a:xfrm rot="18976403">
              <a:off x="4522929" y="3985317"/>
              <a:ext cx="429670" cy="476401"/>
            </a:xfrm>
            <a:prstGeom prst="teardrop">
              <a:avLst/>
            </a:prstGeom>
            <a:solidFill>
              <a:srgbClr val="CCC2D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ardrop 50">
              <a:extLst>
                <a:ext uri="{FF2B5EF4-FFF2-40B4-BE49-F238E27FC236}">
                  <a16:creationId xmlns:a16="http://schemas.microsoft.com/office/drawing/2014/main" id="{A4EFB049-DE9D-5440-CC86-8641BF3CE0B4}"/>
                </a:ext>
              </a:extLst>
            </p:cNvPr>
            <p:cNvSpPr/>
            <p:nvPr/>
          </p:nvSpPr>
          <p:spPr>
            <a:xfrm rot="17392219">
              <a:off x="5140525" y="3962233"/>
              <a:ext cx="518073" cy="381010"/>
            </a:xfrm>
            <a:prstGeom prst="teardrop">
              <a:avLst/>
            </a:prstGeom>
            <a:solidFill>
              <a:srgbClr val="CCC2D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155F1D5-5A95-6E9D-F602-5B411BEF902B}"/>
                </a:ext>
              </a:extLst>
            </p:cNvPr>
            <p:cNvSpPr/>
            <p:nvPr/>
          </p:nvSpPr>
          <p:spPr>
            <a:xfrm rot="20028372">
              <a:off x="3201259" y="2979850"/>
              <a:ext cx="416898" cy="172396"/>
            </a:xfrm>
            <a:custGeom>
              <a:avLst/>
              <a:gdLst>
                <a:gd name="connsiteX0" fmla="*/ 431603 w 431603"/>
                <a:gd name="connsiteY0" fmla="*/ 0 h 172396"/>
                <a:gd name="connsiteX1" fmla="*/ 431603 w 431603"/>
                <a:gd name="connsiteY1" fmla="*/ 19101 h 172396"/>
                <a:gd name="connsiteX2" fmla="*/ 218333 w 431603"/>
                <a:gd name="connsiteY2" fmla="*/ 19100 h 172396"/>
                <a:gd name="connsiteX3" fmla="*/ 21828 w 431603"/>
                <a:gd name="connsiteY3" fmla="*/ 129792 h 172396"/>
                <a:gd name="connsiteX4" fmla="*/ 0 w 431603"/>
                <a:gd name="connsiteY4" fmla="*/ 172396 h 172396"/>
                <a:gd name="connsiteX5" fmla="*/ 6222 w 431603"/>
                <a:gd name="connsiteY5" fmla="*/ 150141 h 172396"/>
                <a:gd name="connsiteX6" fmla="*/ 210214 w 431603"/>
                <a:gd name="connsiteY6" fmla="*/ 0 h 172396"/>
                <a:gd name="connsiteX7" fmla="*/ 431603 w 431603"/>
                <a:gd name="connsiteY7" fmla="*/ 0 h 17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1603" h="172396">
                  <a:moveTo>
                    <a:pt x="431603" y="0"/>
                  </a:moveTo>
                  <a:lnTo>
                    <a:pt x="431603" y="19101"/>
                  </a:lnTo>
                  <a:lnTo>
                    <a:pt x="218333" y="19100"/>
                  </a:lnTo>
                  <a:cubicBezTo>
                    <a:pt x="136534" y="19101"/>
                    <a:pt x="64414" y="63009"/>
                    <a:pt x="21828" y="129792"/>
                  </a:cubicBezTo>
                  <a:lnTo>
                    <a:pt x="0" y="172396"/>
                  </a:lnTo>
                  <a:lnTo>
                    <a:pt x="6222" y="150141"/>
                  </a:lnTo>
                  <a:cubicBezTo>
                    <a:pt x="39831" y="61909"/>
                    <a:pt x="118511" y="0"/>
                    <a:pt x="210214" y="0"/>
                  </a:cubicBezTo>
                  <a:lnTo>
                    <a:pt x="431603" y="0"/>
                  </a:lnTo>
                  <a:close/>
                </a:path>
              </a:pathLst>
            </a:custGeom>
            <a:solidFill>
              <a:srgbClr val="D7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18D6E99-E21C-22C2-B052-BD92D58CEA48}"/>
                </a:ext>
              </a:extLst>
            </p:cNvPr>
            <p:cNvSpPr/>
            <p:nvPr/>
          </p:nvSpPr>
          <p:spPr>
            <a:xfrm rot="18760885">
              <a:off x="3976350" y="3064178"/>
              <a:ext cx="476232" cy="202511"/>
            </a:xfrm>
            <a:custGeom>
              <a:avLst/>
              <a:gdLst>
                <a:gd name="connsiteX0" fmla="*/ 501115 w 501115"/>
                <a:gd name="connsiteY0" fmla="*/ 1 h 214500"/>
                <a:gd name="connsiteX1" fmla="*/ 501115 w 501115"/>
                <a:gd name="connsiteY1" fmla="*/ 30179 h 214500"/>
                <a:gd name="connsiteX2" fmla="*/ 254013 w 501115"/>
                <a:gd name="connsiteY2" fmla="*/ 30179 h 214500"/>
                <a:gd name="connsiteX3" fmla="*/ 8941 w 501115"/>
                <a:gd name="connsiteY3" fmla="*/ 186738 h 214500"/>
                <a:gd name="connsiteX4" fmla="*/ 0 w 501115"/>
                <a:gd name="connsiteY4" fmla="*/ 214500 h 214500"/>
                <a:gd name="connsiteX5" fmla="*/ 975 w 501115"/>
                <a:gd name="connsiteY5" fmla="*/ 204677 h 214500"/>
                <a:gd name="connsiteX6" fmla="*/ 248479 w 501115"/>
                <a:gd name="connsiteY6" fmla="*/ 0 h 214500"/>
                <a:gd name="connsiteX7" fmla="*/ 501115 w 501115"/>
                <a:gd name="connsiteY7" fmla="*/ 1 h 2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1115" h="214500">
                  <a:moveTo>
                    <a:pt x="501115" y="1"/>
                  </a:moveTo>
                  <a:lnTo>
                    <a:pt x="501115" y="30179"/>
                  </a:lnTo>
                  <a:lnTo>
                    <a:pt x="254013" y="30179"/>
                  </a:lnTo>
                  <a:cubicBezTo>
                    <a:pt x="143843" y="30179"/>
                    <a:pt x="49318" y="94735"/>
                    <a:pt x="8941" y="186738"/>
                  </a:cubicBezTo>
                  <a:lnTo>
                    <a:pt x="0" y="214500"/>
                  </a:lnTo>
                  <a:lnTo>
                    <a:pt x="975" y="204677"/>
                  </a:lnTo>
                  <a:cubicBezTo>
                    <a:pt x="24533" y="87868"/>
                    <a:pt x="126393" y="0"/>
                    <a:pt x="248479" y="0"/>
                  </a:cubicBezTo>
                  <a:lnTo>
                    <a:pt x="501115" y="1"/>
                  </a:lnTo>
                  <a:close/>
                </a:path>
              </a:pathLst>
            </a:custGeom>
            <a:solidFill>
              <a:srgbClr val="D7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2766904-0533-2E7D-8789-16A8DB954798}"/>
                </a:ext>
              </a:extLst>
            </p:cNvPr>
            <p:cNvSpPr/>
            <p:nvPr/>
          </p:nvSpPr>
          <p:spPr>
            <a:xfrm rot="18388031">
              <a:off x="4837454" y="2982300"/>
              <a:ext cx="476154" cy="312842"/>
            </a:xfrm>
            <a:custGeom>
              <a:avLst/>
              <a:gdLst>
                <a:gd name="connsiteX0" fmla="*/ 501332 w 501332"/>
                <a:gd name="connsiteY0" fmla="*/ 0 h 312842"/>
                <a:gd name="connsiteX1" fmla="*/ 501332 w 501332"/>
                <a:gd name="connsiteY1" fmla="*/ 31589 h 312842"/>
                <a:gd name="connsiteX2" fmla="*/ 260176 w 501332"/>
                <a:gd name="connsiteY2" fmla="*/ 31591 h 312842"/>
                <a:gd name="connsiteX3" fmla="*/ 9510 w 501332"/>
                <a:gd name="connsiteY3" fmla="*/ 268866 h 312842"/>
                <a:gd name="connsiteX4" fmla="*/ 9509 w 501332"/>
                <a:gd name="connsiteY4" fmla="*/ 268866 h 312842"/>
                <a:gd name="connsiteX5" fmla="*/ 14192 w 501332"/>
                <a:gd name="connsiteY5" fmla="*/ 312842 h 312842"/>
                <a:gd name="connsiteX6" fmla="*/ 5092 w 501332"/>
                <a:gd name="connsiteY6" fmla="*/ 285095 h 312842"/>
                <a:gd name="connsiteX7" fmla="*/ 0 w 501332"/>
                <a:gd name="connsiteY7" fmla="*/ 237276 h 312842"/>
                <a:gd name="connsiteX8" fmla="*/ 1 w 501332"/>
                <a:gd name="connsiteY8" fmla="*/ 237276 h 312842"/>
                <a:gd name="connsiteX9" fmla="*/ 250667 w 501332"/>
                <a:gd name="connsiteY9" fmla="*/ 1 h 312842"/>
                <a:gd name="connsiteX10" fmla="*/ 501332 w 501332"/>
                <a:gd name="connsiteY10" fmla="*/ 0 h 312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1332" h="312842">
                  <a:moveTo>
                    <a:pt x="501332" y="0"/>
                  </a:moveTo>
                  <a:lnTo>
                    <a:pt x="501332" y="31589"/>
                  </a:lnTo>
                  <a:lnTo>
                    <a:pt x="260176" y="31591"/>
                  </a:lnTo>
                  <a:cubicBezTo>
                    <a:pt x="121737" y="31590"/>
                    <a:pt x="9510" y="137822"/>
                    <a:pt x="9510" y="268866"/>
                  </a:cubicBezTo>
                  <a:lnTo>
                    <a:pt x="9509" y="268866"/>
                  </a:lnTo>
                  <a:lnTo>
                    <a:pt x="14192" y="312842"/>
                  </a:lnTo>
                  <a:lnTo>
                    <a:pt x="5092" y="285095"/>
                  </a:lnTo>
                  <a:cubicBezTo>
                    <a:pt x="1754" y="269649"/>
                    <a:pt x="0" y="253656"/>
                    <a:pt x="0" y="237276"/>
                  </a:cubicBezTo>
                  <a:lnTo>
                    <a:pt x="1" y="237276"/>
                  </a:lnTo>
                  <a:cubicBezTo>
                    <a:pt x="1" y="106233"/>
                    <a:pt x="112228" y="1"/>
                    <a:pt x="250667" y="1"/>
                  </a:cubicBezTo>
                  <a:lnTo>
                    <a:pt x="501332" y="0"/>
                  </a:lnTo>
                  <a:close/>
                </a:path>
              </a:pathLst>
            </a:custGeom>
            <a:solidFill>
              <a:srgbClr val="D7D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6651BFA-23BB-D108-DAC9-997BA0C3B974}"/>
              </a:ext>
            </a:extLst>
          </p:cNvPr>
          <p:cNvGrpSpPr/>
          <p:nvPr/>
        </p:nvGrpSpPr>
        <p:grpSpPr>
          <a:xfrm>
            <a:off x="4764717" y="1081319"/>
            <a:ext cx="3308411" cy="5609762"/>
            <a:chOff x="3032981" y="414954"/>
            <a:chExt cx="3308411" cy="5609762"/>
          </a:xfrm>
          <a:solidFill>
            <a:schemeClr val="bg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77FD2E4-BD4A-3174-CA2A-F9F6A31BA7A9}"/>
                </a:ext>
              </a:extLst>
            </p:cNvPr>
            <p:cNvSpPr/>
            <p:nvPr/>
          </p:nvSpPr>
          <p:spPr>
            <a:xfrm>
              <a:off x="4061589" y="414954"/>
              <a:ext cx="2279803" cy="5609762"/>
            </a:xfrm>
            <a:custGeom>
              <a:avLst/>
              <a:gdLst>
                <a:gd name="connsiteX0" fmla="*/ 1075256 w 2279803"/>
                <a:gd name="connsiteY0" fmla="*/ 1842 h 5609762"/>
                <a:gd name="connsiteX1" fmla="*/ 2253823 w 2279803"/>
                <a:gd name="connsiteY1" fmla="*/ 880794 h 5609762"/>
                <a:gd name="connsiteX2" fmla="*/ 2267518 w 2279803"/>
                <a:gd name="connsiteY2" fmla="*/ 961063 h 5609762"/>
                <a:gd name="connsiteX3" fmla="*/ 2270496 w 2279803"/>
                <a:gd name="connsiteY3" fmla="*/ 965480 h 5609762"/>
                <a:gd name="connsiteX4" fmla="*/ 2279803 w 2279803"/>
                <a:gd name="connsiteY4" fmla="*/ 1011579 h 5609762"/>
                <a:gd name="connsiteX5" fmla="*/ 2279803 w 2279803"/>
                <a:gd name="connsiteY5" fmla="*/ 5491329 h 5609762"/>
                <a:gd name="connsiteX6" fmla="*/ 2161370 w 2279803"/>
                <a:gd name="connsiteY6" fmla="*/ 5609762 h 5609762"/>
                <a:gd name="connsiteX7" fmla="*/ 2104298 w 2279803"/>
                <a:gd name="connsiteY7" fmla="*/ 5609762 h 5609762"/>
                <a:gd name="connsiteX8" fmla="*/ 1985865 w 2279803"/>
                <a:gd name="connsiteY8" fmla="*/ 5491329 h 5609762"/>
                <a:gd name="connsiteX9" fmla="*/ 1985865 w 2279803"/>
                <a:gd name="connsiteY9" fmla="*/ 1020527 h 5609762"/>
                <a:gd name="connsiteX10" fmla="*/ 1972336 w 2279803"/>
                <a:gd name="connsiteY10" fmla="*/ 942002 h 5609762"/>
                <a:gd name="connsiteX11" fmla="*/ 1091920 w 2279803"/>
                <a:gd name="connsiteY11" fmla="*/ 289403 h 5609762"/>
                <a:gd name="connsiteX12" fmla="*/ 288042 w 2279803"/>
                <a:gd name="connsiteY12" fmla="*/ 1120904 h 5609762"/>
                <a:gd name="connsiteX13" fmla="*/ 0 w 2279803"/>
                <a:gd name="connsiteY13" fmla="*/ 1120904 h 5609762"/>
                <a:gd name="connsiteX14" fmla="*/ 1075256 w 2279803"/>
                <a:gd name="connsiteY14" fmla="*/ 1842 h 560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79803" h="5609762">
                  <a:moveTo>
                    <a:pt x="1075256" y="1842"/>
                  </a:moveTo>
                  <a:cubicBezTo>
                    <a:pt x="1639417" y="-29759"/>
                    <a:pt x="2135654" y="348498"/>
                    <a:pt x="2253823" y="880794"/>
                  </a:cubicBezTo>
                  <a:lnTo>
                    <a:pt x="2267518" y="961063"/>
                  </a:lnTo>
                  <a:lnTo>
                    <a:pt x="2270496" y="965480"/>
                  </a:lnTo>
                  <a:cubicBezTo>
                    <a:pt x="2276489" y="979649"/>
                    <a:pt x="2279803" y="995227"/>
                    <a:pt x="2279803" y="1011579"/>
                  </a:cubicBezTo>
                  <a:lnTo>
                    <a:pt x="2279803" y="5491329"/>
                  </a:lnTo>
                  <a:cubicBezTo>
                    <a:pt x="2279803" y="5556738"/>
                    <a:pt x="2226779" y="5609762"/>
                    <a:pt x="2161370" y="5609762"/>
                  </a:cubicBezTo>
                  <a:lnTo>
                    <a:pt x="2104298" y="5609762"/>
                  </a:lnTo>
                  <a:cubicBezTo>
                    <a:pt x="2038889" y="5609762"/>
                    <a:pt x="1985865" y="5556738"/>
                    <a:pt x="1985865" y="5491329"/>
                  </a:cubicBezTo>
                  <a:lnTo>
                    <a:pt x="1985865" y="1020527"/>
                  </a:lnTo>
                  <a:lnTo>
                    <a:pt x="1972336" y="942002"/>
                  </a:lnTo>
                  <a:cubicBezTo>
                    <a:pt x="1883837" y="546828"/>
                    <a:pt x="1513246" y="266076"/>
                    <a:pt x="1091920" y="289403"/>
                  </a:cubicBezTo>
                  <a:cubicBezTo>
                    <a:pt x="640780" y="314381"/>
                    <a:pt x="288042" y="679240"/>
                    <a:pt x="288042" y="1120904"/>
                  </a:cubicBezTo>
                  <a:lnTo>
                    <a:pt x="0" y="1120904"/>
                  </a:lnTo>
                  <a:cubicBezTo>
                    <a:pt x="0" y="526629"/>
                    <a:pt x="471764" y="35646"/>
                    <a:pt x="1075256" y="1842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Moon 56">
              <a:extLst>
                <a:ext uri="{FF2B5EF4-FFF2-40B4-BE49-F238E27FC236}">
                  <a16:creationId xmlns:a16="http://schemas.microsoft.com/office/drawing/2014/main" id="{3D3FBA3E-636A-AE2C-5170-8ACD223A5D42}"/>
                </a:ext>
              </a:extLst>
            </p:cNvPr>
            <p:cNvSpPr/>
            <p:nvPr/>
          </p:nvSpPr>
          <p:spPr>
            <a:xfrm rot="5400000">
              <a:off x="3971925" y="795340"/>
              <a:ext cx="585784" cy="1852613"/>
            </a:xfrm>
            <a:prstGeom prst="moon">
              <a:avLst>
                <a:gd name="adj" fmla="val 75718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A5DC815-1C9F-019A-F282-46CDACB396A5}"/>
                </a:ext>
              </a:extLst>
            </p:cNvPr>
            <p:cNvSpPr/>
            <p:nvPr/>
          </p:nvSpPr>
          <p:spPr>
            <a:xfrm>
              <a:off x="3200401" y="2014539"/>
              <a:ext cx="2124074" cy="585785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ardrop 58">
              <a:extLst>
                <a:ext uri="{FF2B5EF4-FFF2-40B4-BE49-F238E27FC236}">
                  <a16:creationId xmlns:a16="http://schemas.microsoft.com/office/drawing/2014/main" id="{082CFE19-0B9C-DEC9-AC84-F45B98612C14}"/>
                </a:ext>
              </a:extLst>
            </p:cNvPr>
            <p:cNvSpPr/>
            <p:nvPr/>
          </p:nvSpPr>
          <p:spPr>
            <a:xfrm rot="20028372">
              <a:off x="3253304" y="2953764"/>
              <a:ext cx="442779" cy="491658"/>
            </a:xfrm>
            <a:prstGeom prst="teardrop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ardrop 59">
              <a:extLst>
                <a:ext uri="{FF2B5EF4-FFF2-40B4-BE49-F238E27FC236}">
                  <a16:creationId xmlns:a16="http://schemas.microsoft.com/office/drawing/2014/main" id="{0933BF0F-3A8B-1145-4825-014EB5BBE655}"/>
                </a:ext>
              </a:extLst>
            </p:cNvPr>
            <p:cNvSpPr/>
            <p:nvPr/>
          </p:nvSpPr>
          <p:spPr>
            <a:xfrm rot="18760885">
              <a:off x="4068783" y="2998260"/>
              <a:ext cx="505272" cy="512676"/>
            </a:xfrm>
            <a:prstGeom prst="teardrop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ardrop 60">
              <a:extLst>
                <a:ext uri="{FF2B5EF4-FFF2-40B4-BE49-F238E27FC236}">
                  <a16:creationId xmlns:a16="http://schemas.microsoft.com/office/drawing/2014/main" id="{AB3690C8-1949-E068-D8C6-E75313D23649}"/>
                </a:ext>
              </a:extLst>
            </p:cNvPr>
            <p:cNvSpPr/>
            <p:nvPr/>
          </p:nvSpPr>
          <p:spPr>
            <a:xfrm rot="20028372">
              <a:off x="3032981" y="3954053"/>
              <a:ext cx="442779" cy="491658"/>
            </a:xfrm>
            <a:prstGeom prst="teardrop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ardrop 61">
              <a:extLst>
                <a:ext uri="{FF2B5EF4-FFF2-40B4-BE49-F238E27FC236}">
                  <a16:creationId xmlns:a16="http://schemas.microsoft.com/office/drawing/2014/main" id="{2A271E9B-F6C4-0C00-CEC0-89ECFC5AD40D}"/>
                </a:ext>
              </a:extLst>
            </p:cNvPr>
            <p:cNvSpPr/>
            <p:nvPr/>
          </p:nvSpPr>
          <p:spPr>
            <a:xfrm rot="18388031">
              <a:off x="4889736" y="2944687"/>
              <a:ext cx="501331" cy="474551"/>
            </a:xfrm>
            <a:prstGeom prst="teardrop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ardrop 62">
              <a:extLst>
                <a:ext uri="{FF2B5EF4-FFF2-40B4-BE49-F238E27FC236}">
                  <a16:creationId xmlns:a16="http://schemas.microsoft.com/office/drawing/2014/main" id="{BA441444-B92E-12DB-4D31-094F7F99C56B}"/>
                </a:ext>
              </a:extLst>
            </p:cNvPr>
            <p:cNvSpPr/>
            <p:nvPr/>
          </p:nvSpPr>
          <p:spPr>
            <a:xfrm rot="19842894">
              <a:off x="3765709" y="3981578"/>
              <a:ext cx="434649" cy="512676"/>
            </a:xfrm>
            <a:prstGeom prst="teardrop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ardrop 63">
              <a:extLst>
                <a:ext uri="{FF2B5EF4-FFF2-40B4-BE49-F238E27FC236}">
                  <a16:creationId xmlns:a16="http://schemas.microsoft.com/office/drawing/2014/main" id="{47731CBC-8F5A-ACE4-53F1-6FDCD4F7BE6F}"/>
                </a:ext>
              </a:extLst>
            </p:cNvPr>
            <p:cNvSpPr/>
            <p:nvPr/>
          </p:nvSpPr>
          <p:spPr>
            <a:xfrm rot="18976403">
              <a:off x="4522929" y="3985317"/>
              <a:ext cx="429670" cy="476401"/>
            </a:xfrm>
            <a:prstGeom prst="teardrop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ardrop 64">
              <a:extLst>
                <a:ext uri="{FF2B5EF4-FFF2-40B4-BE49-F238E27FC236}">
                  <a16:creationId xmlns:a16="http://schemas.microsoft.com/office/drawing/2014/main" id="{E1FEA112-2860-2E08-6F48-F5BBD676AE02}"/>
                </a:ext>
              </a:extLst>
            </p:cNvPr>
            <p:cNvSpPr/>
            <p:nvPr/>
          </p:nvSpPr>
          <p:spPr>
            <a:xfrm rot="17392219">
              <a:off x="5140525" y="3962233"/>
              <a:ext cx="518073" cy="381010"/>
            </a:xfrm>
            <a:prstGeom prst="teardrop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71AA004-A326-32AF-2B7E-F3E64AC3B164}"/>
                </a:ext>
              </a:extLst>
            </p:cNvPr>
            <p:cNvSpPr/>
            <p:nvPr/>
          </p:nvSpPr>
          <p:spPr>
            <a:xfrm rot="20028372">
              <a:off x="3201259" y="2979850"/>
              <a:ext cx="416898" cy="172396"/>
            </a:xfrm>
            <a:custGeom>
              <a:avLst/>
              <a:gdLst>
                <a:gd name="connsiteX0" fmla="*/ 431603 w 431603"/>
                <a:gd name="connsiteY0" fmla="*/ 0 h 172396"/>
                <a:gd name="connsiteX1" fmla="*/ 431603 w 431603"/>
                <a:gd name="connsiteY1" fmla="*/ 19101 h 172396"/>
                <a:gd name="connsiteX2" fmla="*/ 218333 w 431603"/>
                <a:gd name="connsiteY2" fmla="*/ 19100 h 172396"/>
                <a:gd name="connsiteX3" fmla="*/ 21828 w 431603"/>
                <a:gd name="connsiteY3" fmla="*/ 129792 h 172396"/>
                <a:gd name="connsiteX4" fmla="*/ 0 w 431603"/>
                <a:gd name="connsiteY4" fmla="*/ 172396 h 172396"/>
                <a:gd name="connsiteX5" fmla="*/ 6222 w 431603"/>
                <a:gd name="connsiteY5" fmla="*/ 150141 h 172396"/>
                <a:gd name="connsiteX6" fmla="*/ 210214 w 431603"/>
                <a:gd name="connsiteY6" fmla="*/ 0 h 172396"/>
                <a:gd name="connsiteX7" fmla="*/ 431603 w 431603"/>
                <a:gd name="connsiteY7" fmla="*/ 0 h 17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1603" h="172396">
                  <a:moveTo>
                    <a:pt x="431603" y="0"/>
                  </a:moveTo>
                  <a:lnTo>
                    <a:pt x="431603" y="19101"/>
                  </a:lnTo>
                  <a:lnTo>
                    <a:pt x="218333" y="19100"/>
                  </a:lnTo>
                  <a:cubicBezTo>
                    <a:pt x="136534" y="19101"/>
                    <a:pt x="64414" y="63009"/>
                    <a:pt x="21828" y="129792"/>
                  </a:cubicBezTo>
                  <a:lnTo>
                    <a:pt x="0" y="172396"/>
                  </a:lnTo>
                  <a:lnTo>
                    <a:pt x="6222" y="150141"/>
                  </a:lnTo>
                  <a:cubicBezTo>
                    <a:pt x="39831" y="61909"/>
                    <a:pt x="118511" y="0"/>
                    <a:pt x="210214" y="0"/>
                  </a:cubicBezTo>
                  <a:lnTo>
                    <a:pt x="431603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C25E2B2-EC6B-FDDD-5D2C-B2D7996BD74A}"/>
                </a:ext>
              </a:extLst>
            </p:cNvPr>
            <p:cNvSpPr/>
            <p:nvPr/>
          </p:nvSpPr>
          <p:spPr>
            <a:xfrm rot="18760885">
              <a:off x="3976350" y="3064178"/>
              <a:ext cx="476232" cy="202511"/>
            </a:xfrm>
            <a:custGeom>
              <a:avLst/>
              <a:gdLst>
                <a:gd name="connsiteX0" fmla="*/ 501115 w 501115"/>
                <a:gd name="connsiteY0" fmla="*/ 1 h 214500"/>
                <a:gd name="connsiteX1" fmla="*/ 501115 w 501115"/>
                <a:gd name="connsiteY1" fmla="*/ 30179 h 214500"/>
                <a:gd name="connsiteX2" fmla="*/ 254013 w 501115"/>
                <a:gd name="connsiteY2" fmla="*/ 30179 h 214500"/>
                <a:gd name="connsiteX3" fmla="*/ 8941 w 501115"/>
                <a:gd name="connsiteY3" fmla="*/ 186738 h 214500"/>
                <a:gd name="connsiteX4" fmla="*/ 0 w 501115"/>
                <a:gd name="connsiteY4" fmla="*/ 214500 h 214500"/>
                <a:gd name="connsiteX5" fmla="*/ 975 w 501115"/>
                <a:gd name="connsiteY5" fmla="*/ 204677 h 214500"/>
                <a:gd name="connsiteX6" fmla="*/ 248479 w 501115"/>
                <a:gd name="connsiteY6" fmla="*/ 0 h 214500"/>
                <a:gd name="connsiteX7" fmla="*/ 501115 w 501115"/>
                <a:gd name="connsiteY7" fmla="*/ 1 h 2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1115" h="214500">
                  <a:moveTo>
                    <a:pt x="501115" y="1"/>
                  </a:moveTo>
                  <a:lnTo>
                    <a:pt x="501115" y="30179"/>
                  </a:lnTo>
                  <a:lnTo>
                    <a:pt x="254013" y="30179"/>
                  </a:lnTo>
                  <a:cubicBezTo>
                    <a:pt x="143843" y="30179"/>
                    <a:pt x="49318" y="94735"/>
                    <a:pt x="8941" y="186738"/>
                  </a:cubicBezTo>
                  <a:lnTo>
                    <a:pt x="0" y="214500"/>
                  </a:lnTo>
                  <a:lnTo>
                    <a:pt x="975" y="204677"/>
                  </a:lnTo>
                  <a:cubicBezTo>
                    <a:pt x="24533" y="87868"/>
                    <a:pt x="126393" y="0"/>
                    <a:pt x="248479" y="0"/>
                  </a:cubicBezTo>
                  <a:lnTo>
                    <a:pt x="501115" y="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C5D357A-BE37-1C66-15AF-6C7A95150274}"/>
                </a:ext>
              </a:extLst>
            </p:cNvPr>
            <p:cNvSpPr/>
            <p:nvPr/>
          </p:nvSpPr>
          <p:spPr>
            <a:xfrm rot="18388031">
              <a:off x="4837454" y="2982300"/>
              <a:ext cx="476154" cy="312842"/>
            </a:xfrm>
            <a:custGeom>
              <a:avLst/>
              <a:gdLst>
                <a:gd name="connsiteX0" fmla="*/ 501332 w 501332"/>
                <a:gd name="connsiteY0" fmla="*/ 0 h 312842"/>
                <a:gd name="connsiteX1" fmla="*/ 501332 w 501332"/>
                <a:gd name="connsiteY1" fmla="*/ 31589 h 312842"/>
                <a:gd name="connsiteX2" fmla="*/ 260176 w 501332"/>
                <a:gd name="connsiteY2" fmla="*/ 31591 h 312842"/>
                <a:gd name="connsiteX3" fmla="*/ 9510 w 501332"/>
                <a:gd name="connsiteY3" fmla="*/ 268866 h 312842"/>
                <a:gd name="connsiteX4" fmla="*/ 9509 w 501332"/>
                <a:gd name="connsiteY4" fmla="*/ 268866 h 312842"/>
                <a:gd name="connsiteX5" fmla="*/ 14192 w 501332"/>
                <a:gd name="connsiteY5" fmla="*/ 312842 h 312842"/>
                <a:gd name="connsiteX6" fmla="*/ 5092 w 501332"/>
                <a:gd name="connsiteY6" fmla="*/ 285095 h 312842"/>
                <a:gd name="connsiteX7" fmla="*/ 0 w 501332"/>
                <a:gd name="connsiteY7" fmla="*/ 237276 h 312842"/>
                <a:gd name="connsiteX8" fmla="*/ 1 w 501332"/>
                <a:gd name="connsiteY8" fmla="*/ 237276 h 312842"/>
                <a:gd name="connsiteX9" fmla="*/ 250667 w 501332"/>
                <a:gd name="connsiteY9" fmla="*/ 1 h 312842"/>
                <a:gd name="connsiteX10" fmla="*/ 501332 w 501332"/>
                <a:gd name="connsiteY10" fmla="*/ 0 h 312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1332" h="312842">
                  <a:moveTo>
                    <a:pt x="501332" y="0"/>
                  </a:moveTo>
                  <a:lnTo>
                    <a:pt x="501332" y="31589"/>
                  </a:lnTo>
                  <a:lnTo>
                    <a:pt x="260176" y="31591"/>
                  </a:lnTo>
                  <a:cubicBezTo>
                    <a:pt x="121737" y="31590"/>
                    <a:pt x="9510" y="137822"/>
                    <a:pt x="9510" y="268866"/>
                  </a:cubicBezTo>
                  <a:lnTo>
                    <a:pt x="9509" y="268866"/>
                  </a:lnTo>
                  <a:lnTo>
                    <a:pt x="14192" y="312842"/>
                  </a:lnTo>
                  <a:lnTo>
                    <a:pt x="5092" y="285095"/>
                  </a:lnTo>
                  <a:cubicBezTo>
                    <a:pt x="1754" y="269649"/>
                    <a:pt x="0" y="253656"/>
                    <a:pt x="0" y="237276"/>
                  </a:cubicBezTo>
                  <a:lnTo>
                    <a:pt x="1" y="237276"/>
                  </a:lnTo>
                  <a:cubicBezTo>
                    <a:pt x="1" y="106233"/>
                    <a:pt x="112228" y="1"/>
                    <a:pt x="250667" y="1"/>
                  </a:cubicBezTo>
                  <a:lnTo>
                    <a:pt x="50133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7416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E3A8307-B531-B3E5-4BA0-7501D26AD8D1}"/>
              </a:ext>
            </a:extLst>
          </p:cNvPr>
          <p:cNvGrpSpPr/>
          <p:nvPr/>
        </p:nvGrpSpPr>
        <p:grpSpPr>
          <a:xfrm>
            <a:off x="1889576" y="5084762"/>
            <a:ext cx="4711700" cy="1347788"/>
            <a:chOff x="1889576" y="5084762"/>
            <a:chExt cx="4711700" cy="1347788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F7E7442C-3CA5-7C67-F35C-A517D9A50EA2}"/>
                </a:ext>
              </a:extLst>
            </p:cNvPr>
            <p:cNvSpPr/>
            <p:nvPr/>
          </p:nvSpPr>
          <p:spPr>
            <a:xfrm rot="10800000">
              <a:off x="1947673" y="5480050"/>
              <a:ext cx="4601855" cy="952500"/>
            </a:xfrm>
            <a:custGeom>
              <a:avLst/>
              <a:gdLst>
                <a:gd name="connsiteX0" fmla="*/ 425452 w 3895725"/>
                <a:gd name="connsiteY0" fmla="*/ 0 h 876300"/>
                <a:gd name="connsiteX1" fmla="*/ 3470273 w 3895725"/>
                <a:gd name="connsiteY1" fmla="*/ 0 h 876300"/>
                <a:gd name="connsiteX2" fmla="*/ 3895725 w 3895725"/>
                <a:gd name="connsiteY2" fmla="*/ 425452 h 876300"/>
                <a:gd name="connsiteX3" fmla="*/ 3895725 w 3895725"/>
                <a:gd name="connsiteY3" fmla="*/ 876300 h 876300"/>
                <a:gd name="connsiteX4" fmla="*/ 3895725 w 3895725"/>
                <a:gd name="connsiteY4" fmla="*/ 876300 h 876300"/>
                <a:gd name="connsiteX5" fmla="*/ 0 w 3895725"/>
                <a:gd name="connsiteY5" fmla="*/ 876300 h 876300"/>
                <a:gd name="connsiteX6" fmla="*/ 0 w 3895725"/>
                <a:gd name="connsiteY6" fmla="*/ 876300 h 876300"/>
                <a:gd name="connsiteX7" fmla="*/ 0 w 3895725"/>
                <a:gd name="connsiteY7" fmla="*/ 425452 h 876300"/>
                <a:gd name="connsiteX8" fmla="*/ 425452 w 3895725"/>
                <a:gd name="connsiteY8" fmla="*/ 0 h 876300"/>
                <a:gd name="connsiteX0" fmla="*/ 425452 w 4238625"/>
                <a:gd name="connsiteY0" fmla="*/ 0 h 881062"/>
                <a:gd name="connsiteX1" fmla="*/ 3470273 w 4238625"/>
                <a:gd name="connsiteY1" fmla="*/ 0 h 881062"/>
                <a:gd name="connsiteX2" fmla="*/ 3895725 w 4238625"/>
                <a:gd name="connsiteY2" fmla="*/ 425452 h 881062"/>
                <a:gd name="connsiteX3" fmla="*/ 3895725 w 4238625"/>
                <a:gd name="connsiteY3" fmla="*/ 876300 h 881062"/>
                <a:gd name="connsiteX4" fmla="*/ 4238625 w 4238625"/>
                <a:gd name="connsiteY4" fmla="*/ 881062 h 881062"/>
                <a:gd name="connsiteX5" fmla="*/ 0 w 4238625"/>
                <a:gd name="connsiteY5" fmla="*/ 876300 h 881062"/>
                <a:gd name="connsiteX6" fmla="*/ 0 w 4238625"/>
                <a:gd name="connsiteY6" fmla="*/ 876300 h 881062"/>
                <a:gd name="connsiteX7" fmla="*/ 0 w 4238625"/>
                <a:gd name="connsiteY7" fmla="*/ 425452 h 881062"/>
                <a:gd name="connsiteX8" fmla="*/ 425452 w 4238625"/>
                <a:gd name="connsiteY8" fmla="*/ 0 h 881062"/>
                <a:gd name="connsiteX0" fmla="*/ 425452 w 4238625"/>
                <a:gd name="connsiteY0" fmla="*/ 0 h 881062"/>
                <a:gd name="connsiteX1" fmla="*/ 3470273 w 4238625"/>
                <a:gd name="connsiteY1" fmla="*/ 0 h 881062"/>
                <a:gd name="connsiteX2" fmla="*/ 3895725 w 4238625"/>
                <a:gd name="connsiteY2" fmla="*/ 425452 h 881062"/>
                <a:gd name="connsiteX3" fmla="*/ 4238625 w 4238625"/>
                <a:gd name="connsiteY3" fmla="*/ 881062 h 881062"/>
                <a:gd name="connsiteX4" fmla="*/ 0 w 4238625"/>
                <a:gd name="connsiteY4" fmla="*/ 876300 h 881062"/>
                <a:gd name="connsiteX5" fmla="*/ 0 w 4238625"/>
                <a:gd name="connsiteY5" fmla="*/ 876300 h 881062"/>
                <a:gd name="connsiteX6" fmla="*/ 0 w 4238625"/>
                <a:gd name="connsiteY6" fmla="*/ 425452 h 881062"/>
                <a:gd name="connsiteX7" fmla="*/ 425452 w 4238625"/>
                <a:gd name="connsiteY7" fmla="*/ 0 h 881062"/>
                <a:gd name="connsiteX0" fmla="*/ 425452 w 4452229"/>
                <a:gd name="connsiteY0" fmla="*/ 0 h 881062"/>
                <a:gd name="connsiteX1" fmla="*/ 3470273 w 4452229"/>
                <a:gd name="connsiteY1" fmla="*/ 0 h 881062"/>
                <a:gd name="connsiteX2" fmla="*/ 4238625 w 4452229"/>
                <a:gd name="connsiteY2" fmla="*/ 881062 h 881062"/>
                <a:gd name="connsiteX3" fmla="*/ 0 w 4452229"/>
                <a:gd name="connsiteY3" fmla="*/ 876300 h 881062"/>
                <a:gd name="connsiteX4" fmla="*/ 0 w 4452229"/>
                <a:gd name="connsiteY4" fmla="*/ 876300 h 881062"/>
                <a:gd name="connsiteX5" fmla="*/ 0 w 4452229"/>
                <a:gd name="connsiteY5" fmla="*/ 425452 h 881062"/>
                <a:gd name="connsiteX6" fmla="*/ 425452 w 4452229"/>
                <a:gd name="connsiteY6" fmla="*/ 0 h 881062"/>
                <a:gd name="connsiteX0" fmla="*/ 425452 w 4422380"/>
                <a:gd name="connsiteY0" fmla="*/ 0 h 881062"/>
                <a:gd name="connsiteX1" fmla="*/ 3470273 w 4422380"/>
                <a:gd name="connsiteY1" fmla="*/ 0 h 881062"/>
                <a:gd name="connsiteX2" fmla="*/ 4238625 w 4422380"/>
                <a:gd name="connsiteY2" fmla="*/ 881062 h 881062"/>
                <a:gd name="connsiteX3" fmla="*/ 0 w 4422380"/>
                <a:gd name="connsiteY3" fmla="*/ 876300 h 881062"/>
                <a:gd name="connsiteX4" fmla="*/ 0 w 4422380"/>
                <a:gd name="connsiteY4" fmla="*/ 876300 h 881062"/>
                <a:gd name="connsiteX5" fmla="*/ 0 w 4422380"/>
                <a:gd name="connsiteY5" fmla="*/ 425452 h 881062"/>
                <a:gd name="connsiteX6" fmla="*/ 425452 w 4422380"/>
                <a:gd name="connsiteY6" fmla="*/ 0 h 881062"/>
                <a:gd name="connsiteX0" fmla="*/ 425452 w 4421820"/>
                <a:gd name="connsiteY0" fmla="*/ 31 h 881093"/>
                <a:gd name="connsiteX1" fmla="*/ 3470273 w 4421820"/>
                <a:gd name="connsiteY1" fmla="*/ 31 h 881093"/>
                <a:gd name="connsiteX2" fmla="*/ 4238625 w 4421820"/>
                <a:gd name="connsiteY2" fmla="*/ 881093 h 881093"/>
                <a:gd name="connsiteX3" fmla="*/ 0 w 4421820"/>
                <a:gd name="connsiteY3" fmla="*/ 876331 h 881093"/>
                <a:gd name="connsiteX4" fmla="*/ 0 w 4421820"/>
                <a:gd name="connsiteY4" fmla="*/ 876331 h 881093"/>
                <a:gd name="connsiteX5" fmla="*/ 0 w 4421820"/>
                <a:gd name="connsiteY5" fmla="*/ 425483 h 881093"/>
                <a:gd name="connsiteX6" fmla="*/ 425452 w 4421820"/>
                <a:gd name="connsiteY6" fmla="*/ 31 h 881093"/>
                <a:gd name="connsiteX0" fmla="*/ 425452 w 4420157"/>
                <a:gd name="connsiteY0" fmla="*/ 0 h 881062"/>
                <a:gd name="connsiteX1" fmla="*/ 3470273 w 4420157"/>
                <a:gd name="connsiteY1" fmla="*/ 0 h 881062"/>
                <a:gd name="connsiteX2" fmla="*/ 4238625 w 4420157"/>
                <a:gd name="connsiteY2" fmla="*/ 881062 h 881062"/>
                <a:gd name="connsiteX3" fmla="*/ 0 w 4420157"/>
                <a:gd name="connsiteY3" fmla="*/ 876300 h 881062"/>
                <a:gd name="connsiteX4" fmla="*/ 0 w 4420157"/>
                <a:gd name="connsiteY4" fmla="*/ 876300 h 881062"/>
                <a:gd name="connsiteX5" fmla="*/ 0 w 4420157"/>
                <a:gd name="connsiteY5" fmla="*/ 425452 h 881062"/>
                <a:gd name="connsiteX6" fmla="*/ 425452 w 4420157"/>
                <a:gd name="connsiteY6" fmla="*/ 0 h 881062"/>
                <a:gd name="connsiteX0" fmla="*/ 425452 w 4252605"/>
                <a:gd name="connsiteY0" fmla="*/ 0 h 881062"/>
                <a:gd name="connsiteX1" fmla="*/ 3470273 w 4252605"/>
                <a:gd name="connsiteY1" fmla="*/ 0 h 881062"/>
                <a:gd name="connsiteX2" fmla="*/ 4238625 w 4252605"/>
                <a:gd name="connsiteY2" fmla="*/ 881062 h 881062"/>
                <a:gd name="connsiteX3" fmla="*/ 0 w 4252605"/>
                <a:gd name="connsiteY3" fmla="*/ 876300 h 881062"/>
                <a:gd name="connsiteX4" fmla="*/ 0 w 4252605"/>
                <a:gd name="connsiteY4" fmla="*/ 876300 h 881062"/>
                <a:gd name="connsiteX5" fmla="*/ 0 w 4252605"/>
                <a:gd name="connsiteY5" fmla="*/ 425452 h 881062"/>
                <a:gd name="connsiteX6" fmla="*/ 425452 w 4252605"/>
                <a:gd name="connsiteY6" fmla="*/ 0 h 881062"/>
                <a:gd name="connsiteX0" fmla="*/ 425452 w 4252605"/>
                <a:gd name="connsiteY0" fmla="*/ 0 h 881062"/>
                <a:gd name="connsiteX1" fmla="*/ 3470273 w 4252605"/>
                <a:gd name="connsiteY1" fmla="*/ 0 h 881062"/>
                <a:gd name="connsiteX2" fmla="*/ 4238625 w 4252605"/>
                <a:gd name="connsiteY2" fmla="*/ 881062 h 881062"/>
                <a:gd name="connsiteX3" fmla="*/ 0 w 4252605"/>
                <a:gd name="connsiteY3" fmla="*/ 876300 h 881062"/>
                <a:gd name="connsiteX4" fmla="*/ 0 w 4252605"/>
                <a:gd name="connsiteY4" fmla="*/ 876300 h 881062"/>
                <a:gd name="connsiteX5" fmla="*/ 425452 w 4252605"/>
                <a:gd name="connsiteY5" fmla="*/ 0 h 881062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0 w 4595505"/>
                <a:gd name="connsiteY3" fmla="*/ 901700 h 901700"/>
                <a:gd name="connsiteX4" fmla="*/ 768352 w 4595505"/>
                <a:gd name="connsiteY4" fmla="*/ 0 h 901700"/>
                <a:gd name="connsiteX0" fmla="*/ 774702 w 4601855"/>
                <a:gd name="connsiteY0" fmla="*/ 0 h 933450"/>
                <a:gd name="connsiteX1" fmla="*/ 3819523 w 4601855"/>
                <a:gd name="connsiteY1" fmla="*/ 0 h 933450"/>
                <a:gd name="connsiteX2" fmla="*/ 4587875 w 4601855"/>
                <a:gd name="connsiteY2" fmla="*/ 881062 h 933450"/>
                <a:gd name="connsiteX3" fmla="*/ 0 w 4601855"/>
                <a:gd name="connsiteY3" fmla="*/ 933450 h 933450"/>
                <a:gd name="connsiteX4" fmla="*/ 774702 w 4601855"/>
                <a:gd name="connsiteY4" fmla="*/ 0 h 933450"/>
                <a:gd name="connsiteX0" fmla="*/ 774702 w 4601855"/>
                <a:gd name="connsiteY0" fmla="*/ 0 h 952500"/>
                <a:gd name="connsiteX1" fmla="*/ 3819523 w 4601855"/>
                <a:gd name="connsiteY1" fmla="*/ 0 h 952500"/>
                <a:gd name="connsiteX2" fmla="*/ 4587875 w 4601855"/>
                <a:gd name="connsiteY2" fmla="*/ 881062 h 952500"/>
                <a:gd name="connsiteX3" fmla="*/ 0 w 4601855"/>
                <a:gd name="connsiteY3" fmla="*/ 952500 h 952500"/>
                <a:gd name="connsiteX4" fmla="*/ 774702 w 4601855"/>
                <a:gd name="connsiteY4" fmla="*/ 0 h 952500"/>
                <a:gd name="connsiteX0" fmla="*/ 774702 w 4601855"/>
                <a:gd name="connsiteY0" fmla="*/ 0 h 952500"/>
                <a:gd name="connsiteX1" fmla="*/ 3819523 w 4601855"/>
                <a:gd name="connsiteY1" fmla="*/ 0 h 952500"/>
                <a:gd name="connsiteX2" fmla="*/ 4587875 w 4601855"/>
                <a:gd name="connsiteY2" fmla="*/ 881062 h 952500"/>
                <a:gd name="connsiteX3" fmla="*/ 0 w 4601855"/>
                <a:gd name="connsiteY3" fmla="*/ 952500 h 952500"/>
                <a:gd name="connsiteX4" fmla="*/ 774702 w 4601855"/>
                <a:gd name="connsiteY4" fmla="*/ 0 h 952500"/>
                <a:gd name="connsiteX0" fmla="*/ 774702 w 4601855"/>
                <a:gd name="connsiteY0" fmla="*/ 0 h 952500"/>
                <a:gd name="connsiteX1" fmla="*/ 3819523 w 4601855"/>
                <a:gd name="connsiteY1" fmla="*/ 0 h 952500"/>
                <a:gd name="connsiteX2" fmla="*/ 4587875 w 4601855"/>
                <a:gd name="connsiteY2" fmla="*/ 881062 h 952500"/>
                <a:gd name="connsiteX3" fmla="*/ 0 w 4601855"/>
                <a:gd name="connsiteY3" fmla="*/ 952500 h 952500"/>
                <a:gd name="connsiteX4" fmla="*/ 774702 w 4601855"/>
                <a:gd name="connsiteY4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1855" h="952500">
                  <a:moveTo>
                    <a:pt x="774702" y="0"/>
                  </a:moveTo>
                  <a:cubicBezTo>
                    <a:pt x="1948392" y="95250"/>
                    <a:pt x="2607733" y="88900"/>
                    <a:pt x="3819523" y="0"/>
                  </a:cubicBezTo>
                  <a:cubicBezTo>
                    <a:pt x="4212165" y="18257"/>
                    <a:pt x="4690004" y="766762"/>
                    <a:pt x="4587875" y="881062"/>
                  </a:cubicBezTo>
                  <a:lnTo>
                    <a:pt x="0" y="952500"/>
                  </a:lnTo>
                  <a:cubicBezTo>
                    <a:pt x="148167" y="467783"/>
                    <a:pt x="436035" y="2117"/>
                    <a:pt x="774702" y="0"/>
                  </a:cubicBezTo>
                  <a:close/>
                </a:path>
              </a:pathLst>
            </a:custGeom>
            <a:solidFill>
              <a:srgbClr val="856C8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7D7D897-DEE8-D199-D6B5-48FCD67B36DE}"/>
                </a:ext>
              </a:extLst>
            </p:cNvPr>
            <p:cNvSpPr/>
            <p:nvPr/>
          </p:nvSpPr>
          <p:spPr>
            <a:xfrm>
              <a:off x="1889576" y="5084762"/>
              <a:ext cx="4711700" cy="790575"/>
            </a:xfrm>
            <a:prstGeom prst="ellipse">
              <a:avLst/>
            </a:prstGeom>
            <a:solidFill>
              <a:srgbClr val="A08BA7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579331B-EFB3-2E9F-8467-30DCA0E76651}"/>
                </a:ext>
              </a:extLst>
            </p:cNvPr>
            <p:cNvSpPr/>
            <p:nvPr/>
          </p:nvSpPr>
          <p:spPr>
            <a:xfrm>
              <a:off x="2698190" y="5219697"/>
              <a:ext cx="3225541" cy="655640"/>
            </a:xfrm>
            <a:custGeom>
              <a:avLst/>
              <a:gdLst>
                <a:gd name="connsiteX0" fmla="*/ 1553618 w 3225541"/>
                <a:gd name="connsiteY0" fmla="*/ 538 h 655640"/>
                <a:gd name="connsiteX1" fmla="*/ 3216943 w 3225541"/>
                <a:gd name="connsiteY1" fmla="*/ 504004 h 655640"/>
                <a:gd name="connsiteX2" fmla="*/ 3225541 w 3225541"/>
                <a:gd name="connsiteY2" fmla="*/ 535042 h 655640"/>
                <a:gd name="connsiteX3" fmla="*/ 3199427 w 3225541"/>
                <a:gd name="connsiteY3" fmla="*/ 539863 h 655640"/>
                <a:gd name="connsiteX4" fmla="*/ 1533589 w 3225541"/>
                <a:gd name="connsiteY4" fmla="*/ 655640 h 655640"/>
                <a:gd name="connsiteX5" fmla="*/ 35050 w 3225541"/>
                <a:gd name="connsiteY5" fmla="*/ 565376 h 655640"/>
                <a:gd name="connsiteX6" fmla="*/ 0 w 3225541"/>
                <a:gd name="connsiteY6" fmla="*/ 560031 h 655640"/>
                <a:gd name="connsiteX7" fmla="*/ 2271 w 3225541"/>
                <a:gd name="connsiteY7" fmla="*/ 494814 h 655640"/>
                <a:gd name="connsiteX8" fmla="*/ 1553618 w 3225541"/>
                <a:gd name="connsiteY8" fmla="*/ 538 h 655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5541" h="655640">
                  <a:moveTo>
                    <a:pt x="1553618" y="538"/>
                  </a:moveTo>
                  <a:cubicBezTo>
                    <a:pt x="2303910" y="11462"/>
                    <a:pt x="3072865" y="188676"/>
                    <a:pt x="3216943" y="504004"/>
                  </a:cubicBezTo>
                  <a:lnTo>
                    <a:pt x="3225541" y="535042"/>
                  </a:lnTo>
                  <a:lnTo>
                    <a:pt x="3199427" y="539863"/>
                  </a:lnTo>
                  <a:cubicBezTo>
                    <a:pt x="2773102" y="611396"/>
                    <a:pt x="2184139" y="655640"/>
                    <a:pt x="1533589" y="655640"/>
                  </a:cubicBezTo>
                  <a:cubicBezTo>
                    <a:pt x="964358" y="655640"/>
                    <a:pt x="442280" y="621766"/>
                    <a:pt x="35050" y="565376"/>
                  </a:cubicBezTo>
                  <a:lnTo>
                    <a:pt x="0" y="560031"/>
                  </a:lnTo>
                  <a:lnTo>
                    <a:pt x="2271" y="494814"/>
                  </a:lnTo>
                  <a:cubicBezTo>
                    <a:pt x="71697" y="144981"/>
                    <a:pt x="803326" y="-10385"/>
                    <a:pt x="1553618" y="538"/>
                  </a:cubicBezTo>
                  <a:close/>
                </a:path>
              </a:pathLst>
            </a:custGeom>
            <a:solidFill>
              <a:srgbClr val="CCC2D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95390B8-1AFC-964A-EFE9-57F760929828}"/>
              </a:ext>
            </a:extLst>
          </p:cNvPr>
          <p:cNvGrpSpPr/>
          <p:nvPr/>
        </p:nvGrpSpPr>
        <p:grpSpPr>
          <a:xfrm>
            <a:off x="3070676" y="3212306"/>
            <a:ext cx="4711700" cy="1347788"/>
            <a:chOff x="1889576" y="5084762"/>
            <a:chExt cx="4711700" cy="1347788"/>
          </a:xfrm>
        </p:grpSpPr>
        <p:sp>
          <p:nvSpPr>
            <p:cNvPr id="28" name="Rectangle: Top Corners Rounded 2">
              <a:extLst>
                <a:ext uri="{FF2B5EF4-FFF2-40B4-BE49-F238E27FC236}">
                  <a16:creationId xmlns:a16="http://schemas.microsoft.com/office/drawing/2014/main" id="{22B0846B-C10E-B50E-DBF9-F69A47FD6DCC}"/>
                </a:ext>
              </a:extLst>
            </p:cNvPr>
            <p:cNvSpPr/>
            <p:nvPr/>
          </p:nvSpPr>
          <p:spPr>
            <a:xfrm rot="10800000">
              <a:off x="1947673" y="5480050"/>
              <a:ext cx="4601855" cy="952500"/>
            </a:xfrm>
            <a:custGeom>
              <a:avLst/>
              <a:gdLst>
                <a:gd name="connsiteX0" fmla="*/ 425452 w 3895725"/>
                <a:gd name="connsiteY0" fmla="*/ 0 h 876300"/>
                <a:gd name="connsiteX1" fmla="*/ 3470273 w 3895725"/>
                <a:gd name="connsiteY1" fmla="*/ 0 h 876300"/>
                <a:gd name="connsiteX2" fmla="*/ 3895725 w 3895725"/>
                <a:gd name="connsiteY2" fmla="*/ 425452 h 876300"/>
                <a:gd name="connsiteX3" fmla="*/ 3895725 w 3895725"/>
                <a:gd name="connsiteY3" fmla="*/ 876300 h 876300"/>
                <a:gd name="connsiteX4" fmla="*/ 3895725 w 3895725"/>
                <a:gd name="connsiteY4" fmla="*/ 876300 h 876300"/>
                <a:gd name="connsiteX5" fmla="*/ 0 w 3895725"/>
                <a:gd name="connsiteY5" fmla="*/ 876300 h 876300"/>
                <a:gd name="connsiteX6" fmla="*/ 0 w 3895725"/>
                <a:gd name="connsiteY6" fmla="*/ 876300 h 876300"/>
                <a:gd name="connsiteX7" fmla="*/ 0 w 3895725"/>
                <a:gd name="connsiteY7" fmla="*/ 425452 h 876300"/>
                <a:gd name="connsiteX8" fmla="*/ 425452 w 3895725"/>
                <a:gd name="connsiteY8" fmla="*/ 0 h 876300"/>
                <a:gd name="connsiteX0" fmla="*/ 425452 w 4238625"/>
                <a:gd name="connsiteY0" fmla="*/ 0 h 881062"/>
                <a:gd name="connsiteX1" fmla="*/ 3470273 w 4238625"/>
                <a:gd name="connsiteY1" fmla="*/ 0 h 881062"/>
                <a:gd name="connsiteX2" fmla="*/ 3895725 w 4238625"/>
                <a:gd name="connsiteY2" fmla="*/ 425452 h 881062"/>
                <a:gd name="connsiteX3" fmla="*/ 3895725 w 4238625"/>
                <a:gd name="connsiteY3" fmla="*/ 876300 h 881062"/>
                <a:gd name="connsiteX4" fmla="*/ 4238625 w 4238625"/>
                <a:gd name="connsiteY4" fmla="*/ 881062 h 881062"/>
                <a:gd name="connsiteX5" fmla="*/ 0 w 4238625"/>
                <a:gd name="connsiteY5" fmla="*/ 876300 h 881062"/>
                <a:gd name="connsiteX6" fmla="*/ 0 w 4238625"/>
                <a:gd name="connsiteY6" fmla="*/ 876300 h 881062"/>
                <a:gd name="connsiteX7" fmla="*/ 0 w 4238625"/>
                <a:gd name="connsiteY7" fmla="*/ 425452 h 881062"/>
                <a:gd name="connsiteX8" fmla="*/ 425452 w 4238625"/>
                <a:gd name="connsiteY8" fmla="*/ 0 h 881062"/>
                <a:gd name="connsiteX0" fmla="*/ 425452 w 4238625"/>
                <a:gd name="connsiteY0" fmla="*/ 0 h 881062"/>
                <a:gd name="connsiteX1" fmla="*/ 3470273 w 4238625"/>
                <a:gd name="connsiteY1" fmla="*/ 0 h 881062"/>
                <a:gd name="connsiteX2" fmla="*/ 3895725 w 4238625"/>
                <a:gd name="connsiteY2" fmla="*/ 425452 h 881062"/>
                <a:gd name="connsiteX3" fmla="*/ 4238625 w 4238625"/>
                <a:gd name="connsiteY3" fmla="*/ 881062 h 881062"/>
                <a:gd name="connsiteX4" fmla="*/ 0 w 4238625"/>
                <a:gd name="connsiteY4" fmla="*/ 876300 h 881062"/>
                <a:gd name="connsiteX5" fmla="*/ 0 w 4238625"/>
                <a:gd name="connsiteY5" fmla="*/ 876300 h 881062"/>
                <a:gd name="connsiteX6" fmla="*/ 0 w 4238625"/>
                <a:gd name="connsiteY6" fmla="*/ 425452 h 881062"/>
                <a:gd name="connsiteX7" fmla="*/ 425452 w 4238625"/>
                <a:gd name="connsiteY7" fmla="*/ 0 h 881062"/>
                <a:gd name="connsiteX0" fmla="*/ 425452 w 4452229"/>
                <a:gd name="connsiteY0" fmla="*/ 0 h 881062"/>
                <a:gd name="connsiteX1" fmla="*/ 3470273 w 4452229"/>
                <a:gd name="connsiteY1" fmla="*/ 0 h 881062"/>
                <a:gd name="connsiteX2" fmla="*/ 4238625 w 4452229"/>
                <a:gd name="connsiteY2" fmla="*/ 881062 h 881062"/>
                <a:gd name="connsiteX3" fmla="*/ 0 w 4452229"/>
                <a:gd name="connsiteY3" fmla="*/ 876300 h 881062"/>
                <a:gd name="connsiteX4" fmla="*/ 0 w 4452229"/>
                <a:gd name="connsiteY4" fmla="*/ 876300 h 881062"/>
                <a:gd name="connsiteX5" fmla="*/ 0 w 4452229"/>
                <a:gd name="connsiteY5" fmla="*/ 425452 h 881062"/>
                <a:gd name="connsiteX6" fmla="*/ 425452 w 4452229"/>
                <a:gd name="connsiteY6" fmla="*/ 0 h 881062"/>
                <a:gd name="connsiteX0" fmla="*/ 425452 w 4422380"/>
                <a:gd name="connsiteY0" fmla="*/ 0 h 881062"/>
                <a:gd name="connsiteX1" fmla="*/ 3470273 w 4422380"/>
                <a:gd name="connsiteY1" fmla="*/ 0 h 881062"/>
                <a:gd name="connsiteX2" fmla="*/ 4238625 w 4422380"/>
                <a:gd name="connsiteY2" fmla="*/ 881062 h 881062"/>
                <a:gd name="connsiteX3" fmla="*/ 0 w 4422380"/>
                <a:gd name="connsiteY3" fmla="*/ 876300 h 881062"/>
                <a:gd name="connsiteX4" fmla="*/ 0 w 4422380"/>
                <a:gd name="connsiteY4" fmla="*/ 876300 h 881062"/>
                <a:gd name="connsiteX5" fmla="*/ 0 w 4422380"/>
                <a:gd name="connsiteY5" fmla="*/ 425452 h 881062"/>
                <a:gd name="connsiteX6" fmla="*/ 425452 w 4422380"/>
                <a:gd name="connsiteY6" fmla="*/ 0 h 881062"/>
                <a:gd name="connsiteX0" fmla="*/ 425452 w 4421820"/>
                <a:gd name="connsiteY0" fmla="*/ 31 h 881093"/>
                <a:gd name="connsiteX1" fmla="*/ 3470273 w 4421820"/>
                <a:gd name="connsiteY1" fmla="*/ 31 h 881093"/>
                <a:gd name="connsiteX2" fmla="*/ 4238625 w 4421820"/>
                <a:gd name="connsiteY2" fmla="*/ 881093 h 881093"/>
                <a:gd name="connsiteX3" fmla="*/ 0 w 4421820"/>
                <a:gd name="connsiteY3" fmla="*/ 876331 h 881093"/>
                <a:gd name="connsiteX4" fmla="*/ 0 w 4421820"/>
                <a:gd name="connsiteY4" fmla="*/ 876331 h 881093"/>
                <a:gd name="connsiteX5" fmla="*/ 0 w 4421820"/>
                <a:gd name="connsiteY5" fmla="*/ 425483 h 881093"/>
                <a:gd name="connsiteX6" fmla="*/ 425452 w 4421820"/>
                <a:gd name="connsiteY6" fmla="*/ 31 h 881093"/>
                <a:gd name="connsiteX0" fmla="*/ 425452 w 4420157"/>
                <a:gd name="connsiteY0" fmla="*/ 0 h 881062"/>
                <a:gd name="connsiteX1" fmla="*/ 3470273 w 4420157"/>
                <a:gd name="connsiteY1" fmla="*/ 0 h 881062"/>
                <a:gd name="connsiteX2" fmla="*/ 4238625 w 4420157"/>
                <a:gd name="connsiteY2" fmla="*/ 881062 h 881062"/>
                <a:gd name="connsiteX3" fmla="*/ 0 w 4420157"/>
                <a:gd name="connsiteY3" fmla="*/ 876300 h 881062"/>
                <a:gd name="connsiteX4" fmla="*/ 0 w 4420157"/>
                <a:gd name="connsiteY4" fmla="*/ 876300 h 881062"/>
                <a:gd name="connsiteX5" fmla="*/ 0 w 4420157"/>
                <a:gd name="connsiteY5" fmla="*/ 425452 h 881062"/>
                <a:gd name="connsiteX6" fmla="*/ 425452 w 4420157"/>
                <a:gd name="connsiteY6" fmla="*/ 0 h 881062"/>
                <a:gd name="connsiteX0" fmla="*/ 425452 w 4252605"/>
                <a:gd name="connsiteY0" fmla="*/ 0 h 881062"/>
                <a:gd name="connsiteX1" fmla="*/ 3470273 w 4252605"/>
                <a:gd name="connsiteY1" fmla="*/ 0 h 881062"/>
                <a:gd name="connsiteX2" fmla="*/ 4238625 w 4252605"/>
                <a:gd name="connsiteY2" fmla="*/ 881062 h 881062"/>
                <a:gd name="connsiteX3" fmla="*/ 0 w 4252605"/>
                <a:gd name="connsiteY3" fmla="*/ 876300 h 881062"/>
                <a:gd name="connsiteX4" fmla="*/ 0 w 4252605"/>
                <a:gd name="connsiteY4" fmla="*/ 876300 h 881062"/>
                <a:gd name="connsiteX5" fmla="*/ 0 w 4252605"/>
                <a:gd name="connsiteY5" fmla="*/ 425452 h 881062"/>
                <a:gd name="connsiteX6" fmla="*/ 425452 w 4252605"/>
                <a:gd name="connsiteY6" fmla="*/ 0 h 881062"/>
                <a:gd name="connsiteX0" fmla="*/ 425452 w 4252605"/>
                <a:gd name="connsiteY0" fmla="*/ 0 h 881062"/>
                <a:gd name="connsiteX1" fmla="*/ 3470273 w 4252605"/>
                <a:gd name="connsiteY1" fmla="*/ 0 h 881062"/>
                <a:gd name="connsiteX2" fmla="*/ 4238625 w 4252605"/>
                <a:gd name="connsiteY2" fmla="*/ 881062 h 881062"/>
                <a:gd name="connsiteX3" fmla="*/ 0 w 4252605"/>
                <a:gd name="connsiteY3" fmla="*/ 876300 h 881062"/>
                <a:gd name="connsiteX4" fmla="*/ 0 w 4252605"/>
                <a:gd name="connsiteY4" fmla="*/ 876300 h 881062"/>
                <a:gd name="connsiteX5" fmla="*/ 425452 w 4252605"/>
                <a:gd name="connsiteY5" fmla="*/ 0 h 881062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0 w 4595505"/>
                <a:gd name="connsiteY3" fmla="*/ 901700 h 901700"/>
                <a:gd name="connsiteX4" fmla="*/ 768352 w 4595505"/>
                <a:gd name="connsiteY4" fmla="*/ 0 h 901700"/>
                <a:gd name="connsiteX0" fmla="*/ 774702 w 4601855"/>
                <a:gd name="connsiteY0" fmla="*/ 0 h 933450"/>
                <a:gd name="connsiteX1" fmla="*/ 3819523 w 4601855"/>
                <a:gd name="connsiteY1" fmla="*/ 0 h 933450"/>
                <a:gd name="connsiteX2" fmla="*/ 4587875 w 4601855"/>
                <a:gd name="connsiteY2" fmla="*/ 881062 h 933450"/>
                <a:gd name="connsiteX3" fmla="*/ 0 w 4601855"/>
                <a:gd name="connsiteY3" fmla="*/ 933450 h 933450"/>
                <a:gd name="connsiteX4" fmla="*/ 774702 w 4601855"/>
                <a:gd name="connsiteY4" fmla="*/ 0 h 933450"/>
                <a:gd name="connsiteX0" fmla="*/ 774702 w 4601855"/>
                <a:gd name="connsiteY0" fmla="*/ 0 h 952500"/>
                <a:gd name="connsiteX1" fmla="*/ 3819523 w 4601855"/>
                <a:gd name="connsiteY1" fmla="*/ 0 h 952500"/>
                <a:gd name="connsiteX2" fmla="*/ 4587875 w 4601855"/>
                <a:gd name="connsiteY2" fmla="*/ 881062 h 952500"/>
                <a:gd name="connsiteX3" fmla="*/ 0 w 4601855"/>
                <a:gd name="connsiteY3" fmla="*/ 952500 h 952500"/>
                <a:gd name="connsiteX4" fmla="*/ 774702 w 4601855"/>
                <a:gd name="connsiteY4" fmla="*/ 0 h 952500"/>
                <a:gd name="connsiteX0" fmla="*/ 774702 w 4601855"/>
                <a:gd name="connsiteY0" fmla="*/ 0 h 952500"/>
                <a:gd name="connsiteX1" fmla="*/ 3819523 w 4601855"/>
                <a:gd name="connsiteY1" fmla="*/ 0 h 952500"/>
                <a:gd name="connsiteX2" fmla="*/ 4587875 w 4601855"/>
                <a:gd name="connsiteY2" fmla="*/ 881062 h 952500"/>
                <a:gd name="connsiteX3" fmla="*/ 0 w 4601855"/>
                <a:gd name="connsiteY3" fmla="*/ 952500 h 952500"/>
                <a:gd name="connsiteX4" fmla="*/ 774702 w 4601855"/>
                <a:gd name="connsiteY4" fmla="*/ 0 h 952500"/>
                <a:gd name="connsiteX0" fmla="*/ 774702 w 4601855"/>
                <a:gd name="connsiteY0" fmla="*/ 0 h 952500"/>
                <a:gd name="connsiteX1" fmla="*/ 3819523 w 4601855"/>
                <a:gd name="connsiteY1" fmla="*/ 0 h 952500"/>
                <a:gd name="connsiteX2" fmla="*/ 4587875 w 4601855"/>
                <a:gd name="connsiteY2" fmla="*/ 881062 h 952500"/>
                <a:gd name="connsiteX3" fmla="*/ 0 w 4601855"/>
                <a:gd name="connsiteY3" fmla="*/ 952500 h 952500"/>
                <a:gd name="connsiteX4" fmla="*/ 774702 w 4601855"/>
                <a:gd name="connsiteY4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1855" h="952500">
                  <a:moveTo>
                    <a:pt x="774702" y="0"/>
                  </a:moveTo>
                  <a:cubicBezTo>
                    <a:pt x="1948392" y="95250"/>
                    <a:pt x="2607733" y="88900"/>
                    <a:pt x="3819523" y="0"/>
                  </a:cubicBezTo>
                  <a:cubicBezTo>
                    <a:pt x="4212165" y="18257"/>
                    <a:pt x="4690004" y="766762"/>
                    <a:pt x="4587875" y="881062"/>
                  </a:cubicBezTo>
                  <a:lnTo>
                    <a:pt x="0" y="952500"/>
                  </a:lnTo>
                  <a:cubicBezTo>
                    <a:pt x="148167" y="467783"/>
                    <a:pt x="436035" y="2117"/>
                    <a:pt x="774702" y="0"/>
                  </a:cubicBezTo>
                  <a:close/>
                </a:path>
              </a:pathLst>
            </a:custGeom>
            <a:solidFill>
              <a:srgbClr val="856C8E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81E5933-970B-F4FD-23D5-F5F1C460DB97}"/>
                </a:ext>
              </a:extLst>
            </p:cNvPr>
            <p:cNvSpPr/>
            <p:nvPr/>
          </p:nvSpPr>
          <p:spPr>
            <a:xfrm>
              <a:off x="1889576" y="5084762"/>
              <a:ext cx="4711700" cy="790575"/>
            </a:xfrm>
            <a:prstGeom prst="ellipse">
              <a:avLst/>
            </a:prstGeom>
            <a:solidFill>
              <a:srgbClr val="A08BA7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C5A3937-C91C-BC6E-D994-F30075EE34EA}"/>
                </a:ext>
              </a:extLst>
            </p:cNvPr>
            <p:cNvSpPr/>
            <p:nvPr/>
          </p:nvSpPr>
          <p:spPr>
            <a:xfrm>
              <a:off x="2698190" y="5219697"/>
              <a:ext cx="3225541" cy="655640"/>
            </a:xfrm>
            <a:custGeom>
              <a:avLst/>
              <a:gdLst>
                <a:gd name="connsiteX0" fmla="*/ 1553618 w 3225541"/>
                <a:gd name="connsiteY0" fmla="*/ 538 h 655640"/>
                <a:gd name="connsiteX1" fmla="*/ 3216943 w 3225541"/>
                <a:gd name="connsiteY1" fmla="*/ 504004 h 655640"/>
                <a:gd name="connsiteX2" fmla="*/ 3225541 w 3225541"/>
                <a:gd name="connsiteY2" fmla="*/ 535042 h 655640"/>
                <a:gd name="connsiteX3" fmla="*/ 3199427 w 3225541"/>
                <a:gd name="connsiteY3" fmla="*/ 539863 h 655640"/>
                <a:gd name="connsiteX4" fmla="*/ 1533589 w 3225541"/>
                <a:gd name="connsiteY4" fmla="*/ 655640 h 655640"/>
                <a:gd name="connsiteX5" fmla="*/ 35050 w 3225541"/>
                <a:gd name="connsiteY5" fmla="*/ 565376 h 655640"/>
                <a:gd name="connsiteX6" fmla="*/ 0 w 3225541"/>
                <a:gd name="connsiteY6" fmla="*/ 560031 h 655640"/>
                <a:gd name="connsiteX7" fmla="*/ 2271 w 3225541"/>
                <a:gd name="connsiteY7" fmla="*/ 494814 h 655640"/>
                <a:gd name="connsiteX8" fmla="*/ 1553618 w 3225541"/>
                <a:gd name="connsiteY8" fmla="*/ 538 h 655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5541" h="655640">
                  <a:moveTo>
                    <a:pt x="1553618" y="538"/>
                  </a:moveTo>
                  <a:cubicBezTo>
                    <a:pt x="2303910" y="11462"/>
                    <a:pt x="3072865" y="188676"/>
                    <a:pt x="3216943" y="504004"/>
                  </a:cubicBezTo>
                  <a:lnTo>
                    <a:pt x="3225541" y="535042"/>
                  </a:lnTo>
                  <a:lnTo>
                    <a:pt x="3199427" y="539863"/>
                  </a:lnTo>
                  <a:cubicBezTo>
                    <a:pt x="2773102" y="611396"/>
                    <a:pt x="2184139" y="655640"/>
                    <a:pt x="1533589" y="655640"/>
                  </a:cubicBezTo>
                  <a:cubicBezTo>
                    <a:pt x="964358" y="655640"/>
                    <a:pt x="442280" y="621766"/>
                    <a:pt x="35050" y="565376"/>
                  </a:cubicBezTo>
                  <a:lnTo>
                    <a:pt x="0" y="560031"/>
                  </a:lnTo>
                  <a:lnTo>
                    <a:pt x="2271" y="494814"/>
                  </a:lnTo>
                  <a:cubicBezTo>
                    <a:pt x="71697" y="144981"/>
                    <a:pt x="803326" y="-10385"/>
                    <a:pt x="1553618" y="538"/>
                  </a:cubicBezTo>
                  <a:close/>
                </a:path>
              </a:pathLst>
            </a:custGeom>
            <a:solidFill>
              <a:srgbClr val="CCC2D0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D886D5D-E92A-D9AD-FED9-91D235D0D9E3}"/>
              </a:ext>
            </a:extLst>
          </p:cNvPr>
          <p:cNvGrpSpPr/>
          <p:nvPr/>
        </p:nvGrpSpPr>
        <p:grpSpPr>
          <a:xfrm>
            <a:off x="-129724" y="2803523"/>
            <a:ext cx="4711700" cy="1347788"/>
            <a:chOff x="1889576" y="5084762"/>
            <a:chExt cx="4711700" cy="1347788"/>
          </a:xfrm>
          <a:solidFill>
            <a:schemeClr val="bg1"/>
          </a:solidFill>
        </p:grpSpPr>
        <p:sp>
          <p:nvSpPr>
            <p:cNvPr id="32" name="Rectangle: Top Corners Rounded 2">
              <a:extLst>
                <a:ext uri="{FF2B5EF4-FFF2-40B4-BE49-F238E27FC236}">
                  <a16:creationId xmlns:a16="http://schemas.microsoft.com/office/drawing/2014/main" id="{C381F9A0-9900-BA38-EE71-AD3B52D15944}"/>
                </a:ext>
              </a:extLst>
            </p:cNvPr>
            <p:cNvSpPr/>
            <p:nvPr/>
          </p:nvSpPr>
          <p:spPr>
            <a:xfrm rot="10800000">
              <a:off x="1947673" y="5480050"/>
              <a:ext cx="4601855" cy="952500"/>
            </a:xfrm>
            <a:custGeom>
              <a:avLst/>
              <a:gdLst>
                <a:gd name="connsiteX0" fmla="*/ 425452 w 3895725"/>
                <a:gd name="connsiteY0" fmla="*/ 0 h 876300"/>
                <a:gd name="connsiteX1" fmla="*/ 3470273 w 3895725"/>
                <a:gd name="connsiteY1" fmla="*/ 0 h 876300"/>
                <a:gd name="connsiteX2" fmla="*/ 3895725 w 3895725"/>
                <a:gd name="connsiteY2" fmla="*/ 425452 h 876300"/>
                <a:gd name="connsiteX3" fmla="*/ 3895725 w 3895725"/>
                <a:gd name="connsiteY3" fmla="*/ 876300 h 876300"/>
                <a:gd name="connsiteX4" fmla="*/ 3895725 w 3895725"/>
                <a:gd name="connsiteY4" fmla="*/ 876300 h 876300"/>
                <a:gd name="connsiteX5" fmla="*/ 0 w 3895725"/>
                <a:gd name="connsiteY5" fmla="*/ 876300 h 876300"/>
                <a:gd name="connsiteX6" fmla="*/ 0 w 3895725"/>
                <a:gd name="connsiteY6" fmla="*/ 876300 h 876300"/>
                <a:gd name="connsiteX7" fmla="*/ 0 w 3895725"/>
                <a:gd name="connsiteY7" fmla="*/ 425452 h 876300"/>
                <a:gd name="connsiteX8" fmla="*/ 425452 w 3895725"/>
                <a:gd name="connsiteY8" fmla="*/ 0 h 876300"/>
                <a:gd name="connsiteX0" fmla="*/ 425452 w 4238625"/>
                <a:gd name="connsiteY0" fmla="*/ 0 h 881062"/>
                <a:gd name="connsiteX1" fmla="*/ 3470273 w 4238625"/>
                <a:gd name="connsiteY1" fmla="*/ 0 h 881062"/>
                <a:gd name="connsiteX2" fmla="*/ 3895725 w 4238625"/>
                <a:gd name="connsiteY2" fmla="*/ 425452 h 881062"/>
                <a:gd name="connsiteX3" fmla="*/ 3895725 w 4238625"/>
                <a:gd name="connsiteY3" fmla="*/ 876300 h 881062"/>
                <a:gd name="connsiteX4" fmla="*/ 4238625 w 4238625"/>
                <a:gd name="connsiteY4" fmla="*/ 881062 h 881062"/>
                <a:gd name="connsiteX5" fmla="*/ 0 w 4238625"/>
                <a:gd name="connsiteY5" fmla="*/ 876300 h 881062"/>
                <a:gd name="connsiteX6" fmla="*/ 0 w 4238625"/>
                <a:gd name="connsiteY6" fmla="*/ 876300 h 881062"/>
                <a:gd name="connsiteX7" fmla="*/ 0 w 4238625"/>
                <a:gd name="connsiteY7" fmla="*/ 425452 h 881062"/>
                <a:gd name="connsiteX8" fmla="*/ 425452 w 4238625"/>
                <a:gd name="connsiteY8" fmla="*/ 0 h 881062"/>
                <a:gd name="connsiteX0" fmla="*/ 425452 w 4238625"/>
                <a:gd name="connsiteY0" fmla="*/ 0 h 881062"/>
                <a:gd name="connsiteX1" fmla="*/ 3470273 w 4238625"/>
                <a:gd name="connsiteY1" fmla="*/ 0 h 881062"/>
                <a:gd name="connsiteX2" fmla="*/ 3895725 w 4238625"/>
                <a:gd name="connsiteY2" fmla="*/ 425452 h 881062"/>
                <a:gd name="connsiteX3" fmla="*/ 4238625 w 4238625"/>
                <a:gd name="connsiteY3" fmla="*/ 881062 h 881062"/>
                <a:gd name="connsiteX4" fmla="*/ 0 w 4238625"/>
                <a:gd name="connsiteY4" fmla="*/ 876300 h 881062"/>
                <a:gd name="connsiteX5" fmla="*/ 0 w 4238625"/>
                <a:gd name="connsiteY5" fmla="*/ 876300 h 881062"/>
                <a:gd name="connsiteX6" fmla="*/ 0 w 4238625"/>
                <a:gd name="connsiteY6" fmla="*/ 425452 h 881062"/>
                <a:gd name="connsiteX7" fmla="*/ 425452 w 4238625"/>
                <a:gd name="connsiteY7" fmla="*/ 0 h 881062"/>
                <a:gd name="connsiteX0" fmla="*/ 425452 w 4452229"/>
                <a:gd name="connsiteY0" fmla="*/ 0 h 881062"/>
                <a:gd name="connsiteX1" fmla="*/ 3470273 w 4452229"/>
                <a:gd name="connsiteY1" fmla="*/ 0 h 881062"/>
                <a:gd name="connsiteX2" fmla="*/ 4238625 w 4452229"/>
                <a:gd name="connsiteY2" fmla="*/ 881062 h 881062"/>
                <a:gd name="connsiteX3" fmla="*/ 0 w 4452229"/>
                <a:gd name="connsiteY3" fmla="*/ 876300 h 881062"/>
                <a:gd name="connsiteX4" fmla="*/ 0 w 4452229"/>
                <a:gd name="connsiteY4" fmla="*/ 876300 h 881062"/>
                <a:gd name="connsiteX5" fmla="*/ 0 w 4452229"/>
                <a:gd name="connsiteY5" fmla="*/ 425452 h 881062"/>
                <a:gd name="connsiteX6" fmla="*/ 425452 w 4452229"/>
                <a:gd name="connsiteY6" fmla="*/ 0 h 881062"/>
                <a:gd name="connsiteX0" fmla="*/ 425452 w 4422380"/>
                <a:gd name="connsiteY0" fmla="*/ 0 h 881062"/>
                <a:gd name="connsiteX1" fmla="*/ 3470273 w 4422380"/>
                <a:gd name="connsiteY1" fmla="*/ 0 h 881062"/>
                <a:gd name="connsiteX2" fmla="*/ 4238625 w 4422380"/>
                <a:gd name="connsiteY2" fmla="*/ 881062 h 881062"/>
                <a:gd name="connsiteX3" fmla="*/ 0 w 4422380"/>
                <a:gd name="connsiteY3" fmla="*/ 876300 h 881062"/>
                <a:gd name="connsiteX4" fmla="*/ 0 w 4422380"/>
                <a:gd name="connsiteY4" fmla="*/ 876300 h 881062"/>
                <a:gd name="connsiteX5" fmla="*/ 0 w 4422380"/>
                <a:gd name="connsiteY5" fmla="*/ 425452 h 881062"/>
                <a:gd name="connsiteX6" fmla="*/ 425452 w 4422380"/>
                <a:gd name="connsiteY6" fmla="*/ 0 h 881062"/>
                <a:gd name="connsiteX0" fmla="*/ 425452 w 4421820"/>
                <a:gd name="connsiteY0" fmla="*/ 31 h 881093"/>
                <a:gd name="connsiteX1" fmla="*/ 3470273 w 4421820"/>
                <a:gd name="connsiteY1" fmla="*/ 31 h 881093"/>
                <a:gd name="connsiteX2" fmla="*/ 4238625 w 4421820"/>
                <a:gd name="connsiteY2" fmla="*/ 881093 h 881093"/>
                <a:gd name="connsiteX3" fmla="*/ 0 w 4421820"/>
                <a:gd name="connsiteY3" fmla="*/ 876331 h 881093"/>
                <a:gd name="connsiteX4" fmla="*/ 0 w 4421820"/>
                <a:gd name="connsiteY4" fmla="*/ 876331 h 881093"/>
                <a:gd name="connsiteX5" fmla="*/ 0 w 4421820"/>
                <a:gd name="connsiteY5" fmla="*/ 425483 h 881093"/>
                <a:gd name="connsiteX6" fmla="*/ 425452 w 4421820"/>
                <a:gd name="connsiteY6" fmla="*/ 31 h 881093"/>
                <a:gd name="connsiteX0" fmla="*/ 425452 w 4420157"/>
                <a:gd name="connsiteY0" fmla="*/ 0 h 881062"/>
                <a:gd name="connsiteX1" fmla="*/ 3470273 w 4420157"/>
                <a:gd name="connsiteY1" fmla="*/ 0 h 881062"/>
                <a:gd name="connsiteX2" fmla="*/ 4238625 w 4420157"/>
                <a:gd name="connsiteY2" fmla="*/ 881062 h 881062"/>
                <a:gd name="connsiteX3" fmla="*/ 0 w 4420157"/>
                <a:gd name="connsiteY3" fmla="*/ 876300 h 881062"/>
                <a:gd name="connsiteX4" fmla="*/ 0 w 4420157"/>
                <a:gd name="connsiteY4" fmla="*/ 876300 h 881062"/>
                <a:gd name="connsiteX5" fmla="*/ 0 w 4420157"/>
                <a:gd name="connsiteY5" fmla="*/ 425452 h 881062"/>
                <a:gd name="connsiteX6" fmla="*/ 425452 w 4420157"/>
                <a:gd name="connsiteY6" fmla="*/ 0 h 881062"/>
                <a:gd name="connsiteX0" fmla="*/ 425452 w 4252605"/>
                <a:gd name="connsiteY0" fmla="*/ 0 h 881062"/>
                <a:gd name="connsiteX1" fmla="*/ 3470273 w 4252605"/>
                <a:gd name="connsiteY1" fmla="*/ 0 h 881062"/>
                <a:gd name="connsiteX2" fmla="*/ 4238625 w 4252605"/>
                <a:gd name="connsiteY2" fmla="*/ 881062 h 881062"/>
                <a:gd name="connsiteX3" fmla="*/ 0 w 4252605"/>
                <a:gd name="connsiteY3" fmla="*/ 876300 h 881062"/>
                <a:gd name="connsiteX4" fmla="*/ 0 w 4252605"/>
                <a:gd name="connsiteY4" fmla="*/ 876300 h 881062"/>
                <a:gd name="connsiteX5" fmla="*/ 0 w 4252605"/>
                <a:gd name="connsiteY5" fmla="*/ 425452 h 881062"/>
                <a:gd name="connsiteX6" fmla="*/ 425452 w 4252605"/>
                <a:gd name="connsiteY6" fmla="*/ 0 h 881062"/>
                <a:gd name="connsiteX0" fmla="*/ 425452 w 4252605"/>
                <a:gd name="connsiteY0" fmla="*/ 0 h 881062"/>
                <a:gd name="connsiteX1" fmla="*/ 3470273 w 4252605"/>
                <a:gd name="connsiteY1" fmla="*/ 0 h 881062"/>
                <a:gd name="connsiteX2" fmla="*/ 4238625 w 4252605"/>
                <a:gd name="connsiteY2" fmla="*/ 881062 h 881062"/>
                <a:gd name="connsiteX3" fmla="*/ 0 w 4252605"/>
                <a:gd name="connsiteY3" fmla="*/ 876300 h 881062"/>
                <a:gd name="connsiteX4" fmla="*/ 0 w 4252605"/>
                <a:gd name="connsiteY4" fmla="*/ 876300 h 881062"/>
                <a:gd name="connsiteX5" fmla="*/ 425452 w 4252605"/>
                <a:gd name="connsiteY5" fmla="*/ 0 h 881062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342900 w 4595505"/>
                <a:gd name="connsiteY3" fmla="*/ 876300 h 901700"/>
                <a:gd name="connsiteX4" fmla="*/ 0 w 4595505"/>
                <a:gd name="connsiteY4" fmla="*/ 901700 h 901700"/>
                <a:gd name="connsiteX5" fmla="*/ 768352 w 4595505"/>
                <a:gd name="connsiteY5" fmla="*/ 0 h 901700"/>
                <a:gd name="connsiteX0" fmla="*/ 768352 w 4595505"/>
                <a:gd name="connsiteY0" fmla="*/ 0 h 901700"/>
                <a:gd name="connsiteX1" fmla="*/ 3813173 w 4595505"/>
                <a:gd name="connsiteY1" fmla="*/ 0 h 901700"/>
                <a:gd name="connsiteX2" fmla="*/ 4581525 w 4595505"/>
                <a:gd name="connsiteY2" fmla="*/ 881062 h 901700"/>
                <a:gd name="connsiteX3" fmla="*/ 0 w 4595505"/>
                <a:gd name="connsiteY3" fmla="*/ 901700 h 901700"/>
                <a:gd name="connsiteX4" fmla="*/ 768352 w 4595505"/>
                <a:gd name="connsiteY4" fmla="*/ 0 h 901700"/>
                <a:gd name="connsiteX0" fmla="*/ 774702 w 4601855"/>
                <a:gd name="connsiteY0" fmla="*/ 0 h 933450"/>
                <a:gd name="connsiteX1" fmla="*/ 3819523 w 4601855"/>
                <a:gd name="connsiteY1" fmla="*/ 0 h 933450"/>
                <a:gd name="connsiteX2" fmla="*/ 4587875 w 4601855"/>
                <a:gd name="connsiteY2" fmla="*/ 881062 h 933450"/>
                <a:gd name="connsiteX3" fmla="*/ 0 w 4601855"/>
                <a:gd name="connsiteY3" fmla="*/ 933450 h 933450"/>
                <a:gd name="connsiteX4" fmla="*/ 774702 w 4601855"/>
                <a:gd name="connsiteY4" fmla="*/ 0 h 933450"/>
                <a:gd name="connsiteX0" fmla="*/ 774702 w 4601855"/>
                <a:gd name="connsiteY0" fmla="*/ 0 h 952500"/>
                <a:gd name="connsiteX1" fmla="*/ 3819523 w 4601855"/>
                <a:gd name="connsiteY1" fmla="*/ 0 h 952500"/>
                <a:gd name="connsiteX2" fmla="*/ 4587875 w 4601855"/>
                <a:gd name="connsiteY2" fmla="*/ 881062 h 952500"/>
                <a:gd name="connsiteX3" fmla="*/ 0 w 4601855"/>
                <a:gd name="connsiteY3" fmla="*/ 952500 h 952500"/>
                <a:gd name="connsiteX4" fmla="*/ 774702 w 4601855"/>
                <a:gd name="connsiteY4" fmla="*/ 0 h 952500"/>
                <a:gd name="connsiteX0" fmla="*/ 774702 w 4601855"/>
                <a:gd name="connsiteY0" fmla="*/ 0 h 952500"/>
                <a:gd name="connsiteX1" fmla="*/ 3819523 w 4601855"/>
                <a:gd name="connsiteY1" fmla="*/ 0 h 952500"/>
                <a:gd name="connsiteX2" fmla="*/ 4587875 w 4601855"/>
                <a:gd name="connsiteY2" fmla="*/ 881062 h 952500"/>
                <a:gd name="connsiteX3" fmla="*/ 0 w 4601855"/>
                <a:gd name="connsiteY3" fmla="*/ 952500 h 952500"/>
                <a:gd name="connsiteX4" fmla="*/ 774702 w 4601855"/>
                <a:gd name="connsiteY4" fmla="*/ 0 h 952500"/>
                <a:gd name="connsiteX0" fmla="*/ 774702 w 4601855"/>
                <a:gd name="connsiteY0" fmla="*/ 0 h 952500"/>
                <a:gd name="connsiteX1" fmla="*/ 3819523 w 4601855"/>
                <a:gd name="connsiteY1" fmla="*/ 0 h 952500"/>
                <a:gd name="connsiteX2" fmla="*/ 4587875 w 4601855"/>
                <a:gd name="connsiteY2" fmla="*/ 881062 h 952500"/>
                <a:gd name="connsiteX3" fmla="*/ 0 w 4601855"/>
                <a:gd name="connsiteY3" fmla="*/ 952500 h 952500"/>
                <a:gd name="connsiteX4" fmla="*/ 774702 w 4601855"/>
                <a:gd name="connsiteY4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1855" h="952500">
                  <a:moveTo>
                    <a:pt x="774702" y="0"/>
                  </a:moveTo>
                  <a:cubicBezTo>
                    <a:pt x="1948392" y="95250"/>
                    <a:pt x="2607733" y="88900"/>
                    <a:pt x="3819523" y="0"/>
                  </a:cubicBezTo>
                  <a:cubicBezTo>
                    <a:pt x="4212165" y="18257"/>
                    <a:pt x="4690004" y="766762"/>
                    <a:pt x="4587875" y="881062"/>
                  </a:cubicBezTo>
                  <a:lnTo>
                    <a:pt x="0" y="952500"/>
                  </a:lnTo>
                  <a:cubicBezTo>
                    <a:pt x="148167" y="467783"/>
                    <a:pt x="436035" y="2117"/>
                    <a:pt x="774702" y="0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20A5459-537D-F918-586A-6419C64C2539}"/>
                </a:ext>
              </a:extLst>
            </p:cNvPr>
            <p:cNvSpPr/>
            <p:nvPr/>
          </p:nvSpPr>
          <p:spPr>
            <a:xfrm>
              <a:off x="1889576" y="5084762"/>
              <a:ext cx="4711700" cy="790575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F676AB-5D0D-3B20-7633-F5F71E589715}"/>
                </a:ext>
              </a:extLst>
            </p:cNvPr>
            <p:cNvSpPr/>
            <p:nvPr/>
          </p:nvSpPr>
          <p:spPr>
            <a:xfrm>
              <a:off x="2698190" y="5219697"/>
              <a:ext cx="3225541" cy="655640"/>
            </a:xfrm>
            <a:custGeom>
              <a:avLst/>
              <a:gdLst>
                <a:gd name="connsiteX0" fmla="*/ 1553618 w 3225541"/>
                <a:gd name="connsiteY0" fmla="*/ 538 h 655640"/>
                <a:gd name="connsiteX1" fmla="*/ 3216943 w 3225541"/>
                <a:gd name="connsiteY1" fmla="*/ 504004 h 655640"/>
                <a:gd name="connsiteX2" fmla="*/ 3225541 w 3225541"/>
                <a:gd name="connsiteY2" fmla="*/ 535042 h 655640"/>
                <a:gd name="connsiteX3" fmla="*/ 3199427 w 3225541"/>
                <a:gd name="connsiteY3" fmla="*/ 539863 h 655640"/>
                <a:gd name="connsiteX4" fmla="*/ 1533589 w 3225541"/>
                <a:gd name="connsiteY4" fmla="*/ 655640 h 655640"/>
                <a:gd name="connsiteX5" fmla="*/ 35050 w 3225541"/>
                <a:gd name="connsiteY5" fmla="*/ 565376 h 655640"/>
                <a:gd name="connsiteX6" fmla="*/ 0 w 3225541"/>
                <a:gd name="connsiteY6" fmla="*/ 560031 h 655640"/>
                <a:gd name="connsiteX7" fmla="*/ 2271 w 3225541"/>
                <a:gd name="connsiteY7" fmla="*/ 494814 h 655640"/>
                <a:gd name="connsiteX8" fmla="*/ 1553618 w 3225541"/>
                <a:gd name="connsiteY8" fmla="*/ 538 h 655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5541" h="655640">
                  <a:moveTo>
                    <a:pt x="1553618" y="538"/>
                  </a:moveTo>
                  <a:cubicBezTo>
                    <a:pt x="2303910" y="11462"/>
                    <a:pt x="3072865" y="188676"/>
                    <a:pt x="3216943" y="504004"/>
                  </a:cubicBezTo>
                  <a:lnTo>
                    <a:pt x="3225541" y="535042"/>
                  </a:lnTo>
                  <a:lnTo>
                    <a:pt x="3199427" y="539863"/>
                  </a:lnTo>
                  <a:cubicBezTo>
                    <a:pt x="2773102" y="611396"/>
                    <a:pt x="2184139" y="655640"/>
                    <a:pt x="1533589" y="655640"/>
                  </a:cubicBezTo>
                  <a:cubicBezTo>
                    <a:pt x="964358" y="655640"/>
                    <a:pt x="442280" y="621766"/>
                    <a:pt x="35050" y="565376"/>
                  </a:cubicBezTo>
                  <a:lnTo>
                    <a:pt x="0" y="560031"/>
                  </a:lnTo>
                  <a:lnTo>
                    <a:pt x="2271" y="494814"/>
                  </a:lnTo>
                  <a:cubicBezTo>
                    <a:pt x="71697" y="144981"/>
                    <a:pt x="803326" y="-10385"/>
                    <a:pt x="1553618" y="538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68440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2336</TotalTime>
  <Words>1</Words>
  <Application>Microsoft Office PowerPoint</Application>
  <PresentationFormat>Custom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263</cp:revision>
  <dcterms:created xsi:type="dcterms:W3CDTF">2025-02-22T17:47:33Z</dcterms:created>
  <dcterms:modified xsi:type="dcterms:W3CDTF">2025-10-22T18:25:18Z</dcterms:modified>
</cp:coreProperties>
</file>